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embeddedFontLst>
    <p:embeddedFont>
      <p:font typeface="Montserrat"/>
      <p:regular r:id="rId48"/>
      <p:bold r:id="rId49"/>
      <p:italic r:id="rId50"/>
      <p:boldItalic r:id="rId51"/>
    </p:embeddedFont>
    <p:embeddedFont>
      <p:font typeface="Pacifico"/>
      <p:regular r:id="rId52"/>
    </p:embeddedFont>
    <p:embeddedFont>
      <p:font typeface="Montserrat ExtraBold"/>
      <p:bold r:id="rId53"/>
      <p:boldItalic r:id="rId54"/>
    </p:embeddedFont>
    <p:embeddedFont>
      <p:font typeface="Quicksand SemiBold"/>
      <p:regular r:id="rId55"/>
      <p:bold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7" roundtripDataSignature="AMtx7miu8rHAIRd7m24CpKtE29ET4o1A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08EA544-1651-4F0A-9E64-B5679C4075A8}">
  <a:tblStyle styleId="{E08EA544-1651-4F0A-9E64-B5679C4075A8}" styleName="Table_0">
    <a:wholeTbl>
      <a:tcTxStyle b="off" i="off">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regular.fntdata"/><Relationship Id="rId47" Type="http://schemas.openxmlformats.org/officeDocument/2006/relationships/slide" Target="slides/slide42.xml"/><Relationship Id="rId49" Type="http://schemas.openxmlformats.org/officeDocument/2006/relationships/font" Target="fonts/Montserrat-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ontserrat-boldItalic.fntdata"/><Relationship Id="rId50" Type="http://schemas.openxmlformats.org/officeDocument/2006/relationships/font" Target="fonts/Montserrat-italic.fntdata"/><Relationship Id="rId53" Type="http://schemas.openxmlformats.org/officeDocument/2006/relationships/font" Target="fonts/MontserratExtraBold-bold.fntdata"/><Relationship Id="rId52" Type="http://schemas.openxmlformats.org/officeDocument/2006/relationships/font" Target="fonts/Pacifico-regular.fntdata"/><Relationship Id="rId11" Type="http://schemas.openxmlformats.org/officeDocument/2006/relationships/slide" Target="slides/slide6.xml"/><Relationship Id="rId55" Type="http://schemas.openxmlformats.org/officeDocument/2006/relationships/font" Target="fonts/QuicksandSemiBold-regular.fntdata"/><Relationship Id="rId10" Type="http://schemas.openxmlformats.org/officeDocument/2006/relationships/slide" Target="slides/slide5.xml"/><Relationship Id="rId54" Type="http://schemas.openxmlformats.org/officeDocument/2006/relationships/font" Target="fonts/MontserratExtraBold-boldItalic.fntdata"/><Relationship Id="rId13" Type="http://schemas.openxmlformats.org/officeDocument/2006/relationships/slide" Target="slides/slide8.xml"/><Relationship Id="rId57" Type="http://customschemas.google.com/relationships/presentationmetadata" Target="metadata"/><Relationship Id="rId12" Type="http://schemas.openxmlformats.org/officeDocument/2006/relationships/slide" Target="slides/slide7.xml"/><Relationship Id="rId56" Type="http://schemas.openxmlformats.org/officeDocument/2006/relationships/font" Target="fonts/QuicksandSemiBold-bold.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9" name="Shape 1459"/>
        <p:cNvGrpSpPr/>
        <p:nvPr/>
      </p:nvGrpSpPr>
      <p:grpSpPr>
        <a:xfrm>
          <a:off x="0" y="0"/>
          <a:ext cx="0" cy="0"/>
          <a:chOff x="0" y="0"/>
          <a:chExt cx="0" cy="0"/>
        </a:xfrm>
      </p:grpSpPr>
      <p:sp>
        <p:nvSpPr>
          <p:cNvPr id="1460" name="Google Shape;146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1" name="Google Shape;146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7" name="Google Shape;14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4" name="Shape 1504"/>
        <p:cNvGrpSpPr/>
        <p:nvPr/>
      </p:nvGrpSpPr>
      <p:grpSpPr>
        <a:xfrm>
          <a:off x="0" y="0"/>
          <a:ext cx="0" cy="0"/>
          <a:chOff x="0" y="0"/>
          <a:chExt cx="0" cy="0"/>
        </a:xfrm>
      </p:grpSpPr>
      <p:sp>
        <p:nvSpPr>
          <p:cNvPr id="1505" name="Google Shape;150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6" name="Google Shape;150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0" name="Shape 1510"/>
        <p:cNvGrpSpPr/>
        <p:nvPr/>
      </p:nvGrpSpPr>
      <p:grpSpPr>
        <a:xfrm>
          <a:off x="0" y="0"/>
          <a:ext cx="0" cy="0"/>
          <a:chOff x="0" y="0"/>
          <a:chExt cx="0" cy="0"/>
        </a:xfrm>
      </p:grpSpPr>
      <p:sp>
        <p:nvSpPr>
          <p:cNvPr id="1511" name="Google Shape;151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2" name="Google Shape;151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5" name="Google Shape;152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8" name="Google Shape;154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8" name="Shape 1558"/>
        <p:cNvGrpSpPr/>
        <p:nvPr/>
      </p:nvGrpSpPr>
      <p:grpSpPr>
        <a:xfrm>
          <a:off x="0" y="0"/>
          <a:ext cx="0" cy="0"/>
          <a:chOff x="0" y="0"/>
          <a:chExt cx="0" cy="0"/>
        </a:xfrm>
      </p:grpSpPr>
      <p:sp>
        <p:nvSpPr>
          <p:cNvPr id="1559" name="Google Shape;155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0" name="Google Shape;156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4" name="Shape 1564"/>
        <p:cNvGrpSpPr/>
        <p:nvPr/>
      </p:nvGrpSpPr>
      <p:grpSpPr>
        <a:xfrm>
          <a:off x="0" y="0"/>
          <a:ext cx="0" cy="0"/>
          <a:chOff x="0" y="0"/>
          <a:chExt cx="0" cy="0"/>
        </a:xfrm>
      </p:grpSpPr>
      <p:sp>
        <p:nvSpPr>
          <p:cNvPr id="1565" name="Google Shape;156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3" name="Shape 1573"/>
        <p:cNvGrpSpPr/>
        <p:nvPr/>
      </p:nvGrpSpPr>
      <p:grpSpPr>
        <a:xfrm>
          <a:off x="0" y="0"/>
          <a:ext cx="0" cy="0"/>
          <a:chOff x="0" y="0"/>
          <a:chExt cx="0" cy="0"/>
        </a:xfrm>
      </p:grpSpPr>
      <p:sp>
        <p:nvSpPr>
          <p:cNvPr id="1574" name="Google Shape;157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5" name="Google Shape;157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9" name="Shape 1579"/>
        <p:cNvGrpSpPr/>
        <p:nvPr/>
      </p:nvGrpSpPr>
      <p:grpSpPr>
        <a:xfrm>
          <a:off x="0" y="0"/>
          <a:ext cx="0" cy="0"/>
          <a:chOff x="0" y="0"/>
          <a:chExt cx="0" cy="0"/>
        </a:xfrm>
      </p:grpSpPr>
      <p:sp>
        <p:nvSpPr>
          <p:cNvPr id="1580" name="Google Shape;158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0" name="Shape 1590"/>
        <p:cNvGrpSpPr/>
        <p:nvPr/>
      </p:nvGrpSpPr>
      <p:grpSpPr>
        <a:xfrm>
          <a:off x="0" y="0"/>
          <a:ext cx="0" cy="0"/>
          <a:chOff x="0" y="0"/>
          <a:chExt cx="0" cy="0"/>
        </a:xfrm>
      </p:grpSpPr>
      <p:sp>
        <p:nvSpPr>
          <p:cNvPr id="1591" name="Google Shape;159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9" name="Shape 1599"/>
        <p:cNvGrpSpPr/>
        <p:nvPr/>
      </p:nvGrpSpPr>
      <p:grpSpPr>
        <a:xfrm>
          <a:off x="0" y="0"/>
          <a:ext cx="0" cy="0"/>
          <a:chOff x="0" y="0"/>
          <a:chExt cx="0" cy="0"/>
        </a:xfrm>
      </p:grpSpPr>
      <p:sp>
        <p:nvSpPr>
          <p:cNvPr id="1600" name="Google Shape;160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1" name="Google Shape;160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5" name="Shape 1605"/>
        <p:cNvGrpSpPr/>
        <p:nvPr/>
      </p:nvGrpSpPr>
      <p:grpSpPr>
        <a:xfrm>
          <a:off x="0" y="0"/>
          <a:ext cx="0" cy="0"/>
          <a:chOff x="0" y="0"/>
          <a:chExt cx="0" cy="0"/>
        </a:xfrm>
      </p:grpSpPr>
      <p:sp>
        <p:nvSpPr>
          <p:cNvPr id="1606" name="Google Shape;160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7" name="Shape 1617"/>
        <p:cNvGrpSpPr/>
        <p:nvPr/>
      </p:nvGrpSpPr>
      <p:grpSpPr>
        <a:xfrm>
          <a:off x="0" y="0"/>
          <a:ext cx="0" cy="0"/>
          <a:chOff x="0" y="0"/>
          <a:chExt cx="0" cy="0"/>
        </a:xfrm>
      </p:grpSpPr>
      <p:sp>
        <p:nvSpPr>
          <p:cNvPr id="1618" name="Google Shape;1618;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9" name="Google Shape;161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7" name="Google Shape;162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3" name="Shape 1633"/>
        <p:cNvGrpSpPr/>
        <p:nvPr/>
      </p:nvGrpSpPr>
      <p:grpSpPr>
        <a:xfrm>
          <a:off x="0" y="0"/>
          <a:ext cx="0" cy="0"/>
          <a:chOff x="0" y="0"/>
          <a:chExt cx="0" cy="0"/>
        </a:xfrm>
      </p:grpSpPr>
      <p:sp>
        <p:nvSpPr>
          <p:cNvPr id="1634" name="Google Shape;163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5" name="Google Shape;163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1" name="Shape 1641"/>
        <p:cNvGrpSpPr/>
        <p:nvPr/>
      </p:nvGrpSpPr>
      <p:grpSpPr>
        <a:xfrm>
          <a:off x="0" y="0"/>
          <a:ext cx="0" cy="0"/>
          <a:chOff x="0" y="0"/>
          <a:chExt cx="0" cy="0"/>
        </a:xfrm>
      </p:grpSpPr>
      <p:sp>
        <p:nvSpPr>
          <p:cNvPr id="1642" name="Google Shape;164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3" name="Google Shape;164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9" name="Shape 1649"/>
        <p:cNvGrpSpPr/>
        <p:nvPr/>
      </p:nvGrpSpPr>
      <p:grpSpPr>
        <a:xfrm>
          <a:off x="0" y="0"/>
          <a:ext cx="0" cy="0"/>
          <a:chOff x="0" y="0"/>
          <a:chExt cx="0" cy="0"/>
        </a:xfrm>
      </p:grpSpPr>
      <p:sp>
        <p:nvSpPr>
          <p:cNvPr id="1650" name="Google Shape;165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6" name="Shape 1656"/>
        <p:cNvGrpSpPr/>
        <p:nvPr/>
      </p:nvGrpSpPr>
      <p:grpSpPr>
        <a:xfrm>
          <a:off x="0" y="0"/>
          <a:ext cx="0" cy="0"/>
          <a:chOff x="0" y="0"/>
          <a:chExt cx="0" cy="0"/>
        </a:xfrm>
      </p:grpSpPr>
      <p:sp>
        <p:nvSpPr>
          <p:cNvPr id="1657" name="Google Shape;165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8" name="Shape 1668"/>
        <p:cNvGrpSpPr/>
        <p:nvPr/>
      </p:nvGrpSpPr>
      <p:grpSpPr>
        <a:xfrm>
          <a:off x="0" y="0"/>
          <a:ext cx="0" cy="0"/>
          <a:chOff x="0" y="0"/>
          <a:chExt cx="0" cy="0"/>
        </a:xfrm>
      </p:grpSpPr>
      <p:sp>
        <p:nvSpPr>
          <p:cNvPr id="1669" name="Google Shape;166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0" name="Shape 1680"/>
        <p:cNvGrpSpPr/>
        <p:nvPr/>
      </p:nvGrpSpPr>
      <p:grpSpPr>
        <a:xfrm>
          <a:off x="0" y="0"/>
          <a:ext cx="0" cy="0"/>
          <a:chOff x="0" y="0"/>
          <a:chExt cx="0" cy="0"/>
        </a:xfrm>
      </p:grpSpPr>
      <p:sp>
        <p:nvSpPr>
          <p:cNvPr id="1681" name="Google Shape;168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7" name="Shape 1697"/>
        <p:cNvGrpSpPr/>
        <p:nvPr/>
      </p:nvGrpSpPr>
      <p:grpSpPr>
        <a:xfrm>
          <a:off x="0" y="0"/>
          <a:ext cx="0" cy="0"/>
          <a:chOff x="0" y="0"/>
          <a:chExt cx="0" cy="0"/>
        </a:xfrm>
      </p:grpSpPr>
      <p:sp>
        <p:nvSpPr>
          <p:cNvPr id="1698" name="Google Shape;169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9" name="Google Shape;169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3" name="Shape 1703"/>
        <p:cNvGrpSpPr/>
        <p:nvPr/>
      </p:nvGrpSpPr>
      <p:grpSpPr>
        <a:xfrm>
          <a:off x="0" y="0"/>
          <a:ext cx="0" cy="0"/>
          <a:chOff x="0" y="0"/>
          <a:chExt cx="0" cy="0"/>
        </a:xfrm>
      </p:grpSpPr>
      <p:sp>
        <p:nvSpPr>
          <p:cNvPr id="1704" name="Google Shape;1704;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5" name="Google Shape;170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1" name="Shape 1711"/>
        <p:cNvGrpSpPr/>
        <p:nvPr/>
      </p:nvGrpSpPr>
      <p:grpSpPr>
        <a:xfrm>
          <a:off x="0" y="0"/>
          <a:ext cx="0" cy="0"/>
          <a:chOff x="0" y="0"/>
          <a:chExt cx="0" cy="0"/>
        </a:xfrm>
      </p:grpSpPr>
      <p:sp>
        <p:nvSpPr>
          <p:cNvPr id="1712" name="Google Shape;1712;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3" name="Google Shape;171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9" name="Shape 1719"/>
        <p:cNvGrpSpPr/>
        <p:nvPr/>
      </p:nvGrpSpPr>
      <p:grpSpPr>
        <a:xfrm>
          <a:off x="0" y="0"/>
          <a:ext cx="0" cy="0"/>
          <a:chOff x="0" y="0"/>
          <a:chExt cx="0" cy="0"/>
        </a:xfrm>
      </p:grpSpPr>
      <p:sp>
        <p:nvSpPr>
          <p:cNvPr id="1720" name="Google Shape;1720;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1" name="Google Shape;172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2" name="Shape 1732"/>
        <p:cNvGrpSpPr/>
        <p:nvPr/>
      </p:nvGrpSpPr>
      <p:grpSpPr>
        <a:xfrm>
          <a:off x="0" y="0"/>
          <a:ext cx="0" cy="0"/>
          <a:chOff x="0" y="0"/>
          <a:chExt cx="0" cy="0"/>
        </a:xfrm>
      </p:grpSpPr>
      <p:sp>
        <p:nvSpPr>
          <p:cNvPr id="1733" name="Google Shape;1733;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4" name="Google Shape;173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2" name="Shape 1742"/>
        <p:cNvGrpSpPr/>
        <p:nvPr/>
      </p:nvGrpSpPr>
      <p:grpSpPr>
        <a:xfrm>
          <a:off x="0" y="0"/>
          <a:ext cx="0" cy="0"/>
          <a:chOff x="0" y="0"/>
          <a:chExt cx="0" cy="0"/>
        </a:xfrm>
      </p:grpSpPr>
      <p:sp>
        <p:nvSpPr>
          <p:cNvPr id="1743" name="Google Shape;1743;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4" name="Google Shape;174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0" name="Shape 1750"/>
        <p:cNvGrpSpPr/>
        <p:nvPr/>
      </p:nvGrpSpPr>
      <p:grpSpPr>
        <a:xfrm>
          <a:off x="0" y="0"/>
          <a:ext cx="0" cy="0"/>
          <a:chOff x="0" y="0"/>
          <a:chExt cx="0" cy="0"/>
        </a:xfrm>
      </p:grpSpPr>
      <p:sp>
        <p:nvSpPr>
          <p:cNvPr id="1751" name="Google Shape;1751;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2" name="Google Shape;1752;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8" name="Shape 1758"/>
        <p:cNvGrpSpPr/>
        <p:nvPr/>
      </p:nvGrpSpPr>
      <p:grpSpPr>
        <a:xfrm>
          <a:off x="0" y="0"/>
          <a:ext cx="0" cy="0"/>
          <a:chOff x="0" y="0"/>
          <a:chExt cx="0" cy="0"/>
        </a:xfrm>
      </p:grpSpPr>
      <p:sp>
        <p:nvSpPr>
          <p:cNvPr id="1759" name="Google Shape;1759;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0" name="Google Shape;176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5" name="Shape 1765"/>
        <p:cNvGrpSpPr/>
        <p:nvPr/>
      </p:nvGrpSpPr>
      <p:grpSpPr>
        <a:xfrm>
          <a:off x="0" y="0"/>
          <a:ext cx="0" cy="0"/>
          <a:chOff x="0" y="0"/>
          <a:chExt cx="0" cy="0"/>
        </a:xfrm>
      </p:grpSpPr>
      <p:sp>
        <p:nvSpPr>
          <p:cNvPr id="1766" name="Google Shape;1766;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7" name="Google Shape;1767;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2" name="Shape 1772"/>
        <p:cNvGrpSpPr/>
        <p:nvPr/>
      </p:nvGrpSpPr>
      <p:grpSpPr>
        <a:xfrm>
          <a:off x="0" y="0"/>
          <a:ext cx="0" cy="0"/>
          <a:chOff x="0" y="0"/>
          <a:chExt cx="0" cy="0"/>
        </a:xfrm>
      </p:grpSpPr>
      <p:sp>
        <p:nvSpPr>
          <p:cNvPr id="1773" name="Google Shape;1773;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4" name="Google Shape;1774;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9" name="Shape 1779"/>
        <p:cNvGrpSpPr/>
        <p:nvPr/>
      </p:nvGrpSpPr>
      <p:grpSpPr>
        <a:xfrm>
          <a:off x="0" y="0"/>
          <a:ext cx="0" cy="0"/>
          <a:chOff x="0" y="0"/>
          <a:chExt cx="0" cy="0"/>
        </a:xfrm>
      </p:grpSpPr>
      <p:sp>
        <p:nvSpPr>
          <p:cNvPr id="1780" name="Google Shape;1780;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1" name="Google Shape;1781;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6" name="Shape 1786"/>
        <p:cNvGrpSpPr/>
        <p:nvPr/>
      </p:nvGrpSpPr>
      <p:grpSpPr>
        <a:xfrm>
          <a:off x="0" y="0"/>
          <a:ext cx="0" cy="0"/>
          <a:chOff x="0" y="0"/>
          <a:chExt cx="0" cy="0"/>
        </a:xfrm>
      </p:grpSpPr>
      <p:sp>
        <p:nvSpPr>
          <p:cNvPr id="1787" name="Google Shape;1787;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8" name="Google Shape;1788;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4" name="Shape 1794"/>
        <p:cNvGrpSpPr/>
        <p:nvPr/>
      </p:nvGrpSpPr>
      <p:grpSpPr>
        <a:xfrm>
          <a:off x="0" y="0"/>
          <a:ext cx="0" cy="0"/>
          <a:chOff x="0" y="0"/>
          <a:chExt cx="0" cy="0"/>
        </a:xfrm>
      </p:grpSpPr>
      <p:sp>
        <p:nvSpPr>
          <p:cNvPr id="1795" name="Google Shape;1795;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6" name="Google Shape;1796;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0" name="Shape 1800"/>
        <p:cNvGrpSpPr/>
        <p:nvPr/>
      </p:nvGrpSpPr>
      <p:grpSpPr>
        <a:xfrm>
          <a:off x="0" y="0"/>
          <a:ext cx="0" cy="0"/>
          <a:chOff x="0" y="0"/>
          <a:chExt cx="0" cy="0"/>
        </a:xfrm>
      </p:grpSpPr>
      <p:sp>
        <p:nvSpPr>
          <p:cNvPr id="1801" name="Google Shape;1801;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6" name="Shape 1806"/>
        <p:cNvGrpSpPr/>
        <p:nvPr/>
      </p:nvGrpSpPr>
      <p:grpSpPr>
        <a:xfrm>
          <a:off x="0" y="0"/>
          <a:ext cx="0" cy="0"/>
          <a:chOff x="0" y="0"/>
          <a:chExt cx="0" cy="0"/>
        </a:xfrm>
      </p:grpSpPr>
      <p:sp>
        <p:nvSpPr>
          <p:cNvPr id="1807" name="Google Shape;1807;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3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2" name="Shape 1812"/>
        <p:cNvGrpSpPr/>
        <p:nvPr/>
      </p:nvGrpSpPr>
      <p:grpSpPr>
        <a:xfrm>
          <a:off x="0" y="0"/>
          <a:ext cx="0" cy="0"/>
          <a:chOff x="0" y="0"/>
          <a:chExt cx="0" cy="0"/>
        </a:xfrm>
      </p:grpSpPr>
      <p:sp>
        <p:nvSpPr>
          <p:cNvPr id="1813" name="Google Shape;1813;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3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8" name="Shape 1818"/>
        <p:cNvGrpSpPr/>
        <p:nvPr/>
      </p:nvGrpSpPr>
      <p:grpSpPr>
        <a:xfrm>
          <a:off x="0" y="0"/>
          <a:ext cx="0" cy="0"/>
          <a:chOff x="0" y="0"/>
          <a:chExt cx="0" cy="0"/>
        </a:xfrm>
      </p:grpSpPr>
      <p:sp>
        <p:nvSpPr>
          <p:cNvPr id="1819" name="Google Shape;1819;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0" name="Google Shape;1820;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4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4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9" name="Shape 1839"/>
        <p:cNvGrpSpPr/>
        <p:nvPr/>
      </p:nvGrpSpPr>
      <p:grpSpPr>
        <a:xfrm>
          <a:off x="0" y="0"/>
          <a:ext cx="0" cy="0"/>
          <a:chOff x="0" y="0"/>
          <a:chExt cx="0" cy="0"/>
        </a:xfrm>
      </p:grpSpPr>
      <p:sp>
        <p:nvSpPr>
          <p:cNvPr id="1840" name="Google Shape;1840;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1" name="Google Shape;1841;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FFFFF"/>
        </a:solidFill>
      </p:bgPr>
    </p:bg>
    <p:spTree>
      <p:nvGrpSpPr>
        <p:cNvPr id="8" name="Shape 8"/>
        <p:cNvGrpSpPr/>
        <p:nvPr/>
      </p:nvGrpSpPr>
      <p:grpSpPr>
        <a:xfrm>
          <a:off x="0" y="0"/>
          <a:ext cx="0" cy="0"/>
          <a:chOff x="0" y="0"/>
          <a:chExt cx="0" cy="0"/>
        </a:xfrm>
      </p:grpSpPr>
      <p:sp>
        <p:nvSpPr>
          <p:cNvPr id="9" name="Google Shape;9;p44"/>
          <p:cNvSpPr/>
          <p:nvPr/>
        </p:nvSpPr>
        <p:spPr>
          <a:xfrm>
            <a:off x="5230950" y="238125"/>
            <a:ext cx="25" cy="0"/>
          </a:xfrm>
          <a:custGeom>
            <a:rect b="b" l="l" r="r" t="t"/>
            <a:pathLst>
              <a:path extrusionOk="0" h="120000" w="1">
                <a:moveTo>
                  <a:pt x="0" y="0"/>
                </a:moveTo>
                <a:close/>
              </a:path>
            </a:pathLst>
          </a:custGeom>
          <a:solidFill>
            <a:srgbClr val="F0A9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 name="Google Shape;10;p44"/>
          <p:cNvGrpSpPr/>
          <p:nvPr/>
        </p:nvGrpSpPr>
        <p:grpSpPr>
          <a:xfrm>
            <a:off x="8185492" y="-82813"/>
            <a:ext cx="1731602" cy="5309136"/>
            <a:chOff x="2839200" y="245975"/>
            <a:chExt cx="1960600" cy="5218337"/>
          </a:xfrm>
        </p:grpSpPr>
        <p:sp>
          <p:nvSpPr>
            <p:cNvPr id="11" name="Google Shape;11;p44"/>
            <p:cNvSpPr/>
            <p:nvPr/>
          </p:nvSpPr>
          <p:spPr>
            <a:xfrm>
              <a:off x="2849950" y="245975"/>
              <a:ext cx="1924200" cy="5210475"/>
            </a:xfrm>
            <a:custGeom>
              <a:rect b="b" l="l" r="r" t="t"/>
              <a:pathLst>
                <a:path extrusionOk="0" h="208419" w="76968">
                  <a:moveTo>
                    <a:pt x="18225" y="828"/>
                  </a:moveTo>
                  <a:lnTo>
                    <a:pt x="18598" y="1969"/>
                  </a:lnTo>
                  <a:lnTo>
                    <a:pt x="18598" y="1969"/>
                  </a:lnTo>
                  <a:cubicBezTo>
                    <a:pt x="19035" y="1899"/>
                    <a:pt x="19479" y="1849"/>
                    <a:pt x="19930" y="1821"/>
                  </a:cubicBezTo>
                  <a:lnTo>
                    <a:pt x="18225" y="828"/>
                  </a:lnTo>
                  <a:close/>
                  <a:moveTo>
                    <a:pt x="65447" y="0"/>
                  </a:moveTo>
                  <a:lnTo>
                    <a:pt x="65447" y="0"/>
                  </a:lnTo>
                  <a:cubicBezTo>
                    <a:pt x="50759" y="1729"/>
                    <a:pt x="35981" y="2607"/>
                    <a:pt x="21184" y="2607"/>
                  </a:cubicBezTo>
                  <a:cubicBezTo>
                    <a:pt x="20391" y="2607"/>
                    <a:pt x="19598" y="2604"/>
                    <a:pt x="18804" y="2599"/>
                  </a:cubicBezTo>
                  <a:lnTo>
                    <a:pt x="18598" y="1969"/>
                  </a:lnTo>
                  <a:lnTo>
                    <a:pt x="18598" y="1969"/>
                  </a:lnTo>
                  <a:cubicBezTo>
                    <a:pt x="11297" y="3133"/>
                    <a:pt x="5789" y="9941"/>
                    <a:pt x="3212" y="17000"/>
                  </a:cubicBezTo>
                  <a:cubicBezTo>
                    <a:pt x="100" y="25607"/>
                    <a:pt x="1" y="34992"/>
                    <a:pt x="2914" y="43648"/>
                  </a:cubicBezTo>
                  <a:cubicBezTo>
                    <a:pt x="6556" y="54374"/>
                    <a:pt x="14467" y="62981"/>
                    <a:pt x="21187" y="72085"/>
                  </a:cubicBezTo>
                  <a:cubicBezTo>
                    <a:pt x="27908" y="81189"/>
                    <a:pt x="33767" y="92063"/>
                    <a:pt x="32228" y="103286"/>
                  </a:cubicBezTo>
                  <a:cubicBezTo>
                    <a:pt x="30937" y="112787"/>
                    <a:pt x="24581" y="120699"/>
                    <a:pt x="18903" y="128428"/>
                  </a:cubicBezTo>
                  <a:cubicBezTo>
                    <a:pt x="13209" y="136142"/>
                    <a:pt x="7731" y="145030"/>
                    <a:pt x="8575" y="154597"/>
                  </a:cubicBezTo>
                  <a:cubicBezTo>
                    <a:pt x="9369" y="163353"/>
                    <a:pt x="15361" y="170819"/>
                    <a:pt x="17182" y="179426"/>
                  </a:cubicBezTo>
                  <a:cubicBezTo>
                    <a:pt x="18854" y="187354"/>
                    <a:pt x="16867" y="195564"/>
                    <a:pt x="14616" y="203360"/>
                  </a:cubicBezTo>
                  <a:cubicBezTo>
                    <a:pt x="14451" y="203972"/>
                    <a:pt x="14269" y="204684"/>
                    <a:pt x="14600" y="205230"/>
                  </a:cubicBezTo>
                  <a:cubicBezTo>
                    <a:pt x="14947" y="205777"/>
                    <a:pt x="15576" y="205942"/>
                    <a:pt x="16172" y="206075"/>
                  </a:cubicBezTo>
                  <a:cubicBezTo>
                    <a:pt x="22980" y="207637"/>
                    <a:pt x="29923" y="208419"/>
                    <a:pt x="36864" y="208419"/>
                  </a:cubicBezTo>
                  <a:cubicBezTo>
                    <a:pt x="43897" y="208419"/>
                    <a:pt x="50928" y="207616"/>
                    <a:pt x="57817" y="206008"/>
                  </a:cubicBezTo>
                  <a:cubicBezTo>
                    <a:pt x="55930" y="199586"/>
                    <a:pt x="57900" y="192667"/>
                    <a:pt x="60945" y="186725"/>
                  </a:cubicBezTo>
                  <a:cubicBezTo>
                    <a:pt x="63991" y="180799"/>
                    <a:pt x="68112" y="175437"/>
                    <a:pt x="70959" y="169412"/>
                  </a:cubicBezTo>
                  <a:cubicBezTo>
                    <a:pt x="76752" y="157180"/>
                    <a:pt x="76968" y="142879"/>
                    <a:pt x="74104" y="129653"/>
                  </a:cubicBezTo>
                  <a:cubicBezTo>
                    <a:pt x="71241" y="116428"/>
                    <a:pt x="65514" y="104014"/>
                    <a:pt x="59754" y="91782"/>
                  </a:cubicBezTo>
                  <a:cubicBezTo>
                    <a:pt x="55947" y="83688"/>
                    <a:pt x="52040" y="75395"/>
                    <a:pt x="51378" y="66490"/>
                  </a:cubicBezTo>
                  <a:cubicBezTo>
                    <a:pt x="49723" y="43615"/>
                    <a:pt x="69685" y="22528"/>
                    <a:pt x="65447" y="0"/>
                  </a:cubicBezTo>
                  <a:close/>
                </a:path>
              </a:pathLst>
            </a:custGeom>
            <a:solidFill>
              <a:srgbClr val="35C4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44"/>
            <p:cNvSpPr/>
            <p:nvPr/>
          </p:nvSpPr>
          <p:spPr>
            <a:xfrm>
              <a:off x="2839200" y="328150"/>
              <a:ext cx="1960600" cy="5136162"/>
            </a:xfrm>
            <a:custGeom>
              <a:rect b="b" l="l" r="r" t="t"/>
              <a:pathLst>
                <a:path extrusionOk="0" h="209042" w="78424">
                  <a:moveTo>
                    <a:pt x="65642" y="658"/>
                  </a:moveTo>
                  <a:cubicBezTo>
                    <a:pt x="67840" y="13294"/>
                    <a:pt x="62536" y="25536"/>
                    <a:pt x="58065" y="37060"/>
                  </a:cubicBezTo>
                  <a:cubicBezTo>
                    <a:pt x="55748" y="43036"/>
                    <a:pt x="53497" y="49061"/>
                    <a:pt x="52288" y="55367"/>
                  </a:cubicBezTo>
                  <a:cubicBezTo>
                    <a:pt x="51047" y="61888"/>
                    <a:pt x="51179" y="68410"/>
                    <a:pt x="52901" y="74816"/>
                  </a:cubicBezTo>
                  <a:cubicBezTo>
                    <a:pt x="54870" y="82115"/>
                    <a:pt x="58346" y="88902"/>
                    <a:pt x="61541" y="95721"/>
                  </a:cubicBezTo>
                  <a:cubicBezTo>
                    <a:pt x="64851" y="102805"/>
                    <a:pt x="68062" y="109972"/>
                    <a:pt x="70628" y="117371"/>
                  </a:cubicBezTo>
                  <a:cubicBezTo>
                    <a:pt x="75511" y="131457"/>
                    <a:pt x="78027" y="146950"/>
                    <a:pt x="74054" y="161598"/>
                  </a:cubicBezTo>
                  <a:cubicBezTo>
                    <a:pt x="73077" y="165157"/>
                    <a:pt x="71704" y="168617"/>
                    <a:pt x="69949" y="171877"/>
                  </a:cubicBezTo>
                  <a:cubicBezTo>
                    <a:pt x="68178" y="175204"/>
                    <a:pt x="66093" y="178349"/>
                    <a:pt x="64139" y="181577"/>
                  </a:cubicBezTo>
                  <a:cubicBezTo>
                    <a:pt x="60465" y="187569"/>
                    <a:pt x="57055" y="194223"/>
                    <a:pt x="57204" y="201439"/>
                  </a:cubicBezTo>
                  <a:cubicBezTo>
                    <a:pt x="57235" y="203000"/>
                    <a:pt x="57454" y="204561"/>
                    <a:pt x="57846" y="206081"/>
                  </a:cubicBezTo>
                  <a:lnTo>
                    <a:pt x="57846" y="206081"/>
                  </a:lnTo>
                  <a:cubicBezTo>
                    <a:pt x="51059" y="207635"/>
                    <a:pt x="44131" y="208418"/>
                    <a:pt x="37194" y="208418"/>
                  </a:cubicBezTo>
                  <a:cubicBezTo>
                    <a:pt x="34489" y="208418"/>
                    <a:pt x="31782" y="208299"/>
                    <a:pt x="29082" y="208060"/>
                  </a:cubicBezTo>
                  <a:cubicBezTo>
                    <a:pt x="26600" y="207829"/>
                    <a:pt x="24117" y="207514"/>
                    <a:pt x="21651" y="207084"/>
                  </a:cubicBezTo>
                  <a:cubicBezTo>
                    <a:pt x="20492" y="206885"/>
                    <a:pt x="19350" y="206670"/>
                    <a:pt x="18208" y="206422"/>
                  </a:cubicBezTo>
                  <a:cubicBezTo>
                    <a:pt x="17695" y="206322"/>
                    <a:pt x="17198" y="206223"/>
                    <a:pt x="16685" y="206091"/>
                  </a:cubicBezTo>
                  <a:cubicBezTo>
                    <a:pt x="15725" y="205842"/>
                    <a:pt x="15063" y="205511"/>
                    <a:pt x="15212" y="204353"/>
                  </a:cubicBezTo>
                  <a:cubicBezTo>
                    <a:pt x="15344" y="203260"/>
                    <a:pt x="15808" y="202151"/>
                    <a:pt x="16089" y="201092"/>
                  </a:cubicBezTo>
                  <a:cubicBezTo>
                    <a:pt x="16437" y="199817"/>
                    <a:pt x="16768" y="198543"/>
                    <a:pt x="17066" y="197252"/>
                  </a:cubicBezTo>
                  <a:cubicBezTo>
                    <a:pt x="17612" y="195001"/>
                    <a:pt x="18009" y="192700"/>
                    <a:pt x="18291" y="190399"/>
                  </a:cubicBezTo>
                  <a:cubicBezTo>
                    <a:pt x="18804" y="185847"/>
                    <a:pt x="18555" y="181279"/>
                    <a:pt x="17182" y="176876"/>
                  </a:cubicBezTo>
                  <a:cubicBezTo>
                    <a:pt x="15940" y="172904"/>
                    <a:pt x="14020" y="169179"/>
                    <a:pt x="12365" y="165356"/>
                  </a:cubicBezTo>
                  <a:cubicBezTo>
                    <a:pt x="10644" y="161367"/>
                    <a:pt x="9220" y="157196"/>
                    <a:pt x="9237" y="152793"/>
                  </a:cubicBezTo>
                  <a:cubicBezTo>
                    <a:pt x="9270" y="148257"/>
                    <a:pt x="10693" y="143871"/>
                    <a:pt x="12679" y="139832"/>
                  </a:cubicBezTo>
                  <a:cubicBezTo>
                    <a:pt x="16553" y="132003"/>
                    <a:pt x="22578" y="125548"/>
                    <a:pt x="27195" y="118166"/>
                  </a:cubicBezTo>
                  <a:cubicBezTo>
                    <a:pt x="29364" y="114690"/>
                    <a:pt x="31234" y="110982"/>
                    <a:pt x="32293" y="107010"/>
                  </a:cubicBezTo>
                  <a:cubicBezTo>
                    <a:pt x="33320" y="103037"/>
                    <a:pt x="33485" y="98899"/>
                    <a:pt x="32773" y="94844"/>
                  </a:cubicBezTo>
                  <a:cubicBezTo>
                    <a:pt x="29728" y="77166"/>
                    <a:pt x="14417" y="65596"/>
                    <a:pt x="6439" y="50352"/>
                  </a:cubicBezTo>
                  <a:cubicBezTo>
                    <a:pt x="2136" y="42109"/>
                    <a:pt x="497" y="32757"/>
                    <a:pt x="2252" y="23587"/>
                  </a:cubicBezTo>
                  <a:cubicBezTo>
                    <a:pt x="3692" y="15907"/>
                    <a:pt x="7598" y="7581"/>
                    <a:pt x="14930" y="3939"/>
                  </a:cubicBezTo>
                  <a:cubicBezTo>
                    <a:pt x="16157" y="3314"/>
                    <a:pt x="17470" y="2881"/>
                    <a:pt x="18820" y="2640"/>
                  </a:cubicBezTo>
                  <a:lnTo>
                    <a:pt x="18820" y="2640"/>
                  </a:lnTo>
                  <a:lnTo>
                    <a:pt x="18936" y="2996"/>
                  </a:lnTo>
                  <a:cubicBezTo>
                    <a:pt x="18969" y="3128"/>
                    <a:pt x="19085" y="3228"/>
                    <a:pt x="19234" y="3228"/>
                  </a:cubicBezTo>
                  <a:cubicBezTo>
                    <a:pt x="19907" y="3231"/>
                    <a:pt x="20579" y="3233"/>
                    <a:pt x="21252" y="3233"/>
                  </a:cubicBezTo>
                  <a:cubicBezTo>
                    <a:pt x="36085" y="3233"/>
                    <a:pt x="50901" y="2365"/>
                    <a:pt x="65642" y="658"/>
                  </a:cubicBezTo>
                  <a:close/>
                  <a:moveTo>
                    <a:pt x="65894" y="0"/>
                  </a:moveTo>
                  <a:cubicBezTo>
                    <a:pt x="51081" y="1741"/>
                    <a:pt x="36192" y="2604"/>
                    <a:pt x="21285" y="2604"/>
                  </a:cubicBezTo>
                  <a:cubicBezTo>
                    <a:pt x="20675" y="2604"/>
                    <a:pt x="20066" y="2603"/>
                    <a:pt x="19457" y="2600"/>
                  </a:cubicBezTo>
                  <a:lnTo>
                    <a:pt x="19457" y="2600"/>
                  </a:lnTo>
                  <a:lnTo>
                    <a:pt x="19438" y="2544"/>
                  </a:lnTo>
                  <a:lnTo>
                    <a:pt x="19438" y="2544"/>
                  </a:lnTo>
                  <a:cubicBezTo>
                    <a:pt x="19744" y="2503"/>
                    <a:pt x="20051" y="2471"/>
                    <a:pt x="20360" y="2450"/>
                  </a:cubicBezTo>
                  <a:cubicBezTo>
                    <a:pt x="20751" y="2417"/>
                    <a:pt x="20757" y="1820"/>
                    <a:pt x="20375" y="1820"/>
                  </a:cubicBezTo>
                  <a:cubicBezTo>
                    <a:pt x="20370" y="1820"/>
                    <a:pt x="20365" y="1821"/>
                    <a:pt x="20360" y="1821"/>
                  </a:cubicBezTo>
                  <a:cubicBezTo>
                    <a:pt x="19982" y="1849"/>
                    <a:pt x="19610" y="1890"/>
                    <a:pt x="19242" y="1945"/>
                  </a:cubicBezTo>
                  <a:lnTo>
                    <a:pt x="19242" y="1945"/>
                  </a:lnTo>
                  <a:lnTo>
                    <a:pt x="18953" y="1059"/>
                  </a:lnTo>
                  <a:cubicBezTo>
                    <a:pt x="18901" y="917"/>
                    <a:pt x="18778" y="855"/>
                    <a:pt x="18655" y="855"/>
                  </a:cubicBezTo>
                  <a:cubicBezTo>
                    <a:pt x="18465" y="855"/>
                    <a:pt x="18276" y="1003"/>
                    <a:pt x="18357" y="1225"/>
                  </a:cubicBezTo>
                  <a:lnTo>
                    <a:pt x="18627" y="2051"/>
                  </a:lnTo>
                  <a:lnTo>
                    <a:pt x="18627" y="2051"/>
                  </a:lnTo>
                  <a:cubicBezTo>
                    <a:pt x="11890" y="3350"/>
                    <a:pt x="6890" y="9118"/>
                    <a:pt x="4172" y="15211"/>
                  </a:cubicBezTo>
                  <a:cubicBezTo>
                    <a:pt x="514" y="23388"/>
                    <a:pt x="1" y="32988"/>
                    <a:pt x="2301" y="41596"/>
                  </a:cubicBezTo>
                  <a:cubicBezTo>
                    <a:pt x="7052" y="59389"/>
                    <a:pt x="23422" y="70744"/>
                    <a:pt x="30059" y="87610"/>
                  </a:cubicBezTo>
                  <a:cubicBezTo>
                    <a:pt x="31714" y="91815"/>
                    <a:pt x="32724" y="96284"/>
                    <a:pt x="32575" y="100802"/>
                  </a:cubicBezTo>
                  <a:cubicBezTo>
                    <a:pt x="32442" y="105437"/>
                    <a:pt x="30986" y="109890"/>
                    <a:pt x="28867" y="113978"/>
                  </a:cubicBezTo>
                  <a:cubicBezTo>
                    <a:pt x="24779" y="121890"/>
                    <a:pt x="18555" y="128411"/>
                    <a:pt x="14037" y="136042"/>
                  </a:cubicBezTo>
                  <a:cubicBezTo>
                    <a:pt x="11736" y="139915"/>
                    <a:pt x="9816" y="144103"/>
                    <a:pt x="9005" y="148555"/>
                  </a:cubicBezTo>
                  <a:cubicBezTo>
                    <a:pt x="8260" y="152727"/>
                    <a:pt x="8674" y="156865"/>
                    <a:pt x="9965" y="160870"/>
                  </a:cubicBezTo>
                  <a:cubicBezTo>
                    <a:pt x="11306" y="164992"/>
                    <a:pt x="13325" y="168832"/>
                    <a:pt x="14997" y="172804"/>
                  </a:cubicBezTo>
                  <a:cubicBezTo>
                    <a:pt x="16884" y="177273"/>
                    <a:pt x="18009" y="181825"/>
                    <a:pt x="17910" y="186708"/>
                  </a:cubicBezTo>
                  <a:cubicBezTo>
                    <a:pt x="17811" y="191806"/>
                    <a:pt x="16652" y="196805"/>
                    <a:pt x="15295" y="201704"/>
                  </a:cubicBezTo>
                  <a:cubicBezTo>
                    <a:pt x="14914" y="203062"/>
                    <a:pt x="13755" y="205379"/>
                    <a:pt x="15444" y="206322"/>
                  </a:cubicBezTo>
                  <a:cubicBezTo>
                    <a:pt x="16255" y="206786"/>
                    <a:pt x="17347" y="206885"/>
                    <a:pt x="18241" y="207067"/>
                  </a:cubicBezTo>
                  <a:cubicBezTo>
                    <a:pt x="19499" y="207332"/>
                    <a:pt x="20773" y="207580"/>
                    <a:pt x="22048" y="207795"/>
                  </a:cubicBezTo>
                  <a:cubicBezTo>
                    <a:pt x="27080" y="208627"/>
                    <a:pt x="32157" y="209041"/>
                    <a:pt x="37234" y="209041"/>
                  </a:cubicBezTo>
                  <a:cubicBezTo>
                    <a:pt x="41860" y="209041"/>
                    <a:pt x="46487" y="208697"/>
                    <a:pt x="51080" y="208011"/>
                  </a:cubicBezTo>
                  <a:cubicBezTo>
                    <a:pt x="53513" y="207647"/>
                    <a:pt x="55930" y="207183"/>
                    <a:pt x="58330" y="206620"/>
                  </a:cubicBezTo>
                  <a:cubicBezTo>
                    <a:pt x="58479" y="206571"/>
                    <a:pt x="58578" y="206405"/>
                    <a:pt x="58528" y="206240"/>
                  </a:cubicBezTo>
                  <a:cubicBezTo>
                    <a:pt x="56443" y="198808"/>
                    <a:pt x="59306" y="191194"/>
                    <a:pt x="62981" y="184771"/>
                  </a:cubicBezTo>
                  <a:cubicBezTo>
                    <a:pt x="66606" y="178382"/>
                    <a:pt x="70992" y="172473"/>
                    <a:pt x="73475" y="165505"/>
                  </a:cubicBezTo>
                  <a:cubicBezTo>
                    <a:pt x="78424" y="151717"/>
                    <a:pt x="77066" y="136489"/>
                    <a:pt x="72995" y="122684"/>
                  </a:cubicBezTo>
                  <a:cubicBezTo>
                    <a:pt x="70826" y="115368"/>
                    <a:pt x="67930" y="108301"/>
                    <a:pt x="64802" y="101349"/>
                  </a:cubicBezTo>
                  <a:cubicBezTo>
                    <a:pt x="61624" y="94264"/>
                    <a:pt x="57966" y="87346"/>
                    <a:pt x="55251" y="80046"/>
                  </a:cubicBezTo>
                  <a:cubicBezTo>
                    <a:pt x="52752" y="73293"/>
                    <a:pt x="51494" y="66308"/>
                    <a:pt x="52338" y="59108"/>
                  </a:cubicBezTo>
                  <a:cubicBezTo>
                    <a:pt x="53083" y="52702"/>
                    <a:pt x="55168" y="46528"/>
                    <a:pt x="57419" y="40520"/>
                  </a:cubicBezTo>
                  <a:cubicBezTo>
                    <a:pt x="61739" y="29016"/>
                    <a:pt x="67483" y="17181"/>
                    <a:pt x="66722" y="4585"/>
                  </a:cubicBezTo>
                  <a:cubicBezTo>
                    <a:pt x="66639" y="3112"/>
                    <a:pt x="66457" y="1672"/>
                    <a:pt x="66192" y="232"/>
                  </a:cubicBezTo>
                  <a:cubicBezTo>
                    <a:pt x="66159" y="99"/>
                    <a:pt x="66026" y="0"/>
                    <a:pt x="65894" y="0"/>
                  </a:cubicBezTo>
                  <a:close/>
                </a:path>
              </a:pathLst>
            </a:custGeom>
            <a:solidFill>
              <a:srgbClr val="35C4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 name="Google Shape;13;p44"/>
          <p:cNvGrpSpPr/>
          <p:nvPr/>
        </p:nvGrpSpPr>
        <p:grpSpPr>
          <a:xfrm rot="-10112245">
            <a:off x="-381376" y="-1024068"/>
            <a:ext cx="2706425" cy="2363361"/>
            <a:chOff x="879525" y="238350"/>
            <a:chExt cx="5929900" cy="5134125"/>
          </a:xfrm>
        </p:grpSpPr>
        <p:sp>
          <p:nvSpPr>
            <p:cNvPr id="14" name="Google Shape;14;p44"/>
            <p:cNvSpPr/>
            <p:nvPr/>
          </p:nvSpPr>
          <p:spPr>
            <a:xfrm>
              <a:off x="879525" y="350950"/>
              <a:ext cx="5929900" cy="4895750"/>
            </a:xfrm>
            <a:custGeom>
              <a:rect b="b" l="l" r="r" t="t"/>
              <a:pathLst>
                <a:path extrusionOk="0" h="195830" w="237196">
                  <a:moveTo>
                    <a:pt x="182493" y="0"/>
                  </a:moveTo>
                  <a:cubicBezTo>
                    <a:pt x="160794" y="0"/>
                    <a:pt x="136857" y="13684"/>
                    <a:pt x="125770" y="46667"/>
                  </a:cubicBezTo>
                  <a:cubicBezTo>
                    <a:pt x="112501" y="86475"/>
                    <a:pt x="99703" y="101135"/>
                    <a:pt x="82683" y="101135"/>
                  </a:cubicBezTo>
                  <a:cubicBezTo>
                    <a:pt x="77764" y="101135"/>
                    <a:pt x="72494" y="99911"/>
                    <a:pt x="66757" y="97716"/>
                  </a:cubicBezTo>
                  <a:cubicBezTo>
                    <a:pt x="59909" y="95081"/>
                    <a:pt x="53433" y="93896"/>
                    <a:pt x="47460" y="93896"/>
                  </a:cubicBezTo>
                  <a:cubicBezTo>
                    <a:pt x="17332" y="93896"/>
                    <a:pt x="1" y="124030"/>
                    <a:pt x="12313" y="150071"/>
                  </a:cubicBezTo>
                  <a:cubicBezTo>
                    <a:pt x="19223" y="164795"/>
                    <a:pt x="29540" y="168076"/>
                    <a:pt x="41648" y="168076"/>
                  </a:cubicBezTo>
                  <a:cubicBezTo>
                    <a:pt x="51382" y="168076"/>
                    <a:pt x="62272" y="165955"/>
                    <a:pt x="73479" y="165955"/>
                  </a:cubicBezTo>
                  <a:cubicBezTo>
                    <a:pt x="86528" y="165955"/>
                    <a:pt x="100005" y="168830"/>
                    <a:pt x="112584" y="181275"/>
                  </a:cubicBezTo>
                  <a:cubicBezTo>
                    <a:pt x="123109" y="191650"/>
                    <a:pt x="135906" y="195830"/>
                    <a:pt x="148277" y="195830"/>
                  </a:cubicBezTo>
                  <a:cubicBezTo>
                    <a:pt x="168129" y="195830"/>
                    <a:pt x="186885" y="185066"/>
                    <a:pt x="193400" y="171875"/>
                  </a:cubicBezTo>
                  <a:cubicBezTo>
                    <a:pt x="213115" y="132315"/>
                    <a:pt x="187003" y="136231"/>
                    <a:pt x="220818" y="61420"/>
                  </a:cubicBezTo>
                  <a:cubicBezTo>
                    <a:pt x="237196" y="25134"/>
                    <a:pt x="211900" y="0"/>
                    <a:pt x="182493"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44"/>
            <p:cNvSpPr/>
            <p:nvPr/>
          </p:nvSpPr>
          <p:spPr>
            <a:xfrm>
              <a:off x="945800" y="238350"/>
              <a:ext cx="5695725" cy="5134125"/>
            </a:xfrm>
            <a:custGeom>
              <a:rect b="b" l="l" r="r" t="t"/>
              <a:pathLst>
                <a:path extrusionOk="0" h="205365" w="227829">
                  <a:moveTo>
                    <a:pt x="206027" y="18003"/>
                  </a:moveTo>
                  <a:lnTo>
                    <a:pt x="206027" y="18003"/>
                  </a:lnTo>
                  <a:cubicBezTo>
                    <a:pt x="208273" y="19839"/>
                    <a:pt x="210274" y="21959"/>
                    <a:pt x="212031" y="24275"/>
                  </a:cubicBezTo>
                  <a:lnTo>
                    <a:pt x="210464" y="22056"/>
                  </a:lnTo>
                  <a:lnTo>
                    <a:pt x="208506" y="20097"/>
                  </a:lnTo>
                  <a:cubicBezTo>
                    <a:pt x="207853" y="19445"/>
                    <a:pt x="207070" y="18922"/>
                    <a:pt x="206417" y="18270"/>
                  </a:cubicBezTo>
                  <a:cubicBezTo>
                    <a:pt x="206283" y="18181"/>
                    <a:pt x="206154" y="18092"/>
                    <a:pt x="206027" y="18003"/>
                  </a:cubicBezTo>
                  <a:close/>
                  <a:moveTo>
                    <a:pt x="180437" y="1544"/>
                  </a:moveTo>
                  <a:cubicBezTo>
                    <a:pt x="180872" y="1544"/>
                    <a:pt x="181307" y="1548"/>
                    <a:pt x="181741" y="1558"/>
                  </a:cubicBezTo>
                  <a:cubicBezTo>
                    <a:pt x="188008" y="1819"/>
                    <a:pt x="194144" y="3255"/>
                    <a:pt x="199889" y="5605"/>
                  </a:cubicBezTo>
                  <a:cubicBezTo>
                    <a:pt x="205633" y="8086"/>
                    <a:pt x="210856" y="11611"/>
                    <a:pt x="215164" y="16181"/>
                  </a:cubicBezTo>
                  <a:cubicBezTo>
                    <a:pt x="219473" y="20881"/>
                    <a:pt x="222606" y="26495"/>
                    <a:pt x="224304" y="32501"/>
                  </a:cubicBezTo>
                  <a:cubicBezTo>
                    <a:pt x="224695" y="33806"/>
                    <a:pt x="224956" y="34981"/>
                    <a:pt x="225087" y="36287"/>
                  </a:cubicBezTo>
                  <a:cubicBezTo>
                    <a:pt x="225146" y="36584"/>
                    <a:pt x="225199" y="36875"/>
                    <a:pt x="225247" y="37162"/>
                  </a:cubicBezTo>
                  <a:lnTo>
                    <a:pt x="225247" y="37162"/>
                  </a:lnTo>
                  <a:cubicBezTo>
                    <a:pt x="225195" y="36909"/>
                    <a:pt x="225141" y="36660"/>
                    <a:pt x="225087" y="36417"/>
                  </a:cubicBezTo>
                  <a:cubicBezTo>
                    <a:pt x="224956" y="35112"/>
                    <a:pt x="224695" y="33806"/>
                    <a:pt x="224304" y="32631"/>
                  </a:cubicBezTo>
                  <a:cubicBezTo>
                    <a:pt x="222606" y="26495"/>
                    <a:pt x="219342" y="20881"/>
                    <a:pt x="214903" y="16181"/>
                  </a:cubicBezTo>
                  <a:cubicBezTo>
                    <a:pt x="210595" y="11611"/>
                    <a:pt x="205242" y="8086"/>
                    <a:pt x="199366" y="5736"/>
                  </a:cubicBezTo>
                  <a:cubicBezTo>
                    <a:pt x="193028" y="3172"/>
                    <a:pt x="186263" y="1890"/>
                    <a:pt x="179494" y="1890"/>
                  </a:cubicBezTo>
                  <a:cubicBezTo>
                    <a:pt x="173853" y="1890"/>
                    <a:pt x="168210" y="2780"/>
                    <a:pt x="162810" y="4561"/>
                  </a:cubicBezTo>
                  <a:cubicBezTo>
                    <a:pt x="156934" y="6388"/>
                    <a:pt x="151320" y="9261"/>
                    <a:pt x="146228" y="12786"/>
                  </a:cubicBezTo>
                  <a:cubicBezTo>
                    <a:pt x="141398" y="16442"/>
                    <a:pt x="136959" y="20750"/>
                    <a:pt x="133172" y="25581"/>
                  </a:cubicBezTo>
                  <a:cubicBezTo>
                    <a:pt x="131644" y="27547"/>
                    <a:pt x="130115" y="29604"/>
                    <a:pt x="128739" y="31752"/>
                  </a:cubicBezTo>
                  <a:lnTo>
                    <a:pt x="128739" y="31752"/>
                  </a:lnTo>
                  <a:lnTo>
                    <a:pt x="129386" y="30673"/>
                  </a:lnTo>
                  <a:cubicBezTo>
                    <a:pt x="129778" y="30020"/>
                    <a:pt x="130300" y="29367"/>
                    <a:pt x="130692" y="28714"/>
                  </a:cubicBezTo>
                  <a:lnTo>
                    <a:pt x="133433" y="25059"/>
                  </a:lnTo>
                  <a:cubicBezTo>
                    <a:pt x="137350" y="20228"/>
                    <a:pt x="141789" y="15919"/>
                    <a:pt x="146751" y="12264"/>
                  </a:cubicBezTo>
                  <a:cubicBezTo>
                    <a:pt x="151842" y="8739"/>
                    <a:pt x="157457" y="5997"/>
                    <a:pt x="163462" y="4169"/>
                  </a:cubicBezTo>
                  <a:cubicBezTo>
                    <a:pt x="168922" y="2349"/>
                    <a:pt x="174720" y="1544"/>
                    <a:pt x="180437" y="1544"/>
                  </a:cubicBezTo>
                  <a:close/>
                  <a:moveTo>
                    <a:pt x="225608" y="40063"/>
                  </a:moveTo>
                  <a:cubicBezTo>
                    <a:pt x="225608" y="40067"/>
                    <a:pt x="225609" y="40070"/>
                    <a:pt x="225609" y="40073"/>
                  </a:cubicBezTo>
                  <a:lnTo>
                    <a:pt x="225740" y="43859"/>
                  </a:lnTo>
                  <a:lnTo>
                    <a:pt x="225735" y="43990"/>
                  </a:lnTo>
                  <a:lnTo>
                    <a:pt x="225609" y="40204"/>
                  </a:lnTo>
                  <a:cubicBezTo>
                    <a:pt x="225609" y="40157"/>
                    <a:pt x="225609" y="40110"/>
                    <a:pt x="225608" y="40063"/>
                  </a:cubicBezTo>
                  <a:close/>
                  <a:moveTo>
                    <a:pt x="127845" y="33228"/>
                  </a:moveTo>
                  <a:cubicBezTo>
                    <a:pt x="127202" y="34465"/>
                    <a:pt x="126349" y="35702"/>
                    <a:pt x="125730" y="36940"/>
                  </a:cubicBezTo>
                  <a:lnTo>
                    <a:pt x="123772" y="40987"/>
                  </a:lnTo>
                  <a:lnTo>
                    <a:pt x="122728" y="43076"/>
                  </a:lnTo>
                  <a:lnTo>
                    <a:pt x="121944" y="45165"/>
                  </a:lnTo>
                  <a:lnTo>
                    <a:pt x="120671" y="48298"/>
                  </a:lnTo>
                  <a:lnTo>
                    <a:pt x="121944" y="44904"/>
                  </a:lnTo>
                  <a:cubicBezTo>
                    <a:pt x="122205" y="44121"/>
                    <a:pt x="122466" y="43468"/>
                    <a:pt x="122858" y="42684"/>
                  </a:cubicBezTo>
                  <a:lnTo>
                    <a:pt x="123772" y="40726"/>
                  </a:lnTo>
                  <a:lnTo>
                    <a:pt x="125861" y="36548"/>
                  </a:lnTo>
                  <a:cubicBezTo>
                    <a:pt x="126414" y="35441"/>
                    <a:pt x="127155" y="34334"/>
                    <a:pt x="127845" y="33228"/>
                  </a:cubicBezTo>
                  <a:close/>
                  <a:moveTo>
                    <a:pt x="225723" y="44365"/>
                  </a:moveTo>
                  <a:lnTo>
                    <a:pt x="225609" y="47776"/>
                  </a:lnTo>
                  <a:cubicBezTo>
                    <a:pt x="225479" y="48951"/>
                    <a:pt x="225348" y="50257"/>
                    <a:pt x="225087" y="51432"/>
                  </a:cubicBezTo>
                  <a:cubicBezTo>
                    <a:pt x="224826" y="52738"/>
                    <a:pt x="224695" y="54043"/>
                    <a:pt x="224304" y="55218"/>
                  </a:cubicBezTo>
                  <a:cubicBezTo>
                    <a:pt x="224565" y="54043"/>
                    <a:pt x="224826" y="52868"/>
                    <a:pt x="224956" y="51562"/>
                  </a:cubicBezTo>
                  <a:lnTo>
                    <a:pt x="225348" y="49735"/>
                  </a:lnTo>
                  <a:cubicBezTo>
                    <a:pt x="225479" y="49082"/>
                    <a:pt x="225479" y="48429"/>
                    <a:pt x="225479" y="47907"/>
                  </a:cubicBezTo>
                  <a:lnTo>
                    <a:pt x="225723" y="44365"/>
                  </a:lnTo>
                  <a:close/>
                  <a:moveTo>
                    <a:pt x="118815" y="53361"/>
                  </a:moveTo>
                  <a:lnTo>
                    <a:pt x="118815" y="53361"/>
                  </a:lnTo>
                  <a:cubicBezTo>
                    <a:pt x="118357" y="54687"/>
                    <a:pt x="117899" y="55997"/>
                    <a:pt x="117375" y="57307"/>
                  </a:cubicBezTo>
                  <a:lnTo>
                    <a:pt x="118815" y="53361"/>
                  </a:lnTo>
                  <a:close/>
                  <a:moveTo>
                    <a:pt x="178999" y="7417"/>
                  </a:moveTo>
                  <a:cubicBezTo>
                    <a:pt x="181891" y="7417"/>
                    <a:pt x="184798" y="7683"/>
                    <a:pt x="187616" y="8216"/>
                  </a:cubicBezTo>
                  <a:cubicBezTo>
                    <a:pt x="194405" y="9261"/>
                    <a:pt x="200803" y="11872"/>
                    <a:pt x="206286" y="16050"/>
                  </a:cubicBezTo>
                  <a:cubicBezTo>
                    <a:pt x="211509" y="19967"/>
                    <a:pt x="215556" y="25320"/>
                    <a:pt x="217906" y="31456"/>
                  </a:cubicBezTo>
                  <a:cubicBezTo>
                    <a:pt x="218522" y="33158"/>
                    <a:pt x="218997" y="34900"/>
                    <a:pt x="219339" y="36666"/>
                  </a:cubicBezTo>
                  <a:lnTo>
                    <a:pt x="219339" y="36666"/>
                  </a:lnTo>
                  <a:cubicBezTo>
                    <a:pt x="218667" y="33287"/>
                    <a:pt x="217483" y="30031"/>
                    <a:pt x="215817" y="27017"/>
                  </a:cubicBezTo>
                  <a:cubicBezTo>
                    <a:pt x="212945" y="22056"/>
                    <a:pt x="208897" y="17747"/>
                    <a:pt x="204067" y="14744"/>
                  </a:cubicBezTo>
                  <a:cubicBezTo>
                    <a:pt x="196724" y="10010"/>
                    <a:pt x="188167" y="7564"/>
                    <a:pt x="179558" y="7564"/>
                  </a:cubicBezTo>
                  <a:cubicBezTo>
                    <a:pt x="176532" y="7564"/>
                    <a:pt x="173500" y="7866"/>
                    <a:pt x="170513" y="8477"/>
                  </a:cubicBezTo>
                  <a:cubicBezTo>
                    <a:pt x="164637" y="9522"/>
                    <a:pt x="159023" y="11741"/>
                    <a:pt x="153931" y="14744"/>
                  </a:cubicBezTo>
                  <a:cubicBezTo>
                    <a:pt x="148840" y="17747"/>
                    <a:pt x="144270" y="21664"/>
                    <a:pt x="140484" y="26234"/>
                  </a:cubicBezTo>
                  <a:lnTo>
                    <a:pt x="139048" y="27800"/>
                  </a:lnTo>
                  <a:cubicBezTo>
                    <a:pt x="138525" y="28323"/>
                    <a:pt x="138003" y="28975"/>
                    <a:pt x="137611" y="29628"/>
                  </a:cubicBezTo>
                  <a:lnTo>
                    <a:pt x="135000" y="33284"/>
                  </a:lnTo>
                  <a:cubicBezTo>
                    <a:pt x="134086" y="34459"/>
                    <a:pt x="133433" y="35765"/>
                    <a:pt x="132650" y="37070"/>
                  </a:cubicBezTo>
                  <a:lnTo>
                    <a:pt x="131475" y="39029"/>
                  </a:lnTo>
                  <a:cubicBezTo>
                    <a:pt x="131083" y="39681"/>
                    <a:pt x="130822" y="40334"/>
                    <a:pt x="130431" y="41118"/>
                  </a:cubicBezTo>
                  <a:lnTo>
                    <a:pt x="128603" y="45165"/>
                  </a:lnTo>
                  <a:cubicBezTo>
                    <a:pt x="127950" y="46471"/>
                    <a:pt x="127428" y="47907"/>
                    <a:pt x="126905" y="49343"/>
                  </a:cubicBezTo>
                  <a:cubicBezTo>
                    <a:pt x="125861" y="52085"/>
                    <a:pt x="124816" y="55088"/>
                    <a:pt x="123772" y="58091"/>
                  </a:cubicBezTo>
                  <a:cubicBezTo>
                    <a:pt x="121552" y="63966"/>
                    <a:pt x="119333" y="69841"/>
                    <a:pt x="116722" y="75455"/>
                  </a:cubicBezTo>
                  <a:cubicBezTo>
                    <a:pt x="114111" y="81200"/>
                    <a:pt x="110977" y="86814"/>
                    <a:pt x="107321" y="92036"/>
                  </a:cubicBezTo>
                  <a:cubicBezTo>
                    <a:pt x="113327" y="82897"/>
                    <a:pt x="118288" y="73105"/>
                    <a:pt x="121814" y="62791"/>
                  </a:cubicBezTo>
                  <a:cubicBezTo>
                    <a:pt x="123903" y="57699"/>
                    <a:pt x="125469" y="52215"/>
                    <a:pt x="127428" y="47385"/>
                  </a:cubicBezTo>
                  <a:lnTo>
                    <a:pt x="128211" y="45426"/>
                  </a:lnTo>
                  <a:cubicBezTo>
                    <a:pt x="128472" y="44773"/>
                    <a:pt x="128733" y="44251"/>
                    <a:pt x="128994" y="43598"/>
                  </a:cubicBezTo>
                  <a:lnTo>
                    <a:pt x="130692" y="39943"/>
                  </a:lnTo>
                  <a:cubicBezTo>
                    <a:pt x="131345" y="38768"/>
                    <a:pt x="131997" y="37592"/>
                    <a:pt x="132650" y="36417"/>
                  </a:cubicBezTo>
                  <a:cubicBezTo>
                    <a:pt x="133303" y="35242"/>
                    <a:pt x="133956" y="34067"/>
                    <a:pt x="134739" y="33023"/>
                  </a:cubicBezTo>
                  <a:cubicBezTo>
                    <a:pt x="136175" y="30803"/>
                    <a:pt x="137873" y="28584"/>
                    <a:pt x="139570" y="26625"/>
                  </a:cubicBezTo>
                  <a:cubicBezTo>
                    <a:pt x="140484" y="25711"/>
                    <a:pt x="141267" y="24536"/>
                    <a:pt x="142312" y="23622"/>
                  </a:cubicBezTo>
                  <a:lnTo>
                    <a:pt x="145053" y="21011"/>
                  </a:lnTo>
                  <a:cubicBezTo>
                    <a:pt x="148970" y="17486"/>
                    <a:pt x="153409" y="14483"/>
                    <a:pt x="158109" y="12264"/>
                  </a:cubicBezTo>
                  <a:cubicBezTo>
                    <a:pt x="162810" y="10044"/>
                    <a:pt x="167771" y="8608"/>
                    <a:pt x="172863" y="7825"/>
                  </a:cubicBezTo>
                  <a:cubicBezTo>
                    <a:pt x="174876" y="7553"/>
                    <a:pt x="176934" y="7417"/>
                    <a:pt x="178999" y="7417"/>
                  </a:cubicBezTo>
                  <a:close/>
                  <a:moveTo>
                    <a:pt x="23240" y="110054"/>
                  </a:moveTo>
                  <a:lnTo>
                    <a:pt x="23240" y="110054"/>
                  </a:lnTo>
                  <a:cubicBezTo>
                    <a:pt x="23203" y="110129"/>
                    <a:pt x="23176" y="110194"/>
                    <a:pt x="23170" y="110238"/>
                  </a:cubicBezTo>
                  <a:lnTo>
                    <a:pt x="23170" y="110238"/>
                  </a:lnTo>
                  <a:cubicBezTo>
                    <a:pt x="23161" y="110214"/>
                    <a:pt x="23191" y="110152"/>
                    <a:pt x="23240" y="110054"/>
                  </a:cubicBezTo>
                  <a:close/>
                  <a:moveTo>
                    <a:pt x="179863" y="1"/>
                  </a:moveTo>
                  <a:cubicBezTo>
                    <a:pt x="174698" y="1"/>
                    <a:pt x="169541" y="694"/>
                    <a:pt x="164507" y="2080"/>
                  </a:cubicBezTo>
                  <a:cubicBezTo>
                    <a:pt x="155629" y="4561"/>
                    <a:pt x="147403" y="9000"/>
                    <a:pt x="140484" y="15136"/>
                  </a:cubicBezTo>
                  <a:cubicBezTo>
                    <a:pt x="133825" y="21272"/>
                    <a:pt x="128342" y="28453"/>
                    <a:pt x="124164" y="36548"/>
                  </a:cubicBezTo>
                  <a:cubicBezTo>
                    <a:pt x="123250" y="38506"/>
                    <a:pt x="122205" y="40595"/>
                    <a:pt x="121291" y="42554"/>
                  </a:cubicBezTo>
                  <a:lnTo>
                    <a:pt x="118941" y="48821"/>
                  </a:lnTo>
                  <a:cubicBezTo>
                    <a:pt x="117375" y="52738"/>
                    <a:pt x="116200" y="56524"/>
                    <a:pt x="114633" y="60441"/>
                  </a:cubicBezTo>
                  <a:cubicBezTo>
                    <a:pt x="111891" y="67752"/>
                    <a:pt x="108496" y="74933"/>
                    <a:pt x="104580" y="81853"/>
                  </a:cubicBezTo>
                  <a:cubicBezTo>
                    <a:pt x="101838" y="86553"/>
                    <a:pt x="98574" y="90861"/>
                    <a:pt x="94657" y="94517"/>
                  </a:cubicBezTo>
                  <a:cubicBezTo>
                    <a:pt x="91132" y="97781"/>
                    <a:pt x="86562" y="99739"/>
                    <a:pt x="81862" y="100131"/>
                  </a:cubicBezTo>
                  <a:cubicBezTo>
                    <a:pt x="81332" y="100158"/>
                    <a:pt x="80803" y="100171"/>
                    <a:pt x="80275" y="100171"/>
                  </a:cubicBezTo>
                  <a:cubicBezTo>
                    <a:pt x="75610" y="100171"/>
                    <a:pt x="71071" y="99149"/>
                    <a:pt x="66848" y="97389"/>
                  </a:cubicBezTo>
                  <a:lnTo>
                    <a:pt x="62409" y="95823"/>
                  </a:lnTo>
                  <a:cubicBezTo>
                    <a:pt x="60842" y="95431"/>
                    <a:pt x="59275" y="95039"/>
                    <a:pt x="57708" y="94517"/>
                  </a:cubicBezTo>
                  <a:cubicBezTo>
                    <a:pt x="54444" y="93734"/>
                    <a:pt x="51311" y="93342"/>
                    <a:pt x="48047" y="93081"/>
                  </a:cubicBezTo>
                  <a:cubicBezTo>
                    <a:pt x="46915" y="93037"/>
                    <a:pt x="45798" y="93008"/>
                    <a:pt x="44691" y="93008"/>
                  </a:cubicBezTo>
                  <a:cubicBezTo>
                    <a:pt x="42476" y="93008"/>
                    <a:pt x="40300" y="93124"/>
                    <a:pt x="38124" y="93472"/>
                  </a:cubicBezTo>
                  <a:cubicBezTo>
                    <a:pt x="34730" y="93995"/>
                    <a:pt x="31466" y="94778"/>
                    <a:pt x="28332" y="95953"/>
                  </a:cubicBezTo>
                  <a:cubicBezTo>
                    <a:pt x="25068" y="97259"/>
                    <a:pt x="22065" y="98825"/>
                    <a:pt x="19324" y="100653"/>
                  </a:cubicBezTo>
                  <a:cubicBezTo>
                    <a:pt x="16582" y="102612"/>
                    <a:pt x="13971" y="104831"/>
                    <a:pt x="11751" y="107442"/>
                  </a:cubicBezTo>
                  <a:cubicBezTo>
                    <a:pt x="7182" y="112404"/>
                    <a:pt x="3918" y="118410"/>
                    <a:pt x="2220" y="124938"/>
                  </a:cubicBezTo>
                  <a:cubicBezTo>
                    <a:pt x="392" y="131466"/>
                    <a:pt x="1" y="138255"/>
                    <a:pt x="1176" y="144783"/>
                  </a:cubicBezTo>
                  <a:cubicBezTo>
                    <a:pt x="1959" y="149353"/>
                    <a:pt x="3395" y="153792"/>
                    <a:pt x="5484" y="157839"/>
                  </a:cubicBezTo>
                  <a:cubicBezTo>
                    <a:pt x="7573" y="162147"/>
                    <a:pt x="10446" y="166064"/>
                    <a:pt x="13971" y="169328"/>
                  </a:cubicBezTo>
                  <a:cubicBezTo>
                    <a:pt x="17626" y="172723"/>
                    <a:pt x="22065" y="175073"/>
                    <a:pt x="27027" y="176248"/>
                  </a:cubicBezTo>
                  <a:cubicBezTo>
                    <a:pt x="31017" y="177187"/>
                    <a:pt x="35219" y="177704"/>
                    <a:pt x="39347" y="177704"/>
                  </a:cubicBezTo>
                  <a:cubicBezTo>
                    <a:pt x="39811" y="177704"/>
                    <a:pt x="40274" y="177697"/>
                    <a:pt x="40736" y="177684"/>
                  </a:cubicBezTo>
                  <a:cubicBezTo>
                    <a:pt x="49614" y="177423"/>
                    <a:pt x="57839" y="176117"/>
                    <a:pt x="65673" y="175726"/>
                  </a:cubicBezTo>
                  <a:cubicBezTo>
                    <a:pt x="67169" y="175626"/>
                    <a:pt x="68665" y="175583"/>
                    <a:pt x="70161" y="175583"/>
                  </a:cubicBezTo>
                  <a:cubicBezTo>
                    <a:pt x="72582" y="175583"/>
                    <a:pt x="75002" y="175695"/>
                    <a:pt x="77423" y="175856"/>
                  </a:cubicBezTo>
                  <a:cubicBezTo>
                    <a:pt x="81079" y="176248"/>
                    <a:pt x="84734" y="177031"/>
                    <a:pt x="88260" y="178206"/>
                  </a:cubicBezTo>
                  <a:cubicBezTo>
                    <a:pt x="95179" y="180426"/>
                    <a:pt x="101316" y="184343"/>
                    <a:pt x="106538" y="189565"/>
                  </a:cubicBezTo>
                  <a:cubicBezTo>
                    <a:pt x="112544" y="195571"/>
                    <a:pt x="119986" y="200141"/>
                    <a:pt x="128211" y="202752"/>
                  </a:cubicBezTo>
                  <a:cubicBezTo>
                    <a:pt x="133720" y="204526"/>
                    <a:pt x="139495" y="205365"/>
                    <a:pt x="145299" y="205365"/>
                  </a:cubicBezTo>
                  <a:cubicBezTo>
                    <a:pt x="147611" y="205365"/>
                    <a:pt x="149928" y="205232"/>
                    <a:pt x="152234" y="204971"/>
                  </a:cubicBezTo>
                  <a:cubicBezTo>
                    <a:pt x="159676" y="204188"/>
                    <a:pt x="166857" y="201968"/>
                    <a:pt x="173516" y="198443"/>
                  </a:cubicBezTo>
                  <a:cubicBezTo>
                    <a:pt x="178346" y="195963"/>
                    <a:pt x="182785" y="192829"/>
                    <a:pt x="186572" y="189043"/>
                  </a:cubicBezTo>
                  <a:cubicBezTo>
                    <a:pt x="189052" y="186562"/>
                    <a:pt x="191011" y="183821"/>
                    <a:pt x="192577" y="180818"/>
                  </a:cubicBezTo>
                  <a:cubicBezTo>
                    <a:pt x="192969" y="179904"/>
                    <a:pt x="193361" y="179120"/>
                    <a:pt x="193752" y="178206"/>
                  </a:cubicBezTo>
                  <a:cubicBezTo>
                    <a:pt x="193883" y="177815"/>
                    <a:pt x="193883" y="177293"/>
                    <a:pt x="194014" y="176901"/>
                  </a:cubicBezTo>
                  <a:cubicBezTo>
                    <a:pt x="193963" y="176700"/>
                    <a:pt x="193874" y="176595"/>
                    <a:pt x="193746" y="176595"/>
                  </a:cubicBezTo>
                  <a:cubicBezTo>
                    <a:pt x="193542" y="176595"/>
                    <a:pt x="193240" y="176861"/>
                    <a:pt x="192838" y="177423"/>
                  </a:cubicBezTo>
                  <a:cubicBezTo>
                    <a:pt x="189705" y="181732"/>
                    <a:pt x="186049" y="185387"/>
                    <a:pt x="181871" y="188521"/>
                  </a:cubicBezTo>
                  <a:cubicBezTo>
                    <a:pt x="173777" y="194265"/>
                    <a:pt x="164376" y="197921"/>
                    <a:pt x="154584" y="199227"/>
                  </a:cubicBezTo>
                  <a:lnTo>
                    <a:pt x="154454" y="198443"/>
                  </a:lnTo>
                  <a:cubicBezTo>
                    <a:pt x="159284" y="197660"/>
                    <a:pt x="163854" y="196354"/>
                    <a:pt x="168293" y="194396"/>
                  </a:cubicBezTo>
                  <a:cubicBezTo>
                    <a:pt x="170904" y="193221"/>
                    <a:pt x="173646" y="191785"/>
                    <a:pt x="175996" y="190087"/>
                  </a:cubicBezTo>
                  <a:cubicBezTo>
                    <a:pt x="177302" y="189174"/>
                    <a:pt x="178607" y="188260"/>
                    <a:pt x="179652" y="187085"/>
                  </a:cubicBezTo>
                  <a:cubicBezTo>
                    <a:pt x="180305" y="186432"/>
                    <a:pt x="180696" y="186040"/>
                    <a:pt x="180696" y="185779"/>
                  </a:cubicBezTo>
                  <a:cubicBezTo>
                    <a:pt x="180725" y="185581"/>
                    <a:pt x="180569" y="185518"/>
                    <a:pt x="180326" y="185518"/>
                  </a:cubicBezTo>
                  <a:cubicBezTo>
                    <a:pt x="179899" y="185518"/>
                    <a:pt x="179203" y="185713"/>
                    <a:pt x="178766" y="185713"/>
                  </a:cubicBezTo>
                  <a:cubicBezTo>
                    <a:pt x="178306" y="185713"/>
                    <a:pt x="178134" y="185496"/>
                    <a:pt x="178868" y="184604"/>
                  </a:cubicBezTo>
                  <a:lnTo>
                    <a:pt x="178868" y="184604"/>
                  </a:lnTo>
                  <a:cubicBezTo>
                    <a:pt x="170252" y="191524"/>
                    <a:pt x="159546" y="195571"/>
                    <a:pt x="148578" y="195963"/>
                  </a:cubicBezTo>
                  <a:cubicBezTo>
                    <a:pt x="147699" y="196016"/>
                    <a:pt x="146820" y="196042"/>
                    <a:pt x="145943" y="196042"/>
                  </a:cubicBezTo>
                  <a:cubicBezTo>
                    <a:pt x="136018" y="196042"/>
                    <a:pt x="126337" y="192670"/>
                    <a:pt x="118419" y="186432"/>
                  </a:cubicBezTo>
                  <a:cubicBezTo>
                    <a:pt x="117375" y="185648"/>
                    <a:pt x="116069" y="184604"/>
                    <a:pt x="114763" y="183298"/>
                  </a:cubicBezTo>
                  <a:lnTo>
                    <a:pt x="109802" y="178859"/>
                  </a:lnTo>
                  <a:cubicBezTo>
                    <a:pt x="106538" y="175987"/>
                    <a:pt x="102882" y="173637"/>
                    <a:pt x="99096" y="171678"/>
                  </a:cubicBezTo>
                  <a:cubicBezTo>
                    <a:pt x="94788" y="169459"/>
                    <a:pt x="90218" y="167892"/>
                    <a:pt x="85648" y="166978"/>
                  </a:cubicBezTo>
                  <a:cubicBezTo>
                    <a:pt x="81079" y="165934"/>
                    <a:pt x="76379" y="165542"/>
                    <a:pt x="71809" y="165542"/>
                  </a:cubicBezTo>
                  <a:cubicBezTo>
                    <a:pt x="71379" y="165536"/>
                    <a:pt x="70950" y="165533"/>
                    <a:pt x="70521" y="165533"/>
                  </a:cubicBezTo>
                  <a:cubicBezTo>
                    <a:pt x="61847" y="165533"/>
                    <a:pt x="53535" y="166748"/>
                    <a:pt x="45697" y="167370"/>
                  </a:cubicBezTo>
                  <a:cubicBezTo>
                    <a:pt x="43592" y="167504"/>
                    <a:pt x="41504" y="167594"/>
                    <a:pt x="39466" y="167594"/>
                  </a:cubicBezTo>
                  <a:cubicBezTo>
                    <a:pt x="33541" y="167594"/>
                    <a:pt x="28037" y="166826"/>
                    <a:pt x="23763" y="164106"/>
                  </a:cubicBezTo>
                  <a:cubicBezTo>
                    <a:pt x="20760" y="162147"/>
                    <a:pt x="18279" y="159536"/>
                    <a:pt x="16451" y="156533"/>
                  </a:cubicBezTo>
                  <a:cubicBezTo>
                    <a:pt x="14493" y="153400"/>
                    <a:pt x="12926" y="150005"/>
                    <a:pt x="12012" y="146350"/>
                  </a:cubicBezTo>
                  <a:cubicBezTo>
                    <a:pt x="9923" y="139169"/>
                    <a:pt x="10315" y="131466"/>
                    <a:pt x="12926" y="124546"/>
                  </a:cubicBezTo>
                  <a:cubicBezTo>
                    <a:pt x="15668" y="117626"/>
                    <a:pt x="20629" y="111751"/>
                    <a:pt x="27027" y="107965"/>
                  </a:cubicBezTo>
                  <a:cubicBezTo>
                    <a:pt x="32353" y="104812"/>
                    <a:pt x="38403" y="103199"/>
                    <a:pt x="44575" y="103199"/>
                  </a:cubicBezTo>
                  <a:cubicBezTo>
                    <a:pt x="45816" y="103199"/>
                    <a:pt x="47062" y="103264"/>
                    <a:pt x="48308" y="103395"/>
                  </a:cubicBezTo>
                  <a:cubicBezTo>
                    <a:pt x="52094" y="103656"/>
                    <a:pt x="55881" y="104440"/>
                    <a:pt x="59536" y="105615"/>
                  </a:cubicBezTo>
                  <a:lnTo>
                    <a:pt x="65412" y="107704"/>
                  </a:lnTo>
                  <a:cubicBezTo>
                    <a:pt x="67500" y="108487"/>
                    <a:pt x="69720" y="109140"/>
                    <a:pt x="71940" y="109531"/>
                  </a:cubicBezTo>
                  <a:cubicBezTo>
                    <a:pt x="74524" y="110106"/>
                    <a:pt x="77187" y="110404"/>
                    <a:pt x="79843" y="110404"/>
                  </a:cubicBezTo>
                  <a:cubicBezTo>
                    <a:pt x="82017" y="110404"/>
                    <a:pt x="84185" y="110204"/>
                    <a:pt x="86301" y="109793"/>
                  </a:cubicBezTo>
                  <a:cubicBezTo>
                    <a:pt x="88782" y="109270"/>
                    <a:pt x="91132" y="108487"/>
                    <a:pt x="93351" y="107442"/>
                  </a:cubicBezTo>
                  <a:cubicBezTo>
                    <a:pt x="95571" y="106398"/>
                    <a:pt x="97660" y="105092"/>
                    <a:pt x="99488" y="103526"/>
                  </a:cubicBezTo>
                  <a:cubicBezTo>
                    <a:pt x="103143" y="100523"/>
                    <a:pt x="106277" y="97128"/>
                    <a:pt x="108888" y="93342"/>
                  </a:cubicBezTo>
                  <a:cubicBezTo>
                    <a:pt x="111499" y="89817"/>
                    <a:pt x="113719" y="86031"/>
                    <a:pt x="115677" y="82114"/>
                  </a:cubicBezTo>
                  <a:cubicBezTo>
                    <a:pt x="119594" y="74411"/>
                    <a:pt x="122858" y="66446"/>
                    <a:pt x="125730" y="58352"/>
                  </a:cubicBezTo>
                  <a:lnTo>
                    <a:pt x="127819" y="52346"/>
                  </a:lnTo>
                  <a:lnTo>
                    <a:pt x="129908" y="46862"/>
                  </a:lnTo>
                  <a:cubicBezTo>
                    <a:pt x="131475" y="43207"/>
                    <a:pt x="133172" y="39681"/>
                    <a:pt x="135261" y="36287"/>
                  </a:cubicBezTo>
                  <a:cubicBezTo>
                    <a:pt x="139178" y="29628"/>
                    <a:pt x="144531" y="23753"/>
                    <a:pt x="150667" y="19183"/>
                  </a:cubicBezTo>
                  <a:cubicBezTo>
                    <a:pt x="156804" y="14483"/>
                    <a:pt x="163985" y="11480"/>
                    <a:pt x="171557" y="10175"/>
                  </a:cubicBezTo>
                  <a:lnTo>
                    <a:pt x="172993" y="9914"/>
                  </a:lnTo>
                  <a:lnTo>
                    <a:pt x="174429" y="9652"/>
                  </a:lnTo>
                  <a:lnTo>
                    <a:pt x="177171" y="9391"/>
                  </a:lnTo>
                  <a:lnTo>
                    <a:pt x="181480" y="9391"/>
                  </a:lnTo>
                  <a:cubicBezTo>
                    <a:pt x="182002" y="9391"/>
                    <a:pt x="182524" y="9522"/>
                    <a:pt x="182916" y="9522"/>
                  </a:cubicBezTo>
                  <a:lnTo>
                    <a:pt x="185788" y="9783"/>
                  </a:lnTo>
                  <a:lnTo>
                    <a:pt x="188661" y="10305"/>
                  </a:lnTo>
                  <a:lnTo>
                    <a:pt x="190097" y="10436"/>
                  </a:lnTo>
                  <a:lnTo>
                    <a:pt x="191402" y="10828"/>
                  </a:lnTo>
                  <a:lnTo>
                    <a:pt x="194144" y="11611"/>
                  </a:lnTo>
                  <a:cubicBezTo>
                    <a:pt x="197669" y="12917"/>
                    <a:pt x="201064" y="14614"/>
                    <a:pt x="204197" y="16703"/>
                  </a:cubicBezTo>
                  <a:cubicBezTo>
                    <a:pt x="204847" y="17136"/>
                    <a:pt x="205407" y="17570"/>
                    <a:pt x="206027" y="18003"/>
                  </a:cubicBezTo>
                  <a:lnTo>
                    <a:pt x="206027" y="18003"/>
                  </a:lnTo>
                  <a:cubicBezTo>
                    <a:pt x="204602" y="16838"/>
                    <a:pt x="203078" y="15787"/>
                    <a:pt x="201455" y="14875"/>
                  </a:cubicBezTo>
                  <a:cubicBezTo>
                    <a:pt x="197278" y="12525"/>
                    <a:pt x="192708" y="10828"/>
                    <a:pt x="187877" y="9914"/>
                  </a:cubicBezTo>
                  <a:cubicBezTo>
                    <a:pt x="185134" y="9469"/>
                    <a:pt x="182392" y="9235"/>
                    <a:pt x="179649" y="9235"/>
                  </a:cubicBezTo>
                  <a:cubicBezTo>
                    <a:pt x="177561" y="9235"/>
                    <a:pt x="175473" y="9370"/>
                    <a:pt x="173385" y="9652"/>
                  </a:cubicBezTo>
                  <a:cubicBezTo>
                    <a:pt x="168554" y="10305"/>
                    <a:pt x="163854" y="11741"/>
                    <a:pt x="159415" y="13700"/>
                  </a:cubicBezTo>
                  <a:cubicBezTo>
                    <a:pt x="154976" y="15789"/>
                    <a:pt x="150929" y="18400"/>
                    <a:pt x="147142" y="21664"/>
                  </a:cubicBezTo>
                  <a:lnTo>
                    <a:pt x="144531" y="24145"/>
                  </a:lnTo>
                  <a:lnTo>
                    <a:pt x="143226" y="25450"/>
                  </a:lnTo>
                  <a:lnTo>
                    <a:pt x="141920" y="26756"/>
                  </a:lnTo>
                  <a:lnTo>
                    <a:pt x="139570" y="29628"/>
                  </a:lnTo>
                  <a:lnTo>
                    <a:pt x="137350" y="32631"/>
                  </a:lnTo>
                  <a:cubicBezTo>
                    <a:pt x="135914" y="34720"/>
                    <a:pt x="134609" y="36940"/>
                    <a:pt x="133303" y="39159"/>
                  </a:cubicBezTo>
                  <a:cubicBezTo>
                    <a:pt x="132781" y="40204"/>
                    <a:pt x="132258" y="41248"/>
                    <a:pt x="131736" y="42423"/>
                  </a:cubicBezTo>
                  <a:lnTo>
                    <a:pt x="130039" y="45818"/>
                  </a:lnTo>
                  <a:cubicBezTo>
                    <a:pt x="129125" y="48037"/>
                    <a:pt x="128211" y="50257"/>
                    <a:pt x="127428" y="52738"/>
                  </a:cubicBezTo>
                  <a:cubicBezTo>
                    <a:pt x="126514" y="55349"/>
                    <a:pt x="125600" y="57829"/>
                    <a:pt x="124686" y="60441"/>
                  </a:cubicBezTo>
                  <a:cubicBezTo>
                    <a:pt x="121161" y="70624"/>
                    <a:pt x="116461" y="80547"/>
                    <a:pt x="110847" y="89947"/>
                  </a:cubicBezTo>
                  <a:cubicBezTo>
                    <a:pt x="107844" y="94778"/>
                    <a:pt x="104057" y="99217"/>
                    <a:pt x="99618" y="103003"/>
                  </a:cubicBezTo>
                  <a:cubicBezTo>
                    <a:pt x="97268" y="104831"/>
                    <a:pt x="94657" y="106529"/>
                    <a:pt x="91785" y="107704"/>
                  </a:cubicBezTo>
                  <a:cubicBezTo>
                    <a:pt x="88912" y="108879"/>
                    <a:pt x="85909" y="109662"/>
                    <a:pt x="82776" y="109923"/>
                  </a:cubicBezTo>
                  <a:cubicBezTo>
                    <a:pt x="81868" y="109982"/>
                    <a:pt x="80964" y="110012"/>
                    <a:pt x="80062" y="110012"/>
                  </a:cubicBezTo>
                  <a:cubicBezTo>
                    <a:pt x="75000" y="110012"/>
                    <a:pt x="70047" y="109085"/>
                    <a:pt x="65281" y="107312"/>
                  </a:cubicBezTo>
                  <a:cubicBezTo>
                    <a:pt x="62409" y="106398"/>
                    <a:pt x="60189" y="105484"/>
                    <a:pt x="57839" y="104831"/>
                  </a:cubicBezTo>
                  <a:cubicBezTo>
                    <a:pt x="56664" y="104440"/>
                    <a:pt x="55489" y="104178"/>
                    <a:pt x="54183" y="103917"/>
                  </a:cubicBezTo>
                  <a:cubicBezTo>
                    <a:pt x="53008" y="103656"/>
                    <a:pt x="51833" y="103395"/>
                    <a:pt x="50658" y="103265"/>
                  </a:cubicBezTo>
                  <a:cubicBezTo>
                    <a:pt x="48758" y="102956"/>
                    <a:pt x="46848" y="102805"/>
                    <a:pt x="44945" y="102805"/>
                  </a:cubicBezTo>
                  <a:cubicBezTo>
                    <a:pt x="37175" y="102805"/>
                    <a:pt x="29534" y="105334"/>
                    <a:pt x="23241" y="110054"/>
                  </a:cubicBezTo>
                  <a:cubicBezTo>
                    <a:pt x="23484" y="109810"/>
                    <a:pt x="24083" y="109262"/>
                    <a:pt x="23932" y="109262"/>
                  </a:cubicBezTo>
                  <a:cubicBezTo>
                    <a:pt x="23840" y="109262"/>
                    <a:pt x="23474" y="109463"/>
                    <a:pt x="22588" y="110054"/>
                  </a:cubicBezTo>
                  <a:cubicBezTo>
                    <a:pt x="28973" y="104946"/>
                    <a:pt x="36919" y="102180"/>
                    <a:pt x="45083" y="102180"/>
                  </a:cubicBezTo>
                  <a:cubicBezTo>
                    <a:pt x="46936" y="102180"/>
                    <a:pt x="48799" y="102322"/>
                    <a:pt x="50658" y="102612"/>
                  </a:cubicBezTo>
                  <a:cubicBezTo>
                    <a:pt x="51833" y="102742"/>
                    <a:pt x="53139" y="103003"/>
                    <a:pt x="54314" y="103265"/>
                  </a:cubicBezTo>
                  <a:cubicBezTo>
                    <a:pt x="55619" y="103526"/>
                    <a:pt x="56795" y="103787"/>
                    <a:pt x="58100" y="104178"/>
                  </a:cubicBezTo>
                  <a:cubicBezTo>
                    <a:pt x="60581" y="104831"/>
                    <a:pt x="62800" y="105745"/>
                    <a:pt x="65673" y="106790"/>
                  </a:cubicBezTo>
                  <a:cubicBezTo>
                    <a:pt x="70432" y="108450"/>
                    <a:pt x="75378" y="109359"/>
                    <a:pt x="80433" y="109359"/>
                  </a:cubicBezTo>
                  <a:cubicBezTo>
                    <a:pt x="81341" y="109359"/>
                    <a:pt x="82253" y="109330"/>
                    <a:pt x="83168" y="109270"/>
                  </a:cubicBezTo>
                  <a:cubicBezTo>
                    <a:pt x="86301" y="108879"/>
                    <a:pt x="89304" y="108095"/>
                    <a:pt x="92176" y="106790"/>
                  </a:cubicBezTo>
                  <a:cubicBezTo>
                    <a:pt x="94918" y="105615"/>
                    <a:pt x="97529" y="103917"/>
                    <a:pt x="99749" y="101959"/>
                  </a:cubicBezTo>
                  <a:cubicBezTo>
                    <a:pt x="102099" y="100001"/>
                    <a:pt x="104057" y="97912"/>
                    <a:pt x="105885" y="95692"/>
                  </a:cubicBezTo>
                  <a:cubicBezTo>
                    <a:pt x="107713" y="93472"/>
                    <a:pt x="109280" y="91122"/>
                    <a:pt x="110847" y="88642"/>
                  </a:cubicBezTo>
                  <a:cubicBezTo>
                    <a:pt x="116461" y="79241"/>
                    <a:pt x="121030" y="69188"/>
                    <a:pt x="124686" y="58743"/>
                  </a:cubicBezTo>
                  <a:cubicBezTo>
                    <a:pt x="125600" y="56263"/>
                    <a:pt x="126383" y="53521"/>
                    <a:pt x="127428" y="51171"/>
                  </a:cubicBezTo>
                  <a:lnTo>
                    <a:pt x="128733" y="47646"/>
                  </a:lnTo>
                  <a:lnTo>
                    <a:pt x="129517" y="45818"/>
                  </a:lnTo>
                  <a:lnTo>
                    <a:pt x="130300" y="44121"/>
                  </a:lnTo>
                  <a:cubicBezTo>
                    <a:pt x="131345" y="41770"/>
                    <a:pt x="132520" y="39420"/>
                    <a:pt x="133825" y="37331"/>
                  </a:cubicBezTo>
                  <a:cubicBezTo>
                    <a:pt x="134478" y="36156"/>
                    <a:pt x="135131" y="35112"/>
                    <a:pt x="135784" y="34067"/>
                  </a:cubicBezTo>
                  <a:lnTo>
                    <a:pt x="138003" y="30934"/>
                  </a:lnTo>
                  <a:lnTo>
                    <a:pt x="139178" y="29367"/>
                  </a:lnTo>
                  <a:lnTo>
                    <a:pt x="140353" y="27931"/>
                  </a:lnTo>
                  <a:lnTo>
                    <a:pt x="142703" y="25320"/>
                  </a:lnTo>
                  <a:lnTo>
                    <a:pt x="145445" y="22709"/>
                  </a:lnTo>
                  <a:cubicBezTo>
                    <a:pt x="145967" y="22186"/>
                    <a:pt x="146359" y="21795"/>
                    <a:pt x="146881" y="21403"/>
                  </a:cubicBezTo>
                  <a:lnTo>
                    <a:pt x="148317" y="20228"/>
                  </a:lnTo>
                  <a:cubicBezTo>
                    <a:pt x="152234" y="17094"/>
                    <a:pt x="156543" y="14483"/>
                    <a:pt x="161112" y="12655"/>
                  </a:cubicBezTo>
                  <a:cubicBezTo>
                    <a:pt x="163462" y="11741"/>
                    <a:pt x="165812" y="10828"/>
                    <a:pt x="168293" y="10305"/>
                  </a:cubicBezTo>
                  <a:lnTo>
                    <a:pt x="171949" y="9522"/>
                  </a:lnTo>
                  <a:cubicBezTo>
                    <a:pt x="173124" y="9261"/>
                    <a:pt x="174429" y="9261"/>
                    <a:pt x="175604" y="9130"/>
                  </a:cubicBezTo>
                  <a:cubicBezTo>
                    <a:pt x="177050" y="9019"/>
                    <a:pt x="178485" y="8960"/>
                    <a:pt x="179909" y="8960"/>
                  </a:cubicBezTo>
                  <a:cubicBezTo>
                    <a:pt x="183503" y="8960"/>
                    <a:pt x="187029" y="9333"/>
                    <a:pt x="190488" y="10175"/>
                  </a:cubicBezTo>
                  <a:cubicBezTo>
                    <a:pt x="200280" y="12264"/>
                    <a:pt x="208897" y="18139"/>
                    <a:pt x="214381" y="26625"/>
                  </a:cubicBezTo>
                  <a:lnTo>
                    <a:pt x="213598" y="27017"/>
                  </a:lnTo>
                  <a:cubicBezTo>
                    <a:pt x="217123" y="33023"/>
                    <a:pt x="218689" y="39812"/>
                    <a:pt x="218037" y="46601"/>
                  </a:cubicBezTo>
                  <a:cubicBezTo>
                    <a:pt x="217906" y="48429"/>
                    <a:pt x="217645" y="50126"/>
                    <a:pt x="217253" y="51824"/>
                  </a:cubicBezTo>
                  <a:cubicBezTo>
                    <a:pt x="216992" y="53651"/>
                    <a:pt x="216470" y="55349"/>
                    <a:pt x="215948" y="57046"/>
                  </a:cubicBezTo>
                  <a:cubicBezTo>
                    <a:pt x="215425" y="58743"/>
                    <a:pt x="214773" y="60441"/>
                    <a:pt x="214120" y="62138"/>
                  </a:cubicBezTo>
                  <a:cubicBezTo>
                    <a:pt x="213467" y="63705"/>
                    <a:pt x="212553" y="65663"/>
                    <a:pt x="211770" y="67491"/>
                  </a:cubicBezTo>
                  <a:cubicBezTo>
                    <a:pt x="205242" y="81983"/>
                    <a:pt x="199236" y="97128"/>
                    <a:pt x="195841" y="113448"/>
                  </a:cubicBezTo>
                  <a:lnTo>
                    <a:pt x="195319" y="115929"/>
                  </a:lnTo>
                  <a:cubicBezTo>
                    <a:pt x="195189" y="116843"/>
                    <a:pt x="195058" y="117626"/>
                    <a:pt x="194927" y="118410"/>
                  </a:cubicBezTo>
                  <a:cubicBezTo>
                    <a:pt x="194666" y="120107"/>
                    <a:pt x="194405" y="121674"/>
                    <a:pt x="194275" y="123371"/>
                  </a:cubicBezTo>
                  <a:lnTo>
                    <a:pt x="194014" y="128202"/>
                  </a:lnTo>
                  <a:lnTo>
                    <a:pt x="194014" y="132641"/>
                  </a:lnTo>
                  <a:cubicBezTo>
                    <a:pt x="194014" y="138647"/>
                    <a:pt x="194405" y="143738"/>
                    <a:pt x="194405" y="148308"/>
                  </a:cubicBezTo>
                  <a:cubicBezTo>
                    <a:pt x="194927" y="142824"/>
                    <a:pt x="194666" y="136819"/>
                    <a:pt x="195058" y="130552"/>
                  </a:cubicBezTo>
                  <a:cubicBezTo>
                    <a:pt x="195319" y="124415"/>
                    <a:pt x="196233" y="118148"/>
                    <a:pt x="197669" y="112143"/>
                  </a:cubicBezTo>
                  <a:cubicBezTo>
                    <a:pt x="200542" y="100131"/>
                    <a:pt x="204589" y="88381"/>
                    <a:pt x="209420" y="77022"/>
                  </a:cubicBezTo>
                  <a:lnTo>
                    <a:pt x="213206" y="68535"/>
                  </a:lnTo>
                  <a:lnTo>
                    <a:pt x="215034" y="64227"/>
                  </a:lnTo>
                  <a:lnTo>
                    <a:pt x="216731" y="60180"/>
                  </a:lnTo>
                  <a:cubicBezTo>
                    <a:pt x="218820" y="54827"/>
                    <a:pt x="219864" y="49082"/>
                    <a:pt x="219995" y="43337"/>
                  </a:cubicBezTo>
                  <a:cubicBezTo>
                    <a:pt x="219995" y="42482"/>
                    <a:pt x="219963" y="41630"/>
                    <a:pt x="219900" y="40782"/>
                  </a:cubicBezTo>
                  <a:lnTo>
                    <a:pt x="219900" y="40782"/>
                  </a:lnTo>
                  <a:cubicBezTo>
                    <a:pt x="220164" y="44070"/>
                    <a:pt x="220004" y="47393"/>
                    <a:pt x="219473" y="50649"/>
                  </a:cubicBezTo>
                  <a:cubicBezTo>
                    <a:pt x="219212" y="52215"/>
                    <a:pt x="218820" y="53782"/>
                    <a:pt x="218428" y="55349"/>
                  </a:cubicBezTo>
                  <a:lnTo>
                    <a:pt x="217775" y="57699"/>
                  </a:lnTo>
                  <a:lnTo>
                    <a:pt x="217384" y="58874"/>
                  </a:lnTo>
                  <a:cubicBezTo>
                    <a:pt x="217253" y="59266"/>
                    <a:pt x="217123" y="59657"/>
                    <a:pt x="216992" y="60049"/>
                  </a:cubicBezTo>
                  <a:cubicBezTo>
                    <a:pt x="216339" y="61485"/>
                    <a:pt x="215687" y="63052"/>
                    <a:pt x="215164" y="64619"/>
                  </a:cubicBezTo>
                  <a:lnTo>
                    <a:pt x="213075" y="69319"/>
                  </a:lnTo>
                  <a:cubicBezTo>
                    <a:pt x="207331" y="81853"/>
                    <a:pt x="202630" y="94778"/>
                    <a:pt x="199105" y="107965"/>
                  </a:cubicBezTo>
                  <a:cubicBezTo>
                    <a:pt x="197408" y="114623"/>
                    <a:pt x="196233" y="121543"/>
                    <a:pt x="195841" y="128332"/>
                  </a:cubicBezTo>
                  <a:cubicBezTo>
                    <a:pt x="195189" y="135252"/>
                    <a:pt x="195711" y="142172"/>
                    <a:pt x="195189" y="148308"/>
                  </a:cubicBezTo>
                  <a:cubicBezTo>
                    <a:pt x="195058" y="149744"/>
                    <a:pt x="194927" y="151050"/>
                    <a:pt x="194797" y="152355"/>
                  </a:cubicBezTo>
                  <a:lnTo>
                    <a:pt x="194014" y="156403"/>
                  </a:lnTo>
                  <a:cubicBezTo>
                    <a:pt x="193752" y="158100"/>
                    <a:pt x="193361" y="159797"/>
                    <a:pt x="192969" y="161364"/>
                  </a:cubicBezTo>
                  <a:cubicBezTo>
                    <a:pt x="192708" y="162931"/>
                    <a:pt x="192186" y="164498"/>
                    <a:pt x="191794" y="165803"/>
                  </a:cubicBezTo>
                  <a:cubicBezTo>
                    <a:pt x="191272" y="168675"/>
                    <a:pt x="190358" y="171026"/>
                    <a:pt x="189836" y="172853"/>
                  </a:cubicBezTo>
                  <a:cubicBezTo>
                    <a:pt x="189444" y="174551"/>
                    <a:pt x="189183" y="175726"/>
                    <a:pt x="189574" y="175856"/>
                  </a:cubicBezTo>
                  <a:cubicBezTo>
                    <a:pt x="189593" y="175865"/>
                    <a:pt x="189614" y="175870"/>
                    <a:pt x="189637" y="175870"/>
                  </a:cubicBezTo>
                  <a:cubicBezTo>
                    <a:pt x="189948" y="175870"/>
                    <a:pt x="190710" y="175048"/>
                    <a:pt x="191925" y="172984"/>
                  </a:cubicBezTo>
                  <a:cubicBezTo>
                    <a:pt x="194144" y="169328"/>
                    <a:pt x="195972" y="165542"/>
                    <a:pt x="197278" y="161495"/>
                  </a:cubicBezTo>
                  <a:cubicBezTo>
                    <a:pt x="197800" y="159797"/>
                    <a:pt x="198191" y="158100"/>
                    <a:pt x="198453" y="156403"/>
                  </a:cubicBezTo>
                  <a:cubicBezTo>
                    <a:pt x="198714" y="155358"/>
                    <a:pt x="198844" y="154444"/>
                    <a:pt x="198975" y="153400"/>
                  </a:cubicBezTo>
                  <a:cubicBezTo>
                    <a:pt x="199236" y="152486"/>
                    <a:pt x="199236" y="151441"/>
                    <a:pt x="199366" y="150528"/>
                  </a:cubicBezTo>
                  <a:cubicBezTo>
                    <a:pt x="199628" y="148700"/>
                    <a:pt x="199628" y="147002"/>
                    <a:pt x="199628" y="145827"/>
                  </a:cubicBezTo>
                  <a:lnTo>
                    <a:pt x="199628" y="143869"/>
                  </a:lnTo>
                  <a:cubicBezTo>
                    <a:pt x="199783" y="142934"/>
                    <a:pt x="199960" y="142578"/>
                    <a:pt x="200140" y="142578"/>
                  </a:cubicBezTo>
                  <a:cubicBezTo>
                    <a:pt x="200414" y="142578"/>
                    <a:pt x="200697" y="143396"/>
                    <a:pt x="200933" y="144261"/>
                  </a:cubicBezTo>
                  <a:cubicBezTo>
                    <a:pt x="201064" y="139430"/>
                    <a:pt x="200933" y="134730"/>
                    <a:pt x="201194" y="130030"/>
                  </a:cubicBezTo>
                  <a:cubicBezTo>
                    <a:pt x="201325" y="127679"/>
                    <a:pt x="201455" y="125329"/>
                    <a:pt x="201847" y="122979"/>
                  </a:cubicBezTo>
                  <a:cubicBezTo>
                    <a:pt x="202239" y="120760"/>
                    <a:pt x="202500" y="118410"/>
                    <a:pt x="203022" y="116060"/>
                  </a:cubicBezTo>
                  <a:cubicBezTo>
                    <a:pt x="204850" y="106790"/>
                    <a:pt x="207592" y="97781"/>
                    <a:pt x="210986" y="88903"/>
                  </a:cubicBezTo>
                  <a:cubicBezTo>
                    <a:pt x="212814" y="84464"/>
                    <a:pt x="214511" y="80155"/>
                    <a:pt x="216339" y="75716"/>
                  </a:cubicBezTo>
                  <a:cubicBezTo>
                    <a:pt x="218297" y="71278"/>
                    <a:pt x="220255" y="67101"/>
                    <a:pt x="222083" y="62402"/>
                  </a:cubicBezTo>
                  <a:lnTo>
                    <a:pt x="222083" y="62402"/>
                  </a:lnTo>
                  <a:cubicBezTo>
                    <a:pt x="220255" y="67101"/>
                    <a:pt x="218428" y="71409"/>
                    <a:pt x="216470" y="75847"/>
                  </a:cubicBezTo>
                  <a:cubicBezTo>
                    <a:pt x="214511" y="80155"/>
                    <a:pt x="212814" y="84725"/>
                    <a:pt x="211117" y="89164"/>
                  </a:cubicBezTo>
                  <a:cubicBezTo>
                    <a:pt x="207722" y="98042"/>
                    <a:pt x="204981" y="107312"/>
                    <a:pt x="203153" y="116712"/>
                  </a:cubicBezTo>
                  <a:cubicBezTo>
                    <a:pt x="202761" y="119062"/>
                    <a:pt x="202239" y="121412"/>
                    <a:pt x="202108" y="123763"/>
                  </a:cubicBezTo>
                  <a:cubicBezTo>
                    <a:pt x="201978" y="126113"/>
                    <a:pt x="201586" y="128463"/>
                    <a:pt x="201586" y="130813"/>
                  </a:cubicBezTo>
                  <a:cubicBezTo>
                    <a:pt x="201325" y="135644"/>
                    <a:pt x="201455" y="140474"/>
                    <a:pt x="201325" y="145436"/>
                  </a:cubicBezTo>
                  <a:cubicBezTo>
                    <a:pt x="201466" y="145789"/>
                    <a:pt x="201607" y="146027"/>
                    <a:pt x="201749" y="146027"/>
                  </a:cubicBezTo>
                  <a:cubicBezTo>
                    <a:pt x="201868" y="146027"/>
                    <a:pt x="201988" y="145855"/>
                    <a:pt x="202108" y="145436"/>
                  </a:cubicBezTo>
                  <a:cubicBezTo>
                    <a:pt x="202500" y="142824"/>
                    <a:pt x="202761" y="140344"/>
                    <a:pt x="202761" y="137863"/>
                  </a:cubicBezTo>
                  <a:cubicBezTo>
                    <a:pt x="202892" y="134860"/>
                    <a:pt x="202892" y="130291"/>
                    <a:pt x="203544" y="124546"/>
                  </a:cubicBezTo>
                  <a:cubicBezTo>
                    <a:pt x="204328" y="118018"/>
                    <a:pt x="205633" y="111620"/>
                    <a:pt x="207461" y="105354"/>
                  </a:cubicBezTo>
                  <a:cubicBezTo>
                    <a:pt x="208245" y="101828"/>
                    <a:pt x="209550" y="98303"/>
                    <a:pt x="210725" y="94778"/>
                  </a:cubicBezTo>
                  <a:cubicBezTo>
                    <a:pt x="211770" y="91122"/>
                    <a:pt x="213206" y="87728"/>
                    <a:pt x="214511" y="84333"/>
                  </a:cubicBezTo>
                  <a:cubicBezTo>
                    <a:pt x="215687" y="80939"/>
                    <a:pt x="217253" y="77544"/>
                    <a:pt x="218559" y="74541"/>
                  </a:cubicBezTo>
                  <a:cubicBezTo>
                    <a:pt x="219212" y="72974"/>
                    <a:pt x="219864" y="71408"/>
                    <a:pt x="220517" y="69972"/>
                  </a:cubicBezTo>
                  <a:cubicBezTo>
                    <a:pt x="221170" y="68535"/>
                    <a:pt x="221823" y="67099"/>
                    <a:pt x="222345" y="65663"/>
                  </a:cubicBezTo>
                  <a:cubicBezTo>
                    <a:pt x="226131" y="57568"/>
                    <a:pt x="227829" y="48690"/>
                    <a:pt x="227306" y="39681"/>
                  </a:cubicBezTo>
                  <a:cubicBezTo>
                    <a:pt x="227176" y="38637"/>
                    <a:pt x="227045" y="37462"/>
                    <a:pt x="226784" y="36287"/>
                  </a:cubicBezTo>
                  <a:cubicBezTo>
                    <a:pt x="226654" y="35242"/>
                    <a:pt x="226523" y="34067"/>
                    <a:pt x="226131" y="32892"/>
                  </a:cubicBezTo>
                  <a:cubicBezTo>
                    <a:pt x="224956" y="28453"/>
                    <a:pt x="222998" y="24145"/>
                    <a:pt x="220517" y="20228"/>
                  </a:cubicBezTo>
                  <a:cubicBezTo>
                    <a:pt x="219864" y="19183"/>
                    <a:pt x="219081" y="18400"/>
                    <a:pt x="218298" y="17356"/>
                  </a:cubicBezTo>
                  <a:lnTo>
                    <a:pt x="217253" y="16050"/>
                  </a:lnTo>
                  <a:lnTo>
                    <a:pt x="216078" y="14744"/>
                  </a:lnTo>
                  <a:cubicBezTo>
                    <a:pt x="209550" y="8086"/>
                    <a:pt x="201194" y="3386"/>
                    <a:pt x="192055" y="1297"/>
                  </a:cubicBezTo>
                  <a:cubicBezTo>
                    <a:pt x="188023" y="433"/>
                    <a:pt x="183940" y="1"/>
                    <a:pt x="17986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 name="Google Shape;16;p44"/>
          <p:cNvGrpSpPr/>
          <p:nvPr/>
        </p:nvGrpSpPr>
        <p:grpSpPr>
          <a:xfrm rot="1173636">
            <a:off x="3223283" y="3273803"/>
            <a:ext cx="4658143" cy="3412440"/>
            <a:chOff x="879525" y="238350"/>
            <a:chExt cx="5929900" cy="5134125"/>
          </a:xfrm>
        </p:grpSpPr>
        <p:sp>
          <p:nvSpPr>
            <p:cNvPr id="17" name="Google Shape;17;p44"/>
            <p:cNvSpPr/>
            <p:nvPr/>
          </p:nvSpPr>
          <p:spPr>
            <a:xfrm>
              <a:off x="879525" y="350950"/>
              <a:ext cx="5929900" cy="4895750"/>
            </a:xfrm>
            <a:custGeom>
              <a:rect b="b" l="l" r="r" t="t"/>
              <a:pathLst>
                <a:path extrusionOk="0" h="195830" w="237196">
                  <a:moveTo>
                    <a:pt x="182493" y="0"/>
                  </a:moveTo>
                  <a:cubicBezTo>
                    <a:pt x="160794" y="0"/>
                    <a:pt x="136857" y="13684"/>
                    <a:pt x="125770" y="46667"/>
                  </a:cubicBezTo>
                  <a:cubicBezTo>
                    <a:pt x="112501" y="86475"/>
                    <a:pt x="99703" y="101135"/>
                    <a:pt x="82683" y="101135"/>
                  </a:cubicBezTo>
                  <a:cubicBezTo>
                    <a:pt x="77764" y="101135"/>
                    <a:pt x="72494" y="99911"/>
                    <a:pt x="66757" y="97716"/>
                  </a:cubicBezTo>
                  <a:cubicBezTo>
                    <a:pt x="59909" y="95081"/>
                    <a:pt x="53433" y="93896"/>
                    <a:pt x="47460" y="93896"/>
                  </a:cubicBezTo>
                  <a:cubicBezTo>
                    <a:pt x="17332" y="93896"/>
                    <a:pt x="1" y="124030"/>
                    <a:pt x="12313" y="150071"/>
                  </a:cubicBezTo>
                  <a:cubicBezTo>
                    <a:pt x="19223" y="164795"/>
                    <a:pt x="29540" y="168076"/>
                    <a:pt x="41648" y="168076"/>
                  </a:cubicBezTo>
                  <a:cubicBezTo>
                    <a:pt x="51382" y="168076"/>
                    <a:pt x="62272" y="165955"/>
                    <a:pt x="73479" y="165955"/>
                  </a:cubicBezTo>
                  <a:cubicBezTo>
                    <a:pt x="86528" y="165955"/>
                    <a:pt x="100005" y="168830"/>
                    <a:pt x="112584" y="181275"/>
                  </a:cubicBezTo>
                  <a:cubicBezTo>
                    <a:pt x="123109" y="191650"/>
                    <a:pt x="135906" y="195830"/>
                    <a:pt x="148277" y="195830"/>
                  </a:cubicBezTo>
                  <a:cubicBezTo>
                    <a:pt x="168129" y="195830"/>
                    <a:pt x="186885" y="185066"/>
                    <a:pt x="193400" y="171875"/>
                  </a:cubicBezTo>
                  <a:cubicBezTo>
                    <a:pt x="213115" y="132315"/>
                    <a:pt x="187003" y="136231"/>
                    <a:pt x="220818" y="61420"/>
                  </a:cubicBezTo>
                  <a:cubicBezTo>
                    <a:pt x="237196" y="25134"/>
                    <a:pt x="211900" y="0"/>
                    <a:pt x="182493"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44"/>
            <p:cNvSpPr/>
            <p:nvPr/>
          </p:nvSpPr>
          <p:spPr>
            <a:xfrm>
              <a:off x="945800" y="238350"/>
              <a:ext cx="5695725" cy="5134125"/>
            </a:xfrm>
            <a:custGeom>
              <a:rect b="b" l="l" r="r" t="t"/>
              <a:pathLst>
                <a:path extrusionOk="0" h="205365" w="227829">
                  <a:moveTo>
                    <a:pt x="206027" y="18003"/>
                  </a:moveTo>
                  <a:lnTo>
                    <a:pt x="206027" y="18003"/>
                  </a:lnTo>
                  <a:cubicBezTo>
                    <a:pt x="208273" y="19839"/>
                    <a:pt x="210274" y="21959"/>
                    <a:pt x="212031" y="24275"/>
                  </a:cubicBezTo>
                  <a:lnTo>
                    <a:pt x="210464" y="22056"/>
                  </a:lnTo>
                  <a:lnTo>
                    <a:pt x="208506" y="20097"/>
                  </a:lnTo>
                  <a:cubicBezTo>
                    <a:pt x="207853" y="19445"/>
                    <a:pt x="207070" y="18922"/>
                    <a:pt x="206417" y="18270"/>
                  </a:cubicBezTo>
                  <a:cubicBezTo>
                    <a:pt x="206283" y="18181"/>
                    <a:pt x="206154" y="18092"/>
                    <a:pt x="206027" y="18003"/>
                  </a:cubicBezTo>
                  <a:close/>
                  <a:moveTo>
                    <a:pt x="180437" y="1544"/>
                  </a:moveTo>
                  <a:cubicBezTo>
                    <a:pt x="180872" y="1544"/>
                    <a:pt x="181307" y="1548"/>
                    <a:pt x="181741" y="1558"/>
                  </a:cubicBezTo>
                  <a:cubicBezTo>
                    <a:pt x="188008" y="1819"/>
                    <a:pt x="194144" y="3255"/>
                    <a:pt x="199889" y="5605"/>
                  </a:cubicBezTo>
                  <a:cubicBezTo>
                    <a:pt x="205633" y="8086"/>
                    <a:pt x="210856" y="11611"/>
                    <a:pt x="215164" y="16181"/>
                  </a:cubicBezTo>
                  <a:cubicBezTo>
                    <a:pt x="219473" y="20881"/>
                    <a:pt x="222606" y="26495"/>
                    <a:pt x="224304" y="32501"/>
                  </a:cubicBezTo>
                  <a:cubicBezTo>
                    <a:pt x="224695" y="33806"/>
                    <a:pt x="224956" y="34981"/>
                    <a:pt x="225087" y="36287"/>
                  </a:cubicBezTo>
                  <a:cubicBezTo>
                    <a:pt x="225146" y="36584"/>
                    <a:pt x="225199" y="36875"/>
                    <a:pt x="225247" y="37162"/>
                  </a:cubicBezTo>
                  <a:lnTo>
                    <a:pt x="225247" y="37162"/>
                  </a:lnTo>
                  <a:cubicBezTo>
                    <a:pt x="225195" y="36909"/>
                    <a:pt x="225141" y="36660"/>
                    <a:pt x="225087" y="36417"/>
                  </a:cubicBezTo>
                  <a:cubicBezTo>
                    <a:pt x="224956" y="35112"/>
                    <a:pt x="224695" y="33806"/>
                    <a:pt x="224304" y="32631"/>
                  </a:cubicBezTo>
                  <a:cubicBezTo>
                    <a:pt x="222606" y="26495"/>
                    <a:pt x="219342" y="20881"/>
                    <a:pt x="214903" y="16181"/>
                  </a:cubicBezTo>
                  <a:cubicBezTo>
                    <a:pt x="210595" y="11611"/>
                    <a:pt x="205242" y="8086"/>
                    <a:pt x="199366" y="5736"/>
                  </a:cubicBezTo>
                  <a:cubicBezTo>
                    <a:pt x="193028" y="3172"/>
                    <a:pt x="186263" y="1890"/>
                    <a:pt x="179494" y="1890"/>
                  </a:cubicBezTo>
                  <a:cubicBezTo>
                    <a:pt x="173853" y="1890"/>
                    <a:pt x="168210" y="2780"/>
                    <a:pt x="162810" y="4561"/>
                  </a:cubicBezTo>
                  <a:cubicBezTo>
                    <a:pt x="156934" y="6388"/>
                    <a:pt x="151320" y="9261"/>
                    <a:pt x="146228" y="12786"/>
                  </a:cubicBezTo>
                  <a:cubicBezTo>
                    <a:pt x="141398" y="16442"/>
                    <a:pt x="136959" y="20750"/>
                    <a:pt x="133172" y="25581"/>
                  </a:cubicBezTo>
                  <a:cubicBezTo>
                    <a:pt x="131644" y="27547"/>
                    <a:pt x="130115" y="29604"/>
                    <a:pt x="128739" y="31752"/>
                  </a:cubicBezTo>
                  <a:lnTo>
                    <a:pt x="128739" y="31752"/>
                  </a:lnTo>
                  <a:lnTo>
                    <a:pt x="129386" y="30673"/>
                  </a:lnTo>
                  <a:cubicBezTo>
                    <a:pt x="129778" y="30020"/>
                    <a:pt x="130300" y="29367"/>
                    <a:pt x="130692" y="28714"/>
                  </a:cubicBezTo>
                  <a:lnTo>
                    <a:pt x="133433" y="25059"/>
                  </a:lnTo>
                  <a:cubicBezTo>
                    <a:pt x="137350" y="20228"/>
                    <a:pt x="141789" y="15919"/>
                    <a:pt x="146751" y="12264"/>
                  </a:cubicBezTo>
                  <a:cubicBezTo>
                    <a:pt x="151842" y="8739"/>
                    <a:pt x="157457" y="5997"/>
                    <a:pt x="163462" y="4169"/>
                  </a:cubicBezTo>
                  <a:cubicBezTo>
                    <a:pt x="168922" y="2349"/>
                    <a:pt x="174720" y="1544"/>
                    <a:pt x="180437" y="1544"/>
                  </a:cubicBezTo>
                  <a:close/>
                  <a:moveTo>
                    <a:pt x="225608" y="40063"/>
                  </a:moveTo>
                  <a:cubicBezTo>
                    <a:pt x="225608" y="40067"/>
                    <a:pt x="225609" y="40070"/>
                    <a:pt x="225609" y="40073"/>
                  </a:cubicBezTo>
                  <a:lnTo>
                    <a:pt x="225740" y="43859"/>
                  </a:lnTo>
                  <a:lnTo>
                    <a:pt x="225735" y="43990"/>
                  </a:lnTo>
                  <a:lnTo>
                    <a:pt x="225609" y="40204"/>
                  </a:lnTo>
                  <a:cubicBezTo>
                    <a:pt x="225609" y="40157"/>
                    <a:pt x="225609" y="40110"/>
                    <a:pt x="225608" y="40063"/>
                  </a:cubicBezTo>
                  <a:close/>
                  <a:moveTo>
                    <a:pt x="127845" y="33228"/>
                  </a:moveTo>
                  <a:cubicBezTo>
                    <a:pt x="127202" y="34465"/>
                    <a:pt x="126349" y="35702"/>
                    <a:pt x="125730" y="36940"/>
                  </a:cubicBezTo>
                  <a:lnTo>
                    <a:pt x="123772" y="40987"/>
                  </a:lnTo>
                  <a:lnTo>
                    <a:pt x="122728" y="43076"/>
                  </a:lnTo>
                  <a:lnTo>
                    <a:pt x="121944" y="45165"/>
                  </a:lnTo>
                  <a:lnTo>
                    <a:pt x="120671" y="48298"/>
                  </a:lnTo>
                  <a:lnTo>
                    <a:pt x="121944" y="44904"/>
                  </a:lnTo>
                  <a:cubicBezTo>
                    <a:pt x="122205" y="44121"/>
                    <a:pt x="122466" y="43468"/>
                    <a:pt x="122858" y="42684"/>
                  </a:cubicBezTo>
                  <a:lnTo>
                    <a:pt x="123772" y="40726"/>
                  </a:lnTo>
                  <a:lnTo>
                    <a:pt x="125861" y="36548"/>
                  </a:lnTo>
                  <a:cubicBezTo>
                    <a:pt x="126414" y="35441"/>
                    <a:pt x="127155" y="34334"/>
                    <a:pt x="127845" y="33228"/>
                  </a:cubicBezTo>
                  <a:close/>
                  <a:moveTo>
                    <a:pt x="225723" y="44365"/>
                  </a:moveTo>
                  <a:lnTo>
                    <a:pt x="225609" y="47776"/>
                  </a:lnTo>
                  <a:cubicBezTo>
                    <a:pt x="225479" y="48951"/>
                    <a:pt x="225348" y="50257"/>
                    <a:pt x="225087" y="51432"/>
                  </a:cubicBezTo>
                  <a:cubicBezTo>
                    <a:pt x="224826" y="52738"/>
                    <a:pt x="224695" y="54043"/>
                    <a:pt x="224304" y="55218"/>
                  </a:cubicBezTo>
                  <a:cubicBezTo>
                    <a:pt x="224565" y="54043"/>
                    <a:pt x="224826" y="52868"/>
                    <a:pt x="224956" y="51562"/>
                  </a:cubicBezTo>
                  <a:lnTo>
                    <a:pt x="225348" y="49735"/>
                  </a:lnTo>
                  <a:cubicBezTo>
                    <a:pt x="225479" y="49082"/>
                    <a:pt x="225479" y="48429"/>
                    <a:pt x="225479" y="47907"/>
                  </a:cubicBezTo>
                  <a:lnTo>
                    <a:pt x="225723" y="44365"/>
                  </a:lnTo>
                  <a:close/>
                  <a:moveTo>
                    <a:pt x="118815" y="53361"/>
                  </a:moveTo>
                  <a:lnTo>
                    <a:pt x="118815" y="53361"/>
                  </a:lnTo>
                  <a:cubicBezTo>
                    <a:pt x="118357" y="54687"/>
                    <a:pt x="117899" y="55997"/>
                    <a:pt x="117375" y="57307"/>
                  </a:cubicBezTo>
                  <a:lnTo>
                    <a:pt x="118815" y="53361"/>
                  </a:lnTo>
                  <a:close/>
                  <a:moveTo>
                    <a:pt x="178999" y="7417"/>
                  </a:moveTo>
                  <a:cubicBezTo>
                    <a:pt x="181891" y="7417"/>
                    <a:pt x="184798" y="7683"/>
                    <a:pt x="187616" y="8216"/>
                  </a:cubicBezTo>
                  <a:cubicBezTo>
                    <a:pt x="194405" y="9261"/>
                    <a:pt x="200803" y="11872"/>
                    <a:pt x="206286" y="16050"/>
                  </a:cubicBezTo>
                  <a:cubicBezTo>
                    <a:pt x="211509" y="19967"/>
                    <a:pt x="215556" y="25320"/>
                    <a:pt x="217906" y="31456"/>
                  </a:cubicBezTo>
                  <a:cubicBezTo>
                    <a:pt x="218522" y="33158"/>
                    <a:pt x="218997" y="34900"/>
                    <a:pt x="219339" y="36666"/>
                  </a:cubicBezTo>
                  <a:lnTo>
                    <a:pt x="219339" y="36666"/>
                  </a:lnTo>
                  <a:cubicBezTo>
                    <a:pt x="218667" y="33287"/>
                    <a:pt x="217483" y="30031"/>
                    <a:pt x="215817" y="27017"/>
                  </a:cubicBezTo>
                  <a:cubicBezTo>
                    <a:pt x="212945" y="22056"/>
                    <a:pt x="208897" y="17747"/>
                    <a:pt x="204067" y="14744"/>
                  </a:cubicBezTo>
                  <a:cubicBezTo>
                    <a:pt x="196724" y="10010"/>
                    <a:pt x="188167" y="7564"/>
                    <a:pt x="179558" y="7564"/>
                  </a:cubicBezTo>
                  <a:cubicBezTo>
                    <a:pt x="176532" y="7564"/>
                    <a:pt x="173500" y="7866"/>
                    <a:pt x="170513" y="8477"/>
                  </a:cubicBezTo>
                  <a:cubicBezTo>
                    <a:pt x="164637" y="9522"/>
                    <a:pt x="159023" y="11741"/>
                    <a:pt x="153931" y="14744"/>
                  </a:cubicBezTo>
                  <a:cubicBezTo>
                    <a:pt x="148840" y="17747"/>
                    <a:pt x="144270" y="21664"/>
                    <a:pt x="140484" y="26234"/>
                  </a:cubicBezTo>
                  <a:lnTo>
                    <a:pt x="139048" y="27800"/>
                  </a:lnTo>
                  <a:cubicBezTo>
                    <a:pt x="138525" y="28323"/>
                    <a:pt x="138003" y="28975"/>
                    <a:pt x="137611" y="29628"/>
                  </a:cubicBezTo>
                  <a:lnTo>
                    <a:pt x="135000" y="33284"/>
                  </a:lnTo>
                  <a:cubicBezTo>
                    <a:pt x="134086" y="34459"/>
                    <a:pt x="133433" y="35765"/>
                    <a:pt x="132650" y="37070"/>
                  </a:cubicBezTo>
                  <a:lnTo>
                    <a:pt x="131475" y="39029"/>
                  </a:lnTo>
                  <a:cubicBezTo>
                    <a:pt x="131083" y="39681"/>
                    <a:pt x="130822" y="40334"/>
                    <a:pt x="130431" y="41118"/>
                  </a:cubicBezTo>
                  <a:lnTo>
                    <a:pt x="128603" y="45165"/>
                  </a:lnTo>
                  <a:cubicBezTo>
                    <a:pt x="127950" y="46471"/>
                    <a:pt x="127428" y="47907"/>
                    <a:pt x="126905" y="49343"/>
                  </a:cubicBezTo>
                  <a:cubicBezTo>
                    <a:pt x="125861" y="52085"/>
                    <a:pt x="124816" y="55088"/>
                    <a:pt x="123772" y="58091"/>
                  </a:cubicBezTo>
                  <a:cubicBezTo>
                    <a:pt x="121552" y="63966"/>
                    <a:pt x="119333" y="69841"/>
                    <a:pt x="116722" y="75455"/>
                  </a:cubicBezTo>
                  <a:cubicBezTo>
                    <a:pt x="114111" y="81200"/>
                    <a:pt x="110977" y="86814"/>
                    <a:pt x="107321" y="92036"/>
                  </a:cubicBezTo>
                  <a:cubicBezTo>
                    <a:pt x="113327" y="82897"/>
                    <a:pt x="118288" y="73105"/>
                    <a:pt x="121814" y="62791"/>
                  </a:cubicBezTo>
                  <a:cubicBezTo>
                    <a:pt x="123903" y="57699"/>
                    <a:pt x="125469" y="52215"/>
                    <a:pt x="127428" y="47385"/>
                  </a:cubicBezTo>
                  <a:lnTo>
                    <a:pt x="128211" y="45426"/>
                  </a:lnTo>
                  <a:cubicBezTo>
                    <a:pt x="128472" y="44773"/>
                    <a:pt x="128733" y="44251"/>
                    <a:pt x="128994" y="43598"/>
                  </a:cubicBezTo>
                  <a:lnTo>
                    <a:pt x="130692" y="39943"/>
                  </a:lnTo>
                  <a:cubicBezTo>
                    <a:pt x="131345" y="38768"/>
                    <a:pt x="131997" y="37592"/>
                    <a:pt x="132650" y="36417"/>
                  </a:cubicBezTo>
                  <a:cubicBezTo>
                    <a:pt x="133303" y="35242"/>
                    <a:pt x="133956" y="34067"/>
                    <a:pt x="134739" y="33023"/>
                  </a:cubicBezTo>
                  <a:cubicBezTo>
                    <a:pt x="136175" y="30803"/>
                    <a:pt x="137873" y="28584"/>
                    <a:pt x="139570" y="26625"/>
                  </a:cubicBezTo>
                  <a:cubicBezTo>
                    <a:pt x="140484" y="25711"/>
                    <a:pt x="141267" y="24536"/>
                    <a:pt x="142312" y="23622"/>
                  </a:cubicBezTo>
                  <a:lnTo>
                    <a:pt x="145053" y="21011"/>
                  </a:lnTo>
                  <a:cubicBezTo>
                    <a:pt x="148970" y="17486"/>
                    <a:pt x="153409" y="14483"/>
                    <a:pt x="158109" y="12264"/>
                  </a:cubicBezTo>
                  <a:cubicBezTo>
                    <a:pt x="162810" y="10044"/>
                    <a:pt x="167771" y="8608"/>
                    <a:pt x="172863" y="7825"/>
                  </a:cubicBezTo>
                  <a:cubicBezTo>
                    <a:pt x="174876" y="7553"/>
                    <a:pt x="176934" y="7417"/>
                    <a:pt x="178999" y="7417"/>
                  </a:cubicBezTo>
                  <a:close/>
                  <a:moveTo>
                    <a:pt x="23240" y="110054"/>
                  </a:moveTo>
                  <a:lnTo>
                    <a:pt x="23240" y="110054"/>
                  </a:lnTo>
                  <a:cubicBezTo>
                    <a:pt x="23203" y="110129"/>
                    <a:pt x="23176" y="110194"/>
                    <a:pt x="23170" y="110238"/>
                  </a:cubicBezTo>
                  <a:lnTo>
                    <a:pt x="23170" y="110238"/>
                  </a:lnTo>
                  <a:cubicBezTo>
                    <a:pt x="23161" y="110214"/>
                    <a:pt x="23191" y="110152"/>
                    <a:pt x="23240" y="110054"/>
                  </a:cubicBezTo>
                  <a:close/>
                  <a:moveTo>
                    <a:pt x="179863" y="1"/>
                  </a:moveTo>
                  <a:cubicBezTo>
                    <a:pt x="174698" y="1"/>
                    <a:pt x="169541" y="694"/>
                    <a:pt x="164507" y="2080"/>
                  </a:cubicBezTo>
                  <a:cubicBezTo>
                    <a:pt x="155629" y="4561"/>
                    <a:pt x="147403" y="9000"/>
                    <a:pt x="140484" y="15136"/>
                  </a:cubicBezTo>
                  <a:cubicBezTo>
                    <a:pt x="133825" y="21272"/>
                    <a:pt x="128342" y="28453"/>
                    <a:pt x="124164" y="36548"/>
                  </a:cubicBezTo>
                  <a:cubicBezTo>
                    <a:pt x="123250" y="38506"/>
                    <a:pt x="122205" y="40595"/>
                    <a:pt x="121291" y="42554"/>
                  </a:cubicBezTo>
                  <a:lnTo>
                    <a:pt x="118941" y="48821"/>
                  </a:lnTo>
                  <a:cubicBezTo>
                    <a:pt x="117375" y="52738"/>
                    <a:pt x="116200" y="56524"/>
                    <a:pt x="114633" y="60441"/>
                  </a:cubicBezTo>
                  <a:cubicBezTo>
                    <a:pt x="111891" y="67752"/>
                    <a:pt x="108496" y="74933"/>
                    <a:pt x="104580" y="81853"/>
                  </a:cubicBezTo>
                  <a:cubicBezTo>
                    <a:pt x="101838" y="86553"/>
                    <a:pt x="98574" y="90861"/>
                    <a:pt x="94657" y="94517"/>
                  </a:cubicBezTo>
                  <a:cubicBezTo>
                    <a:pt x="91132" y="97781"/>
                    <a:pt x="86562" y="99739"/>
                    <a:pt x="81862" y="100131"/>
                  </a:cubicBezTo>
                  <a:cubicBezTo>
                    <a:pt x="81332" y="100158"/>
                    <a:pt x="80803" y="100171"/>
                    <a:pt x="80275" y="100171"/>
                  </a:cubicBezTo>
                  <a:cubicBezTo>
                    <a:pt x="75610" y="100171"/>
                    <a:pt x="71071" y="99149"/>
                    <a:pt x="66848" y="97389"/>
                  </a:cubicBezTo>
                  <a:lnTo>
                    <a:pt x="62409" y="95823"/>
                  </a:lnTo>
                  <a:cubicBezTo>
                    <a:pt x="60842" y="95431"/>
                    <a:pt x="59275" y="95039"/>
                    <a:pt x="57708" y="94517"/>
                  </a:cubicBezTo>
                  <a:cubicBezTo>
                    <a:pt x="54444" y="93734"/>
                    <a:pt x="51311" y="93342"/>
                    <a:pt x="48047" y="93081"/>
                  </a:cubicBezTo>
                  <a:cubicBezTo>
                    <a:pt x="46915" y="93037"/>
                    <a:pt x="45798" y="93008"/>
                    <a:pt x="44691" y="93008"/>
                  </a:cubicBezTo>
                  <a:cubicBezTo>
                    <a:pt x="42476" y="93008"/>
                    <a:pt x="40300" y="93124"/>
                    <a:pt x="38124" y="93472"/>
                  </a:cubicBezTo>
                  <a:cubicBezTo>
                    <a:pt x="34730" y="93995"/>
                    <a:pt x="31466" y="94778"/>
                    <a:pt x="28332" y="95953"/>
                  </a:cubicBezTo>
                  <a:cubicBezTo>
                    <a:pt x="25068" y="97259"/>
                    <a:pt x="22065" y="98825"/>
                    <a:pt x="19324" y="100653"/>
                  </a:cubicBezTo>
                  <a:cubicBezTo>
                    <a:pt x="16582" y="102612"/>
                    <a:pt x="13971" y="104831"/>
                    <a:pt x="11751" y="107442"/>
                  </a:cubicBezTo>
                  <a:cubicBezTo>
                    <a:pt x="7182" y="112404"/>
                    <a:pt x="3918" y="118410"/>
                    <a:pt x="2220" y="124938"/>
                  </a:cubicBezTo>
                  <a:cubicBezTo>
                    <a:pt x="392" y="131466"/>
                    <a:pt x="1" y="138255"/>
                    <a:pt x="1176" y="144783"/>
                  </a:cubicBezTo>
                  <a:cubicBezTo>
                    <a:pt x="1959" y="149353"/>
                    <a:pt x="3395" y="153792"/>
                    <a:pt x="5484" y="157839"/>
                  </a:cubicBezTo>
                  <a:cubicBezTo>
                    <a:pt x="7573" y="162147"/>
                    <a:pt x="10446" y="166064"/>
                    <a:pt x="13971" y="169328"/>
                  </a:cubicBezTo>
                  <a:cubicBezTo>
                    <a:pt x="17626" y="172723"/>
                    <a:pt x="22065" y="175073"/>
                    <a:pt x="27027" y="176248"/>
                  </a:cubicBezTo>
                  <a:cubicBezTo>
                    <a:pt x="31017" y="177187"/>
                    <a:pt x="35219" y="177704"/>
                    <a:pt x="39347" y="177704"/>
                  </a:cubicBezTo>
                  <a:cubicBezTo>
                    <a:pt x="39811" y="177704"/>
                    <a:pt x="40274" y="177697"/>
                    <a:pt x="40736" y="177684"/>
                  </a:cubicBezTo>
                  <a:cubicBezTo>
                    <a:pt x="49614" y="177423"/>
                    <a:pt x="57839" y="176117"/>
                    <a:pt x="65673" y="175726"/>
                  </a:cubicBezTo>
                  <a:cubicBezTo>
                    <a:pt x="67169" y="175626"/>
                    <a:pt x="68665" y="175583"/>
                    <a:pt x="70161" y="175583"/>
                  </a:cubicBezTo>
                  <a:cubicBezTo>
                    <a:pt x="72582" y="175583"/>
                    <a:pt x="75002" y="175695"/>
                    <a:pt x="77423" y="175856"/>
                  </a:cubicBezTo>
                  <a:cubicBezTo>
                    <a:pt x="81079" y="176248"/>
                    <a:pt x="84734" y="177031"/>
                    <a:pt x="88260" y="178206"/>
                  </a:cubicBezTo>
                  <a:cubicBezTo>
                    <a:pt x="95179" y="180426"/>
                    <a:pt x="101316" y="184343"/>
                    <a:pt x="106538" y="189565"/>
                  </a:cubicBezTo>
                  <a:cubicBezTo>
                    <a:pt x="112544" y="195571"/>
                    <a:pt x="119986" y="200141"/>
                    <a:pt x="128211" y="202752"/>
                  </a:cubicBezTo>
                  <a:cubicBezTo>
                    <a:pt x="133720" y="204526"/>
                    <a:pt x="139495" y="205365"/>
                    <a:pt x="145299" y="205365"/>
                  </a:cubicBezTo>
                  <a:cubicBezTo>
                    <a:pt x="147611" y="205365"/>
                    <a:pt x="149928" y="205232"/>
                    <a:pt x="152234" y="204971"/>
                  </a:cubicBezTo>
                  <a:cubicBezTo>
                    <a:pt x="159676" y="204188"/>
                    <a:pt x="166857" y="201968"/>
                    <a:pt x="173516" y="198443"/>
                  </a:cubicBezTo>
                  <a:cubicBezTo>
                    <a:pt x="178346" y="195963"/>
                    <a:pt x="182785" y="192829"/>
                    <a:pt x="186572" y="189043"/>
                  </a:cubicBezTo>
                  <a:cubicBezTo>
                    <a:pt x="189052" y="186562"/>
                    <a:pt x="191011" y="183821"/>
                    <a:pt x="192577" y="180818"/>
                  </a:cubicBezTo>
                  <a:cubicBezTo>
                    <a:pt x="192969" y="179904"/>
                    <a:pt x="193361" y="179120"/>
                    <a:pt x="193752" y="178206"/>
                  </a:cubicBezTo>
                  <a:cubicBezTo>
                    <a:pt x="193883" y="177815"/>
                    <a:pt x="193883" y="177293"/>
                    <a:pt x="194014" y="176901"/>
                  </a:cubicBezTo>
                  <a:cubicBezTo>
                    <a:pt x="193963" y="176700"/>
                    <a:pt x="193874" y="176595"/>
                    <a:pt x="193746" y="176595"/>
                  </a:cubicBezTo>
                  <a:cubicBezTo>
                    <a:pt x="193542" y="176595"/>
                    <a:pt x="193240" y="176861"/>
                    <a:pt x="192838" y="177423"/>
                  </a:cubicBezTo>
                  <a:cubicBezTo>
                    <a:pt x="189705" y="181732"/>
                    <a:pt x="186049" y="185387"/>
                    <a:pt x="181871" y="188521"/>
                  </a:cubicBezTo>
                  <a:cubicBezTo>
                    <a:pt x="173777" y="194265"/>
                    <a:pt x="164376" y="197921"/>
                    <a:pt x="154584" y="199227"/>
                  </a:cubicBezTo>
                  <a:lnTo>
                    <a:pt x="154454" y="198443"/>
                  </a:lnTo>
                  <a:cubicBezTo>
                    <a:pt x="159284" y="197660"/>
                    <a:pt x="163854" y="196354"/>
                    <a:pt x="168293" y="194396"/>
                  </a:cubicBezTo>
                  <a:cubicBezTo>
                    <a:pt x="170904" y="193221"/>
                    <a:pt x="173646" y="191785"/>
                    <a:pt x="175996" y="190087"/>
                  </a:cubicBezTo>
                  <a:cubicBezTo>
                    <a:pt x="177302" y="189174"/>
                    <a:pt x="178607" y="188260"/>
                    <a:pt x="179652" y="187085"/>
                  </a:cubicBezTo>
                  <a:cubicBezTo>
                    <a:pt x="180305" y="186432"/>
                    <a:pt x="180696" y="186040"/>
                    <a:pt x="180696" y="185779"/>
                  </a:cubicBezTo>
                  <a:cubicBezTo>
                    <a:pt x="180725" y="185581"/>
                    <a:pt x="180569" y="185518"/>
                    <a:pt x="180326" y="185518"/>
                  </a:cubicBezTo>
                  <a:cubicBezTo>
                    <a:pt x="179899" y="185518"/>
                    <a:pt x="179203" y="185713"/>
                    <a:pt x="178766" y="185713"/>
                  </a:cubicBezTo>
                  <a:cubicBezTo>
                    <a:pt x="178306" y="185713"/>
                    <a:pt x="178134" y="185496"/>
                    <a:pt x="178868" y="184604"/>
                  </a:cubicBezTo>
                  <a:lnTo>
                    <a:pt x="178868" y="184604"/>
                  </a:lnTo>
                  <a:cubicBezTo>
                    <a:pt x="170252" y="191524"/>
                    <a:pt x="159546" y="195571"/>
                    <a:pt x="148578" y="195963"/>
                  </a:cubicBezTo>
                  <a:cubicBezTo>
                    <a:pt x="147699" y="196016"/>
                    <a:pt x="146820" y="196042"/>
                    <a:pt x="145943" y="196042"/>
                  </a:cubicBezTo>
                  <a:cubicBezTo>
                    <a:pt x="136018" y="196042"/>
                    <a:pt x="126337" y="192670"/>
                    <a:pt x="118419" y="186432"/>
                  </a:cubicBezTo>
                  <a:cubicBezTo>
                    <a:pt x="117375" y="185648"/>
                    <a:pt x="116069" y="184604"/>
                    <a:pt x="114763" y="183298"/>
                  </a:cubicBezTo>
                  <a:lnTo>
                    <a:pt x="109802" y="178859"/>
                  </a:lnTo>
                  <a:cubicBezTo>
                    <a:pt x="106538" y="175987"/>
                    <a:pt x="102882" y="173637"/>
                    <a:pt x="99096" y="171678"/>
                  </a:cubicBezTo>
                  <a:cubicBezTo>
                    <a:pt x="94788" y="169459"/>
                    <a:pt x="90218" y="167892"/>
                    <a:pt x="85648" y="166978"/>
                  </a:cubicBezTo>
                  <a:cubicBezTo>
                    <a:pt x="81079" y="165934"/>
                    <a:pt x="76379" y="165542"/>
                    <a:pt x="71809" y="165542"/>
                  </a:cubicBezTo>
                  <a:cubicBezTo>
                    <a:pt x="71379" y="165536"/>
                    <a:pt x="70950" y="165533"/>
                    <a:pt x="70521" y="165533"/>
                  </a:cubicBezTo>
                  <a:cubicBezTo>
                    <a:pt x="61847" y="165533"/>
                    <a:pt x="53535" y="166748"/>
                    <a:pt x="45697" y="167370"/>
                  </a:cubicBezTo>
                  <a:cubicBezTo>
                    <a:pt x="43592" y="167504"/>
                    <a:pt x="41504" y="167594"/>
                    <a:pt x="39466" y="167594"/>
                  </a:cubicBezTo>
                  <a:cubicBezTo>
                    <a:pt x="33541" y="167594"/>
                    <a:pt x="28037" y="166826"/>
                    <a:pt x="23763" y="164106"/>
                  </a:cubicBezTo>
                  <a:cubicBezTo>
                    <a:pt x="20760" y="162147"/>
                    <a:pt x="18279" y="159536"/>
                    <a:pt x="16451" y="156533"/>
                  </a:cubicBezTo>
                  <a:cubicBezTo>
                    <a:pt x="14493" y="153400"/>
                    <a:pt x="12926" y="150005"/>
                    <a:pt x="12012" y="146350"/>
                  </a:cubicBezTo>
                  <a:cubicBezTo>
                    <a:pt x="9923" y="139169"/>
                    <a:pt x="10315" y="131466"/>
                    <a:pt x="12926" y="124546"/>
                  </a:cubicBezTo>
                  <a:cubicBezTo>
                    <a:pt x="15668" y="117626"/>
                    <a:pt x="20629" y="111751"/>
                    <a:pt x="27027" y="107965"/>
                  </a:cubicBezTo>
                  <a:cubicBezTo>
                    <a:pt x="32353" y="104812"/>
                    <a:pt x="38403" y="103199"/>
                    <a:pt x="44575" y="103199"/>
                  </a:cubicBezTo>
                  <a:cubicBezTo>
                    <a:pt x="45816" y="103199"/>
                    <a:pt x="47062" y="103264"/>
                    <a:pt x="48308" y="103395"/>
                  </a:cubicBezTo>
                  <a:cubicBezTo>
                    <a:pt x="52094" y="103656"/>
                    <a:pt x="55881" y="104440"/>
                    <a:pt x="59536" y="105615"/>
                  </a:cubicBezTo>
                  <a:lnTo>
                    <a:pt x="65412" y="107704"/>
                  </a:lnTo>
                  <a:cubicBezTo>
                    <a:pt x="67500" y="108487"/>
                    <a:pt x="69720" y="109140"/>
                    <a:pt x="71940" y="109531"/>
                  </a:cubicBezTo>
                  <a:cubicBezTo>
                    <a:pt x="74524" y="110106"/>
                    <a:pt x="77187" y="110404"/>
                    <a:pt x="79843" y="110404"/>
                  </a:cubicBezTo>
                  <a:cubicBezTo>
                    <a:pt x="82017" y="110404"/>
                    <a:pt x="84185" y="110204"/>
                    <a:pt x="86301" y="109793"/>
                  </a:cubicBezTo>
                  <a:cubicBezTo>
                    <a:pt x="88782" y="109270"/>
                    <a:pt x="91132" y="108487"/>
                    <a:pt x="93351" y="107442"/>
                  </a:cubicBezTo>
                  <a:cubicBezTo>
                    <a:pt x="95571" y="106398"/>
                    <a:pt x="97660" y="105092"/>
                    <a:pt x="99488" y="103526"/>
                  </a:cubicBezTo>
                  <a:cubicBezTo>
                    <a:pt x="103143" y="100523"/>
                    <a:pt x="106277" y="97128"/>
                    <a:pt x="108888" y="93342"/>
                  </a:cubicBezTo>
                  <a:cubicBezTo>
                    <a:pt x="111499" y="89817"/>
                    <a:pt x="113719" y="86031"/>
                    <a:pt x="115677" y="82114"/>
                  </a:cubicBezTo>
                  <a:cubicBezTo>
                    <a:pt x="119594" y="74411"/>
                    <a:pt x="122858" y="66446"/>
                    <a:pt x="125730" y="58352"/>
                  </a:cubicBezTo>
                  <a:lnTo>
                    <a:pt x="127819" y="52346"/>
                  </a:lnTo>
                  <a:lnTo>
                    <a:pt x="129908" y="46862"/>
                  </a:lnTo>
                  <a:cubicBezTo>
                    <a:pt x="131475" y="43207"/>
                    <a:pt x="133172" y="39681"/>
                    <a:pt x="135261" y="36287"/>
                  </a:cubicBezTo>
                  <a:cubicBezTo>
                    <a:pt x="139178" y="29628"/>
                    <a:pt x="144531" y="23753"/>
                    <a:pt x="150667" y="19183"/>
                  </a:cubicBezTo>
                  <a:cubicBezTo>
                    <a:pt x="156804" y="14483"/>
                    <a:pt x="163985" y="11480"/>
                    <a:pt x="171557" y="10175"/>
                  </a:cubicBezTo>
                  <a:lnTo>
                    <a:pt x="172993" y="9914"/>
                  </a:lnTo>
                  <a:lnTo>
                    <a:pt x="174429" y="9652"/>
                  </a:lnTo>
                  <a:lnTo>
                    <a:pt x="177171" y="9391"/>
                  </a:lnTo>
                  <a:lnTo>
                    <a:pt x="181480" y="9391"/>
                  </a:lnTo>
                  <a:cubicBezTo>
                    <a:pt x="182002" y="9391"/>
                    <a:pt x="182524" y="9522"/>
                    <a:pt x="182916" y="9522"/>
                  </a:cubicBezTo>
                  <a:lnTo>
                    <a:pt x="185788" y="9783"/>
                  </a:lnTo>
                  <a:lnTo>
                    <a:pt x="188661" y="10305"/>
                  </a:lnTo>
                  <a:lnTo>
                    <a:pt x="190097" y="10436"/>
                  </a:lnTo>
                  <a:lnTo>
                    <a:pt x="191402" y="10828"/>
                  </a:lnTo>
                  <a:lnTo>
                    <a:pt x="194144" y="11611"/>
                  </a:lnTo>
                  <a:cubicBezTo>
                    <a:pt x="197669" y="12917"/>
                    <a:pt x="201064" y="14614"/>
                    <a:pt x="204197" y="16703"/>
                  </a:cubicBezTo>
                  <a:cubicBezTo>
                    <a:pt x="204847" y="17136"/>
                    <a:pt x="205407" y="17570"/>
                    <a:pt x="206027" y="18003"/>
                  </a:cubicBezTo>
                  <a:lnTo>
                    <a:pt x="206027" y="18003"/>
                  </a:lnTo>
                  <a:cubicBezTo>
                    <a:pt x="204602" y="16838"/>
                    <a:pt x="203078" y="15787"/>
                    <a:pt x="201455" y="14875"/>
                  </a:cubicBezTo>
                  <a:cubicBezTo>
                    <a:pt x="197278" y="12525"/>
                    <a:pt x="192708" y="10828"/>
                    <a:pt x="187877" y="9914"/>
                  </a:cubicBezTo>
                  <a:cubicBezTo>
                    <a:pt x="185134" y="9469"/>
                    <a:pt x="182392" y="9235"/>
                    <a:pt x="179649" y="9235"/>
                  </a:cubicBezTo>
                  <a:cubicBezTo>
                    <a:pt x="177561" y="9235"/>
                    <a:pt x="175473" y="9370"/>
                    <a:pt x="173385" y="9652"/>
                  </a:cubicBezTo>
                  <a:cubicBezTo>
                    <a:pt x="168554" y="10305"/>
                    <a:pt x="163854" y="11741"/>
                    <a:pt x="159415" y="13700"/>
                  </a:cubicBezTo>
                  <a:cubicBezTo>
                    <a:pt x="154976" y="15789"/>
                    <a:pt x="150929" y="18400"/>
                    <a:pt x="147142" y="21664"/>
                  </a:cubicBezTo>
                  <a:lnTo>
                    <a:pt x="144531" y="24145"/>
                  </a:lnTo>
                  <a:lnTo>
                    <a:pt x="143226" y="25450"/>
                  </a:lnTo>
                  <a:lnTo>
                    <a:pt x="141920" y="26756"/>
                  </a:lnTo>
                  <a:lnTo>
                    <a:pt x="139570" y="29628"/>
                  </a:lnTo>
                  <a:lnTo>
                    <a:pt x="137350" y="32631"/>
                  </a:lnTo>
                  <a:cubicBezTo>
                    <a:pt x="135914" y="34720"/>
                    <a:pt x="134609" y="36940"/>
                    <a:pt x="133303" y="39159"/>
                  </a:cubicBezTo>
                  <a:cubicBezTo>
                    <a:pt x="132781" y="40204"/>
                    <a:pt x="132258" y="41248"/>
                    <a:pt x="131736" y="42423"/>
                  </a:cubicBezTo>
                  <a:lnTo>
                    <a:pt x="130039" y="45818"/>
                  </a:lnTo>
                  <a:cubicBezTo>
                    <a:pt x="129125" y="48037"/>
                    <a:pt x="128211" y="50257"/>
                    <a:pt x="127428" y="52738"/>
                  </a:cubicBezTo>
                  <a:cubicBezTo>
                    <a:pt x="126514" y="55349"/>
                    <a:pt x="125600" y="57829"/>
                    <a:pt x="124686" y="60441"/>
                  </a:cubicBezTo>
                  <a:cubicBezTo>
                    <a:pt x="121161" y="70624"/>
                    <a:pt x="116461" y="80547"/>
                    <a:pt x="110847" y="89947"/>
                  </a:cubicBezTo>
                  <a:cubicBezTo>
                    <a:pt x="107844" y="94778"/>
                    <a:pt x="104057" y="99217"/>
                    <a:pt x="99618" y="103003"/>
                  </a:cubicBezTo>
                  <a:cubicBezTo>
                    <a:pt x="97268" y="104831"/>
                    <a:pt x="94657" y="106529"/>
                    <a:pt x="91785" y="107704"/>
                  </a:cubicBezTo>
                  <a:cubicBezTo>
                    <a:pt x="88912" y="108879"/>
                    <a:pt x="85909" y="109662"/>
                    <a:pt x="82776" y="109923"/>
                  </a:cubicBezTo>
                  <a:cubicBezTo>
                    <a:pt x="81868" y="109982"/>
                    <a:pt x="80964" y="110012"/>
                    <a:pt x="80062" y="110012"/>
                  </a:cubicBezTo>
                  <a:cubicBezTo>
                    <a:pt x="75000" y="110012"/>
                    <a:pt x="70047" y="109085"/>
                    <a:pt x="65281" y="107312"/>
                  </a:cubicBezTo>
                  <a:cubicBezTo>
                    <a:pt x="62409" y="106398"/>
                    <a:pt x="60189" y="105484"/>
                    <a:pt x="57839" y="104831"/>
                  </a:cubicBezTo>
                  <a:cubicBezTo>
                    <a:pt x="56664" y="104440"/>
                    <a:pt x="55489" y="104178"/>
                    <a:pt x="54183" y="103917"/>
                  </a:cubicBezTo>
                  <a:cubicBezTo>
                    <a:pt x="53008" y="103656"/>
                    <a:pt x="51833" y="103395"/>
                    <a:pt x="50658" y="103265"/>
                  </a:cubicBezTo>
                  <a:cubicBezTo>
                    <a:pt x="48758" y="102956"/>
                    <a:pt x="46848" y="102805"/>
                    <a:pt x="44945" y="102805"/>
                  </a:cubicBezTo>
                  <a:cubicBezTo>
                    <a:pt x="37175" y="102805"/>
                    <a:pt x="29534" y="105334"/>
                    <a:pt x="23241" y="110054"/>
                  </a:cubicBezTo>
                  <a:cubicBezTo>
                    <a:pt x="23484" y="109810"/>
                    <a:pt x="24083" y="109262"/>
                    <a:pt x="23932" y="109262"/>
                  </a:cubicBezTo>
                  <a:cubicBezTo>
                    <a:pt x="23840" y="109262"/>
                    <a:pt x="23474" y="109463"/>
                    <a:pt x="22588" y="110054"/>
                  </a:cubicBezTo>
                  <a:cubicBezTo>
                    <a:pt x="28973" y="104946"/>
                    <a:pt x="36919" y="102180"/>
                    <a:pt x="45083" y="102180"/>
                  </a:cubicBezTo>
                  <a:cubicBezTo>
                    <a:pt x="46936" y="102180"/>
                    <a:pt x="48799" y="102322"/>
                    <a:pt x="50658" y="102612"/>
                  </a:cubicBezTo>
                  <a:cubicBezTo>
                    <a:pt x="51833" y="102742"/>
                    <a:pt x="53139" y="103003"/>
                    <a:pt x="54314" y="103265"/>
                  </a:cubicBezTo>
                  <a:cubicBezTo>
                    <a:pt x="55619" y="103526"/>
                    <a:pt x="56795" y="103787"/>
                    <a:pt x="58100" y="104178"/>
                  </a:cubicBezTo>
                  <a:cubicBezTo>
                    <a:pt x="60581" y="104831"/>
                    <a:pt x="62800" y="105745"/>
                    <a:pt x="65673" y="106790"/>
                  </a:cubicBezTo>
                  <a:cubicBezTo>
                    <a:pt x="70432" y="108450"/>
                    <a:pt x="75378" y="109359"/>
                    <a:pt x="80433" y="109359"/>
                  </a:cubicBezTo>
                  <a:cubicBezTo>
                    <a:pt x="81341" y="109359"/>
                    <a:pt x="82253" y="109330"/>
                    <a:pt x="83168" y="109270"/>
                  </a:cubicBezTo>
                  <a:cubicBezTo>
                    <a:pt x="86301" y="108879"/>
                    <a:pt x="89304" y="108095"/>
                    <a:pt x="92176" y="106790"/>
                  </a:cubicBezTo>
                  <a:cubicBezTo>
                    <a:pt x="94918" y="105615"/>
                    <a:pt x="97529" y="103917"/>
                    <a:pt x="99749" y="101959"/>
                  </a:cubicBezTo>
                  <a:cubicBezTo>
                    <a:pt x="102099" y="100001"/>
                    <a:pt x="104057" y="97912"/>
                    <a:pt x="105885" y="95692"/>
                  </a:cubicBezTo>
                  <a:cubicBezTo>
                    <a:pt x="107713" y="93472"/>
                    <a:pt x="109280" y="91122"/>
                    <a:pt x="110847" y="88642"/>
                  </a:cubicBezTo>
                  <a:cubicBezTo>
                    <a:pt x="116461" y="79241"/>
                    <a:pt x="121030" y="69188"/>
                    <a:pt x="124686" y="58743"/>
                  </a:cubicBezTo>
                  <a:cubicBezTo>
                    <a:pt x="125600" y="56263"/>
                    <a:pt x="126383" y="53521"/>
                    <a:pt x="127428" y="51171"/>
                  </a:cubicBezTo>
                  <a:lnTo>
                    <a:pt x="128733" y="47646"/>
                  </a:lnTo>
                  <a:lnTo>
                    <a:pt x="129517" y="45818"/>
                  </a:lnTo>
                  <a:lnTo>
                    <a:pt x="130300" y="44121"/>
                  </a:lnTo>
                  <a:cubicBezTo>
                    <a:pt x="131345" y="41770"/>
                    <a:pt x="132520" y="39420"/>
                    <a:pt x="133825" y="37331"/>
                  </a:cubicBezTo>
                  <a:cubicBezTo>
                    <a:pt x="134478" y="36156"/>
                    <a:pt x="135131" y="35112"/>
                    <a:pt x="135784" y="34067"/>
                  </a:cubicBezTo>
                  <a:lnTo>
                    <a:pt x="138003" y="30934"/>
                  </a:lnTo>
                  <a:lnTo>
                    <a:pt x="139178" y="29367"/>
                  </a:lnTo>
                  <a:lnTo>
                    <a:pt x="140353" y="27931"/>
                  </a:lnTo>
                  <a:lnTo>
                    <a:pt x="142703" y="25320"/>
                  </a:lnTo>
                  <a:lnTo>
                    <a:pt x="145445" y="22709"/>
                  </a:lnTo>
                  <a:cubicBezTo>
                    <a:pt x="145967" y="22186"/>
                    <a:pt x="146359" y="21795"/>
                    <a:pt x="146881" y="21403"/>
                  </a:cubicBezTo>
                  <a:lnTo>
                    <a:pt x="148317" y="20228"/>
                  </a:lnTo>
                  <a:cubicBezTo>
                    <a:pt x="152234" y="17094"/>
                    <a:pt x="156543" y="14483"/>
                    <a:pt x="161112" y="12655"/>
                  </a:cubicBezTo>
                  <a:cubicBezTo>
                    <a:pt x="163462" y="11741"/>
                    <a:pt x="165812" y="10828"/>
                    <a:pt x="168293" y="10305"/>
                  </a:cubicBezTo>
                  <a:lnTo>
                    <a:pt x="171949" y="9522"/>
                  </a:lnTo>
                  <a:cubicBezTo>
                    <a:pt x="173124" y="9261"/>
                    <a:pt x="174429" y="9261"/>
                    <a:pt x="175604" y="9130"/>
                  </a:cubicBezTo>
                  <a:cubicBezTo>
                    <a:pt x="177050" y="9019"/>
                    <a:pt x="178485" y="8960"/>
                    <a:pt x="179909" y="8960"/>
                  </a:cubicBezTo>
                  <a:cubicBezTo>
                    <a:pt x="183503" y="8960"/>
                    <a:pt x="187029" y="9333"/>
                    <a:pt x="190488" y="10175"/>
                  </a:cubicBezTo>
                  <a:cubicBezTo>
                    <a:pt x="200280" y="12264"/>
                    <a:pt x="208897" y="18139"/>
                    <a:pt x="214381" y="26625"/>
                  </a:cubicBezTo>
                  <a:lnTo>
                    <a:pt x="213598" y="27017"/>
                  </a:lnTo>
                  <a:cubicBezTo>
                    <a:pt x="217123" y="33023"/>
                    <a:pt x="218689" y="39812"/>
                    <a:pt x="218037" y="46601"/>
                  </a:cubicBezTo>
                  <a:cubicBezTo>
                    <a:pt x="217906" y="48429"/>
                    <a:pt x="217645" y="50126"/>
                    <a:pt x="217253" y="51824"/>
                  </a:cubicBezTo>
                  <a:cubicBezTo>
                    <a:pt x="216992" y="53651"/>
                    <a:pt x="216470" y="55349"/>
                    <a:pt x="215948" y="57046"/>
                  </a:cubicBezTo>
                  <a:cubicBezTo>
                    <a:pt x="215425" y="58743"/>
                    <a:pt x="214773" y="60441"/>
                    <a:pt x="214120" y="62138"/>
                  </a:cubicBezTo>
                  <a:cubicBezTo>
                    <a:pt x="213467" y="63705"/>
                    <a:pt x="212553" y="65663"/>
                    <a:pt x="211770" y="67491"/>
                  </a:cubicBezTo>
                  <a:cubicBezTo>
                    <a:pt x="205242" y="81983"/>
                    <a:pt x="199236" y="97128"/>
                    <a:pt x="195841" y="113448"/>
                  </a:cubicBezTo>
                  <a:lnTo>
                    <a:pt x="195319" y="115929"/>
                  </a:lnTo>
                  <a:cubicBezTo>
                    <a:pt x="195189" y="116843"/>
                    <a:pt x="195058" y="117626"/>
                    <a:pt x="194927" y="118410"/>
                  </a:cubicBezTo>
                  <a:cubicBezTo>
                    <a:pt x="194666" y="120107"/>
                    <a:pt x="194405" y="121674"/>
                    <a:pt x="194275" y="123371"/>
                  </a:cubicBezTo>
                  <a:lnTo>
                    <a:pt x="194014" y="128202"/>
                  </a:lnTo>
                  <a:lnTo>
                    <a:pt x="194014" y="132641"/>
                  </a:lnTo>
                  <a:cubicBezTo>
                    <a:pt x="194014" y="138647"/>
                    <a:pt x="194405" y="143738"/>
                    <a:pt x="194405" y="148308"/>
                  </a:cubicBezTo>
                  <a:cubicBezTo>
                    <a:pt x="194927" y="142824"/>
                    <a:pt x="194666" y="136819"/>
                    <a:pt x="195058" y="130552"/>
                  </a:cubicBezTo>
                  <a:cubicBezTo>
                    <a:pt x="195319" y="124415"/>
                    <a:pt x="196233" y="118148"/>
                    <a:pt x="197669" y="112143"/>
                  </a:cubicBezTo>
                  <a:cubicBezTo>
                    <a:pt x="200542" y="100131"/>
                    <a:pt x="204589" y="88381"/>
                    <a:pt x="209420" y="77022"/>
                  </a:cubicBezTo>
                  <a:lnTo>
                    <a:pt x="213206" y="68535"/>
                  </a:lnTo>
                  <a:lnTo>
                    <a:pt x="215034" y="64227"/>
                  </a:lnTo>
                  <a:lnTo>
                    <a:pt x="216731" y="60180"/>
                  </a:lnTo>
                  <a:cubicBezTo>
                    <a:pt x="218820" y="54827"/>
                    <a:pt x="219864" y="49082"/>
                    <a:pt x="219995" y="43337"/>
                  </a:cubicBezTo>
                  <a:cubicBezTo>
                    <a:pt x="219995" y="42482"/>
                    <a:pt x="219963" y="41630"/>
                    <a:pt x="219900" y="40782"/>
                  </a:cubicBezTo>
                  <a:lnTo>
                    <a:pt x="219900" y="40782"/>
                  </a:lnTo>
                  <a:cubicBezTo>
                    <a:pt x="220164" y="44070"/>
                    <a:pt x="220004" y="47393"/>
                    <a:pt x="219473" y="50649"/>
                  </a:cubicBezTo>
                  <a:cubicBezTo>
                    <a:pt x="219212" y="52215"/>
                    <a:pt x="218820" y="53782"/>
                    <a:pt x="218428" y="55349"/>
                  </a:cubicBezTo>
                  <a:lnTo>
                    <a:pt x="217775" y="57699"/>
                  </a:lnTo>
                  <a:lnTo>
                    <a:pt x="217384" y="58874"/>
                  </a:lnTo>
                  <a:cubicBezTo>
                    <a:pt x="217253" y="59266"/>
                    <a:pt x="217123" y="59657"/>
                    <a:pt x="216992" y="60049"/>
                  </a:cubicBezTo>
                  <a:cubicBezTo>
                    <a:pt x="216339" y="61485"/>
                    <a:pt x="215687" y="63052"/>
                    <a:pt x="215164" y="64619"/>
                  </a:cubicBezTo>
                  <a:lnTo>
                    <a:pt x="213075" y="69319"/>
                  </a:lnTo>
                  <a:cubicBezTo>
                    <a:pt x="207331" y="81853"/>
                    <a:pt x="202630" y="94778"/>
                    <a:pt x="199105" y="107965"/>
                  </a:cubicBezTo>
                  <a:cubicBezTo>
                    <a:pt x="197408" y="114623"/>
                    <a:pt x="196233" y="121543"/>
                    <a:pt x="195841" y="128332"/>
                  </a:cubicBezTo>
                  <a:cubicBezTo>
                    <a:pt x="195189" y="135252"/>
                    <a:pt x="195711" y="142172"/>
                    <a:pt x="195189" y="148308"/>
                  </a:cubicBezTo>
                  <a:cubicBezTo>
                    <a:pt x="195058" y="149744"/>
                    <a:pt x="194927" y="151050"/>
                    <a:pt x="194797" y="152355"/>
                  </a:cubicBezTo>
                  <a:lnTo>
                    <a:pt x="194014" y="156403"/>
                  </a:lnTo>
                  <a:cubicBezTo>
                    <a:pt x="193752" y="158100"/>
                    <a:pt x="193361" y="159797"/>
                    <a:pt x="192969" y="161364"/>
                  </a:cubicBezTo>
                  <a:cubicBezTo>
                    <a:pt x="192708" y="162931"/>
                    <a:pt x="192186" y="164498"/>
                    <a:pt x="191794" y="165803"/>
                  </a:cubicBezTo>
                  <a:cubicBezTo>
                    <a:pt x="191272" y="168675"/>
                    <a:pt x="190358" y="171026"/>
                    <a:pt x="189836" y="172853"/>
                  </a:cubicBezTo>
                  <a:cubicBezTo>
                    <a:pt x="189444" y="174551"/>
                    <a:pt x="189183" y="175726"/>
                    <a:pt x="189574" y="175856"/>
                  </a:cubicBezTo>
                  <a:cubicBezTo>
                    <a:pt x="189593" y="175865"/>
                    <a:pt x="189614" y="175870"/>
                    <a:pt x="189637" y="175870"/>
                  </a:cubicBezTo>
                  <a:cubicBezTo>
                    <a:pt x="189948" y="175870"/>
                    <a:pt x="190710" y="175048"/>
                    <a:pt x="191925" y="172984"/>
                  </a:cubicBezTo>
                  <a:cubicBezTo>
                    <a:pt x="194144" y="169328"/>
                    <a:pt x="195972" y="165542"/>
                    <a:pt x="197278" y="161495"/>
                  </a:cubicBezTo>
                  <a:cubicBezTo>
                    <a:pt x="197800" y="159797"/>
                    <a:pt x="198191" y="158100"/>
                    <a:pt x="198453" y="156403"/>
                  </a:cubicBezTo>
                  <a:cubicBezTo>
                    <a:pt x="198714" y="155358"/>
                    <a:pt x="198844" y="154444"/>
                    <a:pt x="198975" y="153400"/>
                  </a:cubicBezTo>
                  <a:cubicBezTo>
                    <a:pt x="199236" y="152486"/>
                    <a:pt x="199236" y="151441"/>
                    <a:pt x="199366" y="150528"/>
                  </a:cubicBezTo>
                  <a:cubicBezTo>
                    <a:pt x="199628" y="148700"/>
                    <a:pt x="199628" y="147002"/>
                    <a:pt x="199628" y="145827"/>
                  </a:cubicBezTo>
                  <a:lnTo>
                    <a:pt x="199628" y="143869"/>
                  </a:lnTo>
                  <a:cubicBezTo>
                    <a:pt x="199783" y="142934"/>
                    <a:pt x="199960" y="142578"/>
                    <a:pt x="200140" y="142578"/>
                  </a:cubicBezTo>
                  <a:cubicBezTo>
                    <a:pt x="200414" y="142578"/>
                    <a:pt x="200697" y="143396"/>
                    <a:pt x="200933" y="144261"/>
                  </a:cubicBezTo>
                  <a:cubicBezTo>
                    <a:pt x="201064" y="139430"/>
                    <a:pt x="200933" y="134730"/>
                    <a:pt x="201194" y="130030"/>
                  </a:cubicBezTo>
                  <a:cubicBezTo>
                    <a:pt x="201325" y="127679"/>
                    <a:pt x="201455" y="125329"/>
                    <a:pt x="201847" y="122979"/>
                  </a:cubicBezTo>
                  <a:cubicBezTo>
                    <a:pt x="202239" y="120760"/>
                    <a:pt x="202500" y="118410"/>
                    <a:pt x="203022" y="116060"/>
                  </a:cubicBezTo>
                  <a:cubicBezTo>
                    <a:pt x="204850" y="106790"/>
                    <a:pt x="207592" y="97781"/>
                    <a:pt x="210986" y="88903"/>
                  </a:cubicBezTo>
                  <a:cubicBezTo>
                    <a:pt x="212814" y="84464"/>
                    <a:pt x="214511" y="80155"/>
                    <a:pt x="216339" y="75716"/>
                  </a:cubicBezTo>
                  <a:cubicBezTo>
                    <a:pt x="218297" y="71278"/>
                    <a:pt x="220255" y="67101"/>
                    <a:pt x="222083" y="62402"/>
                  </a:cubicBezTo>
                  <a:lnTo>
                    <a:pt x="222083" y="62402"/>
                  </a:lnTo>
                  <a:cubicBezTo>
                    <a:pt x="220255" y="67101"/>
                    <a:pt x="218428" y="71409"/>
                    <a:pt x="216470" y="75847"/>
                  </a:cubicBezTo>
                  <a:cubicBezTo>
                    <a:pt x="214511" y="80155"/>
                    <a:pt x="212814" y="84725"/>
                    <a:pt x="211117" y="89164"/>
                  </a:cubicBezTo>
                  <a:cubicBezTo>
                    <a:pt x="207722" y="98042"/>
                    <a:pt x="204981" y="107312"/>
                    <a:pt x="203153" y="116712"/>
                  </a:cubicBezTo>
                  <a:cubicBezTo>
                    <a:pt x="202761" y="119062"/>
                    <a:pt x="202239" y="121412"/>
                    <a:pt x="202108" y="123763"/>
                  </a:cubicBezTo>
                  <a:cubicBezTo>
                    <a:pt x="201978" y="126113"/>
                    <a:pt x="201586" y="128463"/>
                    <a:pt x="201586" y="130813"/>
                  </a:cubicBezTo>
                  <a:cubicBezTo>
                    <a:pt x="201325" y="135644"/>
                    <a:pt x="201455" y="140474"/>
                    <a:pt x="201325" y="145436"/>
                  </a:cubicBezTo>
                  <a:cubicBezTo>
                    <a:pt x="201466" y="145789"/>
                    <a:pt x="201607" y="146027"/>
                    <a:pt x="201749" y="146027"/>
                  </a:cubicBezTo>
                  <a:cubicBezTo>
                    <a:pt x="201868" y="146027"/>
                    <a:pt x="201988" y="145855"/>
                    <a:pt x="202108" y="145436"/>
                  </a:cubicBezTo>
                  <a:cubicBezTo>
                    <a:pt x="202500" y="142824"/>
                    <a:pt x="202761" y="140344"/>
                    <a:pt x="202761" y="137863"/>
                  </a:cubicBezTo>
                  <a:cubicBezTo>
                    <a:pt x="202892" y="134860"/>
                    <a:pt x="202892" y="130291"/>
                    <a:pt x="203544" y="124546"/>
                  </a:cubicBezTo>
                  <a:cubicBezTo>
                    <a:pt x="204328" y="118018"/>
                    <a:pt x="205633" y="111620"/>
                    <a:pt x="207461" y="105354"/>
                  </a:cubicBezTo>
                  <a:cubicBezTo>
                    <a:pt x="208245" y="101828"/>
                    <a:pt x="209550" y="98303"/>
                    <a:pt x="210725" y="94778"/>
                  </a:cubicBezTo>
                  <a:cubicBezTo>
                    <a:pt x="211770" y="91122"/>
                    <a:pt x="213206" y="87728"/>
                    <a:pt x="214511" y="84333"/>
                  </a:cubicBezTo>
                  <a:cubicBezTo>
                    <a:pt x="215687" y="80939"/>
                    <a:pt x="217253" y="77544"/>
                    <a:pt x="218559" y="74541"/>
                  </a:cubicBezTo>
                  <a:cubicBezTo>
                    <a:pt x="219212" y="72974"/>
                    <a:pt x="219864" y="71408"/>
                    <a:pt x="220517" y="69972"/>
                  </a:cubicBezTo>
                  <a:cubicBezTo>
                    <a:pt x="221170" y="68535"/>
                    <a:pt x="221823" y="67099"/>
                    <a:pt x="222345" y="65663"/>
                  </a:cubicBezTo>
                  <a:cubicBezTo>
                    <a:pt x="226131" y="57568"/>
                    <a:pt x="227829" y="48690"/>
                    <a:pt x="227306" y="39681"/>
                  </a:cubicBezTo>
                  <a:cubicBezTo>
                    <a:pt x="227176" y="38637"/>
                    <a:pt x="227045" y="37462"/>
                    <a:pt x="226784" y="36287"/>
                  </a:cubicBezTo>
                  <a:cubicBezTo>
                    <a:pt x="226654" y="35242"/>
                    <a:pt x="226523" y="34067"/>
                    <a:pt x="226131" y="32892"/>
                  </a:cubicBezTo>
                  <a:cubicBezTo>
                    <a:pt x="224956" y="28453"/>
                    <a:pt x="222998" y="24145"/>
                    <a:pt x="220517" y="20228"/>
                  </a:cubicBezTo>
                  <a:cubicBezTo>
                    <a:pt x="219864" y="19183"/>
                    <a:pt x="219081" y="18400"/>
                    <a:pt x="218298" y="17356"/>
                  </a:cubicBezTo>
                  <a:lnTo>
                    <a:pt x="217253" y="16050"/>
                  </a:lnTo>
                  <a:lnTo>
                    <a:pt x="216078" y="14744"/>
                  </a:lnTo>
                  <a:cubicBezTo>
                    <a:pt x="209550" y="8086"/>
                    <a:pt x="201194" y="3386"/>
                    <a:pt x="192055" y="1297"/>
                  </a:cubicBezTo>
                  <a:cubicBezTo>
                    <a:pt x="188023" y="433"/>
                    <a:pt x="183940" y="1"/>
                    <a:pt x="17986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 name="Google Shape;19;p44"/>
          <p:cNvGrpSpPr/>
          <p:nvPr/>
        </p:nvGrpSpPr>
        <p:grpSpPr>
          <a:xfrm rot="4930936">
            <a:off x="-2051849" y="2215929"/>
            <a:ext cx="4860850" cy="3522966"/>
            <a:chOff x="879525" y="238350"/>
            <a:chExt cx="5929900" cy="5134125"/>
          </a:xfrm>
        </p:grpSpPr>
        <p:sp>
          <p:nvSpPr>
            <p:cNvPr id="20" name="Google Shape;20;p44"/>
            <p:cNvSpPr/>
            <p:nvPr/>
          </p:nvSpPr>
          <p:spPr>
            <a:xfrm>
              <a:off x="879525" y="350950"/>
              <a:ext cx="5929900" cy="4895750"/>
            </a:xfrm>
            <a:custGeom>
              <a:rect b="b" l="l" r="r" t="t"/>
              <a:pathLst>
                <a:path extrusionOk="0" h="195830" w="237196">
                  <a:moveTo>
                    <a:pt x="182493" y="0"/>
                  </a:moveTo>
                  <a:cubicBezTo>
                    <a:pt x="160794" y="0"/>
                    <a:pt x="136857" y="13684"/>
                    <a:pt x="125770" y="46667"/>
                  </a:cubicBezTo>
                  <a:cubicBezTo>
                    <a:pt x="112501" y="86475"/>
                    <a:pt x="99703" y="101135"/>
                    <a:pt x="82683" y="101135"/>
                  </a:cubicBezTo>
                  <a:cubicBezTo>
                    <a:pt x="77764" y="101135"/>
                    <a:pt x="72494" y="99911"/>
                    <a:pt x="66757" y="97716"/>
                  </a:cubicBezTo>
                  <a:cubicBezTo>
                    <a:pt x="59909" y="95081"/>
                    <a:pt x="53433" y="93896"/>
                    <a:pt x="47460" y="93896"/>
                  </a:cubicBezTo>
                  <a:cubicBezTo>
                    <a:pt x="17332" y="93896"/>
                    <a:pt x="1" y="124030"/>
                    <a:pt x="12313" y="150071"/>
                  </a:cubicBezTo>
                  <a:cubicBezTo>
                    <a:pt x="19223" y="164795"/>
                    <a:pt x="29540" y="168076"/>
                    <a:pt x="41648" y="168076"/>
                  </a:cubicBezTo>
                  <a:cubicBezTo>
                    <a:pt x="51382" y="168076"/>
                    <a:pt x="62272" y="165955"/>
                    <a:pt x="73479" y="165955"/>
                  </a:cubicBezTo>
                  <a:cubicBezTo>
                    <a:pt x="86528" y="165955"/>
                    <a:pt x="100005" y="168830"/>
                    <a:pt x="112584" y="181275"/>
                  </a:cubicBezTo>
                  <a:cubicBezTo>
                    <a:pt x="123109" y="191650"/>
                    <a:pt x="135906" y="195830"/>
                    <a:pt x="148277" y="195830"/>
                  </a:cubicBezTo>
                  <a:cubicBezTo>
                    <a:pt x="168129" y="195830"/>
                    <a:pt x="186885" y="185066"/>
                    <a:pt x="193400" y="171875"/>
                  </a:cubicBezTo>
                  <a:cubicBezTo>
                    <a:pt x="213115" y="132315"/>
                    <a:pt x="187003" y="136231"/>
                    <a:pt x="220818" y="61420"/>
                  </a:cubicBezTo>
                  <a:cubicBezTo>
                    <a:pt x="237196" y="25134"/>
                    <a:pt x="211900" y="0"/>
                    <a:pt x="182493" y="0"/>
                  </a:cubicBezTo>
                  <a:close/>
                </a:path>
              </a:pathLst>
            </a:custGeom>
            <a:solidFill>
              <a:srgbClr val="F0A9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44"/>
            <p:cNvSpPr/>
            <p:nvPr/>
          </p:nvSpPr>
          <p:spPr>
            <a:xfrm>
              <a:off x="945800" y="238350"/>
              <a:ext cx="5695725" cy="5134125"/>
            </a:xfrm>
            <a:custGeom>
              <a:rect b="b" l="l" r="r" t="t"/>
              <a:pathLst>
                <a:path extrusionOk="0" h="205365" w="227829">
                  <a:moveTo>
                    <a:pt x="206027" y="18003"/>
                  </a:moveTo>
                  <a:lnTo>
                    <a:pt x="206027" y="18003"/>
                  </a:lnTo>
                  <a:cubicBezTo>
                    <a:pt x="208273" y="19839"/>
                    <a:pt x="210274" y="21959"/>
                    <a:pt x="212031" y="24275"/>
                  </a:cubicBezTo>
                  <a:lnTo>
                    <a:pt x="210464" y="22056"/>
                  </a:lnTo>
                  <a:lnTo>
                    <a:pt x="208506" y="20097"/>
                  </a:lnTo>
                  <a:cubicBezTo>
                    <a:pt x="207853" y="19445"/>
                    <a:pt x="207070" y="18922"/>
                    <a:pt x="206417" y="18270"/>
                  </a:cubicBezTo>
                  <a:cubicBezTo>
                    <a:pt x="206283" y="18181"/>
                    <a:pt x="206154" y="18092"/>
                    <a:pt x="206027" y="18003"/>
                  </a:cubicBezTo>
                  <a:close/>
                  <a:moveTo>
                    <a:pt x="180437" y="1544"/>
                  </a:moveTo>
                  <a:cubicBezTo>
                    <a:pt x="180872" y="1544"/>
                    <a:pt x="181307" y="1548"/>
                    <a:pt x="181741" y="1558"/>
                  </a:cubicBezTo>
                  <a:cubicBezTo>
                    <a:pt x="188008" y="1819"/>
                    <a:pt x="194144" y="3255"/>
                    <a:pt x="199889" y="5605"/>
                  </a:cubicBezTo>
                  <a:cubicBezTo>
                    <a:pt x="205633" y="8086"/>
                    <a:pt x="210856" y="11611"/>
                    <a:pt x="215164" y="16181"/>
                  </a:cubicBezTo>
                  <a:cubicBezTo>
                    <a:pt x="219473" y="20881"/>
                    <a:pt x="222606" y="26495"/>
                    <a:pt x="224304" y="32501"/>
                  </a:cubicBezTo>
                  <a:cubicBezTo>
                    <a:pt x="224695" y="33806"/>
                    <a:pt x="224956" y="34981"/>
                    <a:pt x="225087" y="36287"/>
                  </a:cubicBezTo>
                  <a:cubicBezTo>
                    <a:pt x="225146" y="36584"/>
                    <a:pt x="225199" y="36875"/>
                    <a:pt x="225247" y="37162"/>
                  </a:cubicBezTo>
                  <a:lnTo>
                    <a:pt x="225247" y="37162"/>
                  </a:lnTo>
                  <a:cubicBezTo>
                    <a:pt x="225195" y="36909"/>
                    <a:pt x="225141" y="36660"/>
                    <a:pt x="225087" y="36417"/>
                  </a:cubicBezTo>
                  <a:cubicBezTo>
                    <a:pt x="224956" y="35112"/>
                    <a:pt x="224695" y="33806"/>
                    <a:pt x="224304" y="32631"/>
                  </a:cubicBezTo>
                  <a:cubicBezTo>
                    <a:pt x="222606" y="26495"/>
                    <a:pt x="219342" y="20881"/>
                    <a:pt x="214903" y="16181"/>
                  </a:cubicBezTo>
                  <a:cubicBezTo>
                    <a:pt x="210595" y="11611"/>
                    <a:pt x="205242" y="8086"/>
                    <a:pt x="199366" y="5736"/>
                  </a:cubicBezTo>
                  <a:cubicBezTo>
                    <a:pt x="193028" y="3172"/>
                    <a:pt x="186263" y="1890"/>
                    <a:pt x="179494" y="1890"/>
                  </a:cubicBezTo>
                  <a:cubicBezTo>
                    <a:pt x="173853" y="1890"/>
                    <a:pt x="168210" y="2780"/>
                    <a:pt x="162810" y="4561"/>
                  </a:cubicBezTo>
                  <a:cubicBezTo>
                    <a:pt x="156934" y="6388"/>
                    <a:pt x="151320" y="9261"/>
                    <a:pt x="146228" y="12786"/>
                  </a:cubicBezTo>
                  <a:cubicBezTo>
                    <a:pt x="141398" y="16442"/>
                    <a:pt x="136959" y="20750"/>
                    <a:pt x="133172" y="25581"/>
                  </a:cubicBezTo>
                  <a:cubicBezTo>
                    <a:pt x="131644" y="27547"/>
                    <a:pt x="130115" y="29604"/>
                    <a:pt x="128739" y="31752"/>
                  </a:cubicBezTo>
                  <a:lnTo>
                    <a:pt x="128739" y="31752"/>
                  </a:lnTo>
                  <a:lnTo>
                    <a:pt x="129386" y="30673"/>
                  </a:lnTo>
                  <a:cubicBezTo>
                    <a:pt x="129778" y="30020"/>
                    <a:pt x="130300" y="29367"/>
                    <a:pt x="130692" y="28714"/>
                  </a:cubicBezTo>
                  <a:lnTo>
                    <a:pt x="133433" y="25059"/>
                  </a:lnTo>
                  <a:cubicBezTo>
                    <a:pt x="137350" y="20228"/>
                    <a:pt x="141789" y="15919"/>
                    <a:pt x="146751" y="12264"/>
                  </a:cubicBezTo>
                  <a:cubicBezTo>
                    <a:pt x="151842" y="8739"/>
                    <a:pt x="157457" y="5997"/>
                    <a:pt x="163462" y="4169"/>
                  </a:cubicBezTo>
                  <a:cubicBezTo>
                    <a:pt x="168922" y="2349"/>
                    <a:pt x="174720" y="1544"/>
                    <a:pt x="180437" y="1544"/>
                  </a:cubicBezTo>
                  <a:close/>
                  <a:moveTo>
                    <a:pt x="225608" y="40063"/>
                  </a:moveTo>
                  <a:cubicBezTo>
                    <a:pt x="225608" y="40067"/>
                    <a:pt x="225609" y="40070"/>
                    <a:pt x="225609" y="40073"/>
                  </a:cubicBezTo>
                  <a:lnTo>
                    <a:pt x="225740" y="43859"/>
                  </a:lnTo>
                  <a:lnTo>
                    <a:pt x="225735" y="43990"/>
                  </a:lnTo>
                  <a:lnTo>
                    <a:pt x="225609" y="40204"/>
                  </a:lnTo>
                  <a:cubicBezTo>
                    <a:pt x="225609" y="40157"/>
                    <a:pt x="225609" y="40110"/>
                    <a:pt x="225608" y="40063"/>
                  </a:cubicBezTo>
                  <a:close/>
                  <a:moveTo>
                    <a:pt x="127845" y="33228"/>
                  </a:moveTo>
                  <a:cubicBezTo>
                    <a:pt x="127202" y="34465"/>
                    <a:pt x="126349" y="35702"/>
                    <a:pt x="125730" y="36940"/>
                  </a:cubicBezTo>
                  <a:lnTo>
                    <a:pt x="123772" y="40987"/>
                  </a:lnTo>
                  <a:lnTo>
                    <a:pt x="122728" y="43076"/>
                  </a:lnTo>
                  <a:lnTo>
                    <a:pt x="121944" y="45165"/>
                  </a:lnTo>
                  <a:lnTo>
                    <a:pt x="120671" y="48298"/>
                  </a:lnTo>
                  <a:lnTo>
                    <a:pt x="121944" y="44904"/>
                  </a:lnTo>
                  <a:cubicBezTo>
                    <a:pt x="122205" y="44121"/>
                    <a:pt x="122466" y="43468"/>
                    <a:pt x="122858" y="42684"/>
                  </a:cubicBezTo>
                  <a:lnTo>
                    <a:pt x="123772" y="40726"/>
                  </a:lnTo>
                  <a:lnTo>
                    <a:pt x="125861" y="36548"/>
                  </a:lnTo>
                  <a:cubicBezTo>
                    <a:pt x="126414" y="35441"/>
                    <a:pt x="127155" y="34334"/>
                    <a:pt x="127845" y="33228"/>
                  </a:cubicBezTo>
                  <a:close/>
                  <a:moveTo>
                    <a:pt x="225723" y="44365"/>
                  </a:moveTo>
                  <a:lnTo>
                    <a:pt x="225609" y="47776"/>
                  </a:lnTo>
                  <a:cubicBezTo>
                    <a:pt x="225479" y="48951"/>
                    <a:pt x="225348" y="50257"/>
                    <a:pt x="225087" y="51432"/>
                  </a:cubicBezTo>
                  <a:cubicBezTo>
                    <a:pt x="224826" y="52738"/>
                    <a:pt x="224695" y="54043"/>
                    <a:pt x="224304" y="55218"/>
                  </a:cubicBezTo>
                  <a:cubicBezTo>
                    <a:pt x="224565" y="54043"/>
                    <a:pt x="224826" y="52868"/>
                    <a:pt x="224956" y="51562"/>
                  </a:cubicBezTo>
                  <a:lnTo>
                    <a:pt x="225348" y="49735"/>
                  </a:lnTo>
                  <a:cubicBezTo>
                    <a:pt x="225479" y="49082"/>
                    <a:pt x="225479" y="48429"/>
                    <a:pt x="225479" y="47907"/>
                  </a:cubicBezTo>
                  <a:lnTo>
                    <a:pt x="225723" y="44365"/>
                  </a:lnTo>
                  <a:close/>
                  <a:moveTo>
                    <a:pt x="118815" y="53361"/>
                  </a:moveTo>
                  <a:lnTo>
                    <a:pt x="118815" y="53361"/>
                  </a:lnTo>
                  <a:cubicBezTo>
                    <a:pt x="118357" y="54687"/>
                    <a:pt x="117899" y="55997"/>
                    <a:pt x="117375" y="57307"/>
                  </a:cubicBezTo>
                  <a:lnTo>
                    <a:pt x="118815" y="53361"/>
                  </a:lnTo>
                  <a:close/>
                  <a:moveTo>
                    <a:pt x="178999" y="7417"/>
                  </a:moveTo>
                  <a:cubicBezTo>
                    <a:pt x="181891" y="7417"/>
                    <a:pt x="184798" y="7683"/>
                    <a:pt x="187616" y="8216"/>
                  </a:cubicBezTo>
                  <a:cubicBezTo>
                    <a:pt x="194405" y="9261"/>
                    <a:pt x="200803" y="11872"/>
                    <a:pt x="206286" y="16050"/>
                  </a:cubicBezTo>
                  <a:cubicBezTo>
                    <a:pt x="211509" y="19967"/>
                    <a:pt x="215556" y="25320"/>
                    <a:pt x="217906" y="31456"/>
                  </a:cubicBezTo>
                  <a:cubicBezTo>
                    <a:pt x="218522" y="33158"/>
                    <a:pt x="218997" y="34900"/>
                    <a:pt x="219339" y="36666"/>
                  </a:cubicBezTo>
                  <a:lnTo>
                    <a:pt x="219339" y="36666"/>
                  </a:lnTo>
                  <a:cubicBezTo>
                    <a:pt x="218667" y="33287"/>
                    <a:pt x="217483" y="30031"/>
                    <a:pt x="215817" y="27017"/>
                  </a:cubicBezTo>
                  <a:cubicBezTo>
                    <a:pt x="212945" y="22056"/>
                    <a:pt x="208897" y="17747"/>
                    <a:pt x="204067" y="14744"/>
                  </a:cubicBezTo>
                  <a:cubicBezTo>
                    <a:pt x="196724" y="10010"/>
                    <a:pt x="188167" y="7564"/>
                    <a:pt x="179558" y="7564"/>
                  </a:cubicBezTo>
                  <a:cubicBezTo>
                    <a:pt x="176532" y="7564"/>
                    <a:pt x="173500" y="7866"/>
                    <a:pt x="170513" y="8477"/>
                  </a:cubicBezTo>
                  <a:cubicBezTo>
                    <a:pt x="164637" y="9522"/>
                    <a:pt x="159023" y="11741"/>
                    <a:pt x="153931" y="14744"/>
                  </a:cubicBezTo>
                  <a:cubicBezTo>
                    <a:pt x="148840" y="17747"/>
                    <a:pt x="144270" y="21664"/>
                    <a:pt x="140484" y="26234"/>
                  </a:cubicBezTo>
                  <a:lnTo>
                    <a:pt x="139048" y="27800"/>
                  </a:lnTo>
                  <a:cubicBezTo>
                    <a:pt x="138525" y="28323"/>
                    <a:pt x="138003" y="28975"/>
                    <a:pt x="137611" y="29628"/>
                  </a:cubicBezTo>
                  <a:lnTo>
                    <a:pt x="135000" y="33284"/>
                  </a:lnTo>
                  <a:cubicBezTo>
                    <a:pt x="134086" y="34459"/>
                    <a:pt x="133433" y="35765"/>
                    <a:pt x="132650" y="37070"/>
                  </a:cubicBezTo>
                  <a:lnTo>
                    <a:pt x="131475" y="39029"/>
                  </a:lnTo>
                  <a:cubicBezTo>
                    <a:pt x="131083" y="39681"/>
                    <a:pt x="130822" y="40334"/>
                    <a:pt x="130431" y="41118"/>
                  </a:cubicBezTo>
                  <a:lnTo>
                    <a:pt x="128603" y="45165"/>
                  </a:lnTo>
                  <a:cubicBezTo>
                    <a:pt x="127950" y="46471"/>
                    <a:pt x="127428" y="47907"/>
                    <a:pt x="126905" y="49343"/>
                  </a:cubicBezTo>
                  <a:cubicBezTo>
                    <a:pt x="125861" y="52085"/>
                    <a:pt x="124816" y="55088"/>
                    <a:pt x="123772" y="58091"/>
                  </a:cubicBezTo>
                  <a:cubicBezTo>
                    <a:pt x="121552" y="63966"/>
                    <a:pt x="119333" y="69841"/>
                    <a:pt x="116722" y="75455"/>
                  </a:cubicBezTo>
                  <a:cubicBezTo>
                    <a:pt x="114111" y="81200"/>
                    <a:pt x="110977" y="86814"/>
                    <a:pt x="107321" y="92036"/>
                  </a:cubicBezTo>
                  <a:cubicBezTo>
                    <a:pt x="113327" y="82897"/>
                    <a:pt x="118288" y="73105"/>
                    <a:pt x="121814" y="62791"/>
                  </a:cubicBezTo>
                  <a:cubicBezTo>
                    <a:pt x="123903" y="57699"/>
                    <a:pt x="125469" y="52215"/>
                    <a:pt x="127428" y="47385"/>
                  </a:cubicBezTo>
                  <a:lnTo>
                    <a:pt x="128211" y="45426"/>
                  </a:lnTo>
                  <a:cubicBezTo>
                    <a:pt x="128472" y="44773"/>
                    <a:pt x="128733" y="44251"/>
                    <a:pt x="128994" y="43598"/>
                  </a:cubicBezTo>
                  <a:lnTo>
                    <a:pt x="130692" y="39943"/>
                  </a:lnTo>
                  <a:cubicBezTo>
                    <a:pt x="131345" y="38768"/>
                    <a:pt x="131997" y="37592"/>
                    <a:pt x="132650" y="36417"/>
                  </a:cubicBezTo>
                  <a:cubicBezTo>
                    <a:pt x="133303" y="35242"/>
                    <a:pt x="133956" y="34067"/>
                    <a:pt x="134739" y="33023"/>
                  </a:cubicBezTo>
                  <a:cubicBezTo>
                    <a:pt x="136175" y="30803"/>
                    <a:pt x="137873" y="28584"/>
                    <a:pt x="139570" y="26625"/>
                  </a:cubicBezTo>
                  <a:cubicBezTo>
                    <a:pt x="140484" y="25711"/>
                    <a:pt x="141267" y="24536"/>
                    <a:pt x="142312" y="23622"/>
                  </a:cubicBezTo>
                  <a:lnTo>
                    <a:pt x="145053" y="21011"/>
                  </a:lnTo>
                  <a:cubicBezTo>
                    <a:pt x="148970" y="17486"/>
                    <a:pt x="153409" y="14483"/>
                    <a:pt x="158109" y="12264"/>
                  </a:cubicBezTo>
                  <a:cubicBezTo>
                    <a:pt x="162810" y="10044"/>
                    <a:pt x="167771" y="8608"/>
                    <a:pt x="172863" y="7825"/>
                  </a:cubicBezTo>
                  <a:cubicBezTo>
                    <a:pt x="174876" y="7553"/>
                    <a:pt x="176934" y="7417"/>
                    <a:pt x="178999" y="7417"/>
                  </a:cubicBezTo>
                  <a:close/>
                  <a:moveTo>
                    <a:pt x="23240" y="110054"/>
                  </a:moveTo>
                  <a:lnTo>
                    <a:pt x="23240" y="110054"/>
                  </a:lnTo>
                  <a:cubicBezTo>
                    <a:pt x="23203" y="110129"/>
                    <a:pt x="23176" y="110194"/>
                    <a:pt x="23170" y="110238"/>
                  </a:cubicBezTo>
                  <a:lnTo>
                    <a:pt x="23170" y="110238"/>
                  </a:lnTo>
                  <a:cubicBezTo>
                    <a:pt x="23161" y="110214"/>
                    <a:pt x="23191" y="110152"/>
                    <a:pt x="23240" y="110054"/>
                  </a:cubicBezTo>
                  <a:close/>
                  <a:moveTo>
                    <a:pt x="179863" y="1"/>
                  </a:moveTo>
                  <a:cubicBezTo>
                    <a:pt x="174698" y="1"/>
                    <a:pt x="169541" y="694"/>
                    <a:pt x="164507" y="2080"/>
                  </a:cubicBezTo>
                  <a:cubicBezTo>
                    <a:pt x="155629" y="4561"/>
                    <a:pt x="147403" y="9000"/>
                    <a:pt x="140484" y="15136"/>
                  </a:cubicBezTo>
                  <a:cubicBezTo>
                    <a:pt x="133825" y="21272"/>
                    <a:pt x="128342" y="28453"/>
                    <a:pt x="124164" y="36548"/>
                  </a:cubicBezTo>
                  <a:cubicBezTo>
                    <a:pt x="123250" y="38506"/>
                    <a:pt x="122205" y="40595"/>
                    <a:pt x="121291" y="42554"/>
                  </a:cubicBezTo>
                  <a:lnTo>
                    <a:pt x="118941" y="48821"/>
                  </a:lnTo>
                  <a:cubicBezTo>
                    <a:pt x="117375" y="52738"/>
                    <a:pt x="116200" y="56524"/>
                    <a:pt x="114633" y="60441"/>
                  </a:cubicBezTo>
                  <a:cubicBezTo>
                    <a:pt x="111891" y="67752"/>
                    <a:pt x="108496" y="74933"/>
                    <a:pt x="104580" y="81853"/>
                  </a:cubicBezTo>
                  <a:cubicBezTo>
                    <a:pt x="101838" y="86553"/>
                    <a:pt x="98574" y="90861"/>
                    <a:pt x="94657" y="94517"/>
                  </a:cubicBezTo>
                  <a:cubicBezTo>
                    <a:pt x="91132" y="97781"/>
                    <a:pt x="86562" y="99739"/>
                    <a:pt x="81862" y="100131"/>
                  </a:cubicBezTo>
                  <a:cubicBezTo>
                    <a:pt x="81332" y="100158"/>
                    <a:pt x="80803" y="100171"/>
                    <a:pt x="80275" y="100171"/>
                  </a:cubicBezTo>
                  <a:cubicBezTo>
                    <a:pt x="75610" y="100171"/>
                    <a:pt x="71071" y="99149"/>
                    <a:pt x="66848" y="97389"/>
                  </a:cubicBezTo>
                  <a:lnTo>
                    <a:pt x="62409" y="95823"/>
                  </a:lnTo>
                  <a:cubicBezTo>
                    <a:pt x="60842" y="95431"/>
                    <a:pt x="59275" y="95039"/>
                    <a:pt x="57708" y="94517"/>
                  </a:cubicBezTo>
                  <a:cubicBezTo>
                    <a:pt x="54444" y="93734"/>
                    <a:pt x="51311" y="93342"/>
                    <a:pt x="48047" y="93081"/>
                  </a:cubicBezTo>
                  <a:cubicBezTo>
                    <a:pt x="46915" y="93037"/>
                    <a:pt x="45798" y="93008"/>
                    <a:pt x="44691" y="93008"/>
                  </a:cubicBezTo>
                  <a:cubicBezTo>
                    <a:pt x="42476" y="93008"/>
                    <a:pt x="40300" y="93124"/>
                    <a:pt x="38124" y="93472"/>
                  </a:cubicBezTo>
                  <a:cubicBezTo>
                    <a:pt x="34730" y="93995"/>
                    <a:pt x="31466" y="94778"/>
                    <a:pt x="28332" y="95953"/>
                  </a:cubicBezTo>
                  <a:cubicBezTo>
                    <a:pt x="25068" y="97259"/>
                    <a:pt x="22065" y="98825"/>
                    <a:pt x="19324" y="100653"/>
                  </a:cubicBezTo>
                  <a:cubicBezTo>
                    <a:pt x="16582" y="102612"/>
                    <a:pt x="13971" y="104831"/>
                    <a:pt x="11751" y="107442"/>
                  </a:cubicBezTo>
                  <a:cubicBezTo>
                    <a:pt x="7182" y="112404"/>
                    <a:pt x="3918" y="118410"/>
                    <a:pt x="2220" y="124938"/>
                  </a:cubicBezTo>
                  <a:cubicBezTo>
                    <a:pt x="392" y="131466"/>
                    <a:pt x="1" y="138255"/>
                    <a:pt x="1176" y="144783"/>
                  </a:cubicBezTo>
                  <a:cubicBezTo>
                    <a:pt x="1959" y="149353"/>
                    <a:pt x="3395" y="153792"/>
                    <a:pt x="5484" y="157839"/>
                  </a:cubicBezTo>
                  <a:cubicBezTo>
                    <a:pt x="7573" y="162147"/>
                    <a:pt x="10446" y="166064"/>
                    <a:pt x="13971" y="169328"/>
                  </a:cubicBezTo>
                  <a:cubicBezTo>
                    <a:pt x="17626" y="172723"/>
                    <a:pt x="22065" y="175073"/>
                    <a:pt x="27027" y="176248"/>
                  </a:cubicBezTo>
                  <a:cubicBezTo>
                    <a:pt x="31017" y="177187"/>
                    <a:pt x="35219" y="177704"/>
                    <a:pt x="39347" y="177704"/>
                  </a:cubicBezTo>
                  <a:cubicBezTo>
                    <a:pt x="39811" y="177704"/>
                    <a:pt x="40274" y="177697"/>
                    <a:pt x="40736" y="177684"/>
                  </a:cubicBezTo>
                  <a:cubicBezTo>
                    <a:pt x="49614" y="177423"/>
                    <a:pt x="57839" y="176117"/>
                    <a:pt x="65673" y="175726"/>
                  </a:cubicBezTo>
                  <a:cubicBezTo>
                    <a:pt x="67169" y="175626"/>
                    <a:pt x="68665" y="175583"/>
                    <a:pt x="70161" y="175583"/>
                  </a:cubicBezTo>
                  <a:cubicBezTo>
                    <a:pt x="72582" y="175583"/>
                    <a:pt x="75002" y="175695"/>
                    <a:pt x="77423" y="175856"/>
                  </a:cubicBezTo>
                  <a:cubicBezTo>
                    <a:pt x="81079" y="176248"/>
                    <a:pt x="84734" y="177031"/>
                    <a:pt x="88260" y="178206"/>
                  </a:cubicBezTo>
                  <a:cubicBezTo>
                    <a:pt x="95179" y="180426"/>
                    <a:pt x="101316" y="184343"/>
                    <a:pt x="106538" y="189565"/>
                  </a:cubicBezTo>
                  <a:cubicBezTo>
                    <a:pt x="112544" y="195571"/>
                    <a:pt x="119986" y="200141"/>
                    <a:pt x="128211" y="202752"/>
                  </a:cubicBezTo>
                  <a:cubicBezTo>
                    <a:pt x="133720" y="204526"/>
                    <a:pt x="139495" y="205365"/>
                    <a:pt x="145299" y="205365"/>
                  </a:cubicBezTo>
                  <a:cubicBezTo>
                    <a:pt x="147611" y="205365"/>
                    <a:pt x="149928" y="205232"/>
                    <a:pt x="152234" y="204971"/>
                  </a:cubicBezTo>
                  <a:cubicBezTo>
                    <a:pt x="159676" y="204188"/>
                    <a:pt x="166857" y="201968"/>
                    <a:pt x="173516" y="198443"/>
                  </a:cubicBezTo>
                  <a:cubicBezTo>
                    <a:pt x="178346" y="195963"/>
                    <a:pt x="182785" y="192829"/>
                    <a:pt x="186572" y="189043"/>
                  </a:cubicBezTo>
                  <a:cubicBezTo>
                    <a:pt x="189052" y="186562"/>
                    <a:pt x="191011" y="183821"/>
                    <a:pt x="192577" y="180818"/>
                  </a:cubicBezTo>
                  <a:cubicBezTo>
                    <a:pt x="192969" y="179904"/>
                    <a:pt x="193361" y="179120"/>
                    <a:pt x="193752" y="178206"/>
                  </a:cubicBezTo>
                  <a:cubicBezTo>
                    <a:pt x="193883" y="177815"/>
                    <a:pt x="193883" y="177293"/>
                    <a:pt x="194014" y="176901"/>
                  </a:cubicBezTo>
                  <a:cubicBezTo>
                    <a:pt x="193963" y="176700"/>
                    <a:pt x="193874" y="176595"/>
                    <a:pt x="193746" y="176595"/>
                  </a:cubicBezTo>
                  <a:cubicBezTo>
                    <a:pt x="193542" y="176595"/>
                    <a:pt x="193240" y="176861"/>
                    <a:pt x="192838" y="177423"/>
                  </a:cubicBezTo>
                  <a:cubicBezTo>
                    <a:pt x="189705" y="181732"/>
                    <a:pt x="186049" y="185387"/>
                    <a:pt x="181871" y="188521"/>
                  </a:cubicBezTo>
                  <a:cubicBezTo>
                    <a:pt x="173777" y="194265"/>
                    <a:pt x="164376" y="197921"/>
                    <a:pt x="154584" y="199227"/>
                  </a:cubicBezTo>
                  <a:lnTo>
                    <a:pt x="154454" y="198443"/>
                  </a:lnTo>
                  <a:cubicBezTo>
                    <a:pt x="159284" y="197660"/>
                    <a:pt x="163854" y="196354"/>
                    <a:pt x="168293" y="194396"/>
                  </a:cubicBezTo>
                  <a:cubicBezTo>
                    <a:pt x="170904" y="193221"/>
                    <a:pt x="173646" y="191785"/>
                    <a:pt x="175996" y="190087"/>
                  </a:cubicBezTo>
                  <a:cubicBezTo>
                    <a:pt x="177302" y="189174"/>
                    <a:pt x="178607" y="188260"/>
                    <a:pt x="179652" y="187085"/>
                  </a:cubicBezTo>
                  <a:cubicBezTo>
                    <a:pt x="180305" y="186432"/>
                    <a:pt x="180696" y="186040"/>
                    <a:pt x="180696" y="185779"/>
                  </a:cubicBezTo>
                  <a:cubicBezTo>
                    <a:pt x="180725" y="185581"/>
                    <a:pt x="180569" y="185518"/>
                    <a:pt x="180326" y="185518"/>
                  </a:cubicBezTo>
                  <a:cubicBezTo>
                    <a:pt x="179899" y="185518"/>
                    <a:pt x="179203" y="185713"/>
                    <a:pt x="178766" y="185713"/>
                  </a:cubicBezTo>
                  <a:cubicBezTo>
                    <a:pt x="178306" y="185713"/>
                    <a:pt x="178134" y="185496"/>
                    <a:pt x="178868" y="184604"/>
                  </a:cubicBezTo>
                  <a:lnTo>
                    <a:pt x="178868" y="184604"/>
                  </a:lnTo>
                  <a:cubicBezTo>
                    <a:pt x="170252" y="191524"/>
                    <a:pt x="159546" y="195571"/>
                    <a:pt x="148578" y="195963"/>
                  </a:cubicBezTo>
                  <a:cubicBezTo>
                    <a:pt x="147699" y="196016"/>
                    <a:pt x="146820" y="196042"/>
                    <a:pt x="145943" y="196042"/>
                  </a:cubicBezTo>
                  <a:cubicBezTo>
                    <a:pt x="136018" y="196042"/>
                    <a:pt x="126337" y="192670"/>
                    <a:pt x="118419" y="186432"/>
                  </a:cubicBezTo>
                  <a:cubicBezTo>
                    <a:pt x="117375" y="185648"/>
                    <a:pt x="116069" y="184604"/>
                    <a:pt x="114763" y="183298"/>
                  </a:cubicBezTo>
                  <a:lnTo>
                    <a:pt x="109802" y="178859"/>
                  </a:lnTo>
                  <a:cubicBezTo>
                    <a:pt x="106538" y="175987"/>
                    <a:pt x="102882" y="173637"/>
                    <a:pt x="99096" y="171678"/>
                  </a:cubicBezTo>
                  <a:cubicBezTo>
                    <a:pt x="94788" y="169459"/>
                    <a:pt x="90218" y="167892"/>
                    <a:pt x="85648" y="166978"/>
                  </a:cubicBezTo>
                  <a:cubicBezTo>
                    <a:pt x="81079" y="165934"/>
                    <a:pt x="76379" y="165542"/>
                    <a:pt x="71809" y="165542"/>
                  </a:cubicBezTo>
                  <a:cubicBezTo>
                    <a:pt x="71379" y="165536"/>
                    <a:pt x="70950" y="165533"/>
                    <a:pt x="70521" y="165533"/>
                  </a:cubicBezTo>
                  <a:cubicBezTo>
                    <a:pt x="61847" y="165533"/>
                    <a:pt x="53535" y="166748"/>
                    <a:pt x="45697" y="167370"/>
                  </a:cubicBezTo>
                  <a:cubicBezTo>
                    <a:pt x="43592" y="167504"/>
                    <a:pt x="41504" y="167594"/>
                    <a:pt x="39466" y="167594"/>
                  </a:cubicBezTo>
                  <a:cubicBezTo>
                    <a:pt x="33541" y="167594"/>
                    <a:pt x="28037" y="166826"/>
                    <a:pt x="23763" y="164106"/>
                  </a:cubicBezTo>
                  <a:cubicBezTo>
                    <a:pt x="20760" y="162147"/>
                    <a:pt x="18279" y="159536"/>
                    <a:pt x="16451" y="156533"/>
                  </a:cubicBezTo>
                  <a:cubicBezTo>
                    <a:pt x="14493" y="153400"/>
                    <a:pt x="12926" y="150005"/>
                    <a:pt x="12012" y="146350"/>
                  </a:cubicBezTo>
                  <a:cubicBezTo>
                    <a:pt x="9923" y="139169"/>
                    <a:pt x="10315" y="131466"/>
                    <a:pt x="12926" y="124546"/>
                  </a:cubicBezTo>
                  <a:cubicBezTo>
                    <a:pt x="15668" y="117626"/>
                    <a:pt x="20629" y="111751"/>
                    <a:pt x="27027" y="107965"/>
                  </a:cubicBezTo>
                  <a:cubicBezTo>
                    <a:pt x="32353" y="104812"/>
                    <a:pt x="38403" y="103199"/>
                    <a:pt x="44575" y="103199"/>
                  </a:cubicBezTo>
                  <a:cubicBezTo>
                    <a:pt x="45816" y="103199"/>
                    <a:pt x="47062" y="103264"/>
                    <a:pt x="48308" y="103395"/>
                  </a:cubicBezTo>
                  <a:cubicBezTo>
                    <a:pt x="52094" y="103656"/>
                    <a:pt x="55881" y="104440"/>
                    <a:pt x="59536" y="105615"/>
                  </a:cubicBezTo>
                  <a:lnTo>
                    <a:pt x="65412" y="107704"/>
                  </a:lnTo>
                  <a:cubicBezTo>
                    <a:pt x="67500" y="108487"/>
                    <a:pt x="69720" y="109140"/>
                    <a:pt x="71940" y="109531"/>
                  </a:cubicBezTo>
                  <a:cubicBezTo>
                    <a:pt x="74524" y="110106"/>
                    <a:pt x="77187" y="110404"/>
                    <a:pt x="79843" y="110404"/>
                  </a:cubicBezTo>
                  <a:cubicBezTo>
                    <a:pt x="82017" y="110404"/>
                    <a:pt x="84185" y="110204"/>
                    <a:pt x="86301" y="109793"/>
                  </a:cubicBezTo>
                  <a:cubicBezTo>
                    <a:pt x="88782" y="109270"/>
                    <a:pt x="91132" y="108487"/>
                    <a:pt x="93351" y="107442"/>
                  </a:cubicBezTo>
                  <a:cubicBezTo>
                    <a:pt x="95571" y="106398"/>
                    <a:pt x="97660" y="105092"/>
                    <a:pt x="99488" y="103526"/>
                  </a:cubicBezTo>
                  <a:cubicBezTo>
                    <a:pt x="103143" y="100523"/>
                    <a:pt x="106277" y="97128"/>
                    <a:pt x="108888" y="93342"/>
                  </a:cubicBezTo>
                  <a:cubicBezTo>
                    <a:pt x="111499" y="89817"/>
                    <a:pt x="113719" y="86031"/>
                    <a:pt x="115677" y="82114"/>
                  </a:cubicBezTo>
                  <a:cubicBezTo>
                    <a:pt x="119594" y="74411"/>
                    <a:pt x="122858" y="66446"/>
                    <a:pt x="125730" y="58352"/>
                  </a:cubicBezTo>
                  <a:lnTo>
                    <a:pt x="127819" y="52346"/>
                  </a:lnTo>
                  <a:lnTo>
                    <a:pt x="129908" y="46862"/>
                  </a:lnTo>
                  <a:cubicBezTo>
                    <a:pt x="131475" y="43207"/>
                    <a:pt x="133172" y="39681"/>
                    <a:pt x="135261" y="36287"/>
                  </a:cubicBezTo>
                  <a:cubicBezTo>
                    <a:pt x="139178" y="29628"/>
                    <a:pt x="144531" y="23753"/>
                    <a:pt x="150667" y="19183"/>
                  </a:cubicBezTo>
                  <a:cubicBezTo>
                    <a:pt x="156804" y="14483"/>
                    <a:pt x="163985" y="11480"/>
                    <a:pt x="171557" y="10175"/>
                  </a:cubicBezTo>
                  <a:lnTo>
                    <a:pt x="172993" y="9914"/>
                  </a:lnTo>
                  <a:lnTo>
                    <a:pt x="174429" y="9652"/>
                  </a:lnTo>
                  <a:lnTo>
                    <a:pt x="177171" y="9391"/>
                  </a:lnTo>
                  <a:lnTo>
                    <a:pt x="181480" y="9391"/>
                  </a:lnTo>
                  <a:cubicBezTo>
                    <a:pt x="182002" y="9391"/>
                    <a:pt x="182524" y="9522"/>
                    <a:pt x="182916" y="9522"/>
                  </a:cubicBezTo>
                  <a:lnTo>
                    <a:pt x="185788" y="9783"/>
                  </a:lnTo>
                  <a:lnTo>
                    <a:pt x="188661" y="10305"/>
                  </a:lnTo>
                  <a:lnTo>
                    <a:pt x="190097" y="10436"/>
                  </a:lnTo>
                  <a:lnTo>
                    <a:pt x="191402" y="10828"/>
                  </a:lnTo>
                  <a:lnTo>
                    <a:pt x="194144" y="11611"/>
                  </a:lnTo>
                  <a:cubicBezTo>
                    <a:pt x="197669" y="12917"/>
                    <a:pt x="201064" y="14614"/>
                    <a:pt x="204197" y="16703"/>
                  </a:cubicBezTo>
                  <a:cubicBezTo>
                    <a:pt x="204847" y="17136"/>
                    <a:pt x="205407" y="17570"/>
                    <a:pt x="206027" y="18003"/>
                  </a:cubicBezTo>
                  <a:lnTo>
                    <a:pt x="206027" y="18003"/>
                  </a:lnTo>
                  <a:cubicBezTo>
                    <a:pt x="204602" y="16838"/>
                    <a:pt x="203078" y="15787"/>
                    <a:pt x="201455" y="14875"/>
                  </a:cubicBezTo>
                  <a:cubicBezTo>
                    <a:pt x="197278" y="12525"/>
                    <a:pt x="192708" y="10828"/>
                    <a:pt x="187877" y="9914"/>
                  </a:cubicBezTo>
                  <a:cubicBezTo>
                    <a:pt x="185134" y="9469"/>
                    <a:pt x="182392" y="9235"/>
                    <a:pt x="179649" y="9235"/>
                  </a:cubicBezTo>
                  <a:cubicBezTo>
                    <a:pt x="177561" y="9235"/>
                    <a:pt x="175473" y="9370"/>
                    <a:pt x="173385" y="9652"/>
                  </a:cubicBezTo>
                  <a:cubicBezTo>
                    <a:pt x="168554" y="10305"/>
                    <a:pt x="163854" y="11741"/>
                    <a:pt x="159415" y="13700"/>
                  </a:cubicBezTo>
                  <a:cubicBezTo>
                    <a:pt x="154976" y="15789"/>
                    <a:pt x="150929" y="18400"/>
                    <a:pt x="147142" y="21664"/>
                  </a:cubicBezTo>
                  <a:lnTo>
                    <a:pt x="144531" y="24145"/>
                  </a:lnTo>
                  <a:lnTo>
                    <a:pt x="143226" y="25450"/>
                  </a:lnTo>
                  <a:lnTo>
                    <a:pt x="141920" y="26756"/>
                  </a:lnTo>
                  <a:lnTo>
                    <a:pt x="139570" y="29628"/>
                  </a:lnTo>
                  <a:lnTo>
                    <a:pt x="137350" y="32631"/>
                  </a:lnTo>
                  <a:cubicBezTo>
                    <a:pt x="135914" y="34720"/>
                    <a:pt x="134609" y="36940"/>
                    <a:pt x="133303" y="39159"/>
                  </a:cubicBezTo>
                  <a:cubicBezTo>
                    <a:pt x="132781" y="40204"/>
                    <a:pt x="132258" y="41248"/>
                    <a:pt x="131736" y="42423"/>
                  </a:cubicBezTo>
                  <a:lnTo>
                    <a:pt x="130039" y="45818"/>
                  </a:lnTo>
                  <a:cubicBezTo>
                    <a:pt x="129125" y="48037"/>
                    <a:pt x="128211" y="50257"/>
                    <a:pt x="127428" y="52738"/>
                  </a:cubicBezTo>
                  <a:cubicBezTo>
                    <a:pt x="126514" y="55349"/>
                    <a:pt x="125600" y="57829"/>
                    <a:pt x="124686" y="60441"/>
                  </a:cubicBezTo>
                  <a:cubicBezTo>
                    <a:pt x="121161" y="70624"/>
                    <a:pt x="116461" y="80547"/>
                    <a:pt x="110847" y="89947"/>
                  </a:cubicBezTo>
                  <a:cubicBezTo>
                    <a:pt x="107844" y="94778"/>
                    <a:pt x="104057" y="99217"/>
                    <a:pt x="99618" y="103003"/>
                  </a:cubicBezTo>
                  <a:cubicBezTo>
                    <a:pt x="97268" y="104831"/>
                    <a:pt x="94657" y="106529"/>
                    <a:pt x="91785" y="107704"/>
                  </a:cubicBezTo>
                  <a:cubicBezTo>
                    <a:pt x="88912" y="108879"/>
                    <a:pt x="85909" y="109662"/>
                    <a:pt x="82776" y="109923"/>
                  </a:cubicBezTo>
                  <a:cubicBezTo>
                    <a:pt x="81868" y="109982"/>
                    <a:pt x="80964" y="110012"/>
                    <a:pt x="80062" y="110012"/>
                  </a:cubicBezTo>
                  <a:cubicBezTo>
                    <a:pt x="75000" y="110012"/>
                    <a:pt x="70047" y="109085"/>
                    <a:pt x="65281" y="107312"/>
                  </a:cubicBezTo>
                  <a:cubicBezTo>
                    <a:pt x="62409" y="106398"/>
                    <a:pt x="60189" y="105484"/>
                    <a:pt x="57839" y="104831"/>
                  </a:cubicBezTo>
                  <a:cubicBezTo>
                    <a:pt x="56664" y="104440"/>
                    <a:pt x="55489" y="104178"/>
                    <a:pt x="54183" y="103917"/>
                  </a:cubicBezTo>
                  <a:cubicBezTo>
                    <a:pt x="53008" y="103656"/>
                    <a:pt x="51833" y="103395"/>
                    <a:pt x="50658" y="103265"/>
                  </a:cubicBezTo>
                  <a:cubicBezTo>
                    <a:pt x="48758" y="102956"/>
                    <a:pt x="46848" y="102805"/>
                    <a:pt x="44945" y="102805"/>
                  </a:cubicBezTo>
                  <a:cubicBezTo>
                    <a:pt x="37175" y="102805"/>
                    <a:pt x="29534" y="105334"/>
                    <a:pt x="23241" y="110054"/>
                  </a:cubicBezTo>
                  <a:cubicBezTo>
                    <a:pt x="23484" y="109810"/>
                    <a:pt x="24083" y="109262"/>
                    <a:pt x="23932" y="109262"/>
                  </a:cubicBezTo>
                  <a:cubicBezTo>
                    <a:pt x="23840" y="109262"/>
                    <a:pt x="23474" y="109463"/>
                    <a:pt x="22588" y="110054"/>
                  </a:cubicBezTo>
                  <a:cubicBezTo>
                    <a:pt x="28973" y="104946"/>
                    <a:pt x="36919" y="102180"/>
                    <a:pt x="45083" y="102180"/>
                  </a:cubicBezTo>
                  <a:cubicBezTo>
                    <a:pt x="46936" y="102180"/>
                    <a:pt x="48799" y="102322"/>
                    <a:pt x="50658" y="102612"/>
                  </a:cubicBezTo>
                  <a:cubicBezTo>
                    <a:pt x="51833" y="102742"/>
                    <a:pt x="53139" y="103003"/>
                    <a:pt x="54314" y="103265"/>
                  </a:cubicBezTo>
                  <a:cubicBezTo>
                    <a:pt x="55619" y="103526"/>
                    <a:pt x="56795" y="103787"/>
                    <a:pt x="58100" y="104178"/>
                  </a:cubicBezTo>
                  <a:cubicBezTo>
                    <a:pt x="60581" y="104831"/>
                    <a:pt x="62800" y="105745"/>
                    <a:pt x="65673" y="106790"/>
                  </a:cubicBezTo>
                  <a:cubicBezTo>
                    <a:pt x="70432" y="108450"/>
                    <a:pt x="75378" y="109359"/>
                    <a:pt x="80433" y="109359"/>
                  </a:cubicBezTo>
                  <a:cubicBezTo>
                    <a:pt x="81341" y="109359"/>
                    <a:pt x="82253" y="109330"/>
                    <a:pt x="83168" y="109270"/>
                  </a:cubicBezTo>
                  <a:cubicBezTo>
                    <a:pt x="86301" y="108879"/>
                    <a:pt x="89304" y="108095"/>
                    <a:pt x="92176" y="106790"/>
                  </a:cubicBezTo>
                  <a:cubicBezTo>
                    <a:pt x="94918" y="105615"/>
                    <a:pt x="97529" y="103917"/>
                    <a:pt x="99749" y="101959"/>
                  </a:cubicBezTo>
                  <a:cubicBezTo>
                    <a:pt x="102099" y="100001"/>
                    <a:pt x="104057" y="97912"/>
                    <a:pt x="105885" y="95692"/>
                  </a:cubicBezTo>
                  <a:cubicBezTo>
                    <a:pt x="107713" y="93472"/>
                    <a:pt x="109280" y="91122"/>
                    <a:pt x="110847" y="88642"/>
                  </a:cubicBezTo>
                  <a:cubicBezTo>
                    <a:pt x="116461" y="79241"/>
                    <a:pt x="121030" y="69188"/>
                    <a:pt x="124686" y="58743"/>
                  </a:cubicBezTo>
                  <a:cubicBezTo>
                    <a:pt x="125600" y="56263"/>
                    <a:pt x="126383" y="53521"/>
                    <a:pt x="127428" y="51171"/>
                  </a:cubicBezTo>
                  <a:lnTo>
                    <a:pt x="128733" y="47646"/>
                  </a:lnTo>
                  <a:lnTo>
                    <a:pt x="129517" y="45818"/>
                  </a:lnTo>
                  <a:lnTo>
                    <a:pt x="130300" y="44121"/>
                  </a:lnTo>
                  <a:cubicBezTo>
                    <a:pt x="131345" y="41770"/>
                    <a:pt x="132520" y="39420"/>
                    <a:pt x="133825" y="37331"/>
                  </a:cubicBezTo>
                  <a:cubicBezTo>
                    <a:pt x="134478" y="36156"/>
                    <a:pt x="135131" y="35112"/>
                    <a:pt x="135784" y="34067"/>
                  </a:cubicBezTo>
                  <a:lnTo>
                    <a:pt x="138003" y="30934"/>
                  </a:lnTo>
                  <a:lnTo>
                    <a:pt x="139178" y="29367"/>
                  </a:lnTo>
                  <a:lnTo>
                    <a:pt x="140353" y="27931"/>
                  </a:lnTo>
                  <a:lnTo>
                    <a:pt x="142703" y="25320"/>
                  </a:lnTo>
                  <a:lnTo>
                    <a:pt x="145445" y="22709"/>
                  </a:lnTo>
                  <a:cubicBezTo>
                    <a:pt x="145967" y="22186"/>
                    <a:pt x="146359" y="21795"/>
                    <a:pt x="146881" y="21403"/>
                  </a:cubicBezTo>
                  <a:lnTo>
                    <a:pt x="148317" y="20228"/>
                  </a:lnTo>
                  <a:cubicBezTo>
                    <a:pt x="152234" y="17094"/>
                    <a:pt x="156543" y="14483"/>
                    <a:pt x="161112" y="12655"/>
                  </a:cubicBezTo>
                  <a:cubicBezTo>
                    <a:pt x="163462" y="11741"/>
                    <a:pt x="165812" y="10828"/>
                    <a:pt x="168293" y="10305"/>
                  </a:cubicBezTo>
                  <a:lnTo>
                    <a:pt x="171949" y="9522"/>
                  </a:lnTo>
                  <a:cubicBezTo>
                    <a:pt x="173124" y="9261"/>
                    <a:pt x="174429" y="9261"/>
                    <a:pt x="175604" y="9130"/>
                  </a:cubicBezTo>
                  <a:cubicBezTo>
                    <a:pt x="177050" y="9019"/>
                    <a:pt x="178485" y="8960"/>
                    <a:pt x="179909" y="8960"/>
                  </a:cubicBezTo>
                  <a:cubicBezTo>
                    <a:pt x="183503" y="8960"/>
                    <a:pt x="187029" y="9333"/>
                    <a:pt x="190488" y="10175"/>
                  </a:cubicBezTo>
                  <a:cubicBezTo>
                    <a:pt x="200280" y="12264"/>
                    <a:pt x="208897" y="18139"/>
                    <a:pt x="214381" y="26625"/>
                  </a:cubicBezTo>
                  <a:lnTo>
                    <a:pt x="213598" y="27017"/>
                  </a:lnTo>
                  <a:cubicBezTo>
                    <a:pt x="217123" y="33023"/>
                    <a:pt x="218689" y="39812"/>
                    <a:pt x="218037" y="46601"/>
                  </a:cubicBezTo>
                  <a:cubicBezTo>
                    <a:pt x="217906" y="48429"/>
                    <a:pt x="217645" y="50126"/>
                    <a:pt x="217253" y="51824"/>
                  </a:cubicBezTo>
                  <a:cubicBezTo>
                    <a:pt x="216992" y="53651"/>
                    <a:pt x="216470" y="55349"/>
                    <a:pt x="215948" y="57046"/>
                  </a:cubicBezTo>
                  <a:cubicBezTo>
                    <a:pt x="215425" y="58743"/>
                    <a:pt x="214773" y="60441"/>
                    <a:pt x="214120" y="62138"/>
                  </a:cubicBezTo>
                  <a:cubicBezTo>
                    <a:pt x="213467" y="63705"/>
                    <a:pt x="212553" y="65663"/>
                    <a:pt x="211770" y="67491"/>
                  </a:cubicBezTo>
                  <a:cubicBezTo>
                    <a:pt x="205242" y="81983"/>
                    <a:pt x="199236" y="97128"/>
                    <a:pt x="195841" y="113448"/>
                  </a:cubicBezTo>
                  <a:lnTo>
                    <a:pt x="195319" y="115929"/>
                  </a:lnTo>
                  <a:cubicBezTo>
                    <a:pt x="195189" y="116843"/>
                    <a:pt x="195058" y="117626"/>
                    <a:pt x="194927" y="118410"/>
                  </a:cubicBezTo>
                  <a:cubicBezTo>
                    <a:pt x="194666" y="120107"/>
                    <a:pt x="194405" y="121674"/>
                    <a:pt x="194275" y="123371"/>
                  </a:cubicBezTo>
                  <a:lnTo>
                    <a:pt x="194014" y="128202"/>
                  </a:lnTo>
                  <a:lnTo>
                    <a:pt x="194014" y="132641"/>
                  </a:lnTo>
                  <a:cubicBezTo>
                    <a:pt x="194014" y="138647"/>
                    <a:pt x="194405" y="143738"/>
                    <a:pt x="194405" y="148308"/>
                  </a:cubicBezTo>
                  <a:cubicBezTo>
                    <a:pt x="194927" y="142824"/>
                    <a:pt x="194666" y="136819"/>
                    <a:pt x="195058" y="130552"/>
                  </a:cubicBezTo>
                  <a:cubicBezTo>
                    <a:pt x="195319" y="124415"/>
                    <a:pt x="196233" y="118148"/>
                    <a:pt x="197669" y="112143"/>
                  </a:cubicBezTo>
                  <a:cubicBezTo>
                    <a:pt x="200542" y="100131"/>
                    <a:pt x="204589" y="88381"/>
                    <a:pt x="209420" y="77022"/>
                  </a:cubicBezTo>
                  <a:lnTo>
                    <a:pt x="213206" y="68535"/>
                  </a:lnTo>
                  <a:lnTo>
                    <a:pt x="215034" y="64227"/>
                  </a:lnTo>
                  <a:lnTo>
                    <a:pt x="216731" y="60180"/>
                  </a:lnTo>
                  <a:cubicBezTo>
                    <a:pt x="218820" y="54827"/>
                    <a:pt x="219864" y="49082"/>
                    <a:pt x="219995" y="43337"/>
                  </a:cubicBezTo>
                  <a:cubicBezTo>
                    <a:pt x="219995" y="42482"/>
                    <a:pt x="219963" y="41630"/>
                    <a:pt x="219900" y="40782"/>
                  </a:cubicBezTo>
                  <a:lnTo>
                    <a:pt x="219900" y="40782"/>
                  </a:lnTo>
                  <a:cubicBezTo>
                    <a:pt x="220164" y="44070"/>
                    <a:pt x="220004" y="47393"/>
                    <a:pt x="219473" y="50649"/>
                  </a:cubicBezTo>
                  <a:cubicBezTo>
                    <a:pt x="219212" y="52215"/>
                    <a:pt x="218820" y="53782"/>
                    <a:pt x="218428" y="55349"/>
                  </a:cubicBezTo>
                  <a:lnTo>
                    <a:pt x="217775" y="57699"/>
                  </a:lnTo>
                  <a:lnTo>
                    <a:pt x="217384" y="58874"/>
                  </a:lnTo>
                  <a:cubicBezTo>
                    <a:pt x="217253" y="59266"/>
                    <a:pt x="217123" y="59657"/>
                    <a:pt x="216992" y="60049"/>
                  </a:cubicBezTo>
                  <a:cubicBezTo>
                    <a:pt x="216339" y="61485"/>
                    <a:pt x="215687" y="63052"/>
                    <a:pt x="215164" y="64619"/>
                  </a:cubicBezTo>
                  <a:lnTo>
                    <a:pt x="213075" y="69319"/>
                  </a:lnTo>
                  <a:cubicBezTo>
                    <a:pt x="207331" y="81853"/>
                    <a:pt x="202630" y="94778"/>
                    <a:pt x="199105" y="107965"/>
                  </a:cubicBezTo>
                  <a:cubicBezTo>
                    <a:pt x="197408" y="114623"/>
                    <a:pt x="196233" y="121543"/>
                    <a:pt x="195841" y="128332"/>
                  </a:cubicBezTo>
                  <a:cubicBezTo>
                    <a:pt x="195189" y="135252"/>
                    <a:pt x="195711" y="142172"/>
                    <a:pt x="195189" y="148308"/>
                  </a:cubicBezTo>
                  <a:cubicBezTo>
                    <a:pt x="195058" y="149744"/>
                    <a:pt x="194927" y="151050"/>
                    <a:pt x="194797" y="152355"/>
                  </a:cubicBezTo>
                  <a:lnTo>
                    <a:pt x="194014" y="156403"/>
                  </a:lnTo>
                  <a:cubicBezTo>
                    <a:pt x="193752" y="158100"/>
                    <a:pt x="193361" y="159797"/>
                    <a:pt x="192969" y="161364"/>
                  </a:cubicBezTo>
                  <a:cubicBezTo>
                    <a:pt x="192708" y="162931"/>
                    <a:pt x="192186" y="164498"/>
                    <a:pt x="191794" y="165803"/>
                  </a:cubicBezTo>
                  <a:cubicBezTo>
                    <a:pt x="191272" y="168675"/>
                    <a:pt x="190358" y="171026"/>
                    <a:pt x="189836" y="172853"/>
                  </a:cubicBezTo>
                  <a:cubicBezTo>
                    <a:pt x="189444" y="174551"/>
                    <a:pt x="189183" y="175726"/>
                    <a:pt x="189574" y="175856"/>
                  </a:cubicBezTo>
                  <a:cubicBezTo>
                    <a:pt x="189593" y="175865"/>
                    <a:pt x="189614" y="175870"/>
                    <a:pt x="189637" y="175870"/>
                  </a:cubicBezTo>
                  <a:cubicBezTo>
                    <a:pt x="189948" y="175870"/>
                    <a:pt x="190710" y="175048"/>
                    <a:pt x="191925" y="172984"/>
                  </a:cubicBezTo>
                  <a:cubicBezTo>
                    <a:pt x="194144" y="169328"/>
                    <a:pt x="195972" y="165542"/>
                    <a:pt x="197278" y="161495"/>
                  </a:cubicBezTo>
                  <a:cubicBezTo>
                    <a:pt x="197800" y="159797"/>
                    <a:pt x="198191" y="158100"/>
                    <a:pt x="198453" y="156403"/>
                  </a:cubicBezTo>
                  <a:cubicBezTo>
                    <a:pt x="198714" y="155358"/>
                    <a:pt x="198844" y="154444"/>
                    <a:pt x="198975" y="153400"/>
                  </a:cubicBezTo>
                  <a:cubicBezTo>
                    <a:pt x="199236" y="152486"/>
                    <a:pt x="199236" y="151441"/>
                    <a:pt x="199366" y="150528"/>
                  </a:cubicBezTo>
                  <a:cubicBezTo>
                    <a:pt x="199628" y="148700"/>
                    <a:pt x="199628" y="147002"/>
                    <a:pt x="199628" y="145827"/>
                  </a:cubicBezTo>
                  <a:lnTo>
                    <a:pt x="199628" y="143869"/>
                  </a:lnTo>
                  <a:cubicBezTo>
                    <a:pt x="199783" y="142934"/>
                    <a:pt x="199960" y="142578"/>
                    <a:pt x="200140" y="142578"/>
                  </a:cubicBezTo>
                  <a:cubicBezTo>
                    <a:pt x="200414" y="142578"/>
                    <a:pt x="200697" y="143396"/>
                    <a:pt x="200933" y="144261"/>
                  </a:cubicBezTo>
                  <a:cubicBezTo>
                    <a:pt x="201064" y="139430"/>
                    <a:pt x="200933" y="134730"/>
                    <a:pt x="201194" y="130030"/>
                  </a:cubicBezTo>
                  <a:cubicBezTo>
                    <a:pt x="201325" y="127679"/>
                    <a:pt x="201455" y="125329"/>
                    <a:pt x="201847" y="122979"/>
                  </a:cubicBezTo>
                  <a:cubicBezTo>
                    <a:pt x="202239" y="120760"/>
                    <a:pt x="202500" y="118410"/>
                    <a:pt x="203022" y="116060"/>
                  </a:cubicBezTo>
                  <a:cubicBezTo>
                    <a:pt x="204850" y="106790"/>
                    <a:pt x="207592" y="97781"/>
                    <a:pt x="210986" y="88903"/>
                  </a:cubicBezTo>
                  <a:cubicBezTo>
                    <a:pt x="212814" y="84464"/>
                    <a:pt x="214511" y="80155"/>
                    <a:pt x="216339" y="75716"/>
                  </a:cubicBezTo>
                  <a:cubicBezTo>
                    <a:pt x="218297" y="71278"/>
                    <a:pt x="220255" y="67101"/>
                    <a:pt x="222083" y="62402"/>
                  </a:cubicBezTo>
                  <a:lnTo>
                    <a:pt x="222083" y="62402"/>
                  </a:lnTo>
                  <a:cubicBezTo>
                    <a:pt x="220255" y="67101"/>
                    <a:pt x="218428" y="71409"/>
                    <a:pt x="216470" y="75847"/>
                  </a:cubicBezTo>
                  <a:cubicBezTo>
                    <a:pt x="214511" y="80155"/>
                    <a:pt x="212814" y="84725"/>
                    <a:pt x="211117" y="89164"/>
                  </a:cubicBezTo>
                  <a:cubicBezTo>
                    <a:pt x="207722" y="98042"/>
                    <a:pt x="204981" y="107312"/>
                    <a:pt x="203153" y="116712"/>
                  </a:cubicBezTo>
                  <a:cubicBezTo>
                    <a:pt x="202761" y="119062"/>
                    <a:pt x="202239" y="121412"/>
                    <a:pt x="202108" y="123763"/>
                  </a:cubicBezTo>
                  <a:cubicBezTo>
                    <a:pt x="201978" y="126113"/>
                    <a:pt x="201586" y="128463"/>
                    <a:pt x="201586" y="130813"/>
                  </a:cubicBezTo>
                  <a:cubicBezTo>
                    <a:pt x="201325" y="135644"/>
                    <a:pt x="201455" y="140474"/>
                    <a:pt x="201325" y="145436"/>
                  </a:cubicBezTo>
                  <a:cubicBezTo>
                    <a:pt x="201466" y="145789"/>
                    <a:pt x="201607" y="146027"/>
                    <a:pt x="201749" y="146027"/>
                  </a:cubicBezTo>
                  <a:cubicBezTo>
                    <a:pt x="201868" y="146027"/>
                    <a:pt x="201988" y="145855"/>
                    <a:pt x="202108" y="145436"/>
                  </a:cubicBezTo>
                  <a:cubicBezTo>
                    <a:pt x="202500" y="142824"/>
                    <a:pt x="202761" y="140344"/>
                    <a:pt x="202761" y="137863"/>
                  </a:cubicBezTo>
                  <a:cubicBezTo>
                    <a:pt x="202892" y="134860"/>
                    <a:pt x="202892" y="130291"/>
                    <a:pt x="203544" y="124546"/>
                  </a:cubicBezTo>
                  <a:cubicBezTo>
                    <a:pt x="204328" y="118018"/>
                    <a:pt x="205633" y="111620"/>
                    <a:pt x="207461" y="105354"/>
                  </a:cubicBezTo>
                  <a:cubicBezTo>
                    <a:pt x="208245" y="101828"/>
                    <a:pt x="209550" y="98303"/>
                    <a:pt x="210725" y="94778"/>
                  </a:cubicBezTo>
                  <a:cubicBezTo>
                    <a:pt x="211770" y="91122"/>
                    <a:pt x="213206" y="87728"/>
                    <a:pt x="214511" y="84333"/>
                  </a:cubicBezTo>
                  <a:cubicBezTo>
                    <a:pt x="215687" y="80939"/>
                    <a:pt x="217253" y="77544"/>
                    <a:pt x="218559" y="74541"/>
                  </a:cubicBezTo>
                  <a:cubicBezTo>
                    <a:pt x="219212" y="72974"/>
                    <a:pt x="219864" y="71408"/>
                    <a:pt x="220517" y="69972"/>
                  </a:cubicBezTo>
                  <a:cubicBezTo>
                    <a:pt x="221170" y="68535"/>
                    <a:pt x="221823" y="67099"/>
                    <a:pt x="222345" y="65663"/>
                  </a:cubicBezTo>
                  <a:cubicBezTo>
                    <a:pt x="226131" y="57568"/>
                    <a:pt x="227829" y="48690"/>
                    <a:pt x="227306" y="39681"/>
                  </a:cubicBezTo>
                  <a:cubicBezTo>
                    <a:pt x="227176" y="38637"/>
                    <a:pt x="227045" y="37462"/>
                    <a:pt x="226784" y="36287"/>
                  </a:cubicBezTo>
                  <a:cubicBezTo>
                    <a:pt x="226654" y="35242"/>
                    <a:pt x="226523" y="34067"/>
                    <a:pt x="226131" y="32892"/>
                  </a:cubicBezTo>
                  <a:cubicBezTo>
                    <a:pt x="224956" y="28453"/>
                    <a:pt x="222998" y="24145"/>
                    <a:pt x="220517" y="20228"/>
                  </a:cubicBezTo>
                  <a:cubicBezTo>
                    <a:pt x="219864" y="19183"/>
                    <a:pt x="219081" y="18400"/>
                    <a:pt x="218298" y="17356"/>
                  </a:cubicBezTo>
                  <a:lnTo>
                    <a:pt x="217253" y="16050"/>
                  </a:lnTo>
                  <a:lnTo>
                    <a:pt x="216078" y="14744"/>
                  </a:lnTo>
                  <a:cubicBezTo>
                    <a:pt x="209550" y="8086"/>
                    <a:pt x="201194" y="3386"/>
                    <a:pt x="192055" y="1297"/>
                  </a:cubicBezTo>
                  <a:cubicBezTo>
                    <a:pt x="188023" y="433"/>
                    <a:pt x="183940" y="1"/>
                    <a:pt x="179863" y="1"/>
                  </a:cubicBezTo>
                  <a:close/>
                </a:path>
              </a:pathLst>
            </a:custGeom>
            <a:solidFill>
              <a:srgbClr val="F0A9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 name="Google Shape;22;p44"/>
          <p:cNvGrpSpPr/>
          <p:nvPr/>
        </p:nvGrpSpPr>
        <p:grpSpPr>
          <a:xfrm rot="-8936006">
            <a:off x="3406230" y="-1702542"/>
            <a:ext cx="4477012" cy="2928263"/>
            <a:chOff x="879525" y="238350"/>
            <a:chExt cx="5929900" cy="5134125"/>
          </a:xfrm>
        </p:grpSpPr>
        <p:sp>
          <p:nvSpPr>
            <p:cNvPr id="23" name="Google Shape;23;p44"/>
            <p:cNvSpPr/>
            <p:nvPr/>
          </p:nvSpPr>
          <p:spPr>
            <a:xfrm>
              <a:off x="879525" y="350950"/>
              <a:ext cx="5929900" cy="4895750"/>
            </a:xfrm>
            <a:custGeom>
              <a:rect b="b" l="l" r="r" t="t"/>
              <a:pathLst>
                <a:path extrusionOk="0" h="195830" w="237196">
                  <a:moveTo>
                    <a:pt x="182493" y="0"/>
                  </a:moveTo>
                  <a:cubicBezTo>
                    <a:pt x="160794" y="0"/>
                    <a:pt x="136857" y="13684"/>
                    <a:pt x="125770" y="46667"/>
                  </a:cubicBezTo>
                  <a:cubicBezTo>
                    <a:pt x="112501" y="86475"/>
                    <a:pt x="99703" y="101135"/>
                    <a:pt x="82683" y="101135"/>
                  </a:cubicBezTo>
                  <a:cubicBezTo>
                    <a:pt x="77764" y="101135"/>
                    <a:pt x="72494" y="99911"/>
                    <a:pt x="66757" y="97716"/>
                  </a:cubicBezTo>
                  <a:cubicBezTo>
                    <a:pt x="59909" y="95081"/>
                    <a:pt x="53433" y="93896"/>
                    <a:pt x="47460" y="93896"/>
                  </a:cubicBezTo>
                  <a:cubicBezTo>
                    <a:pt x="17332" y="93896"/>
                    <a:pt x="1" y="124030"/>
                    <a:pt x="12313" y="150071"/>
                  </a:cubicBezTo>
                  <a:cubicBezTo>
                    <a:pt x="19223" y="164795"/>
                    <a:pt x="29540" y="168076"/>
                    <a:pt x="41648" y="168076"/>
                  </a:cubicBezTo>
                  <a:cubicBezTo>
                    <a:pt x="51382" y="168076"/>
                    <a:pt x="62272" y="165955"/>
                    <a:pt x="73479" y="165955"/>
                  </a:cubicBezTo>
                  <a:cubicBezTo>
                    <a:pt x="86528" y="165955"/>
                    <a:pt x="100005" y="168830"/>
                    <a:pt x="112584" y="181275"/>
                  </a:cubicBezTo>
                  <a:cubicBezTo>
                    <a:pt x="123109" y="191650"/>
                    <a:pt x="135906" y="195830"/>
                    <a:pt x="148277" y="195830"/>
                  </a:cubicBezTo>
                  <a:cubicBezTo>
                    <a:pt x="168129" y="195830"/>
                    <a:pt x="186885" y="185066"/>
                    <a:pt x="193400" y="171875"/>
                  </a:cubicBezTo>
                  <a:cubicBezTo>
                    <a:pt x="213115" y="132315"/>
                    <a:pt x="187003" y="136231"/>
                    <a:pt x="220818" y="61420"/>
                  </a:cubicBezTo>
                  <a:cubicBezTo>
                    <a:pt x="237196" y="25134"/>
                    <a:pt x="211900" y="0"/>
                    <a:pt x="18249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44"/>
            <p:cNvSpPr/>
            <p:nvPr/>
          </p:nvSpPr>
          <p:spPr>
            <a:xfrm>
              <a:off x="945800" y="238350"/>
              <a:ext cx="5695725" cy="5134125"/>
            </a:xfrm>
            <a:custGeom>
              <a:rect b="b" l="l" r="r" t="t"/>
              <a:pathLst>
                <a:path extrusionOk="0" h="205365" w="227829">
                  <a:moveTo>
                    <a:pt x="206027" y="18003"/>
                  </a:moveTo>
                  <a:lnTo>
                    <a:pt x="206027" y="18003"/>
                  </a:lnTo>
                  <a:cubicBezTo>
                    <a:pt x="208273" y="19839"/>
                    <a:pt x="210274" y="21959"/>
                    <a:pt x="212031" y="24275"/>
                  </a:cubicBezTo>
                  <a:lnTo>
                    <a:pt x="210464" y="22056"/>
                  </a:lnTo>
                  <a:lnTo>
                    <a:pt x="208506" y="20097"/>
                  </a:lnTo>
                  <a:cubicBezTo>
                    <a:pt x="207853" y="19445"/>
                    <a:pt x="207070" y="18922"/>
                    <a:pt x="206417" y="18270"/>
                  </a:cubicBezTo>
                  <a:cubicBezTo>
                    <a:pt x="206283" y="18181"/>
                    <a:pt x="206154" y="18092"/>
                    <a:pt x="206027" y="18003"/>
                  </a:cubicBezTo>
                  <a:close/>
                  <a:moveTo>
                    <a:pt x="180437" y="1544"/>
                  </a:moveTo>
                  <a:cubicBezTo>
                    <a:pt x="180872" y="1544"/>
                    <a:pt x="181307" y="1548"/>
                    <a:pt x="181741" y="1558"/>
                  </a:cubicBezTo>
                  <a:cubicBezTo>
                    <a:pt x="188008" y="1819"/>
                    <a:pt x="194144" y="3255"/>
                    <a:pt x="199889" y="5605"/>
                  </a:cubicBezTo>
                  <a:cubicBezTo>
                    <a:pt x="205633" y="8086"/>
                    <a:pt x="210856" y="11611"/>
                    <a:pt x="215164" y="16181"/>
                  </a:cubicBezTo>
                  <a:cubicBezTo>
                    <a:pt x="219473" y="20881"/>
                    <a:pt x="222606" y="26495"/>
                    <a:pt x="224304" y="32501"/>
                  </a:cubicBezTo>
                  <a:cubicBezTo>
                    <a:pt x="224695" y="33806"/>
                    <a:pt x="224956" y="34981"/>
                    <a:pt x="225087" y="36287"/>
                  </a:cubicBezTo>
                  <a:cubicBezTo>
                    <a:pt x="225146" y="36584"/>
                    <a:pt x="225199" y="36875"/>
                    <a:pt x="225247" y="37162"/>
                  </a:cubicBezTo>
                  <a:lnTo>
                    <a:pt x="225247" y="37162"/>
                  </a:lnTo>
                  <a:cubicBezTo>
                    <a:pt x="225195" y="36909"/>
                    <a:pt x="225141" y="36660"/>
                    <a:pt x="225087" y="36417"/>
                  </a:cubicBezTo>
                  <a:cubicBezTo>
                    <a:pt x="224956" y="35112"/>
                    <a:pt x="224695" y="33806"/>
                    <a:pt x="224304" y="32631"/>
                  </a:cubicBezTo>
                  <a:cubicBezTo>
                    <a:pt x="222606" y="26495"/>
                    <a:pt x="219342" y="20881"/>
                    <a:pt x="214903" y="16181"/>
                  </a:cubicBezTo>
                  <a:cubicBezTo>
                    <a:pt x="210595" y="11611"/>
                    <a:pt x="205242" y="8086"/>
                    <a:pt x="199366" y="5736"/>
                  </a:cubicBezTo>
                  <a:cubicBezTo>
                    <a:pt x="193028" y="3172"/>
                    <a:pt x="186263" y="1890"/>
                    <a:pt x="179494" y="1890"/>
                  </a:cubicBezTo>
                  <a:cubicBezTo>
                    <a:pt x="173853" y="1890"/>
                    <a:pt x="168210" y="2780"/>
                    <a:pt x="162810" y="4561"/>
                  </a:cubicBezTo>
                  <a:cubicBezTo>
                    <a:pt x="156934" y="6388"/>
                    <a:pt x="151320" y="9261"/>
                    <a:pt x="146228" y="12786"/>
                  </a:cubicBezTo>
                  <a:cubicBezTo>
                    <a:pt x="141398" y="16442"/>
                    <a:pt x="136959" y="20750"/>
                    <a:pt x="133172" y="25581"/>
                  </a:cubicBezTo>
                  <a:cubicBezTo>
                    <a:pt x="131644" y="27547"/>
                    <a:pt x="130115" y="29604"/>
                    <a:pt x="128739" y="31752"/>
                  </a:cubicBezTo>
                  <a:lnTo>
                    <a:pt x="128739" y="31752"/>
                  </a:lnTo>
                  <a:lnTo>
                    <a:pt x="129386" y="30673"/>
                  </a:lnTo>
                  <a:cubicBezTo>
                    <a:pt x="129778" y="30020"/>
                    <a:pt x="130300" y="29367"/>
                    <a:pt x="130692" y="28714"/>
                  </a:cubicBezTo>
                  <a:lnTo>
                    <a:pt x="133433" y="25059"/>
                  </a:lnTo>
                  <a:cubicBezTo>
                    <a:pt x="137350" y="20228"/>
                    <a:pt x="141789" y="15919"/>
                    <a:pt x="146751" y="12264"/>
                  </a:cubicBezTo>
                  <a:cubicBezTo>
                    <a:pt x="151842" y="8739"/>
                    <a:pt x="157457" y="5997"/>
                    <a:pt x="163462" y="4169"/>
                  </a:cubicBezTo>
                  <a:cubicBezTo>
                    <a:pt x="168922" y="2349"/>
                    <a:pt x="174720" y="1544"/>
                    <a:pt x="180437" y="1544"/>
                  </a:cubicBezTo>
                  <a:close/>
                  <a:moveTo>
                    <a:pt x="225608" y="40063"/>
                  </a:moveTo>
                  <a:cubicBezTo>
                    <a:pt x="225608" y="40067"/>
                    <a:pt x="225609" y="40070"/>
                    <a:pt x="225609" y="40073"/>
                  </a:cubicBezTo>
                  <a:lnTo>
                    <a:pt x="225740" y="43859"/>
                  </a:lnTo>
                  <a:lnTo>
                    <a:pt x="225735" y="43990"/>
                  </a:lnTo>
                  <a:lnTo>
                    <a:pt x="225609" y="40204"/>
                  </a:lnTo>
                  <a:cubicBezTo>
                    <a:pt x="225609" y="40157"/>
                    <a:pt x="225609" y="40110"/>
                    <a:pt x="225608" y="40063"/>
                  </a:cubicBezTo>
                  <a:close/>
                  <a:moveTo>
                    <a:pt x="127845" y="33228"/>
                  </a:moveTo>
                  <a:cubicBezTo>
                    <a:pt x="127202" y="34465"/>
                    <a:pt x="126349" y="35702"/>
                    <a:pt x="125730" y="36940"/>
                  </a:cubicBezTo>
                  <a:lnTo>
                    <a:pt x="123772" y="40987"/>
                  </a:lnTo>
                  <a:lnTo>
                    <a:pt x="122728" y="43076"/>
                  </a:lnTo>
                  <a:lnTo>
                    <a:pt x="121944" y="45165"/>
                  </a:lnTo>
                  <a:lnTo>
                    <a:pt x="120671" y="48298"/>
                  </a:lnTo>
                  <a:lnTo>
                    <a:pt x="121944" y="44904"/>
                  </a:lnTo>
                  <a:cubicBezTo>
                    <a:pt x="122205" y="44121"/>
                    <a:pt x="122466" y="43468"/>
                    <a:pt x="122858" y="42684"/>
                  </a:cubicBezTo>
                  <a:lnTo>
                    <a:pt x="123772" y="40726"/>
                  </a:lnTo>
                  <a:lnTo>
                    <a:pt x="125861" y="36548"/>
                  </a:lnTo>
                  <a:cubicBezTo>
                    <a:pt x="126414" y="35441"/>
                    <a:pt x="127155" y="34334"/>
                    <a:pt x="127845" y="33228"/>
                  </a:cubicBezTo>
                  <a:close/>
                  <a:moveTo>
                    <a:pt x="225723" y="44365"/>
                  </a:moveTo>
                  <a:lnTo>
                    <a:pt x="225609" y="47776"/>
                  </a:lnTo>
                  <a:cubicBezTo>
                    <a:pt x="225479" y="48951"/>
                    <a:pt x="225348" y="50257"/>
                    <a:pt x="225087" y="51432"/>
                  </a:cubicBezTo>
                  <a:cubicBezTo>
                    <a:pt x="224826" y="52738"/>
                    <a:pt x="224695" y="54043"/>
                    <a:pt x="224304" y="55218"/>
                  </a:cubicBezTo>
                  <a:cubicBezTo>
                    <a:pt x="224565" y="54043"/>
                    <a:pt x="224826" y="52868"/>
                    <a:pt x="224956" y="51562"/>
                  </a:cubicBezTo>
                  <a:lnTo>
                    <a:pt x="225348" y="49735"/>
                  </a:lnTo>
                  <a:cubicBezTo>
                    <a:pt x="225479" y="49082"/>
                    <a:pt x="225479" y="48429"/>
                    <a:pt x="225479" y="47907"/>
                  </a:cubicBezTo>
                  <a:lnTo>
                    <a:pt x="225723" y="44365"/>
                  </a:lnTo>
                  <a:close/>
                  <a:moveTo>
                    <a:pt x="118815" y="53361"/>
                  </a:moveTo>
                  <a:lnTo>
                    <a:pt x="118815" y="53361"/>
                  </a:lnTo>
                  <a:cubicBezTo>
                    <a:pt x="118357" y="54687"/>
                    <a:pt x="117899" y="55997"/>
                    <a:pt x="117375" y="57307"/>
                  </a:cubicBezTo>
                  <a:lnTo>
                    <a:pt x="118815" y="53361"/>
                  </a:lnTo>
                  <a:close/>
                  <a:moveTo>
                    <a:pt x="178999" y="7417"/>
                  </a:moveTo>
                  <a:cubicBezTo>
                    <a:pt x="181891" y="7417"/>
                    <a:pt x="184798" y="7683"/>
                    <a:pt x="187616" y="8216"/>
                  </a:cubicBezTo>
                  <a:cubicBezTo>
                    <a:pt x="194405" y="9261"/>
                    <a:pt x="200803" y="11872"/>
                    <a:pt x="206286" y="16050"/>
                  </a:cubicBezTo>
                  <a:cubicBezTo>
                    <a:pt x="211509" y="19967"/>
                    <a:pt x="215556" y="25320"/>
                    <a:pt x="217906" y="31456"/>
                  </a:cubicBezTo>
                  <a:cubicBezTo>
                    <a:pt x="218522" y="33158"/>
                    <a:pt x="218997" y="34900"/>
                    <a:pt x="219339" y="36666"/>
                  </a:cubicBezTo>
                  <a:lnTo>
                    <a:pt x="219339" y="36666"/>
                  </a:lnTo>
                  <a:cubicBezTo>
                    <a:pt x="218667" y="33287"/>
                    <a:pt x="217483" y="30031"/>
                    <a:pt x="215817" y="27017"/>
                  </a:cubicBezTo>
                  <a:cubicBezTo>
                    <a:pt x="212945" y="22056"/>
                    <a:pt x="208897" y="17747"/>
                    <a:pt x="204067" y="14744"/>
                  </a:cubicBezTo>
                  <a:cubicBezTo>
                    <a:pt x="196724" y="10010"/>
                    <a:pt x="188167" y="7564"/>
                    <a:pt x="179558" y="7564"/>
                  </a:cubicBezTo>
                  <a:cubicBezTo>
                    <a:pt x="176532" y="7564"/>
                    <a:pt x="173500" y="7866"/>
                    <a:pt x="170513" y="8477"/>
                  </a:cubicBezTo>
                  <a:cubicBezTo>
                    <a:pt x="164637" y="9522"/>
                    <a:pt x="159023" y="11741"/>
                    <a:pt x="153931" y="14744"/>
                  </a:cubicBezTo>
                  <a:cubicBezTo>
                    <a:pt x="148840" y="17747"/>
                    <a:pt x="144270" y="21664"/>
                    <a:pt x="140484" y="26234"/>
                  </a:cubicBezTo>
                  <a:lnTo>
                    <a:pt x="139048" y="27800"/>
                  </a:lnTo>
                  <a:cubicBezTo>
                    <a:pt x="138525" y="28323"/>
                    <a:pt x="138003" y="28975"/>
                    <a:pt x="137611" y="29628"/>
                  </a:cubicBezTo>
                  <a:lnTo>
                    <a:pt x="135000" y="33284"/>
                  </a:lnTo>
                  <a:cubicBezTo>
                    <a:pt x="134086" y="34459"/>
                    <a:pt x="133433" y="35765"/>
                    <a:pt x="132650" y="37070"/>
                  </a:cubicBezTo>
                  <a:lnTo>
                    <a:pt x="131475" y="39029"/>
                  </a:lnTo>
                  <a:cubicBezTo>
                    <a:pt x="131083" y="39681"/>
                    <a:pt x="130822" y="40334"/>
                    <a:pt x="130431" y="41118"/>
                  </a:cubicBezTo>
                  <a:lnTo>
                    <a:pt x="128603" y="45165"/>
                  </a:lnTo>
                  <a:cubicBezTo>
                    <a:pt x="127950" y="46471"/>
                    <a:pt x="127428" y="47907"/>
                    <a:pt x="126905" y="49343"/>
                  </a:cubicBezTo>
                  <a:cubicBezTo>
                    <a:pt x="125861" y="52085"/>
                    <a:pt x="124816" y="55088"/>
                    <a:pt x="123772" y="58091"/>
                  </a:cubicBezTo>
                  <a:cubicBezTo>
                    <a:pt x="121552" y="63966"/>
                    <a:pt x="119333" y="69841"/>
                    <a:pt x="116722" y="75455"/>
                  </a:cubicBezTo>
                  <a:cubicBezTo>
                    <a:pt x="114111" y="81200"/>
                    <a:pt x="110977" y="86814"/>
                    <a:pt x="107321" y="92036"/>
                  </a:cubicBezTo>
                  <a:cubicBezTo>
                    <a:pt x="113327" y="82897"/>
                    <a:pt x="118288" y="73105"/>
                    <a:pt x="121814" y="62791"/>
                  </a:cubicBezTo>
                  <a:cubicBezTo>
                    <a:pt x="123903" y="57699"/>
                    <a:pt x="125469" y="52215"/>
                    <a:pt x="127428" y="47385"/>
                  </a:cubicBezTo>
                  <a:lnTo>
                    <a:pt x="128211" y="45426"/>
                  </a:lnTo>
                  <a:cubicBezTo>
                    <a:pt x="128472" y="44773"/>
                    <a:pt x="128733" y="44251"/>
                    <a:pt x="128994" y="43598"/>
                  </a:cubicBezTo>
                  <a:lnTo>
                    <a:pt x="130692" y="39943"/>
                  </a:lnTo>
                  <a:cubicBezTo>
                    <a:pt x="131345" y="38768"/>
                    <a:pt x="131997" y="37592"/>
                    <a:pt x="132650" y="36417"/>
                  </a:cubicBezTo>
                  <a:cubicBezTo>
                    <a:pt x="133303" y="35242"/>
                    <a:pt x="133956" y="34067"/>
                    <a:pt x="134739" y="33023"/>
                  </a:cubicBezTo>
                  <a:cubicBezTo>
                    <a:pt x="136175" y="30803"/>
                    <a:pt x="137873" y="28584"/>
                    <a:pt x="139570" y="26625"/>
                  </a:cubicBezTo>
                  <a:cubicBezTo>
                    <a:pt x="140484" y="25711"/>
                    <a:pt x="141267" y="24536"/>
                    <a:pt x="142312" y="23622"/>
                  </a:cubicBezTo>
                  <a:lnTo>
                    <a:pt x="145053" y="21011"/>
                  </a:lnTo>
                  <a:cubicBezTo>
                    <a:pt x="148970" y="17486"/>
                    <a:pt x="153409" y="14483"/>
                    <a:pt x="158109" y="12264"/>
                  </a:cubicBezTo>
                  <a:cubicBezTo>
                    <a:pt x="162810" y="10044"/>
                    <a:pt x="167771" y="8608"/>
                    <a:pt x="172863" y="7825"/>
                  </a:cubicBezTo>
                  <a:cubicBezTo>
                    <a:pt x="174876" y="7553"/>
                    <a:pt x="176934" y="7417"/>
                    <a:pt x="178999" y="7417"/>
                  </a:cubicBezTo>
                  <a:close/>
                  <a:moveTo>
                    <a:pt x="23240" y="110054"/>
                  </a:moveTo>
                  <a:lnTo>
                    <a:pt x="23240" y="110054"/>
                  </a:lnTo>
                  <a:cubicBezTo>
                    <a:pt x="23203" y="110129"/>
                    <a:pt x="23176" y="110194"/>
                    <a:pt x="23170" y="110238"/>
                  </a:cubicBezTo>
                  <a:lnTo>
                    <a:pt x="23170" y="110238"/>
                  </a:lnTo>
                  <a:cubicBezTo>
                    <a:pt x="23161" y="110214"/>
                    <a:pt x="23191" y="110152"/>
                    <a:pt x="23240" y="110054"/>
                  </a:cubicBezTo>
                  <a:close/>
                  <a:moveTo>
                    <a:pt x="179863" y="1"/>
                  </a:moveTo>
                  <a:cubicBezTo>
                    <a:pt x="174698" y="1"/>
                    <a:pt x="169541" y="694"/>
                    <a:pt x="164507" y="2080"/>
                  </a:cubicBezTo>
                  <a:cubicBezTo>
                    <a:pt x="155629" y="4561"/>
                    <a:pt x="147403" y="9000"/>
                    <a:pt x="140484" y="15136"/>
                  </a:cubicBezTo>
                  <a:cubicBezTo>
                    <a:pt x="133825" y="21272"/>
                    <a:pt x="128342" y="28453"/>
                    <a:pt x="124164" y="36548"/>
                  </a:cubicBezTo>
                  <a:cubicBezTo>
                    <a:pt x="123250" y="38506"/>
                    <a:pt x="122205" y="40595"/>
                    <a:pt x="121291" y="42554"/>
                  </a:cubicBezTo>
                  <a:lnTo>
                    <a:pt x="118941" y="48821"/>
                  </a:lnTo>
                  <a:cubicBezTo>
                    <a:pt x="117375" y="52738"/>
                    <a:pt x="116200" y="56524"/>
                    <a:pt x="114633" y="60441"/>
                  </a:cubicBezTo>
                  <a:cubicBezTo>
                    <a:pt x="111891" y="67752"/>
                    <a:pt x="108496" y="74933"/>
                    <a:pt x="104580" y="81853"/>
                  </a:cubicBezTo>
                  <a:cubicBezTo>
                    <a:pt x="101838" y="86553"/>
                    <a:pt x="98574" y="90861"/>
                    <a:pt x="94657" y="94517"/>
                  </a:cubicBezTo>
                  <a:cubicBezTo>
                    <a:pt x="91132" y="97781"/>
                    <a:pt x="86562" y="99739"/>
                    <a:pt x="81862" y="100131"/>
                  </a:cubicBezTo>
                  <a:cubicBezTo>
                    <a:pt x="81332" y="100158"/>
                    <a:pt x="80803" y="100171"/>
                    <a:pt x="80275" y="100171"/>
                  </a:cubicBezTo>
                  <a:cubicBezTo>
                    <a:pt x="75610" y="100171"/>
                    <a:pt x="71071" y="99149"/>
                    <a:pt x="66848" y="97389"/>
                  </a:cubicBezTo>
                  <a:lnTo>
                    <a:pt x="62409" y="95823"/>
                  </a:lnTo>
                  <a:cubicBezTo>
                    <a:pt x="60842" y="95431"/>
                    <a:pt x="59275" y="95039"/>
                    <a:pt x="57708" y="94517"/>
                  </a:cubicBezTo>
                  <a:cubicBezTo>
                    <a:pt x="54444" y="93734"/>
                    <a:pt x="51311" y="93342"/>
                    <a:pt x="48047" y="93081"/>
                  </a:cubicBezTo>
                  <a:cubicBezTo>
                    <a:pt x="46915" y="93037"/>
                    <a:pt x="45798" y="93008"/>
                    <a:pt x="44691" y="93008"/>
                  </a:cubicBezTo>
                  <a:cubicBezTo>
                    <a:pt x="42476" y="93008"/>
                    <a:pt x="40300" y="93124"/>
                    <a:pt x="38124" y="93472"/>
                  </a:cubicBezTo>
                  <a:cubicBezTo>
                    <a:pt x="34730" y="93995"/>
                    <a:pt x="31466" y="94778"/>
                    <a:pt x="28332" y="95953"/>
                  </a:cubicBezTo>
                  <a:cubicBezTo>
                    <a:pt x="25068" y="97259"/>
                    <a:pt x="22065" y="98825"/>
                    <a:pt x="19324" y="100653"/>
                  </a:cubicBezTo>
                  <a:cubicBezTo>
                    <a:pt x="16582" y="102612"/>
                    <a:pt x="13971" y="104831"/>
                    <a:pt x="11751" y="107442"/>
                  </a:cubicBezTo>
                  <a:cubicBezTo>
                    <a:pt x="7182" y="112404"/>
                    <a:pt x="3918" y="118410"/>
                    <a:pt x="2220" y="124938"/>
                  </a:cubicBezTo>
                  <a:cubicBezTo>
                    <a:pt x="392" y="131466"/>
                    <a:pt x="1" y="138255"/>
                    <a:pt x="1176" y="144783"/>
                  </a:cubicBezTo>
                  <a:cubicBezTo>
                    <a:pt x="1959" y="149353"/>
                    <a:pt x="3395" y="153792"/>
                    <a:pt x="5484" y="157839"/>
                  </a:cubicBezTo>
                  <a:cubicBezTo>
                    <a:pt x="7573" y="162147"/>
                    <a:pt x="10446" y="166064"/>
                    <a:pt x="13971" y="169328"/>
                  </a:cubicBezTo>
                  <a:cubicBezTo>
                    <a:pt x="17626" y="172723"/>
                    <a:pt x="22065" y="175073"/>
                    <a:pt x="27027" y="176248"/>
                  </a:cubicBezTo>
                  <a:cubicBezTo>
                    <a:pt x="31017" y="177187"/>
                    <a:pt x="35219" y="177704"/>
                    <a:pt x="39347" y="177704"/>
                  </a:cubicBezTo>
                  <a:cubicBezTo>
                    <a:pt x="39811" y="177704"/>
                    <a:pt x="40274" y="177697"/>
                    <a:pt x="40736" y="177684"/>
                  </a:cubicBezTo>
                  <a:cubicBezTo>
                    <a:pt x="49614" y="177423"/>
                    <a:pt x="57839" y="176117"/>
                    <a:pt x="65673" y="175726"/>
                  </a:cubicBezTo>
                  <a:cubicBezTo>
                    <a:pt x="67169" y="175626"/>
                    <a:pt x="68665" y="175583"/>
                    <a:pt x="70161" y="175583"/>
                  </a:cubicBezTo>
                  <a:cubicBezTo>
                    <a:pt x="72582" y="175583"/>
                    <a:pt x="75002" y="175695"/>
                    <a:pt x="77423" y="175856"/>
                  </a:cubicBezTo>
                  <a:cubicBezTo>
                    <a:pt x="81079" y="176248"/>
                    <a:pt x="84734" y="177031"/>
                    <a:pt x="88260" y="178206"/>
                  </a:cubicBezTo>
                  <a:cubicBezTo>
                    <a:pt x="95179" y="180426"/>
                    <a:pt x="101316" y="184343"/>
                    <a:pt x="106538" y="189565"/>
                  </a:cubicBezTo>
                  <a:cubicBezTo>
                    <a:pt x="112544" y="195571"/>
                    <a:pt x="119986" y="200141"/>
                    <a:pt x="128211" y="202752"/>
                  </a:cubicBezTo>
                  <a:cubicBezTo>
                    <a:pt x="133720" y="204526"/>
                    <a:pt x="139495" y="205365"/>
                    <a:pt x="145299" y="205365"/>
                  </a:cubicBezTo>
                  <a:cubicBezTo>
                    <a:pt x="147611" y="205365"/>
                    <a:pt x="149928" y="205232"/>
                    <a:pt x="152234" y="204971"/>
                  </a:cubicBezTo>
                  <a:cubicBezTo>
                    <a:pt x="159676" y="204188"/>
                    <a:pt x="166857" y="201968"/>
                    <a:pt x="173516" y="198443"/>
                  </a:cubicBezTo>
                  <a:cubicBezTo>
                    <a:pt x="178346" y="195963"/>
                    <a:pt x="182785" y="192829"/>
                    <a:pt x="186572" y="189043"/>
                  </a:cubicBezTo>
                  <a:cubicBezTo>
                    <a:pt x="189052" y="186562"/>
                    <a:pt x="191011" y="183821"/>
                    <a:pt x="192577" y="180818"/>
                  </a:cubicBezTo>
                  <a:cubicBezTo>
                    <a:pt x="192969" y="179904"/>
                    <a:pt x="193361" y="179120"/>
                    <a:pt x="193752" y="178206"/>
                  </a:cubicBezTo>
                  <a:cubicBezTo>
                    <a:pt x="193883" y="177815"/>
                    <a:pt x="193883" y="177293"/>
                    <a:pt x="194014" y="176901"/>
                  </a:cubicBezTo>
                  <a:cubicBezTo>
                    <a:pt x="193963" y="176700"/>
                    <a:pt x="193874" y="176595"/>
                    <a:pt x="193746" y="176595"/>
                  </a:cubicBezTo>
                  <a:cubicBezTo>
                    <a:pt x="193542" y="176595"/>
                    <a:pt x="193240" y="176861"/>
                    <a:pt x="192838" y="177423"/>
                  </a:cubicBezTo>
                  <a:cubicBezTo>
                    <a:pt x="189705" y="181732"/>
                    <a:pt x="186049" y="185387"/>
                    <a:pt x="181871" y="188521"/>
                  </a:cubicBezTo>
                  <a:cubicBezTo>
                    <a:pt x="173777" y="194265"/>
                    <a:pt x="164376" y="197921"/>
                    <a:pt x="154584" y="199227"/>
                  </a:cubicBezTo>
                  <a:lnTo>
                    <a:pt x="154454" y="198443"/>
                  </a:lnTo>
                  <a:cubicBezTo>
                    <a:pt x="159284" y="197660"/>
                    <a:pt x="163854" y="196354"/>
                    <a:pt x="168293" y="194396"/>
                  </a:cubicBezTo>
                  <a:cubicBezTo>
                    <a:pt x="170904" y="193221"/>
                    <a:pt x="173646" y="191785"/>
                    <a:pt x="175996" y="190087"/>
                  </a:cubicBezTo>
                  <a:cubicBezTo>
                    <a:pt x="177302" y="189174"/>
                    <a:pt x="178607" y="188260"/>
                    <a:pt x="179652" y="187085"/>
                  </a:cubicBezTo>
                  <a:cubicBezTo>
                    <a:pt x="180305" y="186432"/>
                    <a:pt x="180696" y="186040"/>
                    <a:pt x="180696" y="185779"/>
                  </a:cubicBezTo>
                  <a:cubicBezTo>
                    <a:pt x="180725" y="185581"/>
                    <a:pt x="180569" y="185518"/>
                    <a:pt x="180326" y="185518"/>
                  </a:cubicBezTo>
                  <a:cubicBezTo>
                    <a:pt x="179899" y="185518"/>
                    <a:pt x="179203" y="185713"/>
                    <a:pt x="178766" y="185713"/>
                  </a:cubicBezTo>
                  <a:cubicBezTo>
                    <a:pt x="178306" y="185713"/>
                    <a:pt x="178134" y="185496"/>
                    <a:pt x="178868" y="184604"/>
                  </a:cubicBezTo>
                  <a:lnTo>
                    <a:pt x="178868" y="184604"/>
                  </a:lnTo>
                  <a:cubicBezTo>
                    <a:pt x="170252" y="191524"/>
                    <a:pt x="159546" y="195571"/>
                    <a:pt x="148578" y="195963"/>
                  </a:cubicBezTo>
                  <a:cubicBezTo>
                    <a:pt x="147699" y="196016"/>
                    <a:pt x="146820" y="196042"/>
                    <a:pt x="145943" y="196042"/>
                  </a:cubicBezTo>
                  <a:cubicBezTo>
                    <a:pt x="136018" y="196042"/>
                    <a:pt x="126337" y="192670"/>
                    <a:pt x="118419" y="186432"/>
                  </a:cubicBezTo>
                  <a:cubicBezTo>
                    <a:pt x="117375" y="185648"/>
                    <a:pt x="116069" y="184604"/>
                    <a:pt x="114763" y="183298"/>
                  </a:cubicBezTo>
                  <a:lnTo>
                    <a:pt x="109802" y="178859"/>
                  </a:lnTo>
                  <a:cubicBezTo>
                    <a:pt x="106538" y="175987"/>
                    <a:pt x="102882" y="173637"/>
                    <a:pt x="99096" y="171678"/>
                  </a:cubicBezTo>
                  <a:cubicBezTo>
                    <a:pt x="94788" y="169459"/>
                    <a:pt x="90218" y="167892"/>
                    <a:pt x="85648" y="166978"/>
                  </a:cubicBezTo>
                  <a:cubicBezTo>
                    <a:pt x="81079" y="165934"/>
                    <a:pt x="76379" y="165542"/>
                    <a:pt x="71809" y="165542"/>
                  </a:cubicBezTo>
                  <a:cubicBezTo>
                    <a:pt x="71379" y="165536"/>
                    <a:pt x="70950" y="165533"/>
                    <a:pt x="70521" y="165533"/>
                  </a:cubicBezTo>
                  <a:cubicBezTo>
                    <a:pt x="61847" y="165533"/>
                    <a:pt x="53535" y="166748"/>
                    <a:pt x="45697" y="167370"/>
                  </a:cubicBezTo>
                  <a:cubicBezTo>
                    <a:pt x="43592" y="167504"/>
                    <a:pt x="41504" y="167594"/>
                    <a:pt x="39466" y="167594"/>
                  </a:cubicBezTo>
                  <a:cubicBezTo>
                    <a:pt x="33541" y="167594"/>
                    <a:pt x="28037" y="166826"/>
                    <a:pt x="23763" y="164106"/>
                  </a:cubicBezTo>
                  <a:cubicBezTo>
                    <a:pt x="20760" y="162147"/>
                    <a:pt x="18279" y="159536"/>
                    <a:pt x="16451" y="156533"/>
                  </a:cubicBezTo>
                  <a:cubicBezTo>
                    <a:pt x="14493" y="153400"/>
                    <a:pt x="12926" y="150005"/>
                    <a:pt x="12012" y="146350"/>
                  </a:cubicBezTo>
                  <a:cubicBezTo>
                    <a:pt x="9923" y="139169"/>
                    <a:pt x="10315" y="131466"/>
                    <a:pt x="12926" y="124546"/>
                  </a:cubicBezTo>
                  <a:cubicBezTo>
                    <a:pt x="15668" y="117626"/>
                    <a:pt x="20629" y="111751"/>
                    <a:pt x="27027" y="107965"/>
                  </a:cubicBezTo>
                  <a:cubicBezTo>
                    <a:pt x="32353" y="104812"/>
                    <a:pt x="38403" y="103199"/>
                    <a:pt x="44575" y="103199"/>
                  </a:cubicBezTo>
                  <a:cubicBezTo>
                    <a:pt x="45816" y="103199"/>
                    <a:pt x="47062" y="103264"/>
                    <a:pt x="48308" y="103395"/>
                  </a:cubicBezTo>
                  <a:cubicBezTo>
                    <a:pt x="52094" y="103656"/>
                    <a:pt x="55881" y="104440"/>
                    <a:pt x="59536" y="105615"/>
                  </a:cubicBezTo>
                  <a:lnTo>
                    <a:pt x="65412" y="107704"/>
                  </a:lnTo>
                  <a:cubicBezTo>
                    <a:pt x="67500" y="108487"/>
                    <a:pt x="69720" y="109140"/>
                    <a:pt x="71940" y="109531"/>
                  </a:cubicBezTo>
                  <a:cubicBezTo>
                    <a:pt x="74524" y="110106"/>
                    <a:pt x="77187" y="110404"/>
                    <a:pt x="79843" y="110404"/>
                  </a:cubicBezTo>
                  <a:cubicBezTo>
                    <a:pt x="82017" y="110404"/>
                    <a:pt x="84185" y="110204"/>
                    <a:pt x="86301" y="109793"/>
                  </a:cubicBezTo>
                  <a:cubicBezTo>
                    <a:pt x="88782" y="109270"/>
                    <a:pt x="91132" y="108487"/>
                    <a:pt x="93351" y="107442"/>
                  </a:cubicBezTo>
                  <a:cubicBezTo>
                    <a:pt x="95571" y="106398"/>
                    <a:pt x="97660" y="105092"/>
                    <a:pt x="99488" y="103526"/>
                  </a:cubicBezTo>
                  <a:cubicBezTo>
                    <a:pt x="103143" y="100523"/>
                    <a:pt x="106277" y="97128"/>
                    <a:pt x="108888" y="93342"/>
                  </a:cubicBezTo>
                  <a:cubicBezTo>
                    <a:pt x="111499" y="89817"/>
                    <a:pt x="113719" y="86031"/>
                    <a:pt x="115677" y="82114"/>
                  </a:cubicBezTo>
                  <a:cubicBezTo>
                    <a:pt x="119594" y="74411"/>
                    <a:pt x="122858" y="66446"/>
                    <a:pt x="125730" y="58352"/>
                  </a:cubicBezTo>
                  <a:lnTo>
                    <a:pt x="127819" y="52346"/>
                  </a:lnTo>
                  <a:lnTo>
                    <a:pt x="129908" y="46862"/>
                  </a:lnTo>
                  <a:cubicBezTo>
                    <a:pt x="131475" y="43207"/>
                    <a:pt x="133172" y="39681"/>
                    <a:pt x="135261" y="36287"/>
                  </a:cubicBezTo>
                  <a:cubicBezTo>
                    <a:pt x="139178" y="29628"/>
                    <a:pt x="144531" y="23753"/>
                    <a:pt x="150667" y="19183"/>
                  </a:cubicBezTo>
                  <a:cubicBezTo>
                    <a:pt x="156804" y="14483"/>
                    <a:pt x="163985" y="11480"/>
                    <a:pt x="171557" y="10175"/>
                  </a:cubicBezTo>
                  <a:lnTo>
                    <a:pt x="172993" y="9914"/>
                  </a:lnTo>
                  <a:lnTo>
                    <a:pt x="174429" y="9652"/>
                  </a:lnTo>
                  <a:lnTo>
                    <a:pt x="177171" y="9391"/>
                  </a:lnTo>
                  <a:lnTo>
                    <a:pt x="181480" y="9391"/>
                  </a:lnTo>
                  <a:cubicBezTo>
                    <a:pt x="182002" y="9391"/>
                    <a:pt x="182524" y="9522"/>
                    <a:pt x="182916" y="9522"/>
                  </a:cubicBezTo>
                  <a:lnTo>
                    <a:pt x="185788" y="9783"/>
                  </a:lnTo>
                  <a:lnTo>
                    <a:pt x="188661" y="10305"/>
                  </a:lnTo>
                  <a:lnTo>
                    <a:pt x="190097" y="10436"/>
                  </a:lnTo>
                  <a:lnTo>
                    <a:pt x="191402" y="10828"/>
                  </a:lnTo>
                  <a:lnTo>
                    <a:pt x="194144" y="11611"/>
                  </a:lnTo>
                  <a:cubicBezTo>
                    <a:pt x="197669" y="12917"/>
                    <a:pt x="201064" y="14614"/>
                    <a:pt x="204197" y="16703"/>
                  </a:cubicBezTo>
                  <a:cubicBezTo>
                    <a:pt x="204847" y="17136"/>
                    <a:pt x="205407" y="17570"/>
                    <a:pt x="206027" y="18003"/>
                  </a:cubicBezTo>
                  <a:lnTo>
                    <a:pt x="206027" y="18003"/>
                  </a:lnTo>
                  <a:cubicBezTo>
                    <a:pt x="204602" y="16838"/>
                    <a:pt x="203078" y="15787"/>
                    <a:pt x="201455" y="14875"/>
                  </a:cubicBezTo>
                  <a:cubicBezTo>
                    <a:pt x="197278" y="12525"/>
                    <a:pt x="192708" y="10828"/>
                    <a:pt x="187877" y="9914"/>
                  </a:cubicBezTo>
                  <a:cubicBezTo>
                    <a:pt x="185134" y="9469"/>
                    <a:pt x="182392" y="9235"/>
                    <a:pt x="179649" y="9235"/>
                  </a:cubicBezTo>
                  <a:cubicBezTo>
                    <a:pt x="177561" y="9235"/>
                    <a:pt x="175473" y="9370"/>
                    <a:pt x="173385" y="9652"/>
                  </a:cubicBezTo>
                  <a:cubicBezTo>
                    <a:pt x="168554" y="10305"/>
                    <a:pt x="163854" y="11741"/>
                    <a:pt x="159415" y="13700"/>
                  </a:cubicBezTo>
                  <a:cubicBezTo>
                    <a:pt x="154976" y="15789"/>
                    <a:pt x="150929" y="18400"/>
                    <a:pt x="147142" y="21664"/>
                  </a:cubicBezTo>
                  <a:lnTo>
                    <a:pt x="144531" y="24145"/>
                  </a:lnTo>
                  <a:lnTo>
                    <a:pt x="143226" y="25450"/>
                  </a:lnTo>
                  <a:lnTo>
                    <a:pt x="141920" y="26756"/>
                  </a:lnTo>
                  <a:lnTo>
                    <a:pt x="139570" y="29628"/>
                  </a:lnTo>
                  <a:lnTo>
                    <a:pt x="137350" y="32631"/>
                  </a:lnTo>
                  <a:cubicBezTo>
                    <a:pt x="135914" y="34720"/>
                    <a:pt x="134609" y="36940"/>
                    <a:pt x="133303" y="39159"/>
                  </a:cubicBezTo>
                  <a:cubicBezTo>
                    <a:pt x="132781" y="40204"/>
                    <a:pt x="132258" y="41248"/>
                    <a:pt x="131736" y="42423"/>
                  </a:cubicBezTo>
                  <a:lnTo>
                    <a:pt x="130039" y="45818"/>
                  </a:lnTo>
                  <a:cubicBezTo>
                    <a:pt x="129125" y="48037"/>
                    <a:pt x="128211" y="50257"/>
                    <a:pt x="127428" y="52738"/>
                  </a:cubicBezTo>
                  <a:cubicBezTo>
                    <a:pt x="126514" y="55349"/>
                    <a:pt x="125600" y="57829"/>
                    <a:pt x="124686" y="60441"/>
                  </a:cubicBezTo>
                  <a:cubicBezTo>
                    <a:pt x="121161" y="70624"/>
                    <a:pt x="116461" y="80547"/>
                    <a:pt x="110847" y="89947"/>
                  </a:cubicBezTo>
                  <a:cubicBezTo>
                    <a:pt x="107844" y="94778"/>
                    <a:pt x="104057" y="99217"/>
                    <a:pt x="99618" y="103003"/>
                  </a:cubicBezTo>
                  <a:cubicBezTo>
                    <a:pt x="97268" y="104831"/>
                    <a:pt x="94657" y="106529"/>
                    <a:pt x="91785" y="107704"/>
                  </a:cubicBezTo>
                  <a:cubicBezTo>
                    <a:pt x="88912" y="108879"/>
                    <a:pt x="85909" y="109662"/>
                    <a:pt x="82776" y="109923"/>
                  </a:cubicBezTo>
                  <a:cubicBezTo>
                    <a:pt x="81868" y="109982"/>
                    <a:pt x="80964" y="110012"/>
                    <a:pt x="80062" y="110012"/>
                  </a:cubicBezTo>
                  <a:cubicBezTo>
                    <a:pt x="75000" y="110012"/>
                    <a:pt x="70047" y="109085"/>
                    <a:pt x="65281" y="107312"/>
                  </a:cubicBezTo>
                  <a:cubicBezTo>
                    <a:pt x="62409" y="106398"/>
                    <a:pt x="60189" y="105484"/>
                    <a:pt x="57839" y="104831"/>
                  </a:cubicBezTo>
                  <a:cubicBezTo>
                    <a:pt x="56664" y="104440"/>
                    <a:pt x="55489" y="104178"/>
                    <a:pt x="54183" y="103917"/>
                  </a:cubicBezTo>
                  <a:cubicBezTo>
                    <a:pt x="53008" y="103656"/>
                    <a:pt x="51833" y="103395"/>
                    <a:pt x="50658" y="103265"/>
                  </a:cubicBezTo>
                  <a:cubicBezTo>
                    <a:pt x="48758" y="102956"/>
                    <a:pt x="46848" y="102805"/>
                    <a:pt x="44945" y="102805"/>
                  </a:cubicBezTo>
                  <a:cubicBezTo>
                    <a:pt x="37175" y="102805"/>
                    <a:pt x="29534" y="105334"/>
                    <a:pt x="23241" y="110054"/>
                  </a:cubicBezTo>
                  <a:cubicBezTo>
                    <a:pt x="23484" y="109810"/>
                    <a:pt x="24083" y="109262"/>
                    <a:pt x="23932" y="109262"/>
                  </a:cubicBezTo>
                  <a:cubicBezTo>
                    <a:pt x="23840" y="109262"/>
                    <a:pt x="23474" y="109463"/>
                    <a:pt x="22588" y="110054"/>
                  </a:cubicBezTo>
                  <a:cubicBezTo>
                    <a:pt x="28973" y="104946"/>
                    <a:pt x="36919" y="102180"/>
                    <a:pt x="45083" y="102180"/>
                  </a:cubicBezTo>
                  <a:cubicBezTo>
                    <a:pt x="46936" y="102180"/>
                    <a:pt x="48799" y="102322"/>
                    <a:pt x="50658" y="102612"/>
                  </a:cubicBezTo>
                  <a:cubicBezTo>
                    <a:pt x="51833" y="102742"/>
                    <a:pt x="53139" y="103003"/>
                    <a:pt x="54314" y="103265"/>
                  </a:cubicBezTo>
                  <a:cubicBezTo>
                    <a:pt x="55619" y="103526"/>
                    <a:pt x="56795" y="103787"/>
                    <a:pt x="58100" y="104178"/>
                  </a:cubicBezTo>
                  <a:cubicBezTo>
                    <a:pt x="60581" y="104831"/>
                    <a:pt x="62800" y="105745"/>
                    <a:pt x="65673" y="106790"/>
                  </a:cubicBezTo>
                  <a:cubicBezTo>
                    <a:pt x="70432" y="108450"/>
                    <a:pt x="75378" y="109359"/>
                    <a:pt x="80433" y="109359"/>
                  </a:cubicBezTo>
                  <a:cubicBezTo>
                    <a:pt x="81341" y="109359"/>
                    <a:pt x="82253" y="109330"/>
                    <a:pt x="83168" y="109270"/>
                  </a:cubicBezTo>
                  <a:cubicBezTo>
                    <a:pt x="86301" y="108879"/>
                    <a:pt x="89304" y="108095"/>
                    <a:pt x="92176" y="106790"/>
                  </a:cubicBezTo>
                  <a:cubicBezTo>
                    <a:pt x="94918" y="105615"/>
                    <a:pt x="97529" y="103917"/>
                    <a:pt x="99749" y="101959"/>
                  </a:cubicBezTo>
                  <a:cubicBezTo>
                    <a:pt x="102099" y="100001"/>
                    <a:pt x="104057" y="97912"/>
                    <a:pt x="105885" y="95692"/>
                  </a:cubicBezTo>
                  <a:cubicBezTo>
                    <a:pt x="107713" y="93472"/>
                    <a:pt x="109280" y="91122"/>
                    <a:pt x="110847" y="88642"/>
                  </a:cubicBezTo>
                  <a:cubicBezTo>
                    <a:pt x="116461" y="79241"/>
                    <a:pt x="121030" y="69188"/>
                    <a:pt x="124686" y="58743"/>
                  </a:cubicBezTo>
                  <a:cubicBezTo>
                    <a:pt x="125600" y="56263"/>
                    <a:pt x="126383" y="53521"/>
                    <a:pt x="127428" y="51171"/>
                  </a:cubicBezTo>
                  <a:lnTo>
                    <a:pt x="128733" y="47646"/>
                  </a:lnTo>
                  <a:lnTo>
                    <a:pt x="129517" y="45818"/>
                  </a:lnTo>
                  <a:lnTo>
                    <a:pt x="130300" y="44121"/>
                  </a:lnTo>
                  <a:cubicBezTo>
                    <a:pt x="131345" y="41770"/>
                    <a:pt x="132520" y="39420"/>
                    <a:pt x="133825" y="37331"/>
                  </a:cubicBezTo>
                  <a:cubicBezTo>
                    <a:pt x="134478" y="36156"/>
                    <a:pt x="135131" y="35112"/>
                    <a:pt x="135784" y="34067"/>
                  </a:cubicBezTo>
                  <a:lnTo>
                    <a:pt x="138003" y="30934"/>
                  </a:lnTo>
                  <a:lnTo>
                    <a:pt x="139178" y="29367"/>
                  </a:lnTo>
                  <a:lnTo>
                    <a:pt x="140353" y="27931"/>
                  </a:lnTo>
                  <a:lnTo>
                    <a:pt x="142703" y="25320"/>
                  </a:lnTo>
                  <a:lnTo>
                    <a:pt x="145445" y="22709"/>
                  </a:lnTo>
                  <a:cubicBezTo>
                    <a:pt x="145967" y="22186"/>
                    <a:pt x="146359" y="21795"/>
                    <a:pt x="146881" y="21403"/>
                  </a:cubicBezTo>
                  <a:lnTo>
                    <a:pt x="148317" y="20228"/>
                  </a:lnTo>
                  <a:cubicBezTo>
                    <a:pt x="152234" y="17094"/>
                    <a:pt x="156543" y="14483"/>
                    <a:pt x="161112" y="12655"/>
                  </a:cubicBezTo>
                  <a:cubicBezTo>
                    <a:pt x="163462" y="11741"/>
                    <a:pt x="165812" y="10828"/>
                    <a:pt x="168293" y="10305"/>
                  </a:cubicBezTo>
                  <a:lnTo>
                    <a:pt x="171949" y="9522"/>
                  </a:lnTo>
                  <a:cubicBezTo>
                    <a:pt x="173124" y="9261"/>
                    <a:pt x="174429" y="9261"/>
                    <a:pt x="175604" y="9130"/>
                  </a:cubicBezTo>
                  <a:cubicBezTo>
                    <a:pt x="177050" y="9019"/>
                    <a:pt x="178485" y="8960"/>
                    <a:pt x="179909" y="8960"/>
                  </a:cubicBezTo>
                  <a:cubicBezTo>
                    <a:pt x="183503" y="8960"/>
                    <a:pt x="187029" y="9333"/>
                    <a:pt x="190488" y="10175"/>
                  </a:cubicBezTo>
                  <a:cubicBezTo>
                    <a:pt x="200280" y="12264"/>
                    <a:pt x="208897" y="18139"/>
                    <a:pt x="214381" y="26625"/>
                  </a:cubicBezTo>
                  <a:lnTo>
                    <a:pt x="213598" y="27017"/>
                  </a:lnTo>
                  <a:cubicBezTo>
                    <a:pt x="217123" y="33023"/>
                    <a:pt x="218689" y="39812"/>
                    <a:pt x="218037" y="46601"/>
                  </a:cubicBezTo>
                  <a:cubicBezTo>
                    <a:pt x="217906" y="48429"/>
                    <a:pt x="217645" y="50126"/>
                    <a:pt x="217253" y="51824"/>
                  </a:cubicBezTo>
                  <a:cubicBezTo>
                    <a:pt x="216992" y="53651"/>
                    <a:pt x="216470" y="55349"/>
                    <a:pt x="215948" y="57046"/>
                  </a:cubicBezTo>
                  <a:cubicBezTo>
                    <a:pt x="215425" y="58743"/>
                    <a:pt x="214773" y="60441"/>
                    <a:pt x="214120" y="62138"/>
                  </a:cubicBezTo>
                  <a:cubicBezTo>
                    <a:pt x="213467" y="63705"/>
                    <a:pt x="212553" y="65663"/>
                    <a:pt x="211770" y="67491"/>
                  </a:cubicBezTo>
                  <a:cubicBezTo>
                    <a:pt x="205242" y="81983"/>
                    <a:pt x="199236" y="97128"/>
                    <a:pt x="195841" y="113448"/>
                  </a:cubicBezTo>
                  <a:lnTo>
                    <a:pt x="195319" y="115929"/>
                  </a:lnTo>
                  <a:cubicBezTo>
                    <a:pt x="195189" y="116843"/>
                    <a:pt x="195058" y="117626"/>
                    <a:pt x="194927" y="118410"/>
                  </a:cubicBezTo>
                  <a:cubicBezTo>
                    <a:pt x="194666" y="120107"/>
                    <a:pt x="194405" y="121674"/>
                    <a:pt x="194275" y="123371"/>
                  </a:cubicBezTo>
                  <a:lnTo>
                    <a:pt x="194014" y="128202"/>
                  </a:lnTo>
                  <a:lnTo>
                    <a:pt x="194014" y="132641"/>
                  </a:lnTo>
                  <a:cubicBezTo>
                    <a:pt x="194014" y="138647"/>
                    <a:pt x="194405" y="143738"/>
                    <a:pt x="194405" y="148308"/>
                  </a:cubicBezTo>
                  <a:cubicBezTo>
                    <a:pt x="194927" y="142824"/>
                    <a:pt x="194666" y="136819"/>
                    <a:pt x="195058" y="130552"/>
                  </a:cubicBezTo>
                  <a:cubicBezTo>
                    <a:pt x="195319" y="124415"/>
                    <a:pt x="196233" y="118148"/>
                    <a:pt x="197669" y="112143"/>
                  </a:cubicBezTo>
                  <a:cubicBezTo>
                    <a:pt x="200542" y="100131"/>
                    <a:pt x="204589" y="88381"/>
                    <a:pt x="209420" y="77022"/>
                  </a:cubicBezTo>
                  <a:lnTo>
                    <a:pt x="213206" y="68535"/>
                  </a:lnTo>
                  <a:lnTo>
                    <a:pt x="215034" y="64227"/>
                  </a:lnTo>
                  <a:lnTo>
                    <a:pt x="216731" y="60180"/>
                  </a:lnTo>
                  <a:cubicBezTo>
                    <a:pt x="218820" y="54827"/>
                    <a:pt x="219864" y="49082"/>
                    <a:pt x="219995" y="43337"/>
                  </a:cubicBezTo>
                  <a:cubicBezTo>
                    <a:pt x="219995" y="42482"/>
                    <a:pt x="219963" y="41630"/>
                    <a:pt x="219900" y="40782"/>
                  </a:cubicBezTo>
                  <a:lnTo>
                    <a:pt x="219900" y="40782"/>
                  </a:lnTo>
                  <a:cubicBezTo>
                    <a:pt x="220164" y="44070"/>
                    <a:pt x="220004" y="47393"/>
                    <a:pt x="219473" y="50649"/>
                  </a:cubicBezTo>
                  <a:cubicBezTo>
                    <a:pt x="219212" y="52215"/>
                    <a:pt x="218820" y="53782"/>
                    <a:pt x="218428" y="55349"/>
                  </a:cubicBezTo>
                  <a:lnTo>
                    <a:pt x="217775" y="57699"/>
                  </a:lnTo>
                  <a:lnTo>
                    <a:pt x="217384" y="58874"/>
                  </a:lnTo>
                  <a:cubicBezTo>
                    <a:pt x="217253" y="59266"/>
                    <a:pt x="217123" y="59657"/>
                    <a:pt x="216992" y="60049"/>
                  </a:cubicBezTo>
                  <a:cubicBezTo>
                    <a:pt x="216339" y="61485"/>
                    <a:pt x="215687" y="63052"/>
                    <a:pt x="215164" y="64619"/>
                  </a:cubicBezTo>
                  <a:lnTo>
                    <a:pt x="213075" y="69319"/>
                  </a:lnTo>
                  <a:cubicBezTo>
                    <a:pt x="207331" y="81853"/>
                    <a:pt x="202630" y="94778"/>
                    <a:pt x="199105" y="107965"/>
                  </a:cubicBezTo>
                  <a:cubicBezTo>
                    <a:pt x="197408" y="114623"/>
                    <a:pt x="196233" y="121543"/>
                    <a:pt x="195841" y="128332"/>
                  </a:cubicBezTo>
                  <a:cubicBezTo>
                    <a:pt x="195189" y="135252"/>
                    <a:pt x="195711" y="142172"/>
                    <a:pt x="195189" y="148308"/>
                  </a:cubicBezTo>
                  <a:cubicBezTo>
                    <a:pt x="195058" y="149744"/>
                    <a:pt x="194927" y="151050"/>
                    <a:pt x="194797" y="152355"/>
                  </a:cubicBezTo>
                  <a:lnTo>
                    <a:pt x="194014" y="156403"/>
                  </a:lnTo>
                  <a:cubicBezTo>
                    <a:pt x="193752" y="158100"/>
                    <a:pt x="193361" y="159797"/>
                    <a:pt x="192969" y="161364"/>
                  </a:cubicBezTo>
                  <a:cubicBezTo>
                    <a:pt x="192708" y="162931"/>
                    <a:pt x="192186" y="164498"/>
                    <a:pt x="191794" y="165803"/>
                  </a:cubicBezTo>
                  <a:cubicBezTo>
                    <a:pt x="191272" y="168675"/>
                    <a:pt x="190358" y="171026"/>
                    <a:pt x="189836" y="172853"/>
                  </a:cubicBezTo>
                  <a:cubicBezTo>
                    <a:pt x="189444" y="174551"/>
                    <a:pt x="189183" y="175726"/>
                    <a:pt x="189574" y="175856"/>
                  </a:cubicBezTo>
                  <a:cubicBezTo>
                    <a:pt x="189593" y="175865"/>
                    <a:pt x="189614" y="175870"/>
                    <a:pt x="189637" y="175870"/>
                  </a:cubicBezTo>
                  <a:cubicBezTo>
                    <a:pt x="189948" y="175870"/>
                    <a:pt x="190710" y="175048"/>
                    <a:pt x="191925" y="172984"/>
                  </a:cubicBezTo>
                  <a:cubicBezTo>
                    <a:pt x="194144" y="169328"/>
                    <a:pt x="195972" y="165542"/>
                    <a:pt x="197278" y="161495"/>
                  </a:cubicBezTo>
                  <a:cubicBezTo>
                    <a:pt x="197800" y="159797"/>
                    <a:pt x="198191" y="158100"/>
                    <a:pt x="198453" y="156403"/>
                  </a:cubicBezTo>
                  <a:cubicBezTo>
                    <a:pt x="198714" y="155358"/>
                    <a:pt x="198844" y="154444"/>
                    <a:pt x="198975" y="153400"/>
                  </a:cubicBezTo>
                  <a:cubicBezTo>
                    <a:pt x="199236" y="152486"/>
                    <a:pt x="199236" y="151441"/>
                    <a:pt x="199366" y="150528"/>
                  </a:cubicBezTo>
                  <a:cubicBezTo>
                    <a:pt x="199628" y="148700"/>
                    <a:pt x="199628" y="147002"/>
                    <a:pt x="199628" y="145827"/>
                  </a:cubicBezTo>
                  <a:lnTo>
                    <a:pt x="199628" y="143869"/>
                  </a:lnTo>
                  <a:cubicBezTo>
                    <a:pt x="199783" y="142934"/>
                    <a:pt x="199960" y="142578"/>
                    <a:pt x="200140" y="142578"/>
                  </a:cubicBezTo>
                  <a:cubicBezTo>
                    <a:pt x="200414" y="142578"/>
                    <a:pt x="200697" y="143396"/>
                    <a:pt x="200933" y="144261"/>
                  </a:cubicBezTo>
                  <a:cubicBezTo>
                    <a:pt x="201064" y="139430"/>
                    <a:pt x="200933" y="134730"/>
                    <a:pt x="201194" y="130030"/>
                  </a:cubicBezTo>
                  <a:cubicBezTo>
                    <a:pt x="201325" y="127679"/>
                    <a:pt x="201455" y="125329"/>
                    <a:pt x="201847" y="122979"/>
                  </a:cubicBezTo>
                  <a:cubicBezTo>
                    <a:pt x="202239" y="120760"/>
                    <a:pt x="202500" y="118410"/>
                    <a:pt x="203022" y="116060"/>
                  </a:cubicBezTo>
                  <a:cubicBezTo>
                    <a:pt x="204850" y="106790"/>
                    <a:pt x="207592" y="97781"/>
                    <a:pt x="210986" y="88903"/>
                  </a:cubicBezTo>
                  <a:cubicBezTo>
                    <a:pt x="212814" y="84464"/>
                    <a:pt x="214511" y="80155"/>
                    <a:pt x="216339" y="75716"/>
                  </a:cubicBezTo>
                  <a:cubicBezTo>
                    <a:pt x="218297" y="71278"/>
                    <a:pt x="220255" y="67101"/>
                    <a:pt x="222083" y="62402"/>
                  </a:cubicBezTo>
                  <a:lnTo>
                    <a:pt x="222083" y="62402"/>
                  </a:lnTo>
                  <a:cubicBezTo>
                    <a:pt x="220255" y="67101"/>
                    <a:pt x="218428" y="71409"/>
                    <a:pt x="216470" y="75847"/>
                  </a:cubicBezTo>
                  <a:cubicBezTo>
                    <a:pt x="214511" y="80155"/>
                    <a:pt x="212814" y="84725"/>
                    <a:pt x="211117" y="89164"/>
                  </a:cubicBezTo>
                  <a:cubicBezTo>
                    <a:pt x="207722" y="98042"/>
                    <a:pt x="204981" y="107312"/>
                    <a:pt x="203153" y="116712"/>
                  </a:cubicBezTo>
                  <a:cubicBezTo>
                    <a:pt x="202761" y="119062"/>
                    <a:pt x="202239" y="121412"/>
                    <a:pt x="202108" y="123763"/>
                  </a:cubicBezTo>
                  <a:cubicBezTo>
                    <a:pt x="201978" y="126113"/>
                    <a:pt x="201586" y="128463"/>
                    <a:pt x="201586" y="130813"/>
                  </a:cubicBezTo>
                  <a:cubicBezTo>
                    <a:pt x="201325" y="135644"/>
                    <a:pt x="201455" y="140474"/>
                    <a:pt x="201325" y="145436"/>
                  </a:cubicBezTo>
                  <a:cubicBezTo>
                    <a:pt x="201466" y="145789"/>
                    <a:pt x="201607" y="146027"/>
                    <a:pt x="201749" y="146027"/>
                  </a:cubicBezTo>
                  <a:cubicBezTo>
                    <a:pt x="201868" y="146027"/>
                    <a:pt x="201988" y="145855"/>
                    <a:pt x="202108" y="145436"/>
                  </a:cubicBezTo>
                  <a:cubicBezTo>
                    <a:pt x="202500" y="142824"/>
                    <a:pt x="202761" y="140344"/>
                    <a:pt x="202761" y="137863"/>
                  </a:cubicBezTo>
                  <a:cubicBezTo>
                    <a:pt x="202892" y="134860"/>
                    <a:pt x="202892" y="130291"/>
                    <a:pt x="203544" y="124546"/>
                  </a:cubicBezTo>
                  <a:cubicBezTo>
                    <a:pt x="204328" y="118018"/>
                    <a:pt x="205633" y="111620"/>
                    <a:pt x="207461" y="105354"/>
                  </a:cubicBezTo>
                  <a:cubicBezTo>
                    <a:pt x="208245" y="101828"/>
                    <a:pt x="209550" y="98303"/>
                    <a:pt x="210725" y="94778"/>
                  </a:cubicBezTo>
                  <a:cubicBezTo>
                    <a:pt x="211770" y="91122"/>
                    <a:pt x="213206" y="87728"/>
                    <a:pt x="214511" y="84333"/>
                  </a:cubicBezTo>
                  <a:cubicBezTo>
                    <a:pt x="215687" y="80939"/>
                    <a:pt x="217253" y="77544"/>
                    <a:pt x="218559" y="74541"/>
                  </a:cubicBezTo>
                  <a:cubicBezTo>
                    <a:pt x="219212" y="72974"/>
                    <a:pt x="219864" y="71408"/>
                    <a:pt x="220517" y="69972"/>
                  </a:cubicBezTo>
                  <a:cubicBezTo>
                    <a:pt x="221170" y="68535"/>
                    <a:pt x="221823" y="67099"/>
                    <a:pt x="222345" y="65663"/>
                  </a:cubicBezTo>
                  <a:cubicBezTo>
                    <a:pt x="226131" y="57568"/>
                    <a:pt x="227829" y="48690"/>
                    <a:pt x="227306" y="39681"/>
                  </a:cubicBezTo>
                  <a:cubicBezTo>
                    <a:pt x="227176" y="38637"/>
                    <a:pt x="227045" y="37462"/>
                    <a:pt x="226784" y="36287"/>
                  </a:cubicBezTo>
                  <a:cubicBezTo>
                    <a:pt x="226654" y="35242"/>
                    <a:pt x="226523" y="34067"/>
                    <a:pt x="226131" y="32892"/>
                  </a:cubicBezTo>
                  <a:cubicBezTo>
                    <a:pt x="224956" y="28453"/>
                    <a:pt x="222998" y="24145"/>
                    <a:pt x="220517" y="20228"/>
                  </a:cubicBezTo>
                  <a:cubicBezTo>
                    <a:pt x="219864" y="19183"/>
                    <a:pt x="219081" y="18400"/>
                    <a:pt x="218298" y="17356"/>
                  </a:cubicBezTo>
                  <a:lnTo>
                    <a:pt x="217253" y="16050"/>
                  </a:lnTo>
                  <a:lnTo>
                    <a:pt x="216078" y="14744"/>
                  </a:lnTo>
                  <a:cubicBezTo>
                    <a:pt x="209550" y="8086"/>
                    <a:pt x="201194" y="3386"/>
                    <a:pt x="192055" y="1297"/>
                  </a:cubicBezTo>
                  <a:cubicBezTo>
                    <a:pt x="188023" y="433"/>
                    <a:pt x="183940" y="1"/>
                    <a:pt x="17986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 name="Google Shape;25;p44"/>
          <p:cNvSpPr txBox="1"/>
          <p:nvPr>
            <p:ph type="title"/>
          </p:nvPr>
        </p:nvSpPr>
        <p:spPr>
          <a:xfrm>
            <a:off x="1157250" y="1086825"/>
            <a:ext cx="6829500" cy="166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7000"/>
              <a:buNone/>
              <a:defRPr sz="7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44"/>
          <p:cNvSpPr txBox="1"/>
          <p:nvPr>
            <p:ph idx="1" type="subTitle"/>
          </p:nvPr>
        </p:nvSpPr>
        <p:spPr>
          <a:xfrm>
            <a:off x="1868400" y="3162700"/>
            <a:ext cx="5465700" cy="60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l">
              <a:lnSpc>
                <a:spcPct val="100000"/>
              </a:lnSpc>
              <a:spcBef>
                <a:spcPts val="1600"/>
              </a:spcBef>
              <a:spcAft>
                <a:spcPts val="0"/>
              </a:spcAft>
              <a:buSzPts val="2100"/>
              <a:buNone/>
              <a:defRPr sz="2100"/>
            </a:lvl2pPr>
            <a:lvl3pPr lvl="2" algn="l">
              <a:lnSpc>
                <a:spcPct val="100000"/>
              </a:lnSpc>
              <a:spcBef>
                <a:spcPts val="1600"/>
              </a:spcBef>
              <a:spcAft>
                <a:spcPts val="0"/>
              </a:spcAft>
              <a:buSzPts val="2100"/>
              <a:buNone/>
              <a:defRPr sz="2100"/>
            </a:lvl3pPr>
            <a:lvl4pPr lvl="3" algn="l">
              <a:lnSpc>
                <a:spcPct val="100000"/>
              </a:lnSpc>
              <a:spcBef>
                <a:spcPts val="1600"/>
              </a:spcBef>
              <a:spcAft>
                <a:spcPts val="0"/>
              </a:spcAft>
              <a:buSzPts val="2100"/>
              <a:buNone/>
              <a:defRPr sz="2100"/>
            </a:lvl4pPr>
            <a:lvl5pPr lvl="4" algn="l">
              <a:lnSpc>
                <a:spcPct val="100000"/>
              </a:lnSpc>
              <a:spcBef>
                <a:spcPts val="1600"/>
              </a:spcBef>
              <a:spcAft>
                <a:spcPts val="0"/>
              </a:spcAft>
              <a:buSzPts val="2100"/>
              <a:buNone/>
              <a:defRPr sz="2100"/>
            </a:lvl5pPr>
            <a:lvl6pPr lvl="5" algn="l">
              <a:lnSpc>
                <a:spcPct val="100000"/>
              </a:lnSpc>
              <a:spcBef>
                <a:spcPts val="1600"/>
              </a:spcBef>
              <a:spcAft>
                <a:spcPts val="0"/>
              </a:spcAft>
              <a:buSzPts val="2100"/>
              <a:buNone/>
              <a:defRPr sz="2100"/>
            </a:lvl6pPr>
            <a:lvl7pPr lvl="6" algn="l">
              <a:lnSpc>
                <a:spcPct val="100000"/>
              </a:lnSpc>
              <a:spcBef>
                <a:spcPts val="1600"/>
              </a:spcBef>
              <a:spcAft>
                <a:spcPts val="0"/>
              </a:spcAft>
              <a:buSzPts val="2100"/>
              <a:buNone/>
              <a:defRPr sz="2100"/>
            </a:lvl7pPr>
            <a:lvl8pPr lvl="7" algn="l">
              <a:lnSpc>
                <a:spcPct val="100000"/>
              </a:lnSpc>
              <a:spcBef>
                <a:spcPts val="1600"/>
              </a:spcBef>
              <a:spcAft>
                <a:spcPts val="0"/>
              </a:spcAft>
              <a:buSzPts val="2100"/>
              <a:buNone/>
              <a:defRPr sz="2100"/>
            </a:lvl8pPr>
            <a:lvl9pPr lvl="8" algn="l">
              <a:lnSpc>
                <a:spcPct val="100000"/>
              </a:lnSpc>
              <a:spcBef>
                <a:spcPts val="1600"/>
              </a:spcBef>
              <a:spcAft>
                <a:spcPts val="1600"/>
              </a:spcAft>
              <a:buSzPts val="2100"/>
              <a:buNone/>
              <a:defRPr sz="21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
  <p:cSld name="CUSTOM_3">
    <p:spTree>
      <p:nvGrpSpPr>
        <p:cNvPr id="27" name="Shape 27"/>
        <p:cNvGrpSpPr/>
        <p:nvPr/>
      </p:nvGrpSpPr>
      <p:grpSpPr>
        <a:xfrm>
          <a:off x="0" y="0"/>
          <a:ext cx="0" cy="0"/>
          <a:chOff x="0" y="0"/>
          <a:chExt cx="0" cy="0"/>
        </a:xfrm>
      </p:grpSpPr>
      <p:grpSp>
        <p:nvGrpSpPr>
          <p:cNvPr id="28" name="Google Shape;28;p45"/>
          <p:cNvGrpSpPr/>
          <p:nvPr/>
        </p:nvGrpSpPr>
        <p:grpSpPr>
          <a:xfrm>
            <a:off x="7849181" y="5"/>
            <a:ext cx="944408" cy="670031"/>
            <a:chOff x="209625" y="551300"/>
            <a:chExt cx="7170900" cy="4592400"/>
          </a:xfrm>
        </p:grpSpPr>
        <p:sp>
          <p:nvSpPr>
            <p:cNvPr id="29" name="Google Shape;29;p45"/>
            <p:cNvSpPr/>
            <p:nvPr/>
          </p:nvSpPr>
          <p:spPr>
            <a:xfrm>
              <a:off x="838900" y="1811875"/>
              <a:ext cx="238725" cy="180050"/>
            </a:xfrm>
            <a:custGeom>
              <a:rect b="b" l="l" r="r" t="t"/>
              <a:pathLst>
                <a:path extrusionOk="0" h="7202" w="9549">
                  <a:moveTo>
                    <a:pt x="4802" y="0"/>
                  </a:moveTo>
                  <a:cubicBezTo>
                    <a:pt x="1601" y="0"/>
                    <a:pt x="1" y="3825"/>
                    <a:pt x="2252" y="6103"/>
                  </a:cubicBezTo>
                  <a:cubicBezTo>
                    <a:pt x="2930" y="6835"/>
                    <a:pt x="3852" y="7201"/>
                    <a:pt x="4775" y="7201"/>
                  </a:cubicBezTo>
                  <a:cubicBezTo>
                    <a:pt x="5697" y="7201"/>
                    <a:pt x="6619" y="6835"/>
                    <a:pt x="7297" y="6103"/>
                  </a:cubicBezTo>
                  <a:cubicBezTo>
                    <a:pt x="9548" y="3879"/>
                    <a:pt x="7975" y="27"/>
                    <a:pt x="480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45"/>
            <p:cNvSpPr/>
            <p:nvPr/>
          </p:nvSpPr>
          <p:spPr>
            <a:xfrm>
              <a:off x="1469250" y="1182575"/>
              <a:ext cx="238325" cy="179750"/>
            </a:xfrm>
            <a:custGeom>
              <a:rect b="b" l="l" r="r" t="t"/>
              <a:pathLst>
                <a:path extrusionOk="0" h="7190" w="9533">
                  <a:moveTo>
                    <a:pt x="4746" y="1"/>
                  </a:moveTo>
                  <a:cubicBezTo>
                    <a:pt x="1616" y="1"/>
                    <a:pt x="0" y="3761"/>
                    <a:pt x="2182" y="6050"/>
                  </a:cubicBezTo>
                  <a:cubicBezTo>
                    <a:pt x="2859" y="6810"/>
                    <a:pt x="3796" y="7189"/>
                    <a:pt x="4739" y="7189"/>
                  </a:cubicBezTo>
                  <a:cubicBezTo>
                    <a:pt x="5648" y="7189"/>
                    <a:pt x="6562" y="6837"/>
                    <a:pt x="7254" y="6131"/>
                  </a:cubicBezTo>
                  <a:cubicBezTo>
                    <a:pt x="9532" y="3934"/>
                    <a:pt x="8013" y="55"/>
                    <a:pt x="4813" y="1"/>
                  </a:cubicBezTo>
                  <a:cubicBezTo>
                    <a:pt x="4790"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45"/>
            <p:cNvSpPr/>
            <p:nvPr/>
          </p:nvSpPr>
          <p:spPr>
            <a:xfrm>
              <a:off x="2098325" y="551550"/>
              <a:ext cx="239200" cy="180150"/>
            </a:xfrm>
            <a:custGeom>
              <a:rect b="b" l="l" r="r" t="t"/>
              <a:pathLst>
                <a:path extrusionOk="0" h="7206" w="9568">
                  <a:moveTo>
                    <a:pt x="4746" y="0"/>
                  </a:moveTo>
                  <a:cubicBezTo>
                    <a:pt x="3826" y="0"/>
                    <a:pt x="2912" y="366"/>
                    <a:pt x="2244" y="1102"/>
                  </a:cubicBezTo>
                  <a:cubicBezTo>
                    <a:pt x="1" y="3372"/>
                    <a:pt x="1609" y="7205"/>
                    <a:pt x="4787" y="7205"/>
                  </a:cubicBezTo>
                  <a:cubicBezTo>
                    <a:pt x="4798" y="7205"/>
                    <a:pt x="4810" y="7205"/>
                    <a:pt x="4821" y="7205"/>
                  </a:cubicBezTo>
                  <a:cubicBezTo>
                    <a:pt x="7994" y="7151"/>
                    <a:pt x="9568" y="3299"/>
                    <a:pt x="7262" y="1075"/>
                  </a:cubicBezTo>
                  <a:cubicBezTo>
                    <a:pt x="6574" y="360"/>
                    <a:pt x="5657" y="0"/>
                    <a:pt x="474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45"/>
            <p:cNvSpPr/>
            <p:nvPr/>
          </p:nvSpPr>
          <p:spPr>
            <a:xfrm>
              <a:off x="1468850" y="1811875"/>
              <a:ext cx="238725" cy="180050"/>
            </a:xfrm>
            <a:custGeom>
              <a:rect b="b" l="l" r="r" t="t"/>
              <a:pathLst>
                <a:path extrusionOk="0" h="7202" w="9549">
                  <a:moveTo>
                    <a:pt x="4748" y="0"/>
                  </a:moveTo>
                  <a:cubicBezTo>
                    <a:pt x="1574" y="27"/>
                    <a:pt x="1" y="3879"/>
                    <a:pt x="2252" y="6103"/>
                  </a:cubicBezTo>
                  <a:cubicBezTo>
                    <a:pt x="2944" y="6835"/>
                    <a:pt x="3866" y="7201"/>
                    <a:pt x="4788" y="7201"/>
                  </a:cubicBezTo>
                  <a:cubicBezTo>
                    <a:pt x="5710" y="7201"/>
                    <a:pt x="6633" y="6835"/>
                    <a:pt x="7324" y="6103"/>
                  </a:cubicBezTo>
                  <a:cubicBezTo>
                    <a:pt x="9548" y="3825"/>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45"/>
            <p:cNvSpPr/>
            <p:nvPr/>
          </p:nvSpPr>
          <p:spPr>
            <a:xfrm>
              <a:off x="2116450" y="1181050"/>
              <a:ext cx="202775" cy="181225"/>
            </a:xfrm>
            <a:custGeom>
              <a:rect b="b" l="l" r="r" t="t"/>
              <a:pathLst>
                <a:path extrusionOk="0" h="7249" w="8111">
                  <a:moveTo>
                    <a:pt x="4037" y="0"/>
                  </a:moveTo>
                  <a:cubicBezTo>
                    <a:pt x="3213" y="0"/>
                    <a:pt x="2393" y="309"/>
                    <a:pt x="1709" y="930"/>
                  </a:cubicBezTo>
                  <a:cubicBezTo>
                    <a:pt x="163" y="2314"/>
                    <a:pt x="0" y="4429"/>
                    <a:pt x="1356" y="5975"/>
                  </a:cubicBezTo>
                  <a:cubicBezTo>
                    <a:pt x="2109" y="6817"/>
                    <a:pt x="3087" y="7248"/>
                    <a:pt x="4067" y="7248"/>
                  </a:cubicBezTo>
                  <a:cubicBezTo>
                    <a:pt x="4887" y="7248"/>
                    <a:pt x="5709" y="6946"/>
                    <a:pt x="6401" y="6328"/>
                  </a:cubicBezTo>
                  <a:cubicBezTo>
                    <a:pt x="7920" y="4972"/>
                    <a:pt x="8110" y="2775"/>
                    <a:pt x="6754" y="1283"/>
                  </a:cubicBezTo>
                  <a:cubicBezTo>
                    <a:pt x="5990" y="431"/>
                    <a:pt x="5011" y="0"/>
                    <a:pt x="403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45"/>
            <p:cNvSpPr/>
            <p:nvPr/>
          </p:nvSpPr>
          <p:spPr>
            <a:xfrm>
              <a:off x="2747075" y="551300"/>
              <a:ext cx="201425" cy="180975"/>
            </a:xfrm>
            <a:custGeom>
              <a:rect b="b" l="l" r="r" t="t"/>
              <a:pathLst>
                <a:path extrusionOk="0" h="7239" w="8057">
                  <a:moveTo>
                    <a:pt x="4008" y="1"/>
                  </a:moveTo>
                  <a:cubicBezTo>
                    <a:pt x="3158" y="1"/>
                    <a:pt x="2309" y="334"/>
                    <a:pt x="1601" y="1004"/>
                  </a:cubicBezTo>
                  <a:cubicBezTo>
                    <a:pt x="82" y="2414"/>
                    <a:pt x="0" y="4557"/>
                    <a:pt x="1384" y="6049"/>
                  </a:cubicBezTo>
                  <a:cubicBezTo>
                    <a:pt x="2129" y="6837"/>
                    <a:pt x="3086" y="7239"/>
                    <a:pt x="4043" y="7239"/>
                  </a:cubicBezTo>
                  <a:cubicBezTo>
                    <a:pt x="4897" y="7239"/>
                    <a:pt x="5752" y="6918"/>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45"/>
            <p:cNvSpPr/>
            <p:nvPr/>
          </p:nvSpPr>
          <p:spPr>
            <a:xfrm>
              <a:off x="2098125" y="1811875"/>
              <a:ext cx="238725" cy="180550"/>
            </a:xfrm>
            <a:custGeom>
              <a:rect b="b" l="l" r="r" t="t"/>
              <a:pathLst>
                <a:path extrusionOk="0" h="7222" w="9549">
                  <a:moveTo>
                    <a:pt x="4775" y="0"/>
                  </a:moveTo>
                  <a:cubicBezTo>
                    <a:pt x="1601" y="0"/>
                    <a:pt x="1" y="3852"/>
                    <a:pt x="2252" y="6103"/>
                  </a:cubicBezTo>
                  <a:cubicBezTo>
                    <a:pt x="2930" y="6849"/>
                    <a:pt x="3852" y="7222"/>
                    <a:pt x="4775" y="7222"/>
                  </a:cubicBezTo>
                  <a:cubicBezTo>
                    <a:pt x="5697" y="7222"/>
                    <a:pt x="6619" y="6849"/>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45"/>
            <p:cNvSpPr/>
            <p:nvPr/>
          </p:nvSpPr>
          <p:spPr>
            <a:xfrm>
              <a:off x="2728000" y="1181375"/>
              <a:ext cx="238800" cy="179625"/>
            </a:xfrm>
            <a:custGeom>
              <a:rect b="b" l="l" r="r" t="t"/>
              <a:pathLst>
                <a:path extrusionOk="0" h="7185" w="9552">
                  <a:moveTo>
                    <a:pt x="4771" y="1"/>
                  </a:moveTo>
                  <a:cubicBezTo>
                    <a:pt x="3826" y="1"/>
                    <a:pt x="2884" y="381"/>
                    <a:pt x="2201" y="1134"/>
                  </a:cubicBezTo>
                  <a:cubicBezTo>
                    <a:pt x="0" y="3416"/>
                    <a:pt x="1624" y="7184"/>
                    <a:pt x="4759" y="7184"/>
                  </a:cubicBezTo>
                  <a:cubicBezTo>
                    <a:pt x="4792" y="7184"/>
                    <a:pt x="4825" y="7184"/>
                    <a:pt x="4859" y="7183"/>
                  </a:cubicBezTo>
                  <a:cubicBezTo>
                    <a:pt x="8033" y="7129"/>
                    <a:pt x="9551" y="3223"/>
                    <a:pt x="7246" y="1026"/>
                  </a:cubicBezTo>
                  <a:cubicBezTo>
                    <a:pt x="6561" y="340"/>
                    <a:pt x="566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45"/>
            <p:cNvSpPr/>
            <p:nvPr/>
          </p:nvSpPr>
          <p:spPr>
            <a:xfrm>
              <a:off x="3358025" y="551525"/>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6"/>
                    <a:pt x="4738" y="7206"/>
                    <a:pt x="4761" y="7206"/>
                  </a:cubicBezTo>
                  <a:cubicBezTo>
                    <a:pt x="7917" y="7206"/>
                    <a:pt x="9533" y="3420"/>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45"/>
            <p:cNvSpPr/>
            <p:nvPr/>
          </p:nvSpPr>
          <p:spPr>
            <a:xfrm>
              <a:off x="2747075" y="1810525"/>
              <a:ext cx="201425" cy="180975"/>
            </a:xfrm>
            <a:custGeom>
              <a:rect b="b" l="l" r="r" t="t"/>
              <a:pathLst>
                <a:path extrusionOk="0" h="7239" w="8057">
                  <a:moveTo>
                    <a:pt x="4008" y="0"/>
                  </a:moveTo>
                  <a:cubicBezTo>
                    <a:pt x="3158" y="0"/>
                    <a:pt x="2309" y="334"/>
                    <a:pt x="1601" y="1003"/>
                  </a:cubicBezTo>
                  <a:cubicBezTo>
                    <a:pt x="109" y="2414"/>
                    <a:pt x="0" y="4584"/>
                    <a:pt x="1384" y="6048"/>
                  </a:cubicBezTo>
                  <a:cubicBezTo>
                    <a:pt x="2086" y="6837"/>
                    <a:pt x="3060" y="7239"/>
                    <a:pt x="4036" y="7239"/>
                  </a:cubicBezTo>
                  <a:cubicBezTo>
                    <a:pt x="4906" y="7239"/>
                    <a:pt x="5778" y="6918"/>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45"/>
            <p:cNvSpPr/>
            <p:nvPr/>
          </p:nvSpPr>
          <p:spPr>
            <a:xfrm>
              <a:off x="3358025" y="1180950"/>
              <a:ext cx="238150" cy="180725"/>
            </a:xfrm>
            <a:custGeom>
              <a:rect b="b" l="l" r="r" t="t"/>
              <a:pathLst>
                <a:path extrusionOk="0" h="7229" w="9526">
                  <a:moveTo>
                    <a:pt x="4763" y="1"/>
                  </a:moveTo>
                  <a:cubicBezTo>
                    <a:pt x="3897" y="1"/>
                    <a:pt x="3028" y="347"/>
                    <a:pt x="2306" y="1043"/>
                  </a:cubicBezTo>
                  <a:cubicBezTo>
                    <a:pt x="1" y="3240"/>
                    <a:pt x="1493" y="7146"/>
                    <a:pt x="4666" y="7227"/>
                  </a:cubicBezTo>
                  <a:cubicBezTo>
                    <a:pt x="4700" y="7228"/>
                    <a:pt x="4733" y="7228"/>
                    <a:pt x="4767" y="7228"/>
                  </a:cubicBezTo>
                  <a:cubicBezTo>
                    <a:pt x="7902" y="7228"/>
                    <a:pt x="9525" y="3460"/>
                    <a:pt x="7352" y="1178"/>
                  </a:cubicBezTo>
                  <a:cubicBezTo>
                    <a:pt x="6610" y="394"/>
                    <a:pt x="5687" y="1"/>
                    <a:pt x="476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45"/>
            <p:cNvSpPr/>
            <p:nvPr/>
          </p:nvSpPr>
          <p:spPr>
            <a:xfrm>
              <a:off x="3357750" y="1811100"/>
              <a:ext cx="239000" cy="179825"/>
            </a:xfrm>
            <a:custGeom>
              <a:rect b="b" l="l" r="r" t="t"/>
              <a:pathLst>
                <a:path extrusionOk="0" h="7193" w="9560">
                  <a:moveTo>
                    <a:pt x="4786" y="0"/>
                  </a:moveTo>
                  <a:cubicBezTo>
                    <a:pt x="3845" y="0"/>
                    <a:pt x="2903" y="380"/>
                    <a:pt x="2209" y="1143"/>
                  </a:cubicBezTo>
                  <a:cubicBezTo>
                    <a:pt x="0" y="3406"/>
                    <a:pt x="1616" y="7192"/>
                    <a:pt x="4773" y="7192"/>
                  </a:cubicBezTo>
                  <a:cubicBezTo>
                    <a:pt x="4795" y="7192"/>
                    <a:pt x="4818" y="7192"/>
                    <a:pt x="4840" y="7192"/>
                  </a:cubicBezTo>
                  <a:cubicBezTo>
                    <a:pt x="8013"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45"/>
            <p:cNvSpPr/>
            <p:nvPr/>
          </p:nvSpPr>
          <p:spPr>
            <a:xfrm>
              <a:off x="209625" y="552625"/>
              <a:ext cx="238325" cy="180000"/>
            </a:xfrm>
            <a:custGeom>
              <a:rect b="b" l="l" r="r" t="t"/>
              <a:pathLst>
                <a:path extrusionOk="0" h="7200" w="9533">
                  <a:moveTo>
                    <a:pt x="4760" y="1"/>
                  </a:moveTo>
                  <a:cubicBezTo>
                    <a:pt x="4738" y="1"/>
                    <a:pt x="4716" y="1"/>
                    <a:pt x="4693" y="1"/>
                  </a:cubicBezTo>
                  <a:cubicBezTo>
                    <a:pt x="1520" y="55"/>
                    <a:pt x="1" y="3934"/>
                    <a:pt x="2279" y="6131"/>
                  </a:cubicBezTo>
                  <a:cubicBezTo>
                    <a:pt x="2955" y="6847"/>
                    <a:pt x="3857" y="7200"/>
                    <a:pt x="4759" y="7200"/>
                  </a:cubicBezTo>
                  <a:cubicBezTo>
                    <a:pt x="5702" y="7200"/>
                    <a:pt x="6644" y="6813"/>
                    <a:pt x="7324" y="6050"/>
                  </a:cubicBezTo>
                  <a:cubicBezTo>
                    <a:pt x="9533" y="3787"/>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45"/>
            <p:cNvSpPr/>
            <p:nvPr/>
          </p:nvSpPr>
          <p:spPr>
            <a:xfrm>
              <a:off x="210025" y="1182575"/>
              <a:ext cx="238325" cy="179650"/>
            </a:xfrm>
            <a:custGeom>
              <a:rect b="b" l="l" r="r" t="t"/>
              <a:pathLst>
                <a:path extrusionOk="0" h="7186" w="9533">
                  <a:moveTo>
                    <a:pt x="4719" y="1"/>
                  </a:moveTo>
                  <a:cubicBezTo>
                    <a:pt x="1590" y="1"/>
                    <a:pt x="0" y="3787"/>
                    <a:pt x="2209" y="6050"/>
                  </a:cubicBezTo>
                  <a:cubicBezTo>
                    <a:pt x="2896" y="6806"/>
                    <a:pt x="3828" y="7186"/>
                    <a:pt x="4759" y="7186"/>
                  </a:cubicBezTo>
                  <a:cubicBezTo>
                    <a:pt x="5665" y="7186"/>
                    <a:pt x="6572" y="6826"/>
                    <a:pt x="7254" y="6104"/>
                  </a:cubicBezTo>
                  <a:cubicBezTo>
                    <a:pt x="9532" y="3880"/>
                    <a:pt x="7986" y="28"/>
                    <a:pt x="4786" y="1"/>
                  </a:cubicBezTo>
                  <a:cubicBezTo>
                    <a:pt x="4763" y="1"/>
                    <a:pt x="4741" y="1"/>
                    <a:pt x="471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45"/>
            <p:cNvSpPr/>
            <p:nvPr/>
          </p:nvSpPr>
          <p:spPr>
            <a:xfrm>
              <a:off x="839100" y="552650"/>
              <a:ext cx="238525" cy="179800"/>
            </a:xfrm>
            <a:custGeom>
              <a:rect b="b" l="l" r="r" t="t"/>
              <a:pathLst>
                <a:path extrusionOk="0" h="7192" w="9541">
                  <a:moveTo>
                    <a:pt x="4787" y="0"/>
                  </a:moveTo>
                  <a:cubicBezTo>
                    <a:pt x="1609" y="0"/>
                    <a:pt x="1" y="3806"/>
                    <a:pt x="2217" y="6076"/>
                  </a:cubicBezTo>
                  <a:cubicBezTo>
                    <a:pt x="2905" y="6819"/>
                    <a:pt x="3843" y="7192"/>
                    <a:pt x="4778" y="7192"/>
                  </a:cubicBezTo>
                  <a:cubicBezTo>
                    <a:pt x="5687" y="7192"/>
                    <a:pt x="6593" y="6839"/>
                    <a:pt x="7262" y="6130"/>
                  </a:cubicBezTo>
                  <a:cubicBezTo>
                    <a:pt x="9540" y="3906"/>
                    <a:pt x="7994"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45"/>
            <p:cNvSpPr/>
            <p:nvPr/>
          </p:nvSpPr>
          <p:spPr>
            <a:xfrm>
              <a:off x="209825" y="1811850"/>
              <a:ext cx="238525" cy="180325"/>
            </a:xfrm>
            <a:custGeom>
              <a:rect b="b" l="l" r="r" t="t"/>
              <a:pathLst>
                <a:path extrusionOk="0" h="7213" w="9541">
                  <a:moveTo>
                    <a:pt x="4760" y="1"/>
                  </a:moveTo>
                  <a:cubicBezTo>
                    <a:pt x="1609" y="1"/>
                    <a:pt x="1" y="3806"/>
                    <a:pt x="2217" y="6077"/>
                  </a:cubicBezTo>
                  <a:cubicBezTo>
                    <a:pt x="2904" y="6833"/>
                    <a:pt x="3836" y="7213"/>
                    <a:pt x="4767" y="7213"/>
                  </a:cubicBezTo>
                  <a:cubicBezTo>
                    <a:pt x="5673" y="7213"/>
                    <a:pt x="6580" y="6853"/>
                    <a:pt x="7262" y="6131"/>
                  </a:cubicBezTo>
                  <a:cubicBezTo>
                    <a:pt x="9540" y="3907"/>
                    <a:pt x="7994" y="28"/>
                    <a:pt x="4794" y="1"/>
                  </a:cubicBezTo>
                  <a:cubicBezTo>
                    <a:pt x="4783" y="1"/>
                    <a:pt x="4771"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45"/>
            <p:cNvSpPr/>
            <p:nvPr/>
          </p:nvSpPr>
          <p:spPr>
            <a:xfrm>
              <a:off x="857225" y="1181075"/>
              <a:ext cx="201400" cy="181050"/>
            </a:xfrm>
            <a:custGeom>
              <a:rect b="b" l="l" r="r" t="t"/>
              <a:pathLst>
                <a:path extrusionOk="0" h="7242" w="8056">
                  <a:moveTo>
                    <a:pt x="4032" y="1"/>
                  </a:moveTo>
                  <a:cubicBezTo>
                    <a:pt x="3183" y="1"/>
                    <a:pt x="2335" y="327"/>
                    <a:pt x="1628" y="983"/>
                  </a:cubicBezTo>
                  <a:cubicBezTo>
                    <a:pt x="136" y="2394"/>
                    <a:pt x="0" y="4564"/>
                    <a:pt x="1411" y="6056"/>
                  </a:cubicBezTo>
                  <a:cubicBezTo>
                    <a:pt x="2095" y="6840"/>
                    <a:pt x="3057" y="7242"/>
                    <a:pt x="4024" y="7242"/>
                  </a:cubicBezTo>
                  <a:cubicBezTo>
                    <a:pt x="4897" y="7242"/>
                    <a:pt x="5774" y="6914"/>
                    <a:pt x="6456" y="6245"/>
                  </a:cubicBezTo>
                  <a:cubicBezTo>
                    <a:pt x="7975" y="4944"/>
                    <a:pt x="8056" y="2638"/>
                    <a:pt x="6673" y="1200"/>
                  </a:cubicBezTo>
                  <a:cubicBezTo>
                    <a:pt x="5917" y="402"/>
                    <a:pt x="4974" y="1"/>
                    <a:pt x="403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45"/>
            <p:cNvSpPr/>
            <p:nvPr/>
          </p:nvSpPr>
          <p:spPr>
            <a:xfrm>
              <a:off x="1468850" y="551525"/>
              <a:ext cx="238325" cy="180175"/>
            </a:xfrm>
            <a:custGeom>
              <a:rect b="b" l="l" r="r" t="t"/>
              <a:pathLst>
                <a:path extrusionOk="0" h="7207" w="9533">
                  <a:moveTo>
                    <a:pt x="4768" y="1"/>
                  </a:moveTo>
                  <a:cubicBezTo>
                    <a:pt x="3870" y="1"/>
                    <a:pt x="2968" y="347"/>
                    <a:pt x="2279" y="1049"/>
                  </a:cubicBezTo>
                  <a:cubicBezTo>
                    <a:pt x="1" y="3273"/>
                    <a:pt x="1520" y="7152"/>
                    <a:pt x="4720" y="7206"/>
                  </a:cubicBezTo>
                  <a:cubicBezTo>
                    <a:pt x="4743" y="7206"/>
                    <a:pt x="4765" y="7206"/>
                    <a:pt x="4787" y="7206"/>
                  </a:cubicBezTo>
                  <a:cubicBezTo>
                    <a:pt x="7917" y="7206"/>
                    <a:pt x="9533" y="3393"/>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45"/>
            <p:cNvSpPr/>
            <p:nvPr/>
          </p:nvSpPr>
          <p:spPr>
            <a:xfrm>
              <a:off x="3988000" y="1811875"/>
              <a:ext cx="238700" cy="180050"/>
            </a:xfrm>
            <a:custGeom>
              <a:rect b="b" l="l" r="r" t="t"/>
              <a:pathLst>
                <a:path extrusionOk="0" h="7202" w="9548">
                  <a:moveTo>
                    <a:pt x="4801" y="0"/>
                  </a:moveTo>
                  <a:cubicBezTo>
                    <a:pt x="1600" y="0"/>
                    <a:pt x="0" y="3825"/>
                    <a:pt x="2251" y="6103"/>
                  </a:cubicBezTo>
                  <a:cubicBezTo>
                    <a:pt x="2929" y="6835"/>
                    <a:pt x="3852" y="7201"/>
                    <a:pt x="4774" y="7201"/>
                  </a:cubicBezTo>
                  <a:cubicBezTo>
                    <a:pt x="5696" y="7201"/>
                    <a:pt x="6618" y="6835"/>
                    <a:pt x="7296" y="6103"/>
                  </a:cubicBezTo>
                  <a:cubicBezTo>
                    <a:pt x="9548" y="3879"/>
                    <a:pt x="7974"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45"/>
            <p:cNvSpPr/>
            <p:nvPr/>
          </p:nvSpPr>
          <p:spPr>
            <a:xfrm>
              <a:off x="4617650" y="1182575"/>
              <a:ext cx="239000" cy="179750"/>
            </a:xfrm>
            <a:custGeom>
              <a:rect b="b" l="l" r="r" t="t"/>
              <a:pathLst>
                <a:path extrusionOk="0" h="7190" w="9560">
                  <a:moveTo>
                    <a:pt x="4773" y="1"/>
                  </a:moveTo>
                  <a:cubicBezTo>
                    <a:pt x="1643" y="1"/>
                    <a:pt x="1" y="3761"/>
                    <a:pt x="2209" y="6050"/>
                  </a:cubicBezTo>
                  <a:cubicBezTo>
                    <a:pt x="2886" y="6810"/>
                    <a:pt x="3823" y="7189"/>
                    <a:pt x="4763" y="7189"/>
                  </a:cubicBezTo>
                  <a:cubicBezTo>
                    <a:pt x="5668" y="7189"/>
                    <a:pt x="6575" y="6837"/>
                    <a:pt x="7254" y="6131"/>
                  </a:cubicBezTo>
                  <a:cubicBezTo>
                    <a:pt x="9560" y="3934"/>
                    <a:pt x="8014" y="55"/>
                    <a:pt x="4840" y="1"/>
                  </a:cubicBezTo>
                  <a:cubicBezTo>
                    <a:pt x="4818" y="1"/>
                    <a:pt x="479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45"/>
            <p:cNvSpPr/>
            <p:nvPr/>
          </p:nvSpPr>
          <p:spPr>
            <a:xfrm>
              <a:off x="5247400" y="551550"/>
              <a:ext cx="238525" cy="180150"/>
            </a:xfrm>
            <a:custGeom>
              <a:rect b="b" l="l" r="r" t="t"/>
              <a:pathLst>
                <a:path extrusionOk="0" h="7206" w="9541">
                  <a:moveTo>
                    <a:pt x="4742" y="0"/>
                  </a:moveTo>
                  <a:cubicBezTo>
                    <a:pt x="3819" y="0"/>
                    <a:pt x="2898" y="366"/>
                    <a:pt x="2217" y="1102"/>
                  </a:cubicBezTo>
                  <a:cubicBezTo>
                    <a:pt x="1" y="3372"/>
                    <a:pt x="1609" y="7205"/>
                    <a:pt x="4788" y="7205"/>
                  </a:cubicBezTo>
                  <a:cubicBezTo>
                    <a:pt x="4799" y="7205"/>
                    <a:pt x="4810" y="7205"/>
                    <a:pt x="4821" y="7205"/>
                  </a:cubicBezTo>
                  <a:cubicBezTo>
                    <a:pt x="7995" y="7151"/>
                    <a:pt x="9541" y="3299"/>
                    <a:pt x="7262" y="1075"/>
                  </a:cubicBezTo>
                  <a:cubicBezTo>
                    <a:pt x="6574" y="360"/>
                    <a:pt x="5657" y="0"/>
                    <a:pt x="474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45"/>
            <p:cNvSpPr/>
            <p:nvPr/>
          </p:nvSpPr>
          <p:spPr>
            <a:xfrm>
              <a:off x="4617950" y="1811875"/>
              <a:ext cx="238700" cy="180050"/>
            </a:xfrm>
            <a:custGeom>
              <a:rect b="b" l="l" r="r" t="t"/>
              <a:pathLst>
                <a:path extrusionOk="0" h="7202" w="9548">
                  <a:moveTo>
                    <a:pt x="4747" y="0"/>
                  </a:moveTo>
                  <a:cubicBezTo>
                    <a:pt x="1573" y="27"/>
                    <a:pt x="0" y="3879"/>
                    <a:pt x="2251" y="6103"/>
                  </a:cubicBezTo>
                  <a:cubicBezTo>
                    <a:pt x="2943" y="6835"/>
                    <a:pt x="3865" y="7201"/>
                    <a:pt x="4784" y="7201"/>
                  </a:cubicBezTo>
                  <a:cubicBezTo>
                    <a:pt x="5703" y="7201"/>
                    <a:pt x="6618" y="6835"/>
                    <a:pt x="7296" y="6103"/>
                  </a:cubicBezTo>
                  <a:cubicBezTo>
                    <a:pt x="9548" y="3825"/>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45"/>
            <p:cNvSpPr/>
            <p:nvPr/>
          </p:nvSpPr>
          <p:spPr>
            <a:xfrm>
              <a:off x="5265525" y="1181050"/>
              <a:ext cx="202100" cy="181225"/>
            </a:xfrm>
            <a:custGeom>
              <a:rect b="b" l="l" r="r" t="t"/>
              <a:pathLst>
                <a:path extrusionOk="0" h="7249" w="8084">
                  <a:moveTo>
                    <a:pt x="4026" y="0"/>
                  </a:moveTo>
                  <a:cubicBezTo>
                    <a:pt x="3208" y="0"/>
                    <a:pt x="2393" y="309"/>
                    <a:pt x="1709" y="930"/>
                  </a:cubicBezTo>
                  <a:cubicBezTo>
                    <a:pt x="163" y="2314"/>
                    <a:pt x="0" y="4429"/>
                    <a:pt x="1357" y="5975"/>
                  </a:cubicBezTo>
                  <a:cubicBezTo>
                    <a:pt x="2110" y="6817"/>
                    <a:pt x="3087" y="7248"/>
                    <a:pt x="4067" y="7248"/>
                  </a:cubicBezTo>
                  <a:cubicBezTo>
                    <a:pt x="4888" y="7248"/>
                    <a:pt x="5709" y="6946"/>
                    <a:pt x="6402" y="6328"/>
                  </a:cubicBezTo>
                  <a:cubicBezTo>
                    <a:pt x="7893" y="4972"/>
                    <a:pt x="8083" y="2775"/>
                    <a:pt x="6727" y="1283"/>
                  </a:cubicBezTo>
                  <a:cubicBezTo>
                    <a:pt x="5963" y="431"/>
                    <a:pt x="4992"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45"/>
            <p:cNvSpPr/>
            <p:nvPr/>
          </p:nvSpPr>
          <p:spPr>
            <a:xfrm>
              <a:off x="5896150" y="551300"/>
              <a:ext cx="200750" cy="180975"/>
            </a:xfrm>
            <a:custGeom>
              <a:rect b="b" l="l" r="r" t="t"/>
              <a:pathLst>
                <a:path extrusionOk="0" h="7239" w="8030">
                  <a:moveTo>
                    <a:pt x="4008" y="1"/>
                  </a:moveTo>
                  <a:cubicBezTo>
                    <a:pt x="3158" y="1"/>
                    <a:pt x="2309" y="334"/>
                    <a:pt x="1601" y="1004"/>
                  </a:cubicBezTo>
                  <a:cubicBezTo>
                    <a:pt x="82" y="2414"/>
                    <a:pt x="1" y="4557"/>
                    <a:pt x="1384" y="6049"/>
                  </a:cubicBezTo>
                  <a:cubicBezTo>
                    <a:pt x="2129" y="6837"/>
                    <a:pt x="3086" y="7239"/>
                    <a:pt x="4043" y="7239"/>
                  </a:cubicBezTo>
                  <a:cubicBezTo>
                    <a:pt x="4898" y="7239"/>
                    <a:pt x="5752" y="6918"/>
                    <a:pt x="6456" y="6266"/>
                  </a:cubicBezTo>
                  <a:cubicBezTo>
                    <a:pt x="7948" y="4937"/>
                    <a:pt x="8029"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45"/>
            <p:cNvSpPr/>
            <p:nvPr/>
          </p:nvSpPr>
          <p:spPr>
            <a:xfrm>
              <a:off x="5247225" y="1811875"/>
              <a:ext cx="238700" cy="180550"/>
            </a:xfrm>
            <a:custGeom>
              <a:rect b="b" l="l" r="r" t="t"/>
              <a:pathLst>
                <a:path extrusionOk="0" h="7222" w="9548">
                  <a:moveTo>
                    <a:pt x="4774" y="0"/>
                  </a:moveTo>
                  <a:cubicBezTo>
                    <a:pt x="1600" y="0"/>
                    <a:pt x="0" y="3852"/>
                    <a:pt x="2251" y="6103"/>
                  </a:cubicBezTo>
                  <a:cubicBezTo>
                    <a:pt x="2929" y="6849"/>
                    <a:pt x="3852" y="7222"/>
                    <a:pt x="4774" y="7222"/>
                  </a:cubicBezTo>
                  <a:cubicBezTo>
                    <a:pt x="5696" y="7222"/>
                    <a:pt x="6618" y="6849"/>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45"/>
            <p:cNvSpPr/>
            <p:nvPr/>
          </p:nvSpPr>
          <p:spPr>
            <a:xfrm>
              <a:off x="5877750" y="1181150"/>
              <a:ext cx="238125" cy="179850"/>
            </a:xfrm>
            <a:custGeom>
              <a:rect b="b" l="l" r="r" t="t"/>
              <a:pathLst>
                <a:path extrusionOk="0" h="7194" w="9525">
                  <a:moveTo>
                    <a:pt x="4741" y="0"/>
                  </a:moveTo>
                  <a:cubicBezTo>
                    <a:pt x="3797" y="0"/>
                    <a:pt x="2854" y="380"/>
                    <a:pt x="2174" y="1143"/>
                  </a:cubicBezTo>
                  <a:cubicBezTo>
                    <a:pt x="0" y="3425"/>
                    <a:pt x="1597" y="7193"/>
                    <a:pt x="4732" y="7193"/>
                  </a:cubicBezTo>
                  <a:cubicBezTo>
                    <a:pt x="4765" y="7193"/>
                    <a:pt x="4799" y="7193"/>
                    <a:pt x="4832" y="7192"/>
                  </a:cubicBezTo>
                  <a:cubicBezTo>
                    <a:pt x="8006" y="7138"/>
                    <a:pt x="9525" y="3259"/>
                    <a:pt x="7219" y="1035"/>
                  </a:cubicBezTo>
                  <a:cubicBezTo>
                    <a:pt x="6544" y="346"/>
                    <a:pt x="5642" y="0"/>
                    <a:pt x="474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45"/>
            <p:cNvSpPr/>
            <p:nvPr/>
          </p:nvSpPr>
          <p:spPr>
            <a:xfrm>
              <a:off x="6506450" y="551525"/>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6"/>
                    <a:pt x="4765" y="7206"/>
                    <a:pt x="4787" y="7206"/>
                  </a:cubicBezTo>
                  <a:cubicBezTo>
                    <a:pt x="7943" y="7206"/>
                    <a:pt x="9559" y="3420"/>
                    <a:pt x="7351" y="1130"/>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45"/>
            <p:cNvSpPr/>
            <p:nvPr/>
          </p:nvSpPr>
          <p:spPr>
            <a:xfrm>
              <a:off x="5896150" y="1810525"/>
              <a:ext cx="201425" cy="181225"/>
            </a:xfrm>
            <a:custGeom>
              <a:rect b="b" l="l" r="r" t="t"/>
              <a:pathLst>
                <a:path extrusionOk="0" h="7249" w="8057">
                  <a:moveTo>
                    <a:pt x="4008" y="0"/>
                  </a:moveTo>
                  <a:cubicBezTo>
                    <a:pt x="3158" y="0"/>
                    <a:pt x="2309" y="334"/>
                    <a:pt x="1601" y="1003"/>
                  </a:cubicBezTo>
                  <a:cubicBezTo>
                    <a:pt x="109" y="2414"/>
                    <a:pt x="1" y="4584"/>
                    <a:pt x="1384" y="6048"/>
                  </a:cubicBezTo>
                  <a:cubicBezTo>
                    <a:pt x="2083" y="6847"/>
                    <a:pt x="3051" y="7248"/>
                    <a:pt x="4022" y="7248"/>
                  </a:cubicBezTo>
                  <a:cubicBezTo>
                    <a:pt x="4897" y="7248"/>
                    <a:pt x="5774" y="6922"/>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45"/>
            <p:cNvSpPr/>
            <p:nvPr/>
          </p:nvSpPr>
          <p:spPr>
            <a:xfrm>
              <a:off x="6507125" y="1180950"/>
              <a:ext cx="238125" cy="180725"/>
            </a:xfrm>
            <a:custGeom>
              <a:rect b="b" l="l" r="r" t="t"/>
              <a:pathLst>
                <a:path extrusionOk="0" h="7229" w="9525">
                  <a:moveTo>
                    <a:pt x="4753" y="1"/>
                  </a:moveTo>
                  <a:cubicBezTo>
                    <a:pt x="3889" y="1"/>
                    <a:pt x="3028" y="347"/>
                    <a:pt x="2306" y="1043"/>
                  </a:cubicBezTo>
                  <a:cubicBezTo>
                    <a:pt x="0" y="3240"/>
                    <a:pt x="1492" y="7146"/>
                    <a:pt x="4666" y="7227"/>
                  </a:cubicBezTo>
                  <a:cubicBezTo>
                    <a:pt x="4699" y="7228"/>
                    <a:pt x="4732" y="7228"/>
                    <a:pt x="4765" y="7228"/>
                  </a:cubicBezTo>
                  <a:cubicBezTo>
                    <a:pt x="7874" y="7228"/>
                    <a:pt x="9525" y="3460"/>
                    <a:pt x="7351" y="1178"/>
                  </a:cubicBezTo>
                  <a:cubicBezTo>
                    <a:pt x="6595" y="394"/>
                    <a:pt x="5673" y="1"/>
                    <a:pt x="475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45"/>
            <p:cNvSpPr/>
            <p:nvPr/>
          </p:nvSpPr>
          <p:spPr>
            <a:xfrm>
              <a:off x="6506825" y="1811100"/>
              <a:ext cx="239000" cy="179825"/>
            </a:xfrm>
            <a:custGeom>
              <a:rect b="b" l="l" r="r" t="t"/>
              <a:pathLst>
                <a:path extrusionOk="0" h="7193" w="9560">
                  <a:moveTo>
                    <a:pt x="4786" y="0"/>
                  </a:moveTo>
                  <a:cubicBezTo>
                    <a:pt x="3846" y="0"/>
                    <a:pt x="2903" y="380"/>
                    <a:pt x="2209" y="1143"/>
                  </a:cubicBezTo>
                  <a:cubicBezTo>
                    <a:pt x="1" y="3406"/>
                    <a:pt x="1617" y="7192"/>
                    <a:pt x="4773" y="7192"/>
                  </a:cubicBezTo>
                  <a:cubicBezTo>
                    <a:pt x="4795" y="7192"/>
                    <a:pt x="4818" y="7192"/>
                    <a:pt x="4840" y="7192"/>
                  </a:cubicBezTo>
                  <a:cubicBezTo>
                    <a:pt x="8014"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45"/>
            <p:cNvSpPr/>
            <p:nvPr/>
          </p:nvSpPr>
          <p:spPr>
            <a:xfrm>
              <a:off x="3988175" y="552650"/>
              <a:ext cx="238525" cy="179800"/>
            </a:xfrm>
            <a:custGeom>
              <a:rect b="b" l="l" r="r" t="t"/>
              <a:pathLst>
                <a:path extrusionOk="0" h="7192" w="9541">
                  <a:moveTo>
                    <a:pt x="4787" y="0"/>
                  </a:moveTo>
                  <a:cubicBezTo>
                    <a:pt x="1609" y="0"/>
                    <a:pt x="1" y="3806"/>
                    <a:pt x="2217" y="6076"/>
                  </a:cubicBezTo>
                  <a:cubicBezTo>
                    <a:pt x="2905" y="6819"/>
                    <a:pt x="3836" y="7192"/>
                    <a:pt x="4768" y="7192"/>
                  </a:cubicBezTo>
                  <a:cubicBezTo>
                    <a:pt x="5674" y="7192"/>
                    <a:pt x="6580" y="6839"/>
                    <a:pt x="7262" y="6130"/>
                  </a:cubicBezTo>
                  <a:cubicBezTo>
                    <a:pt x="9541" y="3906"/>
                    <a:pt x="7995"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45"/>
            <p:cNvSpPr/>
            <p:nvPr/>
          </p:nvSpPr>
          <p:spPr>
            <a:xfrm>
              <a:off x="4006975" y="1181075"/>
              <a:ext cx="201425" cy="181050"/>
            </a:xfrm>
            <a:custGeom>
              <a:rect b="b" l="l" r="r" t="t"/>
              <a:pathLst>
                <a:path extrusionOk="0" h="7242" w="8057">
                  <a:moveTo>
                    <a:pt x="4006" y="1"/>
                  </a:moveTo>
                  <a:cubicBezTo>
                    <a:pt x="3156" y="1"/>
                    <a:pt x="2308" y="327"/>
                    <a:pt x="1601" y="983"/>
                  </a:cubicBezTo>
                  <a:cubicBezTo>
                    <a:pt x="109" y="2394"/>
                    <a:pt x="0" y="4564"/>
                    <a:pt x="1384" y="6056"/>
                  </a:cubicBezTo>
                  <a:cubicBezTo>
                    <a:pt x="2082" y="6840"/>
                    <a:pt x="3051" y="7242"/>
                    <a:pt x="4021" y="7242"/>
                  </a:cubicBezTo>
                  <a:cubicBezTo>
                    <a:pt x="4897" y="7242"/>
                    <a:pt x="5774" y="6914"/>
                    <a:pt x="6456" y="6245"/>
                  </a:cubicBezTo>
                  <a:cubicBezTo>
                    <a:pt x="7948" y="4944"/>
                    <a:pt x="8056" y="2638"/>
                    <a:pt x="6646" y="1200"/>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45"/>
            <p:cNvSpPr/>
            <p:nvPr/>
          </p:nvSpPr>
          <p:spPr>
            <a:xfrm>
              <a:off x="4617950" y="551525"/>
              <a:ext cx="238325" cy="180175"/>
            </a:xfrm>
            <a:custGeom>
              <a:rect b="b" l="l" r="r" t="t"/>
              <a:pathLst>
                <a:path extrusionOk="0" h="7207" w="9533">
                  <a:moveTo>
                    <a:pt x="4747" y="1"/>
                  </a:moveTo>
                  <a:cubicBezTo>
                    <a:pt x="3849" y="1"/>
                    <a:pt x="2954" y="347"/>
                    <a:pt x="2279" y="1049"/>
                  </a:cubicBezTo>
                  <a:cubicBezTo>
                    <a:pt x="0" y="3273"/>
                    <a:pt x="1519" y="7152"/>
                    <a:pt x="4693" y="7206"/>
                  </a:cubicBezTo>
                  <a:cubicBezTo>
                    <a:pt x="4715" y="7206"/>
                    <a:pt x="4737" y="7206"/>
                    <a:pt x="4759" y="7206"/>
                  </a:cubicBezTo>
                  <a:cubicBezTo>
                    <a:pt x="7916" y="7206"/>
                    <a:pt x="9532" y="3393"/>
                    <a:pt x="7324" y="1130"/>
                  </a:cubicBezTo>
                  <a:cubicBezTo>
                    <a:pt x="6630" y="381"/>
                    <a:pt x="5687" y="1"/>
                    <a:pt x="474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45"/>
            <p:cNvSpPr/>
            <p:nvPr/>
          </p:nvSpPr>
          <p:spPr>
            <a:xfrm>
              <a:off x="2098125" y="3073125"/>
              <a:ext cx="238525" cy="179725"/>
            </a:xfrm>
            <a:custGeom>
              <a:rect b="b" l="l" r="r" t="t"/>
              <a:pathLst>
                <a:path extrusionOk="0" h="7189" w="9541">
                  <a:moveTo>
                    <a:pt x="4759" y="0"/>
                  </a:moveTo>
                  <a:cubicBezTo>
                    <a:pt x="3849" y="0"/>
                    <a:pt x="2937" y="360"/>
                    <a:pt x="2252" y="1085"/>
                  </a:cubicBezTo>
                  <a:cubicBezTo>
                    <a:pt x="1" y="3337"/>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45"/>
            <p:cNvSpPr/>
            <p:nvPr/>
          </p:nvSpPr>
          <p:spPr>
            <a:xfrm>
              <a:off x="2728075" y="2443400"/>
              <a:ext cx="238150" cy="180200"/>
            </a:xfrm>
            <a:custGeom>
              <a:rect b="b" l="l" r="r" t="t"/>
              <a:pathLst>
                <a:path extrusionOk="0" h="7208" w="9526">
                  <a:moveTo>
                    <a:pt x="4761" y="0"/>
                  </a:moveTo>
                  <a:cubicBezTo>
                    <a:pt x="3895" y="0"/>
                    <a:pt x="3028" y="340"/>
                    <a:pt x="2306" y="1022"/>
                  </a:cubicBezTo>
                  <a:cubicBezTo>
                    <a:pt x="1" y="3219"/>
                    <a:pt x="1493" y="7125"/>
                    <a:pt x="4693" y="7206"/>
                  </a:cubicBezTo>
                  <a:cubicBezTo>
                    <a:pt x="4727" y="7207"/>
                    <a:pt x="4760" y="7208"/>
                    <a:pt x="4793" y="7208"/>
                  </a:cubicBezTo>
                  <a:cubicBezTo>
                    <a:pt x="7902" y="7208"/>
                    <a:pt x="9525" y="3439"/>
                    <a:pt x="7351" y="1158"/>
                  </a:cubicBezTo>
                  <a:cubicBezTo>
                    <a:pt x="6609" y="387"/>
                    <a:pt x="5686"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45"/>
            <p:cNvSpPr/>
            <p:nvPr/>
          </p:nvSpPr>
          <p:spPr>
            <a:xfrm>
              <a:off x="839100" y="4963650"/>
              <a:ext cx="238525" cy="179975"/>
            </a:xfrm>
            <a:custGeom>
              <a:rect b="b" l="l" r="r" t="t"/>
              <a:pathLst>
                <a:path extrusionOk="0" h="7199" w="9541">
                  <a:moveTo>
                    <a:pt x="4760" y="0"/>
                  </a:moveTo>
                  <a:cubicBezTo>
                    <a:pt x="1582" y="0"/>
                    <a:pt x="1" y="3833"/>
                    <a:pt x="2244" y="6076"/>
                  </a:cubicBezTo>
                  <a:cubicBezTo>
                    <a:pt x="2925" y="6826"/>
                    <a:pt x="3853" y="7198"/>
                    <a:pt x="4779" y="7198"/>
                  </a:cubicBezTo>
                  <a:cubicBezTo>
                    <a:pt x="5697" y="7198"/>
                    <a:pt x="6614" y="6832"/>
                    <a:pt x="7289" y="6103"/>
                  </a:cubicBezTo>
                  <a:cubicBezTo>
                    <a:pt x="9540" y="3852"/>
                    <a:pt x="7967" y="0"/>
                    <a:pt x="4794"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45"/>
            <p:cNvSpPr/>
            <p:nvPr/>
          </p:nvSpPr>
          <p:spPr>
            <a:xfrm>
              <a:off x="1469250" y="4333675"/>
              <a:ext cx="238325" cy="180100"/>
            </a:xfrm>
            <a:custGeom>
              <a:rect b="b" l="l" r="r" t="t"/>
              <a:pathLst>
                <a:path extrusionOk="0" h="7204" w="9533">
                  <a:moveTo>
                    <a:pt x="4746" y="1"/>
                  </a:moveTo>
                  <a:cubicBezTo>
                    <a:pt x="1616" y="1"/>
                    <a:pt x="0" y="3788"/>
                    <a:pt x="2182" y="6050"/>
                  </a:cubicBezTo>
                  <a:cubicBezTo>
                    <a:pt x="2865" y="6817"/>
                    <a:pt x="3813" y="7204"/>
                    <a:pt x="4765" y="7204"/>
                  </a:cubicBezTo>
                  <a:cubicBezTo>
                    <a:pt x="5665" y="7204"/>
                    <a:pt x="6568" y="6857"/>
                    <a:pt x="7254" y="6159"/>
                  </a:cubicBezTo>
                  <a:cubicBezTo>
                    <a:pt x="9532" y="3934"/>
                    <a:pt x="8013" y="56"/>
                    <a:pt x="4813" y="1"/>
                  </a:cubicBezTo>
                  <a:cubicBezTo>
                    <a:pt x="4791"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45"/>
            <p:cNvSpPr/>
            <p:nvPr/>
          </p:nvSpPr>
          <p:spPr>
            <a:xfrm>
              <a:off x="2098325" y="3702975"/>
              <a:ext cx="239200" cy="179825"/>
            </a:xfrm>
            <a:custGeom>
              <a:rect b="b" l="l" r="r" t="t"/>
              <a:pathLst>
                <a:path extrusionOk="0" h="7193" w="9568">
                  <a:moveTo>
                    <a:pt x="4771" y="1"/>
                  </a:moveTo>
                  <a:cubicBezTo>
                    <a:pt x="3843" y="1"/>
                    <a:pt x="2918" y="374"/>
                    <a:pt x="2244" y="1116"/>
                  </a:cubicBezTo>
                  <a:cubicBezTo>
                    <a:pt x="1" y="3387"/>
                    <a:pt x="1609" y="7192"/>
                    <a:pt x="4787" y="7192"/>
                  </a:cubicBezTo>
                  <a:cubicBezTo>
                    <a:pt x="4798" y="7192"/>
                    <a:pt x="4810" y="7192"/>
                    <a:pt x="4821" y="7192"/>
                  </a:cubicBezTo>
                  <a:cubicBezTo>
                    <a:pt x="7994" y="7165"/>
                    <a:pt x="9568" y="3286"/>
                    <a:pt x="7262" y="1062"/>
                  </a:cubicBezTo>
                  <a:cubicBezTo>
                    <a:pt x="6580" y="353"/>
                    <a:pt x="567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45"/>
            <p:cNvSpPr/>
            <p:nvPr/>
          </p:nvSpPr>
          <p:spPr>
            <a:xfrm>
              <a:off x="2747075" y="3072975"/>
              <a:ext cx="201425" cy="182050"/>
            </a:xfrm>
            <a:custGeom>
              <a:rect b="b" l="l" r="r" t="t"/>
              <a:pathLst>
                <a:path extrusionOk="0" h="7282" w="8057">
                  <a:moveTo>
                    <a:pt x="4005" y="0"/>
                  </a:moveTo>
                  <a:cubicBezTo>
                    <a:pt x="3156" y="0"/>
                    <a:pt x="2308" y="327"/>
                    <a:pt x="1601" y="983"/>
                  </a:cubicBezTo>
                  <a:cubicBezTo>
                    <a:pt x="82" y="2393"/>
                    <a:pt x="0" y="4536"/>
                    <a:pt x="1384" y="6028"/>
                  </a:cubicBezTo>
                  <a:cubicBezTo>
                    <a:pt x="2097" y="6858"/>
                    <a:pt x="3093" y="7282"/>
                    <a:pt x="4092" y="7282"/>
                  </a:cubicBezTo>
                  <a:cubicBezTo>
                    <a:pt x="4954" y="7282"/>
                    <a:pt x="5819" y="6967"/>
                    <a:pt x="6510" y="6326"/>
                  </a:cubicBezTo>
                  <a:cubicBezTo>
                    <a:pt x="8002" y="4970"/>
                    <a:pt x="8056" y="2637"/>
                    <a:pt x="6646" y="1200"/>
                  </a:cubicBezTo>
                  <a:cubicBezTo>
                    <a:pt x="5890" y="401"/>
                    <a:pt x="4947" y="0"/>
                    <a:pt x="400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45"/>
            <p:cNvSpPr/>
            <p:nvPr/>
          </p:nvSpPr>
          <p:spPr>
            <a:xfrm>
              <a:off x="3358025" y="2443400"/>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7"/>
                    <a:pt x="4738" y="7207"/>
                    <a:pt x="4761" y="7207"/>
                  </a:cubicBezTo>
                  <a:cubicBezTo>
                    <a:pt x="7917" y="7207"/>
                    <a:pt x="9533" y="3420"/>
                    <a:pt x="7324" y="1131"/>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45"/>
            <p:cNvSpPr/>
            <p:nvPr/>
          </p:nvSpPr>
          <p:spPr>
            <a:xfrm>
              <a:off x="1468850" y="4962975"/>
              <a:ext cx="238725" cy="180400"/>
            </a:xfrm>
            <a:custGeom>
              <a:rect b="b" l="l" r="r" t="t"/>
              <a:pathLst>
                <a:path extrusionOk="0" h="7216" w="9549">
                  <a:moveTo>
                    <a:pt x="4748" y="0"/>
                  </a:moveTo>
                  <a:cubicBezTo>
                    <a:pt x="1574" y="27"/>
                    <a:pt x="1" y="3879"/>
                    <a:pt x="2252" y="6130"/>
                  </a:cubicBezTo>
                  <a:cubicBezTo>
                    <a:pt x="2937" y="6856"/>
                    <a:pt x="3849" y="7215"/>
                    <a:pt x="4763" y="7215"/>
                  </a:cubicBezTo>
                  <a:cubicBezTo>
                    <a:pt x="5693" y="7215"/>
                    <a:pt x="6626" y="6842"/>
                    <a:pt x="7324" y="6103"/>
                  </a:cubicBezTo>
                  <a:cubicBezTo>
                    <a:pt x="9548" y="3852"/>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45"/>
            <p:cNvSpPr/>
            <p:nvPr/>
          </p:nvSpPr>
          <p:spPr>
            <a:xfrm>
              <a:off x="2116450" y="4332375"/>
              <a:ext cx="202775" cy="181000"/>
            </a:xfrm>
            <a:custGeom>
              <a:rect b="b" l="l" r="r" t="t"/>
              <a:pathLst>
                <a:path extrusionOk="0" h="7240" w="8111">
                  <a:moveTo>
                    <a:pt x="4023" y="1"/>
                  </a:moveTo>
                  <a:cubicBezTo>
                    <a:pt x="3204" y="1"/>
                    <a:pt x="2389" y="303"/>
                    <a:pt x="1709" y="921"/>
                  </a:cubicBezTo>
                  <a:cubicBezTo>
                    <a:pt x="163" y="2305"/>
                    <a:pt x="0" y="4448"/>
                    <a:pt x="1356" y="5966"/>
                  </a:cubicBezTo>
                  <a:cubicBezTo>
                    <a:pt x="2109" y="6808"/>
                    <a:pt x="3087" y="7240"/>
                    <a:pt x="4067" y="7240"/>
                  </a:cubicBezTo>
                  <a:cubicBezTo>
                    <a:pt x="4887" y="7240"/>
                    <a:pt x="5709" y="6937"/>
                    <a:pt x="6401" y="6319"/>
                  </a:cubicBezTo>
                  <a:cubicBezTo>
                    <a:pt x="7920" y="4990"/>
                    <a:pt x="8110" y="2793"/>
                    <a:pt x="6754" y="1274"/>
                  </a:cubicBezTo>
                  <a:cubicBezTo>
                    <a:pt x="5986"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45"/>
            <p:cNvSpPr/>
            <p:nvPr/>
          </p:nvSpPr>
          <p:spPr>
            <a:xfrm>
              <a:off x="2747075" y="3702650"/>
              <a:ext cx="201425" cy="180725"/>
            </a:xfrm>
            <a:custGeom>
              <a:rect b="b" l="l" r="r" t="t"/>
              <a:pathLst>
                <a:path extrusionOk="0" h="7229" w="8057">
                  <a:moveTo>
                    <a:pt x="3994" y="0"/>
                  </a:moveTo>
                  <a:cubicBezTo>
                    <a:pt x="3149" y="0"/>
                    <a:pt x="2305" y="328"/>
                    <a:pt x="1601" y="994"/>
                  </a:cubicBezTo>
                  <a:cubicBezTo>
                    <a:pt x="82" y="2431"/>
                    <a:pt x="0" y="4547"/>
                    <a:pt x="1384" y="6039"/>
                  </a:cubicBezTo>
                  <a:cubicBezTo>
                    <a:pt x="2129" y="6827"/>
                    <a:pt x="3086" y="7229"/>
                    <a:pt x="4043" y="7229"/>
                  </a:cubicBezTo>
                  <a:cubicBezTo>
                    <a:pt x="4897" y="7229"/>
                    <a:pt x="5752" y="6908"/>
                    <a:pt x="6456" y="6256"/>
                  </a:cubicBezTo>
                  <a:cubicBezTo>
                    <a:pt x="7948" y="4954"/>
                    <a:pt x="8056" y="2621"/>
                    <a:pt x="6646" y="1211"/>
                  </a:cubicBezTo>
                  <a:cubicBezTo>
                    <a:pt x="5887" y="409"/>
                    <a:pt x="4939" y="0"/>
                    <a:pt x="39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45"/>
            <p:cNvSpPr/>
            <p:nvPr/>
          </p:nvSpPr>
          <p:spPr>
            <a:xfrm>
              <a:off x="3357750" y="3073100"/>
              <a:ext cx="239000" cy="179750"/>
            </a:xfrm>
            <a:custGeom>
              <a:rect b="b" l="l" r="r" t="t"/>
              <a:pathLst>
                <a:path extrusionOk="0" h="7190" w="9560">
                  <a:moveTo>
                    <a:pt x="4772" y="1"/>
                  </a:moveTo>
                  <a:cubicBezTo>
                    <a:pt x="3836" y="1"/>
                    <a:pt x="2900" y="381"/>
                    <a:pt x="2209" y="1141"/>
                  </a:cubicBezTo>
                  <a:cubicBezTo>
                    <a:pt x="0" y="3403"/>
                    <a:pt x="1616" y="7190"/>
                    <a:pt x="4773" y="7190"/>
                  </a:cubicBezTo>
                  <a:cubicBezTo>
                    <a:pt x="4795" y="7190"/>
                    <a:pt x="4818" y="7190"/>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45"/>
            <p:cNvSpPr/>
            <p:nvPr/>
          </p:nvSpPr>
          <p:spPr>
            <a:xfrm>
              <a:off x="2098125" y="4963650"/>
              <a:ext cx="238725" cy="180050"/>
            </a:xfrm>
            <a:custGeom>
              <a:rect b="b" l="l" r="r" t="t"/>
              <a:pathLst>
                <a:path extrusionOk="0" h="7202" w="9549">
                  <a:moveTo>
                    <a:pt x="4775" y="0"/>
                  </a:moveTo>
                  <a:cubicBezTo>
                    <a:pt x="1601" y="0"/>
                    <a:pt x="1" y="3852"/>
                    <a:pt x="2252" y="6103"/>
                  </a:cubicBezTo>
                  <a:cubicBezTo>
                    <a:pt x="2930" y="6836"/>
                    <a:pt x="3852" y="7202"/>
                    <a:pt x="4775" y="7202"/>
                  </a:cubicBezTo>
                  <a:cubicBezTo>
                    <a:pt x="5697" y="7202"/>
                    <a:pt x="6619" y="6836"/>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45"/>
            <p:cNvSpPr/>
            <p:nvPr/>
          </p:nvSpPr>
          <p:spPr>
            <a:xfrm>
              <a:off x="2728475" y="4332575"/>
              <a:ext cx="238325" cy="180175"/>
            </a:xfrm>
            <a:custGeom>
              <a:rect b="b" l="l" r="r" t="t"/>
              <a:pathLst>
                <a:path extrusionOk="0" h="7207" w="9533">
                  <a:moveTo>
                    <a:pt x="4749" y="1"/>
                  </a:moveTo>
                  <a:cubicBezTo>
                    <a:pt x="3805" y="1"/>
                    <a:pt x="2862" y="381"/>
                    <a:pt x="2182" y="1130"/>
                  </a:cubicBezTo>
                  <a:cubicBezTo>
                    <a:pt x="0" y="3420"/>
                    <a:pt x="1616" y="7207"/>
                    <a:pt x="4773" y="7207"/>
                  </a:cubicBezTo>
                  <a:cubicBezTo>
                    <a:pt x="4795" y="7207"/>
                    <a:pt x="4818" y="7207"/>
                    <a:pt x="4840" y="7206"/>
                  </a:cubicBezTo>
                  <a:cubicBezTo>
                    <a:pt x="8014" y="7125"/>
                    <a:pt x="9532" y="3246"/>
                    <a:pt x="7227" y="1049"/>
                  </a:cubicBezTo>
                  <a:cubicBezTo>
                    <a:pt x="6551"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45"/>
            <p:cNvSpPr/>
            <p:nvPr/>
          </p:nvSpPr>
          <p:spPr>
            <a:xfrm>
              <a:off x="3358025" y="3702975"/>
              <a:ext cx="238325" cy="179825"/>
            </a:xfrm>
            <a:custGeom>
              <a:rect b="b" l="l" r="r" t="t"/>
              <a:pathLst>
                <a:path extrusionOk="0" h="7193" w="9533">
                  <a:moveTo>
                    <a:pt x="4768" y="0"/>
                  </a:moveTo>
                  <a:cubicBezTo>
                    <a:pt x="3870" y="0"/>
                    <a:pt x="2968" y="346"/>
                    <a:pt x="2279" y="1035"/>
                  </a:cubicBezTo>
                  <a:cubicBezTo>
                    <a:pt x="1" y="3259"/>
                    <a:pt x="1520" y="7138"/>
                    <a:pt x="4693" y="7192"/>
                  </a:cubicBezTo>
                  <a:cubicBezTo>
                    <a:pt x="4716" y="7193"/>
                    <a:pt x="4738" y="7193"/>
                    <a:pt x="4761" y="7193"/>
                  </a:cubicBezTo>
                  <a:cubicBezTo>
                    <a:pt x="7917" y="7193"/>
                    <a:pt x="9533" y="3406"/>
                    <a:pt x="7324" y="1144"/>
                  </a:cubicBezTo>
                  <a:cubicBezTo>
                    <a:pt x="6644" y="380"/>
                    <a:pt x="5709" y="0"/>
                    <a:pt x="476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45"/>
            <p:cNvSpPr/>
            <p:nvPr/>
          </p:nvSpPr>
          <p:spPr>
            <a:xfrm>
              <a:off x="2747075" y="4962125"/>
              <a:ext cx="201425" cy="181050"/>
            </a:xfrm>
            <a:custGeom>
              <a:rect b="b" l="l" r="r" t="t"/>
              <a:pathLst>
                <a:path extrusionOk="0" h="7242" w="8057">
                  <a:moveTo>
                    <a:pt x="4005" y="1"/>
                  </a:moveTo>
                  <a:cubicBezTo>
                    <a:pt x="3156" y="1"/>
                    <a:pt x="2308" y="328"/>
                    <a:pt x="1601" y="984"/>
                  </a:cubicBezTo>
                  <a:cubicBezTo>
                    <a:pt x="109" y="2394"/>
                    <a:pt x="0" y="4564"/>
                    <a:pt x="1384" y="6056"/>
                  </a:cubicBezTo>
                  <a:cubicBezTo>
                    <a:pt x="2082" y="6840"/>
                    <a:pt x="3051" y="7242"/>
                    <a:pt x="4021" y="7242"/>
                  </a:cubicBezTo>
                  <a:cubicBezTo>
                    <a:pt x="4897" y="7242"/>
                    <a:pt x="5774" y="6915"/>
                    <a:pt x="6456" y="6246"/>
                  </a:cubicBezTo>
                  <a:cubicBezTo>
                    <a:pt x="7948" y="4944"/>
                    <a:pt x="8056" y="2638"/>
                    <a:pt x="6646" y="1201"/>
                  </a:cubicBezTo>
                  <a:cubicBezTo>
                    <a:pt x="5890" y="402"/>
                    <a:pt x="4947" y="1"/>
                    <a:pt x="400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45"/>
            <p:cNvSpPr/>
            <p:nvPr/>
          </p:nvSpPr>
          <p:spPr>
            <a:xfrm>
              <a:off x="3358025" y="4332300"/>
              <a:ext cx="238150" cy="180475"/>
            </a:xfrm>
            <a:custGeom>
              <a:rect b="b" l="l" r="r" t="t"/>
              <a:pathLst>
                <a:path extrusionOk="0" h="7219" w="9526">
                  <a:moveTo>
                    <a:pt x="4750" y="1"/>
                  </a:moveTo>
                  <a:cubicBezTo>
                    <a:pt x="3888" y="1"/>
                    <a:pt x="3025" y="341"/>
                    <a:pt x="2306" y="1033"/>
                  </a:cubicBezTo>
                  <a:cubicBezTo>
                    <a:pt x="1" y="3230"/>
                    <a:pt x="1493" y="7136"/>
                    <a:pt x="4666" y="7217"/>
                  </a:cubicBezTo>
                  <a:cubicBezTo>
                    <a:pt x="4700" y="7218"/>
                    <a:pt x="4733" y="7218"/>
                    <a:pt x="4767" y="7218"/>
                  </a:cubicBezTo>
                  <a:cubicBezTo>
                    <a:pt x="7902" y="7218"/>
                    <a:pt x="9525" y="3450"/>
                    <a:pt x="7352" y="1169"/>
                  </a:cubicBezTo>
                  <a:cubicBezTo>
                    <a:pt x="6606" y="395"/>
                    <a:pt x="5678" y="1"/>
                    <a:pt x="475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45"/>
            <p:cNvSpPr/>
            <p:nvPr/>
          </p:nvSpPr>
          <p:spPr>
            <a:xfrm>
              <a:off x="3357750" y="4962275"/>
              <a:ext cx="239000" cy="179750"/>
            </a:xfrm>
            <a:custGeom>
              <a:rect b="b" l="l" r="r" t="t"/>
              <a:pathLst>
                <a:path extrusionOk="0" h="7190" w="9560">
                  <a:moveTo>
                    <a:pt x="4772" y="1"/>
                  </a:moveTo>
                  <a:cubicBezTo>
                    <a:pt x="3836" y="1"/>
                    <a:pt x="2900" y="381"/>
                    <a:pt x="2209" y="1140"/>
                  </a:cubicBezTo>
                  <a:cubicBezTo>
                    <a:pt x="0" y="3403"/>
                    <a:pt x="1616" y="7190"/>
                    <a:pt x="4773" y="7190"/>
                  </a:cubicBezTo>
                  <a:cubicBezTo>
                    <a:pt x="4795" y="7190"/>
                    <a:pt x="4818" y="7189"/>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45"/>
            <p:cNvSpPr/>
            <p:nvPr/>
          </p:nvSpPr>
          <p:spPr>
            <a:xfrm>
              <a:off x="229975" y="2443400"/>
              <a:ext cx="198700" cy="179600"/>
            </a:xfrm>
            <a:custGeom>
              <a:rect b="b" l="l" r="r" t="t"/>
              <a:pathLst>
                <a:path extrusionOk="0" h="7184" w="7948">
                  <a:moveTo>
                    <a:pt x="3927" y="0"/>
                  </a:moveTo>
                  <a:cubicBezTo>
                    <a:pt x="3061" y="0"/>
                    <a:pt x="2201" y="340"/>
                    <a:pt x="1492" y="1022"/>
                  </a:cubicBezTo>
                  <a:cubicBezTo>
                    <a:pt x="55" y="2378"/>
                    <a:pt x="1" y="4657"/>
                    <a:pt x="1357" y="6067"/>
                  </a:cubicBezTo>
                  <a:cubicBezTo>
                    <a:pt x="2058" y="6810"/>
                    <a:pt x="3005" y="7184"/>
                    <a:pt x="3956" y="7184"/>
                  </a:cubicBezTo>
                  <a:cubicBezTo>
                    <a:pt x="4844" y="7184"/>
                    <a:pt x="5735" y="6858"/>
                    <a:pt x="6429" y="6203"/>
                  </a:cubicBezTo>
                  <a:lnTo>
                    <a:pt x="6402" y="6203"/>
                  </a:lnTo>
                  <a:cubicBezTo>
                    <a:pt x="7894" y="4874"/>
                    <a:pt x="7948" y="2541"/>
                    <a:pt x="6537" y="1158"/>
                  </a:cubicBezTo>
                  <a:cubicBezTo>
                    <a:pt x="5781" y="387"/>
                    <a:pt x="4851" y="0"/>
                    <a:pt x="392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45"/>
            <p:cNvSpPr/>
            <p:nvPr/>
          </p:nvSpPr>
          <p:spPr>
            <a:xfrm>
              <a:off x="209625" y="3073800"/>
              <a:ext cx="238725" cy="180050"/>
            </a:xfrm>
            <a:custGeom>
              <a:rect b="b" l="l" r="r" t="t"/>
              <a:pathLst>
                <a:path extrusionOk="0" h="7202" w="9549">
                  <a:moveTo>
                    <a:pt x="4775" y="0"/>
                  </a:moveTo>
                  <a:cubicBezTo>
                    <a:pt x="1574" y="0"/>
                    <a:pt x="1" y="3852"/>
                    <a:pt x="2252" y="6103"/>
                  </a:cubicBezTo>
                  <a:cubicBezTo>
                    <a:pt x="2930" y="6836"/>
                    <a:pt x="3852" y="7202"/>
                    <a:pt x="4775" y="7202"/>
                  </a:cubicBezTo>
                  <a:cubicBezTo>
                    <a:pt x="5697" y="7202"/>
                    <a:pt x="6619" y="6836"/>
                    <a:pt x="7297" y="6103"/>
                  </a:cubicBezTo>
                  <a:cubicBezTo>
                    <a:pt x="9548" y="3852"/>
                    <a:pt x="7948"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45"/>
            <p:cNvSpPr/>
            <p:nvPr/>
          </p:nvSpPr>
          <p:spPr>
            <a:xfrm>
              <a:off x="857225" y="2443200"/>
              <a:ext cx="202100" cy="180775"/>
            </a:xfrm>
            <a:custGeom>
              <a:rect b="b" l="l" r="r" t="t"/>
              <a:pathLst>
                <a:path extrusionOk="0" h="7231" w="8084">
                  <a:moveTo>
                    <a:pt x="4034" y="1"/>
                  </a:moveTo>
                  <a:cubicBezTo>
                    <a:pt x="3217" y="1"/>
                    <a:pt x="2401" y="304"/>
                    <a:pt x="1709" y="922"/>
                  </a:cubicBezTo>
                  <a:cubicBezTo>
                    <a:pt x="190" y="2278"/>
                    <a:pt x="0" y="4448"/>
                    <a:pt x="1356" y="5967"/>
                  </a:cubicBezTo>
                  <a:cubicBezTo>
                    <a:pt x="2083" y="6797"/>
                    <a:pt x="3070" y="7231"/>
                    <a:pt x="4063" y="7231"/>
                  </a:cubicBezTo>
                  <a:cubicBezTo>
                    <a:pt x="4886" y="7231"/>
                    <a:pt x="5713" y="6934"/>
                    <a:pt x="6401" y="6319"/>
                  </a:cubicBezTo>
                  <a:cubicBezTo>
                    <a:pt x="7893" y="4990"/>
                    <a:pt x="8083" y="2766"/>
                    <a:pt x="6754" y="1274"/>
                  </a:cubicBezTo>
                  <a:cubicBezTo>
                    <a:pt x="5986" y="433"/>
                    <a:pt x="5010" y="1"/>
                    <a:pt x="403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45"/>
            <p:cNvSpPr/>
            <p:nvPr/>
          </p:nvSpPr>
          <p:spPr>
            <a:xfrm>
              <a:off x="209625" y="3703725"/>
              <a:ext cx="238325" cy="180100"/>
            </a:xfrm>
            <a:custGeom>
              <a:rect b="b" l="l" r="r" t="t"/>
              <a:pathLst>
                <a:path extrusionOk="0" h="7204" w="9533">
                  <a:moveTo>
                    <a:pt x="4760" y="1"/>
                  </a:moveTo>
                  <a:cubicBezTo>
                    <a:pt x="4738" y="1"/>
                    <a:pt x="4716" y="1"/>
                    <a:pt x="4693" y="1"/>
                  </a:cubicBezTo>
                  <a:cubicBezTo>
                    <a:pt x="1520" y="56"/>
                    <a:pt x="1" y="3934"/>
                    <a:pt x="2279" y="6159"/>
                  </a:cubicBezTo>
                  <a:cubicBezTo>
                    <a:pt x="2952" y="6857"/>
                    <a:pt x="3848" y="7204"/>
                    <a:pt x="4745" y="7204"/>
                  </a:cubicBezTo>
                  <a:cubicBezTo>
                    <a:pt x="5693" y="7204"/>
                    <a:pt x="6641" y="6817"/>
                    <a:pt x="7324" y="6050"/>
                  </a:cubicBezTo>
                  <a:cubicBezTo>
                    <a:pt x="9533" y="3788"/>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45"/>
            <p:cNvSpPr/>
            <p:nvPr/>
          </p:nvSpPr>
          <p:spPr>
            <a:xfrm>
              <a:off x="838900" y="3073100"/>
              <a:ext cx="238150" cy="179775"/>
            </a:xfrm>
            <a:custGeom>
              <a:rect b="b" l="l" r="r" t="t"/>
              <a:pathLst>
                <a:path extrusionOk="0" h="7191" w="9526">
                  <a:moveTo>
                    <a:pt x="4788" y="1"/>
                  </a:moveTo>
                  <a:cubicBezTo>
                    <a:pt x="3886" y="1"/>
                    <a:pt x="2985" y="354"/>
                    <a:pt x="2306" y="1059"/>
                  </a:cubicBezTo>
                  <a:cubicBezTo>
                    <a:pt x="1" y="3256"/>
                    <a:pt x="1520" y="7135"/>
                    <a:pt x="4693" y="7189"/>
                  </a:cubicBezTo>
                  <a:cubicBezTo>
                    <a:pt x="4727" y="7190"/>
                    <a:pt x="4760" y="7190"/>
                    <a:pt x="4793" y="7190"/>
                  </a:cubicBezTo>
                  <a:cubicBezTo>
                    <a:pt x="7928" y="7190"/>
                    <a:pt x="9525" y="3395"/>
                    <a:pt x="7351" y="1141"/>
                  </a:cubicBezTo>
                  <a:cubicBezTo>
                    <a:pt x="6661" y="381"/>
                    <a:pt x="5724" y="1"/>
                    <a:pt x="478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45"/>
            <p:cNvSpPr/>
            <p:nvPr/>
          </p:nvSpPr>
          <p:spPr>
            <a:xfrm>
              <a:off x="1468175" y="2443250"/>
              <a:ext cx="239200" cy="180325"/>
            </a:xfrm>
            <a:custGeom>
              <a:rect b="b" l="l" r="r" t="t"/>
              <a:pathLst>
                <a:path extrusionOk="0" h="7213" w="9568">
                  <a:moveTo>
                    <a:pt x="4787" y="1"/>
                  </a:moveTo>
                  <a:cubicBezTo>
                    <a:pt x="3881" y="1"/>
                    <a:pt x="2975" y="360"/>
                    <a:pt x="2306" y="1082"/>
                  </a:cubicBezTo>
                  <a:cubicBezTo>
                    <a:pt x="1" y="3306"/>
                    <a:pt x="1574" y="7185"/>
                    <a:pt x="4747" y="7212"/>
                  </a:cubicBezTo>
                  <a:cubicBezTo>
                    <a:pt x="4759" y="7212"/>
                    <a:pt x="4770" y="7212"/>
                    <a:pt x="4781" y="7212"/>
                  </a:cubicBezTo>
                  <a:cubicBezTo>
                    <a:pt x="7959" y="7212"/>
                    <a:pt x="9567" y="3407"/>
                    <a:pt x="7324" y="1137"/>
                  </a:cubicBezTo>
                  <a:cubicBezTo>
                    <a:pt x="6650" y="380"/>
                    <a:pt x="5719"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45"/>
            <p:cNvSpPr/>
            <p:nvPr/>
          </p:nvSpPr>
          <p:spPr>
            <a:xfrm>
              <a:off x="209825" y="4333700"/>
              <a:ext cx="238525" cy="179800"/>
            </a:xfrm>
            <a:custGeom>
              <a:rect b="b" l="l" r="r" t="t"/>
              <a:pathLst>
                <a:path extrusionOk="0" h="7192" w="9541">
                  <a:moveTo>
                    <a:pt x="4760" y="0"/>
                  </a:moveTo>
                  <a:cubicBezTo>
                    <a:pt x="1609" y="0"/>
                    <a:pt x="1" y="3806"/>
                    <a:pt x="2217" y="6076"/>
                  </a:cubicBezTo>
                  <a:cubicBezTo>
                    <a:pt x="2905" y="6819"/>
                    <a:pt x="3836" y="7192"/>
                    <a:pt x="4768" y="7192"/>
                  </a:cubicBezTo>
                  <a:cubicBezTo>
                    <a:pt x="5674" y="7192"/>
                    <a:pt x="6580" y="6839"/>
                    <a:pt x="7262" y="6130"/>
                  </a:cubicBezTo>
                  <a:cubicBezTo>
                    <a:pt x="9540" y="3906"/>
                    <a:pt x="7994" y="28"/>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45"/>
            <p:cNvSpPr/>
            <p:nvPr/>
          </p:nvSpPr>
          <p:spPr>
            <a:xfrm>
              <a:off x="839100" y="3703750"/>
              <a:ext cx="238525" cy="180325"/>
            </a:xfrm>
            <a:custGeom>
              <a:rect b="b" l="l" r="r" t="t"/>
              <a:pathLst>
                <a:path extrusionOk="0" h="7213" w="9541">
                  <a:moveTo>
                    <a:pt x="4787" y="0"/>
                  </a:moveTo>
                  <a:cubicBezTo>
                    <a:pt x="1609" y="0"/>
                    <a:pt x="1" y="3806"/>
                    <a:pt x="2217" y="6076"/>
                  </a:cubicBezTo>
                  <a:cubicBezTo>
                    <a:pt x="2904" y="6832"/>
                    <a:pt x="3843" y="7212"/>
                    <a:pt x="4778" y="7212"/>
                  </a:cubicBezTo>
                  <a:cubicBezTo>
                    <a:pt x="5687" y="7212"/>
                    <a:pt x="6593" y="6853"/>
                    <a:pt x="7262" y="6130"/>
                  </a:cubicBezTo>
                  <a:cubicBezTo>
                    <a:pt x="9540" y="3906"/>
                    <a:pt x="7994"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45"/>
            <p:cNvSpPr/>
            <p:nvPr/>
          </p:nvSpPr>
          <p:spPr>
            <a:xfrm>
              <a:off x="1487175" y="3072975"/>
              <a:ext cx="200725" cy="180925"/>
            </a:xfrm>
            <a:custGeom>
              <a:rect b="b" l="l" r="r" t="t"/>
              <a:pathLst>
                <a:path extrusionOk="0" h="7237" w="8029">
                  <a:moveTo>
                    <a:pt x="4026" y="0"/>
                  </a:moveTo>
                  <a:cubicBezTo>
                    <a:pt x="3176" y="0"/>
                    <a:pt x="2321" y="327"/>
                    <a:pt x="1600" y="983"/>
                  </a:cubicBezTo>
                  <a:cubicBezTo>
                    <a:pt x="82" y="2393"/>
                    <a:pt x="0" y="4536"/>
                    <a:pt x="1383" y="6028"/>
                  </a:cubicBezTo>
                  <a:cubicBezTo>
                    <a:pt x="2095" y="6827"/>
                    <a:pt x="3088" y="7237"/>
                    <a:pt x="4085" y="7237"/>
                  </a:cubicBezTo>
                  <a:cubicBezTo>
                    <a:pt x="4949" y="7237"/>
                    <a:pt x="5817" y="6929"/>
                    <a:pt x="6510" y="6299"/>
                  </a:cubicBezTo>
                  <a:cubicBezTo>
                    <a:pt x="7975" y="4943"/>
                    <a:pt x="8029" y="2637"/>
                    <a:pt x="6646" y="1200"/>
                  </a:cubicBezTo>
                  <a:cubicBezTo>
                    <a:pt x="5904" y="401"/>
                    <a:pt x="4968"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45"/>
            <p:cNvSpPr/>
            <p:nvPr/>
          </p:nvSpPr>
          <p:spPr>
            <a:xfrm>
              <a:off x="2098125" y="2443175"/>
              <a:ext cx="238525" cy="179725"/>
            </a:xfrm>
            <a:custGeom>
              <a:rect b="b" l="l" r="r" t="t"/>
              <a:pathLst>
                <a:path extrusionOk="0" h="7189" w="9541">
                  <a:moveTo>
                    <a:pt x="4759" y="0"/>
                  </a:moveTo>
                  <a:cubicBezTo>
                    <a:pt x="3849" y="0"/>
                    <a:pt x="2937" y="360"/>
                    <a:pt x="2252" y="1085"/>
                  </a:cubicBezTo>
                  <a:cubicBezTo>
                    <a:pt x="1" y="3309"/>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45"/>
            <p:cNvSpPr/>
            <p:nvPr/>
          </p:nvSpPr>
          <p:spPr>
            <a:xfrm>
              <a:off x="209825" y="4962975"/>
              <a:ext cx="238525" cy="180325"/>
            </a:xfrm>
            <a:custGeom>
              <a:rect b="b" l="l" r="r" t="t"/>
              <a:pathLst>
                <a:path extrusionOk="0" h="7213" w="9541">
                  <a:moveTo>
                    <a:pt x="4760" y="0"/>
                  </a:moveTo>
                  <a:cubicBezTo>
                    <a:pt x="1609" y="0"/>
                    <a:pt x="1" y="3833"/>
                    <a:pt x="2217" y="6076"/>
                  </a:cubicBezTo>
                  <a:cubicBezTo>
                    <a:pt x="2904" y="6832"/>
                    <a:pt x="3836" y="7212"/>
                    <a:pt x="4767" y="7212"/>
                  </a:cubicBezTo>
                  <a:cubicBezTo>
                    <a:pt x="5673" y="7212"/>
                    <a:pt x="6580" y="6853"/>
                    <a:pt x="7262" y="6130"/>
                  </a:cubicBezTo>
                  <a:cubicBezTo>
                    <a:pt x="9540" y="3906"/>
                    <a:pt x="7994" y="55"/>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45"/>
            <p:cNvSpPr/>
            <p:nvPr/>
          </p:nvSpPr>
          <p:spPr>
            <a:xfrm>
              <a:off x="857225" y="4332350"/>
              <a:ext cx="201400" cy="180975"/>
            </a:xfrm>
            <a:custGeom>
              <a:rect b="b" l="l" r="r" t="t"/>
              <a:pathLst>
                <a:path extrusionOk="0" h="7239" w="8056">
                  <a:moveTo>
                    <a:pt x="4035" y="1"/>
                  </a:moveTo>
                  <a:cubicBezTo>
                    <a:pt x="3185" y="1"/>
                    <a:pt x="2336" y="334"/>
                    <a:pt x="1628" y="1004"/>
                  </a:cubicBezTo>
                  <a:cubicBezTo>
                    <a:pt x="136" y="2387"/>
                    <a:pt x="0" y="4557"/>
                    <a:pt x="1411" y="6049"/>
                  </a:cubicBezTo>
                  <a:cubicBezTo>
                    <a:pt x="2098" y="6837"/>
                    <a:pt x="3066" y="7239"/>
                    <a:pt x="4038" y="7239"/>
                  </a:cubicBezTo>
                  <a:cubicBezTo>
                    <a:pt x="4906" y="7239"/>
                    <a:pt x="5777" y="6918"/>
                    <a:pt x="6456" y="6266"/>
                  </a:cubicBezTo>
                  <a:cubicBezTo>
                    <a:pt x="7975" y="4937"/>
                    <a:pt x="8056" y="2631"/>
                    <a:pt x="6673" y="1221"/>
                  </a:cubicBezTo>
                  <a:cubicBezTo>
                    <a:pt x="5918" y="409"/>
                    <a:pt x="4975"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45"/>
            <p:cNvSpPr/>
            <p:nvPr/>
          </p:nvSpPr>
          <p:spPr>
            <a:xfrm>
              <a:off x="1468850" y="3702900"/>
              <a:ext cx="238325" cy="179900"/>
            </a:xfrm>
            <a:custGeom>
              <a:rect b="b" l="l" r="r" t="t"/>
              <a:pathLst>
                <a:path extrusionOk="0" h="7196" w="9533">
                  <a:moveTo>
                    <a:pt x="4780" y="0"/>
                  </a:moveTo>
                  <a:cubicBezTo>
                    <a:pt x="3878" y="0"/>
                    <a:pt x="2971" y="346"/>
                    <a:pt x="2279" y="1038"/>
                  </a:cubicBezTo>
                  <a:cubicBezTo>
                    <a:pt x="1" y="3262"/>
                    <a:pt x="1520" y="7141"/>
                    <a:pt x="4720" y="7195"/>
                  </a:cubicBezTo>
                  <a:cubicBezTo>
                    <a:pt x="4743" y="7196"/>
                    <a:pt x="4765" y="7196"/>
                    <a:pt x="4787" y="7196"/>
                  </a:cubicBezTo>
                  <a:cubicBezTo>
                    <a:pt x="7917" y="7196"/>
                    <a:pt x="9533" y="3409"/>
                    <a:pt x="7324" y="1119"/>
                  </a:cubicBezTo>
                  <a:cubicBezTo>
                    <a:pt x="6647" y="373"/>
                    <a:pt x="5717" y="0"/>
                    <a:pt x="478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45"/>
            <p:cNvSpPr/>
            <p:nvPr/>
          </p:nvSpPr>
          <p:spPr>
            <a:xfrm>
              <a:off x="5247225" y="3073125"/>
              <a:ext cx="239175" cy="179725"/>
            </a:xfrm>
            <a:custGeom>
              <a:rect b="b" l="l" r="r" t="t"/>
              <a:pathLst>
                <a:path extrusionOk="0" h="7189" w="9567">
                  <a:moveTo>
                    <a:pt x="4765" y="0"/>
                  </a:moveTo>
                  <a:cubicBezTo>
                    <a:pt x="3855" y="0"/>
                    <a:pt x="2950" y="360"/>
                    <a:pt x="2278" y="1085"/>
                  </a:cubicBezTo>
                  <a:cubicBezTo>
                    <a:pt x="0" y="3337"/>
                    <a:pt x="1573" y="7188"/>
                    <a:pt x="4774" y="7188"/>
                  </a:cubicBezTo>
                  <a:cubicBezTo>
                    <a:pt x="4785" y="7188"/>
                    <a:pt x="4796" y="7188"/>
                    <a:pt x="4807" y="7188"/>
                  </a:cubicBezTo>
                  <a:cubicBezTo>
                    <a:pt x="7959" y="7188"/>
                    <a:pt x="9567"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45"/>
            <p:cNvSpPr/>
            <p:nvPr/>
          </p:nvSpPr>
          <p:spPr>
            <a:xfrm>
              <a:off x="5877175" y="2443400"/>
              <a:ext cx="238125" cy="180200"/>
            </a:xfrm>
            <a:custGeom>
              <a:rect b="b" l="l" r="r" t="t"/>
              <a:pathLst>
                <a:path extrusionOk="0" h="7208" w="9525">
                  <a:moveTo>
                    <a:pt x="4761" y="0"/>
                  </a:moveTo>
                  <a:cubicBezTo>
                    <a:pt x="3895" y="0"/>
                    <a:pt x="3027" y="340"/>
                    <a:pt x="2306" y="1022"/>
                  </a:cubicBezTo>
                  <a:cubicBezTo>
                    <a:pt x="0" y="3219"/>
                    <a:pt x="1492" y="7125"/>
                    <a:pt x="4665" y="7206"/>
                  </a:cubicBezTo>
                  <a:cubicBezTo>
                    <a:pt x="4699" y="7207"/>
                    <a:pt x="4732" y="7208"/>
                    <a:pt x="4766" y="7208"/>
                  </a:cubicBezTo>
                  <a:cubicBezTo>
                    <a:pt x="7901" y="7208"/>
                    <a:pt x="9525" y="3439"/>
                    <a:pt x="7351" y="1158"/>
                  </a:cubicBezTo>
                  <a:cubicBezTo>
                    <a:pt x="6608" y="387"/>
                    <a:pt x="5685"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45"/>
            <p:cNvSpPr/>
            <p:nvPr/>
          </p:nvSpPr>
          <p:spPr>
            <a:xfrm>
              <a:off x="3988175" y="4963650"/>
              <a:ext cx="238525" cy="179975"/>
            </a:xfrm>
            <a:custGeom>
              <a:rect b="b" l="l" r="r" t="t"/>
              <a:pathLst>
                <a:path extrusionOk="0" h="7199" w="9541">
                  <a:moveTo>
                    <a:pt x="4760" y="0"/>
                  </a:moveTo>
                  <a:cubicBezTo>
                    <a:pt x="1582" y="0"/>
                    <a:pt x="1" y="3833"/>
                    <a:pt x="2244" y="6076"/>
                  </a:cubicBezTo>
                  <a:cubicBezTo>
                    <a:pt x="2926" y="6826"/>
                    <a:pt x="3853" y="7198"/>
                    <a:pt x="4780" y="7198"/>
                  </a:cubicBezTo>
                  <a:cubicBezTo>
                    <a:pt x="5697" y="7198"/>
                    <a:pt x="6614" y="6832"/>
                    <a:pt x="7289" y="6103"/>
                  </a:cubicBezTo>
                  <a:cubicBezTo>
                    <a:pt x="9541" y="3852"/>
                    <a:pt x="7967" y="0"/>
                    <a:pt x="4794" y="0"/>
                  </a:cubicBezTo>
                  <a:cubicBezTo>
                    <a:pt x="4783" y="0"/>
                    <a:pt x="4772"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45"/>
            <p:cNvSpPr/>
            <p:nvPr/>
          </p:nvSpPr>
          <p:spPr>
            <a:xfrm>
              <a:off x="4617650" y="4333675"/>
              <a:ext cx="239000" cy="180100"/>
            </a:xfrm>
            <a:custGeom>
              <a:rect b="b" l="l" r="r" t="t"/>
              <a:pathLst>
                <a:path extrusionOk="0" h="7204" w="9560">
                  <a:moveTo>
                    <a:pt x="4773" y="1"/>
                  </a:moveTo>
                  <a:cubicBezTo>
                    <a:pt x="1643" y="1"/>
                    <a:pt x="1" y="3788"/>
                    <a:pt x="2209" y="6050"/>
                  </a:cubicBezTo>
                  <a:cubicBezTo>
                    <a:pt x="2892" y="6817"/>
                    <a:pt x="3840" y="7204"/>
                    <a:pt x="4788" y="7204"/>
                  </a:cubicBezTo>
                  <a:cubicBezTo>
                    <a:pt x="5685" y="7204"/>
                    <a:pt x="6582" y="6857"/>
                    <a:pt x="7254" y="6159"/>
                  </a:cubicBezTo>
                  <a:cubicBezTo>
                    <a:pt x="9560" y="3934"/>
                    <a:pt x="8014" y="56"/>
                    <a:pt x="4840" y="1"/>
                  </a:cubicBezTo>
                  <a:cubicBezTo>
                    <a:pt x="4818" y="1"/>
                    <a:pt x="4796"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45"/>
            <p:cNvSpPr/>
            <p:nvPr/>
          </p:nvSpPr>
          <p:spPr>
            <a:xfrm>
              <a:off x="5247400" y="3702975"/>
              <a:ext cx="238525" cy="179825"/>
            </a:xfrm>
            <a:custGeom>
              <a:rect b="b" l="l" r="r" t="t"/>
              <a:pathLst>
                <a:path extrusionOk="0" h="7193" w="9541">
                  <a:moveTo>
                    <a:pt x="4768" y="1"/>
                  </a:moveTo>
                  <a:cubicBezTo>
                    <a:pt x="3836" y="1"/>
                    <a:pt x="2905" y="374"/>
                    <a:pt x="2217" y="1116"/>
                  </a:cubicBezTo>
                  <a:cubicBezTo>
                    <a:pt x="1" y="3387"/>
                    <a:pt x="1609" y="7192"/>
                    <a:pt x="4787" y="7192"/>
                  </a:cubicBezTo>
                  <a:cubicBezTo>
                    <a:pt x="4799" y="7192"/>
                    <a:pt x="4810" y="7192"/>
                    <a:pt x="4821" y="7192"/>
                  </a:cubicBezTo>
                  <a:cubicBezTo>
                    <a:pt x="7995" y="7165"/>
                    <a:pt x="9541" y="3286"/>
                    <a:pt x="7262" y="1062"/>
                  </a:cubicBezTo>
                  <a:cubicBezTo>
                    <a:pt x="6580" y="353"/>
                    <a:pt x="5674"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45"/>
            <p:cNvSpPr/>
            <p:nvPr/>
          </p:nvSpPr>
          <p:spPr>
            <a:xfrm>
              <a:off x="5896150" y="3072975"/>
              <a:ext cx="202775" cy="183550"/>
            </a:xfrm>
            <a:custGeom>
              <a:rect b="b" l="l" r="r" t="t"/>
              <a:pathLst>
                <a:path extrusionOk="0" h="7342" w="8111">
                  <a:moveTo>
                    <a:pt x="4006" y="0"/>
                  </a:moveTo>
                  <a:cubicBezTo>
                    <a:pt x="3156" y="0"/>
                    <a:pt x="2308" y="327"/>
                    <a:pt x="1601" y="983"/>
                  </a:cubicBezTo>
                  <a:cubicBezTo>
                    <a:pt x="82" y="2393"/>
                    <a:pt x="1" y="4536"/>
                    <a:pt x="1384" y="6028"/>
                  </a:cubicBezTo>
                  <a:cubicBezTo>
                    <a:pt x="2090" y="6896"/>
                    <a:pt x="3109" y="7341"/>
                    <a:pt x="4135" y="7341"/>
                  </a:cubicBezTo>
                  <a:cubicBezTo>
                    <a:pt x="5000" y="7341"/>
                    <a:pt x="5870" y="7025"/>
                    <a:pt x="6565" y="6380"/>
                  </a:cubicBezTo>
                  <a:cubicBezTo>
                    <a:pt x="8084" y="4997"/>
                    <a:pt x="8111" y="2637"/>
                    <a:pt x="6646" y="1200"/>
                  </a:cubicBezTo>
                  <a:cubicBezTo>
                    <a:pt x="5890" y="401"/>
                    <a:pt x="4947" y="0"/>
                    <a:pt x="400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45"/>
            <p:cNvSpPr/>
            <p:nvPr/>
          </p:nvSpPr>
          <p:spPr>
            <a:xfrm>
              <a:off x="6506450" y="2443400"/>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7"/>
                    <a:pt x="4765" y="7207"/>
                    <a:pt x="4787" y="7207"/>
                  </a:cubicBezTo>
                  <a:cubicBezTo>
                    <a:pt x="7943" y="7207"/>
                    <a:pt x="9559" y="3420"/>
                    <a:pt x="7351" y="1131"/>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45"/>
            <p:cNvSpPr/>
            <p:nvPr/>
          </p:nvSpPr>
          <p:spPr>
            <a:xfrm>
              <a:off x="4617950" y="4962975"/>
              <a:ext cx="238700" cy="180400"/>
            </a:xfrm>
            <a:custGeom>
              <a:rect b="b" l="l" r="r" t="t"/>
              <a:pathLst>
                <a:path extrusionOk="0" h="7216" w="9548">
                  <a:moveTo>
                    <a:pt x="4747" y="0"/>
                  </a:moveTo>
                  <a:cubicBezTo>
                    <a:pt x="1573" y="27"/>
                    <a:pt x="0" y="3879"/>
                    <a:pt x="2251" y="6130"/>
                  </a:cubicBezTo>
                  <a:cubicBezTo>
                    <a:pt x="2937" y="6856"/>
                    <a:pt x="3848" y="7215"/>
                    <a:pt x="4759" y="7215"/>
                  </a:cubicBezTo>
                  <a:cubicBezTo>
                    <a:pt x="5686" y="7215"/>
                    <a:pt x="6612" y="6842"/>
                    <a:pt x="7296" y="6103"/>
                  </a:cubicBezTo>
                  <a:cubicBezTo>
                    <a:pt x="9548" y="3852"/>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45"/>
            <p:cNvSpPr/>
            <p:nvPr/>
          </p:nvSpPr>
          <p:spPr>
            <a:xfrm>
              <a:off x="5265525" y="4332375"/>
              <a:ext cx="202100" cy="181000"/>
            </a:xfrm>
            <a:custGeom>
              <a:rect b="b" l="l" r="r" t="t"/>
              <a:pathLst>
                <a:path extrusionOk="0" h="7240" w="8084">
                  <a:moveTo>
                    <a:pt x="4012" y="1"/>
                  </a:moveTo>
                  <a:cubicBezTo>
                    <a:pt x="3198" y="1"/>
                    <a:pt x="2389" y="303"/>
                    <a:pt x="1709" y="921"/>
                  </a:cubicBezTo>
                  <a:cubicBezTo>
                    <a:pt x="163" y="2305"/>
                    <a:pt x="0" y="4448"/>
                    <a:pt x="1357" y="5966"/>
                  </a:cubicBezTo>
                  <a:cubicBezTo>
                    <a:pt x="2110" y="6808"/>
                    <a:pt x="3087" y="7240"/>
                    <a:pt x="4067" y="7240"/>
                  </a:cubicBezTo>
                  <a:cubicBezTo>
                    <a:pt x="4888" y="7240"/>
                    <a:pt x="5709" y="6937"/>
                    <a:pt x="6402" y="6319"/>
                  </a:cubicBezTo>
                  <a:cubicBezTo>
                    <a:pt x="7893" y="4990"/>
                    <a:pt x="8083" y="2793"/>
                    <a:pt x="6727" y="1274"/>
                  </a:cubicBezTo>
                  <a:cubicBezTo>
                    <a:pt x="5959"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45"/>
            <p:cNvSpPr/>
            <p:nvPr/>
          </p:nvSpPr>
          <p:spPr>
            <a:xfrm>
              <a:off x="5896150" y="3702650"/>
              <a:ext cx="200750" cy="180725"/>
            </a:xfrm>
            <a:custGeom>
              <a:rect b="b" l="l" r="r" t="t"/>
              <a:pathLst>
                <a:path extrusionOk="0" h="7229" w="8030">
                  <a:moveTo>
                    <a:pt x="3995" y="0"/>
                  </a:moveTo>
                  <a:cubicBezTo>
                    <a:pt x="3149" y="0"/>
                    <a:pt x="2305" y="328"/>
                    <a:pt x="1601" y="994"/>
                  </a:cubicBezTo>
                  <a:cubicBezTo>
                    <a:pt x="82" y="2431"/>
                    <a:pt x="1" y="4547"/>
                    <a:pt x="1384" y="6039"/>
                  </a:cubicBezTo>
                  <a:cubicBezTo>
                    <a:pt x="2129" y="6827"/>
                    <a:pt x="3086" y="7229"/>
                    <a:pt x="4043" y="7229"/>
                  </a:cubicBezTo>
                  <a:cubicBezTo>
                    <a:pt x="4898" y="7229"/>
                    <a:pt x="5752" y="6908"/>
                    <a:pt x="6456" y="6256"/>
                  </a:cubicBezTo>
                  <a:cubicBezTo>
                    <a:pt x="7948" y="4954"/>
                    <a:pt x="8029" y="2648"/>
                    <a:pt x="6646" y="1211"/>
                  </a:cubicBezTo>
                  <a:cubicBezTo>
                    <a:pt x="5887" y="409"/>
                    <a:pt x="4940" y="0"/>
                    <a:pt x="399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45"/>
            <p:cNvSpPr/>
            <p:nvPr/>
          </p:nvSpPr>
          <p:spPr>
            <a:xfrm>
              <a:off x="6506825" y="3073100"/>
              <a:ext cx="239000" cy="179750"/>
            </a:xfrm>
            <a:custGeom>
              <a:rect b="b" l="l" r="r" t="t"/>
              <a:pathLst>
                <a:path extrusionOk="0" h="7190" w="9560">
                  <a:moveTo>
                    <a:pt x="4773" y="1"/>
                  </a:moveTo>
                  <a:cubicBezTo>
                    <a:pt x="3837" y="1"/>
                    <a:pt x="2900" y="381"/>
                    <a:pt x="2209" y="1141"/>
                  </a:cubicBezTo>
                  <a:cubicBezTo>
                    <a:pt x="1" y="3403"/>
                    <a:pt x="1617" y="7190"/>
                    <a:pt x="4773" y="7190"/>
                  </a:cubicBezTo>
                  <a:cubicBezTo>
                    <a:pt x="4795" y="7190"/>
                    <a:pt x="4818" y="7190"/>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45"/>
            <p:cNvSpPr/>
            <p:nvPr/>
          </p:nvSpPr>
          <p:spPr>
            <a:xfrm>
              <a:off x="5247225" y="4963650"/>
              <a:ext cx="238700" cy="180050"/>
            </a:xfrm>
            <a:custGeom>
              <a:rect b="b" l="l" r="r" t="t"/>
              <a:pathLst>
                <a:path extrusionOk="0" h="7202" w="9548">
                  <a:moveTo>
                    <a:pt x="4774" y="0"/>
                  </a:moveTo>
                  <a:cubicBezTo>
                    <a:pt x="1600" y="0"/>
                    <a:pt x="0" y="3852"/>
                    <a:pt x="2251" y="6103"/>
                  </a:cubicBezTo>
                  <a:cubicBezTo>
                    <a:pt x="2929" y="6836"/>
                    <a:pt x="3852" y="7202"/>
                    <a:pt x="4774" y="7202"/>
                  </a:cubicBezTo>
                  <a:cubicBezTo>
                    <a:pt x="5696" y="7202"/>
                    <a:pt x="6618" y="6836"/>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45"/>
            <p:cNvSpPr/>
            <p:nvPr/>
          </p:nvSpPr>
          <p:spPr>
            <a:xfrm>
              <a:off x="5877550" y="4332575"/>
              <a:ext cx="238325" cy="180175"/>
            </a:xfrm>
            <a:custGeom>
              <a:rect b="b" l="l" r="r" t="t"/>
              <a:pathLst>
                <a:path extrusionOk="0" h="7207" w="9533">
                  <a:moveTo>
                    <a:pt x="4749" y="1"/>
                  </a:moveTo>
                  <a:cubicBezTo>
                    <a:pt x="3805" y="1"/>
                    <a:pt x="2862" y="381"/>
                    <a:pt x="2182" y="1130"/>
                  </a:cubicBezTo>
                  <a:cubicBezTo>
                    <a:pt x="1" y="3420"/>
                    <a:pt x="1617" y="7207"/>
                    <a:pt x="4773" y="7207"/>
                  </a:cubicBezTo>
                  <a:cubicBezTo>
                    <a:pt x="4795" y="7207"/>
                    <a:pt x="4818" y="7207"/>
                    <a:pt x="4840" y="7206"/>
                  </a:cubicBezTo>
                  <a:cubicBezTo>
                    <a:pt x="8014" y="7125"/>
                    <a:pt x="9533" y="3246"/>
                    <a:pt x="7227" y="1049"/>
                  </a:cubicBezTo>
                  <a:cubicBezTo>
                    <a:pt x="6552"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45"/>
            <p:cNvSpPr/>
            <p:nvPr/>
          </p:nvSpPr>
          <p:spPr>
            <a:xfrm>
              <a:off x="6506450" y="3702975"/>
              <a:ext cx="239000" cy="179825"/>
            </a:xfrm>
            <a:custGeom>
              <a:rect b="b" l="l" r="r" t="t"/>
              <a:pathLst>
                <a:path extrusionOk="0" h="7193" w="9560">
                  <a:moveTo>
                    <a:pt x="4794" y="0"/>
                  </a:moveTo>
                  <a:cubicBezTo>
                    <a:pt x="3897" y="0"/>
                    <a:pt x="2994" y="346"/>
                    <a:pt x="2306" y="1035"/>
                  </a:cubicBezTo>
                  <a:cubicBezTo>
                    <a:pt x="0" y="3259"/>
                    <a:pt x="1546" y="7138"/>
                    <a:pt x="4720" y="7192"/>
                  </a:cubicBezTo>
                  <a:cubicBezTo>
                    <a:pt x="4742" y="7193"/>
                    <a:pt x="4765" y="7193"/>
                    <a:pt x="4787" y="7193"/>
                  </a:cubicBezTo>
                  <a:cubicBezTo>
                    <a:pt x="7943" y="7193"/>
                    <a:pt x="9559" y="3406"/>
                    <a:pt x="7351" y="1144"/>
                  </a:cubicBezTo>
                  <a:cubicBezTo>
                    <a:pt x="6671" y="380"/>
                    <a:pt x="5735" y="0"/>
                    <a:pt x="47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45"/>
            <p:cNvSpPr/>
            <p:nvPr/>
          </p:nvSpPr>
          <p:spPr>
            <a:xfrm>
              <a:off x="5896150" y="4962125"/>
              <a:ext cx="201425" cy="181050"/>
            </a:xfrm>
            <a:custGeom>
              <a:rect b="b" l="l" r="r" t="t"/>
              <a:pathLst>
                <a:path extrusionOk="0" h="7242" w="8057">
                  <a:moveTo>
                    <a:pt x="4006" y="1"/>
                  </a:moveTo>
                  <a:cubicBezTo>
                    <a:pt x="3156" y="1"/>
                    <a:pt x="2308" y="328"/>
                    <a:pt x="1601" y="984"/>
                  </a:cubicBezTo>
                  <a:cubicBezTo>
                    <a:pt x="109" y="2394"/>
                    <a:pt x="1" y="4564"/>
                    <a:pt x="1384" y="6056"/>
                  </a:cubicBezTo>
                  <a:cubicBezTo>
                    <a:pt x="2083" y="6840"/>
                    <a:pt x="3051" y="7242"/>
                    <a:pt x="4021" y="7242"/>
                  </a:cubicBezTo>
                  <a:cubicBezTo>
                    <a:pt x="4897" y="7242"/>
                    <a:pt x="5774" y="6915"/>
                    <a:pt x="6456" y="6246"/>
                  </a:cubicBezTo>
                  <a:cubicBezTo>
                    <a:pt x="7948" y="4944"/>
                    <a:pt x="8056" y="2638"/>
                    <a:pt x="6646" y="1201"/>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45"/>
            <p:cNvSpPr/>
            <p:nvPr/>
          </p:nvSpPr>
          <p:spPr>
            <a:xfrm>
              <a:off x="6507125" y="4332300"/>
              <a:ext cx="238125" cy="180475"/>
            </a:xfrm>
            <a:custGeom>
              <a:rect b="b" l="l" r="r" t="t"/>
              <a:pathLst>
                <a:path extrusionOk="0" h="7219" w="9525">
                  <a:moveTo>
                    <a:pt x="4739" y="1"/>
                  </a:moveTo>
                  <a:cubicBezTo>
                    <a:pt x="3881" y="1"/>
                    <a:pt x="3024" y="341"/>
                    <a:pt x="2306" y="1033"/>
                  </a:cubicBezTo>
                  <a:cubicBezTo>
                    <a:pt x="0" y="3230"/>
                    <a:pt x="1492" y="7136"/>
                    <a:pt x="4666" y="7217"/>
                  </a:cubicBezTo>
                  <a:cubicBezTo>
                    <a:pt x="4699" y="7218"/>
                    <a:pt x="4732" y="7218"/>
                    <a:pt x="4765" y="7218"/>
                  </a:cubicBezTo>
                  <a:cubicBezTo>
                    <a:pt x="7874" y="7218"/>
                    <a:pt x="9525" y="3450"/>
                    <a:pt x="7351" y="1169"/>
                  </a:cubicBezTo>
                  <a:cubicBezTo>
                    <a:pt x="6591" y="395"/>
                    <a:pt x="5664" y="1"/>
                    <a:pt x="473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45"/>
            <p:cNvSpPr/>
            <p:nvPr/>
          </p:nvSpPr>
          <p:spPr>
            <a:xfrm>
              <a:off x="6506825" y="4962275"/>
              <a:ext cx="239000" cy="179750"/>
            </a:xfrm>
            <a:custGeom>
              <a:rect b="b" l="l" r="r" t="t"/>
              <a:pathLst>
                <a:path extrusionOk="0" h="7190" w="9560">
                  <a:moveTo>
                    <a:pt x="4773" y="1"/>
                  </a:moveTo>
                  <a:cubicBezTo>
                    <a:pt x="3837" y="1"/>
                    <a:pt x="2900" y="381"/>
                    <a:pt x="2209" y="1140"/>
                  </a:cubicBezTo>
                  <a:cubicBezTo>
                    <a:pt x="1" y="3403"/>
                    <a:pt x="1617" y="7190"/>
                    <a:pt x="4773" y="7190"/>
                  </a:cubicBezTo>
                  <a:cubicBezTo>
                    <a:pt x="4795" y="7190"/>
                    <a:pt x="4818" y="7189"/>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45"/>
            <p:cNvSpPr/>
            <p:nvPr/>
          </p:nvSpPr>
          <p:spPr>
            <a:xfrm>
              <a:off x="4006300" y="2443200"/>
              <a:ext cx="202100" cy="180775"/>
            </a:xfrm>
            <a:custGeom>
              <a:rect b="b" l="l" r="r" t="t"/>
              <a:pathLst>
                <a:path extrusionOk="0" h="7231" w="8084">
                  <a:moveTo>
                    <a:pt x="4023" y="1"/>
                  </a:moveTo>
                  <a:cubicBezTo>
                    <a:pt x="3204" y="1"/>
                    <a:pt x="2389" y="304"/>
                    <a:pt x="1709" y="922"/>
                  </a:cubicBezTo>
                  <a:cubicBezTo>
                    <a:pt x="190" y="2278"/>
                    <a:pt x="0" y="4448"/>
                    <a:pt x="1329" y="5967"/>
                  </a:cubicBezTo>
                  <a:cubicBezTo>
                    <a:pt x="2056" y="6797"/>
                    <a:pt x="3051" y="7231"/>
                    <a:pt x="4052" y="7231"/>
                  </a:cubicBezTo>
                  <a:cubicBezTo>
                    <a:pt x="4881" y="7231"/>
                    <a:pt x="5714" y="6934"/>
                    <a:pt x="6402" y="6319"/>
                  </a:cubicBezTo>
                  <a:cubicBezTo>
                    <a:pt x="7893" y="4990"/>
                    <a:pt x="8083" y="2766"/>
                    <a:pt x="6754" y="1274"/>
                  </a:cubicBezTo>
                  <a:cubicBezTo>
                    <a:pt x="5987"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45"/>
            <p:cNvSpPr/>
            <p:nvPr/>
          </p:nvSpPr>
          <p:spPr>
            <a:xfrm>
              <a:off x="3988000" y="3073100"/>
              <a:ext cx="238125" cy="179775"/>
            </a:xfrm>
            <a:custGeom>
              <a:rect b="b" l="l" r="r" t="t"/>
              <a:pathLst>
                <a:path extrusionOk="0" h="7191" w="9525">
                  <a:moveTo>
                    <a:pt x="4787" y="1"/>
                  </a:moveTo>
                  <a:cubicBezTo>
                    <a:pt x="3885" y="1"/>
                    <a:pt x="2984" y="354"/>
                    <a:pt x="2306" y="1059"/>
                  </a:cubicBezTo>
                  <a:cubicBezTo>
                    <a:pt x="0" y="3256"/>
                    <a:pt x="1519" y="7135"/>
                    <a:pt x="4692" y="7189"/>
                  </a:cubicBezTo>
                  <a:cubicBezTo>
                    <a:pt x="4726" y="7190"/>
                    <a:pt x="4759" y="7190"/>
                    <a:pt x="4792" y="7190"/>
                  </a:cubicBezTo>
                  <a:cubicBezTo>
                    <a:pt x="7927" y="7190"/>
                    <a:pt x="9525" y="3395"/>
                    <a:pt x="7351" y="1141"/>
                  </a:cubicBezTo>
                  <a:cubicBezTo>
                    <a:pt x="6660" y="381"/>
                    <a:pt x="5723"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45"/>
            <p:cNvSpPr/>
            <p:nvPr/>
          </p:nvSpPr>
          <p:spPr>
            <a:xfrm>
              <a:off x="4617250" y="2443250"/>
              <a:ext cx="239200" cy="180325"/>
            </a:xfrm>
            <a:custGeom>
              <a:rect b="b" l="l" r="r" t="t"/>
              <a:pathLst>
                <a:path extrusionOk="0" h="7213" w="9568">
                  <a:moveTo>
                    <a:pt x="4791" y="1"/>
                  </a:moveTo>
                  <a:cubicBezTo>
                    <a:pt x="3881" y="1"/>
                    <a:pt x="2975" y="360"/>
                    <a:pt x="2307" y="1082"/>
                  </a:cubicBezTo>
                  <a:cubicBezTo>
                    <a:pt x="1" y="3306"/>
                    <a:pt x="1574" y="7185"/>
                    <a:pt x="4748" y="7212"/>
                  </a:cubicBezTo>
                  <a:cubicBezTo>
                    <a:pt x="4759" y="7212"/>
                    <a:pt x="4770" y="7212"/>
                    <a:pt x="4781" y="7212"/>
                  </a:cubicBezTo>
                  <a:cubicBezTo>
                    <a:pt x="7960" y="7212"/>
                    <a:pt x="9568" y="3407"/>
                    <a:pt x="7352" y="1137"/>
                  </a:cubicBezTo>
                  <a:cubicBezTo>
                    <a:pt x="6664" y="380"/>
                    <a:pt x="5726" y="1"/>
                    <a:pt x="479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45"/>
            <p:cNvSpPr/>
            <p:nvPr/>
          </p:nvSpPr>
          <p:spPr>
            <a:xfrm>
              <a:off x="3988175" y="3703750"/>
              <a:ext cx="238525" cy="180325"/>
            </a:xfrm>
            <a:custGeom>
              <a:rect b="b" l="l" r="r" t="t"/>
              <a:pathLst>
                <a:path extrusionOk="0" h="7213" w="9541">
                  <a:moveTo>
                    <a:pt x="4787" y="0"/>
                  </a:moveTo>
                  <a:cubicBezTo>
                    <a:pt x="1609" y="0"/>
                    <a:pt x="1" y="3806"/>
                    <a:pt x="2217" y="6076"/>
                  </a:cubicBezTo>
                  <a:cubicBezTo>
                    <a:pt x="2905" y="6832"/>
                    <a:pt x="3836" y="7212"/>
                    <a:pt x="4767" y="7212"/>
                  </a:cubicBezTo>
                  <a:cubicBezTo>
                    <a:pt x="5674" y="7212"/>
                    <a:pt x="6580" y="6853"/>
                    <a:pt x="7262" y="6130"/>
                  </a:cubicBezTo>
                  <a:cubicBezTo>
                    <a:pt x="9541" y="3906"/>
                    <a:pt x="7995"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45"/>
            <p:cNvSpPr/>
            <p:nvPr/>
          </p:nvSpPr>
          <p:spPr>
            <a:xfrm>
              <a:off x="4636250" y="3072975"/>
              <a:ext cx="201425" cy="180925"/>
            </a:xfrm>
            <a:custGeom>
              <a:rect b="b" l="l" r="r" t="t"/>
              <a:pathLst>
                <a:path extrusionOk="0" h="7237" w="8057">
                  <a:moveTo>
                    <a:pt x="4023" y="0"/>
                  </a:moveTo>
                  <a:cubicBezTo>
                    <a:pt x="3177" y="0"/>
                    <a:pt x="2335" y="327"/>
                    <a:pt x="1628" y="983"/>
                  </a:cubicBezTo>
                  <a:cubicBezTo>
                    <a:pt x="109" y="2393"/>
                    <a:pt x="0" y="4536"/>
                    <a:pt x="1411" y="6028"/>
                  </a:cubicBezTo>
                  <a:cubicBezTo>
                    <a:pt x="2123" y="6827"/>
                    <a:pt x="3107" y="7237"/>
                    <a:pt x="4097" y="7237"/>
                  </a:cubicBezTo>
                  <a:cubicBezTo>
                    <a:pt x="4955" y="7237"/>
                    <a:pt x="5817" y="6929"/>
                    <a:pt x="6510" y="6299"/>
                  </a:cubicBezTo>
                  <a:cubicBezTo>
                    <a:pt x="7975" y="4943"/>
                    <a:pt x="8056" y="2637"/>
                    <a:pt x="6673" y="1200"/>
                  </a:cubicBezTo>
                  <a:cubicBezTo>
                    <a:pt x="5903" y="401"/>
                    <a:pt x="4961" y="0"/>
                    <a:pt x="4023"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45"/>
            <p:cNvSpPr/>
            <p:nvPr/>
          </p:nvSpPr>
          <p:spPr>
            <a:xfrm>
              <a:off x="5247225" y="2443175"/>
              <a:ext cx="238500" cy="179725"/>
            </a:xfrm>
            <a:custGeom>
              <a:rect b="b" l="l" r="r" t="t"/>
              <a:pathLst>
                <a:path extrusionOk="0" h="7189" w="9540">
                  <a:moveTo>
                    <a:pt x="4765" y="0"/>
                  </a:moveTo>
                  <a:cubicBezTo>
                    <a:pt x="3855" y="0"/>
                    <a:pt x="2950" y="360"/>
                    <a:pt x="2278" y="1085"/>
                  </a:cubicBezTo>
                  <a:cubicBezTo>
                    <a:pt x="0" y="3309"/>
                    <a:pt x="1573" y="7188"/>
                    <a:pt x="4774" y="7188"/>
                  </a:cubicBezTo>
                  <a:cubicBezTo>
                    <a:pt x="4785" y="7188"/>
                    <a:pt x="4796" y="7188"/>
                    <a:pt x="4807" y="7188"/>
                  </a:cubicBezTo>
                  <a:cubicBezTo>
                    <a:pt x="7959" y="7188"/>
                    <a:pt x="9540"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45"/>
            <p:cNvSpPr/>
            <p:nvPr/>
          </p:nvSpPr>
          <p:spPr>
            <a:xfrm>
              <a:off x="4006975" y="4332350"/>
              <a:ext cx="201425" cy="181225"/>
            </a:xfrm>
            <a:custGeom>
              <a:rect b="b" l="l" r="r" t="t"/>
              <a:pathLst>
                <a:path extrusionOk="0" h="7249" w="8057">
                  <a:moveTo>
                    <a:pt x="4008" y="1"/>
                  </a:moveTo>
                  <a:cubicBezTo>
                    <a:pt x="3158" y="1"/>
                    <a:pt x="2309" y="334"/>
                    <a:pt x="1601" y="1004"/>
                  </a:cubicBezTo>
                  <a:cubicBezTo>
                    <a:pt x="109" y="2387"/>
                    <a:pt x="0" y="4557"/>
                    <a:pt x="1384" y="6049"/>
                  </a:cubicBezTo>
                  <a:cubicBezTo>
                    <a:pt x="2082" y="6847"/>
                    <a:pt x="3051" y="7249"/>
                    <a:pt x="4021" y="7249"/>
                  </a:cubicBezTo>
                  <a:cubicBezTo>
                    <a:pt x="4897" y="7249"/>
                    <a:pt x="5774" y="6922"/>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45"/>
            <p:cNvSpPr/>
            <p:nvPr/>
          </p:nvSpPr>
          <p:spPr>
            <a:xfrm>
              <a:off x="4617950" y="3702900"/>
              <a:ext cx="238325" cy="179900"/>
            </a:xfrm>
            <a:custGeom>
              <a:rect b="b" l="l" r="r" t="t"/>
              <a:pathLst>
                <a:path extrusionOk="0" h="7196" w="9533">
                  <a:moveTo>
                    <a:pt x="4759" y="0"/>
                  </a:moveTo>
                  <a:cubicBezTo>
                    <a:pt x="3858" y="0"/>
                    <a:pt x="2957" y="346"/>
                    <a:pt x="2279" y="1038"/>
                  </a:cubicBezTo>
                  <a:cubicBezTo>
                    <a:pt x="0" y="3262"/>
                    <a:pt x="1519" y="7141"/>
                    <a:pt x="4693" y="7195"/>
                  </a:cubicBezTo>
                  <a:cubicBezTo>
                    <a:pt x="4715" y="7196"/>
                    <a:pt x="4737" y="7196"/>
                    <a:pt x="4760" y="7196"/>
                  </a:cubicBezTo>
                  <a:cubicBezTo>
                    <a:pt x="7916" y="7196"/>
                    <a:pt x="9532" y="3409"/>
                    <a:pt x="7324" y="1119"/>
                  </a:cubicBezTo>
                  <a:cubicBezTo>
                    <a:pt x="6633" y="373"/>
                    <a:pt x="5695"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45"/>
            <p:cNvSpPr/>
            <p:nvPr/>
          </p:nvSpPr>
          <p:spPr>
            <a:xfrm>
              <a:off x="7141825" y="1811875"/>
              <a:ext cx="238700" cy="180050"/>
            </a:xfrm>
            <a:custGeom>
              <a:rect b="b" l="l" r="r" t="t"/>
              <a:pathLst>
                <a:path extrusionOk="0" h="7202" w="9548">
                  <a:moveTo>
                    <a:pt x="4774" y="0"/>
                  </a:moveTo>
                  <a:cubicBezTo>
                    <a:pt x="1600" y="0"/>
                    <a:pt x="0" y="3825"/>
                    <a:pt x="2224" y="6103"/>
                  </a:cubicBezTo>
                  <a:cubicBezTo>
                    <a:pt x="2902" y="6835"/>
                    <a:pt x="3825" y="7201"/>
                    <a:pt x="4750" y="7201"/>
                  </a:cubicBezTo>
                  <a:cubicBezTo>
                    <a:pt x="5676" y="7201"/>
                    <a:pt x="6605" y="6835"/>
                    <a:pt x="7296" y="6103"/>
                  </a:cubicBezTo>
                  <a:cubicBezTo>
                    <a:pt x="9548" y="3879"/>
                    <a:pt x="7975" y="27"/>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45"/>
            <p:cNvSpPr/>
            <p:nvPr/>
          </p:nvSpPr>
          <p:spPr>
            <a:xfrm>
              <a:off x="7142025" y="552650"/>
              <a:ext cx="238500" cy="179800"/>
            </a:xfrm>
            <a:custGeom>
              <a:rect b="b" l="l" r="r" t="t"/>
              <a:pathLst>
                <a:path extrusionOk="0" h="7192" w="9540">
                  <a:moveTo>
                    <a:pt x="4760" y="0"/>
                  </a:moveTo>
                  <a:cubicBezTo>
                    <a:pt x="1608" y="0"/>
                    <a:pt x="0" y="3806"/>
                    <a:pt x="2216" y="6076"/>
                  </a:cubicBezTo>
                  <a:cubicBezTo>
                    <a:pt x="2904" y="6819"/>
                    <a:pt x="3836" y="7192"/>
                    <a:pt x="4767" y="7192"/>
                  </a:cubicBezTo>
                  <a:cubicBezTo>
                    <a:pt x="5673" y="7192"/>
                    <a:pt x="6579" y="6839"/>
                    <a:pt x="7261" y="6130"/>
                  </a:cubicBezTo>
                  <a:cubicBezTo>
                    <a:pt x="9540" y="3906"/>
                    <a:pt x="7994" y="27"/>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45"/>
            <p:cNvSpPr/>
            <p:nvPr/>
          </p:nvSpPr>
          <p:spPr>
            <a:xfrm>
              <a:off x="7160125" y="1181075"/>
              <a:ext cx="201425" cy="181050"/>
            </a:xfrm>
            <a:custGeom>
              <a:rect b="b" l="l" r="r" t="t"/>
              <a:pathLst>
                <a:path extrusionOk="0" h="7242" w="8057">
                  <a:moveTo>
                    <a:pt x="4033" y="1"/>
                  </a:moveTo>
                  <a:cubicBezTo>
                    <a:pt x="3183" y="1"/>
                    <a:pt x="2336" y="327"/>
                    <a:pt x="1628" y="983"/>
                  </a:cubicBezTo>
                  <a:cubicBezTo>
                    <a:pt x="136" y="2394"/>
                    <a:pt x="1" y="4564"/>
                    <a:pt x="1411" y="6056"/>
                  </a:cubicBezTo>
                  <a:cubicBezTo>
                    <a:pt x="2095" y="6840"/>
                    <a:pt x="3065" y="7242"/>
                    <a:pt x="4035" y="7242"/>
                  </a:cubicBezTo>
                  <a:cubicBezTo>
                    <a:pt x="4910" y="7242"/>
                    <a:pt x="5787" y="6914"/>
                    <a:pt x="6456" y="6245"/>
                  </a:cubicBezTo>
                  <a:cubicBezTo>
                    <a:pt x="7975" y="4944"/>
                    <a:pt x="8056" y="2638"/>
                    <a:pt x="6673" y="1200"/>
                  </a:cubicBezTo>
                  <a:cubicBezTo>
                    <a:pt x="5917" y="402"/>
                    <a:pt x="4974" y="1"/>
                    <a:pt x="403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45"/>
            <p:cNvSpPr/>
            <p:nvPr/>
          </p:nvSpPr>
          <p:spPr>
            <a:xfrm>
              <a:off x="7141825" y="4962975"/>
              <a:ext cx="238700" cy="180150"/>
            </a:xfrm>
            <a:custGeom>
              <a:rect b="b" l="l" r="r" t="t"/>
              <a:pathLst>
                <a:path extrusionOk="0" h="7206" w="9548">
                  <a:moveTo>
                    <a:pt x="4801" y="0"/>
                  </a:moveTo>
                  <a:cubicBezTo>
                    <a:pt x="1600" y="0"/>
                    <a:pt x="0" y="3852"/>
                    <a:pt x="2251" y="6103"/>
                  </a:cubicBezTo>
                  <a:cubicBezTo>
                    <a:pt x="2933" y="6839"/>
                    <a:pt x="3854" y="7205"/>
                    <a:pt x="4777" y="7205"/>
                  </a:cubicBezTo>
                  <a:cubicBezTo>
                    <a:pt x="5691" y="7205"/>
                    <a:pt x="6608" y="6846"/>
                    <a:pt x="7296" y="6130"/>
                  </a:cubicBezTo>
                  <a:cubicBezTo>
                    <a:pt x="9548" y="3879"/>
                    <a:pt x="7975"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45"/>
            <p:cNvSpPr/>
            <p:nvPr/>
          </p:nvSpPr>
          <p:spPr>
            <a:xfrm>
              <a:off x="7160125" y="2443200"/>
              <a:ext cx="202100" cy="180775"/>
            </a:xfrm>
            <a:custGeom>
              <a:rect b="b" l="l" r="r" t="t"/>
              <a:pathLst>
                <a:path extrusionOk="0" h="7231" w="8084">
                  <a:moveTo>
                    <a:pt x="4012" y="1"/>
                  </a:moveTo>
                  <a:cubicBezTo>
                    <a:pt x="3198" y="1"/>
                    <a:pt x="2389" y="304"/>
                    <a:pt x="1709" y="922"/>
                  </a:cubicBezTo>
                  <a:cubicBezTo>
                    <a:pt x="190" y="2278"/>
                    <a:pt x="1" y="4448"/>
                    <a:pt x="1330" y="5967"/>
                  </a:cubicBezTo>
                  <a:cubicBezTo>
                    <a:pt x="2057" y="6797"/>
                    <a:pt x="3051" y="7231"/>
                    <a:pt x="4048" y="7231"/>
                  </a:cubicBezTo>
                  <a:cubicBezTo>
                    <a:pt x="4873" y="7231"/>
                    <a:pt x="5699" y="6934"/>
                    <a:pt x="6375" y="6319"/>
                  </a:cubicBezTo>
                  <a:cubicBezTo>
                    <a:pt x="7894" y="4990"/>
                    <a:pt x="8083" y="2766"/>
                    <a:pt x="6727" y="1274"/>
                  </a:cubicBezTo>
                  <a:cubicBezTo>
                    <a:pt x="5960"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45"/>
            <p:cNvSpPr/>
            <p:nvPr/>
          </p:nvSpPr>
          <p:spPr>
            <a:xfrm>
              <a:off x="7141825" y="3073100"/>
              <a:ext cx="238125" cy="179775"/>
            </a:xfrm>
            <a:custGeom>
              <a:rect b="b" l="l" r="r" t="t"/>
              <a:pathLst>
                <a:path extrusionOk="0" h="7191" w="9525">
                  <a:moveTo>
                    <a:pt x="4781" y="1"/>
                  </a:moveTo>
                  <a:cubicBezTo>
                    <a:pt x="3878" y="1"/>
                    <a:pt x="2971" y="354"/>
                    <a:pt x="2279" y="1059"/>
                  </a:cubicBezTo>
                  <a:cubicBezTo>
                    <a:pt x="0" y="3256"/>
                    <a:pt x="1519" y="7135"/>
                    <a:pt x="4693" y="7189"/>
                  </a:cubicBezTo>
                  <a:cubicBezTo>
                    <a:pt x="4726" y="7190"/>
                    <a:pt x="4759" y="7190"/>
                    <a:pt x="4792" y="7190"/>
                  </a:cubicBezTo>
                  <a:cubicBezTo>
                    <a:pt x="7927" y="7190"/>
                    <a:pt x="9525" y="3395"/>
                    <a:pt x="7324" y="1141"/>
                  </a:cubicBezTo>
                  <a:cubicBezTo>
                    <a:pt x="6647" y="381"/>
                    <a:pt x="5717" y="1"/>
                    <a:pt x="478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45"/>
            <p:cNvSpPr/>
            <p:nvPr/>
          </p:nvSpPr>
          <p:spPr>
            <a:xfrm>
              <a:off x="7142025" y="3703750"/>
              <a:ext cx="238500" cy="180325"/>
            </a:xfrm>
            <a:custGeom>
              <a:rect b="b" l="l" r="r" t="t"/>
              <a:pathLst>
                <a:path extrusionOk="0" h="7213" w="9540">
                  <a:moveTo>
                    <a:pt x="4760" y="0"/>
                  </a:moveTo>
                  <a:cubicBezTo>
                    <a:pt x="1608" y="0"/>
                    <a:pt x="0" y="3806"/>
                    <a:pt x="2216" y="6076"/>
                  </a:cubicBezTo>
                  <a:cubicBezTo>
                    <a:pt x="2904" y="6832"/>
                    <a:pt x="3835" y="7212"/>
                    <a:pt x="4767" y="7212"/>
                  </a:cubicBezTo>
                  <a:cubicBezTo>
                    <a:pt x="5673" y="7212"/>
                    <a:pt x="6579" y="6853"/>
                    <a:pt x="7261" y="6130"/>
                  </a:cubicBezTo>
                  <a:cubicBezTo>
                    <a:pt x="9540" y="3906"/>
                    <a:pt x="7994" y="28"/>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45"/>
            <p:cNvSpPr/>
            <p:nvPr/>
          </p:nvSpPr>
          <p:spPr>
            <a:xfrm>
              <a:off x="7160125" y="4332350"/>
              <a:ext cx="201425" cy="181225"/>
            </a:xfrm>
            <a:custGeom>
              <a:rect b="b" l="l" r="r" t="t"/>
              <a:pathLst>
                <a:path extrusionOk="0" h="7249" w="8057">
                  <a:moveTo>
                    <a:pt x="4035" y="1"/>
                  </a:moveTo>
                  <a:cubicBezTo>
                    <a:pt x="3185" y="1"/>
                    <a:pt x="2336" y="334"/>
                    <a:pt x="1628" y="1004"/>
                  </a:cubicBezTo>
                  <a:cubicBezTo>
                    <a:pt x="136" y="2387"/>
                    <a:pt x="1" y="4557"/>
                    <a:pt x="1411" y="6049"/>
                  </a:cubicBezTo>
                  <a:cubicBezTo>
                    <a:pt x="2095" y="6847"/>
                    <a:pt x="3065" y="7249"/>
                    <a:pt x="4035" y="7249"/>
                  </a:cubicBezTo>
                  <a:cubicBezTo>
                    <a:pt x="4911" y="7249"/>
                    <a:pt x="5787" y="6922"/>
                    <a:pt x="6456" y="6266"/>
                  </a:cubicBezTo>
                  <a:cubicBezTo>
                    <a:pt x="7975" y="4937"/>
                    <a:pt x="8056" y="2631"/>
                    <a:pt x="6673" y="1221"/>
                  </a:cubicBezTo>
                  <a:cubicBezTo>
                    <a:pt x="5918" y="409"/>
                    <a:pt x="4976"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5" name="Google Shape;125;p45"/>
          <p:cNvSpPr txBox="1"/>
          <p:nvPr>
            <p:ph type="title"/>
          </p:nvPr>
        </p:nvSpPr>
        <p:spPr>
          <a:xfrm>
            <a:off x="912900" y="601503"/>
            <a:ext cx="7318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grpSp>
        <p:nvGrpSpPr>
          <p:cNvPr id="126" name="Google Shape;126;p45"/>
          <p:cNvGrpSpPr/>
          <p:nvPr/>
        </p:nvGrpSpPr>
        <p:grpSpPr>
          <a:xfrm flipH="1" rot="9287342">
            <a:off x="6281367" y="-1192951"/>
            <a:ext cx="4862720" cy="2939403"/>
            <a:chOff x="238125" y="693075"/>
            <a:chExt cx="7137450" cy="4314425"/>
          </a:xfrm>
        </p:grpSpPr>
        <p:sp>
          <p:nvSpPr>
            <p:cNvPr id="127" name="Google Shape;127;p45"/>
            <p:cNvSpPr/>
            <p:nvPr/>
          </p:nvSpPr>
          <p:spPr>
            <a:xfrm>
              <a:off x="379850" y="806575"/>
              <a:ext cx="6881075" cy="4076325"/>
            </a:xfrm>
            <a:custGeom>
              <a:rect b="b" l="l" r="r" t="t"/>
              <a:pathLst>
                <a:path extrusionOk="0" h="163053" w="275243">
                  <a:moveTo>
                    <a:pt x="201254" y="0"/>
                  </a:moveTo>
                  <a:cubicBezTo>
                    <a:pt x="198902" y="0"/>
                    <a:pt x="196530" y="193"/>
                    <a:pt x="194136" y="606"/>
                  </a:cubicBezTo>
                  <a:cubicBezTo>
                    <a:pt x="167810" y="5138"/>
                    <a:pt x="136105" y="19221"/>
                    <a:pt x="129298" y="47821"/>
                  </a:cubicBezTo>
                  <a:cubicBezTo>
                    <a:pt x="127330" y="56163"/>
                    <a:pt x="127853" y="64956"/>
                    <a:pt x="125741" y="73262"/>
                  </a:cubicBezTo>
                  <a:cubicBezTo>
                    <a:pt x="120216" y="95037"/>
                    <a:pt x="98206" y="108452"/>
                    <a:pt x="76773" y="115169"/>
                  </a:cubicBezTo>
                  <a:cubicBezTo>
                    <a:pt x="59133" y="120694"/>
                    <a:pt x="40337" y="123457"/>
                    <a:pt x="24304" y="132665"/>
                  </a:cubicBezTo>
                  <a:cubicBezTo>
                    <a:pt x="12820" y="139255"/>
                    <a:pt x="2944" y="150594"/>
                    <a:pt x="1" y="163053"/>
                  </a:cubicBezTo>
                  <a:lnTo>
                    <a:pt x="275242" y="163053"/>
                  </a:lnTo>
                  <a:lnTo>
                    <a:pt x="275242" y="35778"/>
                  </a:lnTo>
                  <a:cubicBezTo>
                    <a:pt x="273220" y="34767"/>
                    <a:pt x="271198" y="33720"/>
                    <a:pt x="269211" y="32655"/>
                  </a:cubicBezTo>
                  <a:cubicBezTo>
                    <a:pt x="248547" y="21457"/>
                    <a:pt x="226060" y="0"/>
                    <a:pt x="201254" y="0"/>
                  </a:cubicBezTo>
                  <a:close/>
                </a:path>
              </a:pathLst>
            </a:custGeom>
            <a:solidFill>
              <a:srgbClr val="F0A9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45"/>
            <p:cNvSpPr/>
            <p:nvPr/>
          </p:nvSpPr>
          <p:spPr>
            <a:xfrm>
              <a:off x="238125" y="693075"/>
              <a:ext cx="7137450" cy="4314425"/>
            </a:xfrm>
            <a:custGeom>
              <a:rect b="b" l="l" r="r" t="t"/>
              <a:pathLst>
                <a:path extrusionOk="0" h="172577" w="285498">
                  <a:moveTo>
                    <a:pt x="134633" y="40853"/>
                  </a:moveTo>
                  <a:cubicBezTo>
                    <a:pt x="134641" y="40853"/>
                    <a:pt x="134644" y="40862"/>
                    <a:pt x="134644" y="40880"/>
                  </a:cubicBezTo>
                  <a:lnTo>
                    <a:pt x="134644" y="40880"/>
                  </a:lnTo>
                  <a:cubicBezTo>
                    <a:pt x="134643" y="40866"/>
                    <a:pt x="134640" y="40859"/>
                    <a:pt x="134634" y="40859"/>
                  </a:cubicBezTo>
                  <a:cubicBezTo>
                    <a:pt x="134602" y="40859"/>
                    <a:pt x="134494" y="41022"/>
                    <a:pt x="134262" y="41456"/>
                  </a:cubicBezTo>
                  <a:cubicBezTo>
                    <a:pt x="134492" y="41016"/>
                    <a:pt x="134600" y="40853"/>
                    <a:pt x="134633" y="40853"/>
                  </a:cubicBezTo>
                  <a:close/>
                  <a:moveTo>
                    <a:pt x="42846" y="134659"/>
                  </a:moveTo>
                  <a:lnTo>
                    <a:pt x="40972" y="135394"/>
                  </a:lnTo>
                  <a:lnTo>
                    <a:pt x="40972" y="135394"/>
                  </a:lnTo>
                  <a:cubicBezTo>
                    <a:pt x="41594" y="135144"/>
                    <a:pt x="42219" y="134899"/>
                    <a:pt x="42846" y="134659"/>
                  </a:cubicBezTo>
                  <a:close/>
                  <a:moveTo>
                    <a:pt x="207515" y="9208"/>
                  </a:moveTo>
                  <a:lnTo>
                    <a:pt x="209103" y="9281"/>
                  </a:lnTo>
                  <a:cubicBezTo>
                    <a:pt x="209356" y="9281"/>
                    <a:pt x="209627" y="9281"/>
                    <a:pt x="209898" y="9317"/>
                  </a:cubicBezTo>
                  <a:lnTo>
                    <a:pt x="210674" y="9389"/>
                  </a:lnTo>
                  <a:lnTo>
                    <a:pt x="211469" y="9461"/>
                  </a:lnTo>
                  <a:cubicBezTo>
                    <a:pt x="211740" y="9497"/>
                    <a:pt x="211992" y="9515"/>
                    <a:pt x="212263" y="9570"/>
                  </a:cubicBezTo>
                  <a:lnTo>
                    <a:pt x="213834" y="9804"/>
                  </a:lnTo>
                  <a:cubicBezTo>
                    <a:pt x="215965" y="10165"/>
                    <a:pt x="218077" y="10671"/>
                    <a:pt x="220135" y="11303"/>
                  </a:cubicBezTo>
                  <a:lnTo>
                    <a:pt x="220912" y="11538"/>
                  </a:lnTo>
                  <a:cubicBezTo>
                    <a:pt x="221183" y="11610"/>
                    <a:pt x="221435" y="11718"/>
                    <a:pt x="221688" y="11790"/>
                  </a:cubicBezTo>
                  <a:lnTo>
                    <a:pt x="223241" y="12332"/>
                  </a:lnTo>
                  <a:lnTo>
                    <a:pt x="224776" y="12946"/>
                  </a:lnTo>
                  <a:lnTo>
                    <a:pt x="225534" y="13235"/>
                  </a:lnTo>
                  <a:lnTo>
                    <a:pt x="226311" y="13578"/>
                  </a:lnTo>
                  <a:lnTo>
                    <a:pt x="227845" y="14228"/>
                  </a:lnTo>
                  <a:lnTo>
                    <a:pt x="229362" y="14932"/>
                  </a:lnTo>
                  <a:lnTo>
                    <a:pt x="230120" y="15275"/>
                  </a:lnTo>
                  <a:lnTo>
                    <a:pt x="230879" y="15654"/>
                  </a:lnTo>
                  <a:lnTo>
                    <a:pt x="232395" y="16413"/>
                  </a:lnTo>
                  <a:lnTo>
                    <a:pt x="233894" y="17189"/>
                  </a:lnTo>
                  <a:lnTo>
                    <a:pt x="234652" y="17586"/>
                  </a:lnTo>
                  <a:lnTo>
                    <a:pt x="235393" y="18002"/>
                  </a:lnTo>
                  <a:lnTo>
                    <a:pt x="236873" y="18832"/>
                  </a:lnTo>
                  <a:lnTo>
                    <a:pt x="238354" y="19681"/>
                  </a:lnTo>
                  <a:cubicBezTo>
                    <a:pt x="242308" y="21974"/>
                    <a:pt x="246172" y="24484"/>
                    <a:pt x="250072" y="27047"/>
                  </a:cubicBezTo>
                  <a:cubicBezTo>
                    <a:pt x="253972" y="29629"/>
                    <a:pt x="257836" y="32247"/>
                    <a:pt x="261808" y="34829"/>
                  </a:cubicBezTo>
                  <a:cubicBezTo>
                    <a:pt x="263794" y="36111"/>
                    <a:pt x="265798" y="37375"/>
                    <a:pt x="267857" y="38603"/>
                  </a:cubicBezTo>
                  <a:cubicBezTo>
                    <a:pt x="268362" y="38910"/>
                    <a:pt x="268886" y="39199"/>
                    <a:pt x="269392" y="39506"/>
                  </a:cubicBezTo>
                  <a:cubicBezTo>
                    <a:pt x="269915" y="39813"/>
                    <a:pt x="270421" y="40120"/>
                    <a:pt x="270962" y="40409"/>
                  </a:cubicBezTo>
                  <a:lnTo>
                    <a:pt x="272533" y="41293"/>
                  </a:lnTo>
                  <a:lnTo>
                    <a:pt x="274122" y="42106"/>
                  </a:lnTo>
                  <a:lnTo>
                    <a:pt x="276108" y="43153"/>
                  </a:lnTo>
                  <a:lnTo>
                    <a:pt x="276180" y="43189"/>
                  </a:lnTo>
                  <a:lnTo>
                    <a:pt x="276180" y="43279"/>
                  </a:lnTo>
                  <a:lnTo>
                    <a:pt x="276180" y="48913"/>
                  </a:lnTo>
                  <a:lnTo>
                    <a:pt x="276180" y="62455"/>
                  </a:lnTo>
                  <a:cubicBezTo>
                    <a:pt x="276199" y="71410"/>
                    <a:pt x="276217" y="80203"/>
                    <a:pt x="276217" y="88798"/>
                  </a:cubicBezTo>
                  <a:cubicBezTo>
                    <a:pt x="276253" y="105969"/>
                    <a:pt x="276361" y="122327"/>
                    <a:pt x="276560" y="137404"/>
                  </a:cubicBezTo>
                  <a:cubicBezTo>
                    <a:pt x="276833" y="155442"/>
                    <a:pt x="277336" y="165142"/>
                    <a:pt x="277923" y="168033"/>
                  </a:cubicBezTo>
                  <a:lnTo>
                    <a:pt x="277923" y="168033"/>
                  </a:lnTo>
                  <a:cubicBezTo>
                    <a:pt x="275117" y="167693"/>
                    <a:pt x="270175" y="167365"/>
                    <a:pt x="262458" y="167069"/>
                  </a:cubicBezTo>
                  <a:lnTo>
                    <a:pt x="242344" y="167069"/>
                  </a:lnTo>
                  <a:cubicBezTo>
                    <a:pt x="239708" y="166672"/>
                    <a:pt x="241225" y="166239"/>
                    <a:pt x="242813" y="165823"/>
                  </a:cubicBezTo>
                  <a:lnTo>
                    <a:pt x="112686" y="165264"/>
                  </a:lnTo>
                  <a:cubicBezTo>
                    <a:pt x="85530" y="165210"/>
                    <a:pt x="58591" y="165119"/>
                    <a:pt x="31923" y="164975"/>
                  </a:cubicBezTo>
                  <a:lnTo>
                    <a:pt x="12332" y="164866"/>
                  </a:lnTo>
                  <a:lnTo>
                    <a:pt x="10093" y="164830"/>
                  </a:lnTo>
                  <a:lnTo>
                    <a:pt x="9515" y="164830"/>
                  </a:lnTo>
                  <a:lnTo>
                    <a:pt x="9515" y="164812"/>
                  </a:lnTo>
                  <a:lnTo>
                    <a:pt x="9533" y="164740"/>
                  </a:lnTo>
                  <a:lnTo>
                    <a:pt x="9570" y="164596"/>
                  </a:lnTo>
                  <a:lnTo>
                    <a:pt x="9660" y="164325"/>
                  </a:lnTo>
                  <a:lnTo>
                    <a:pt x="9804" y="163783"/>
                  </a:lnTo>
                  <a:lnTo>
                    <a:pt x="10003" y="163259"/>
                  </a:lnTo>
                  <a:lnTo>
                    <a:pt x="10183" y="162736"/>
                  </a:lnTo>
                  <a:lnTo>
                    <a:pt x="10418" y="162230"/>
                  </a:lnTo>
                  <a:cubicBezTo>
                    <a:pt x="10490" y="162068"/>
                    <a:pt x="10563" y="161905"/>
                    <a:pt x="10635" y="161725"/>
                  </a:cubicBezTo>
                  <a:lnTo>
                    <a:pt x="11140" y="160750"/>
                  </a:lnTo>
                  <a:cubicBezTo>
                    <a:pt x="11303" y="160407"/>
                    <a:pt x="11465" y="160064"/>
                    <a:pt x="11646" y="159721"/>
                  </a:cubicBezTo>
                  <a:lnTo>
                    <a:pt x="12224" y="158709"/>
                  </a:lnTo>
                  <a:cubicBezTo>
                    <a:pt x="12422" y="158384"/>
                    <a:pt x="12603" y="158041"/>
                    <a:pt x="12802" y="157698"/>
                  </a:cubicBezTo>
                  <a:lnTo>
                    <a:pt x="13433" y="156723"/>
                  </a:lnTo>
                  <a:cubicBezTo>
                    <a:pt x="16846" y="151505"/>
                    <a:pt x="21179" y="146955"/>
                    <a:pt x="26235" y="143290"/>
                  </a:cubicBezTo>
                  <a:cubicBezTo>
                    <a:pt x="30506" y="140137"/>
                    <a:pt x="35351" y="137693"/>
                    <a:pt x="40380" y="135634"/>
                  </a:cubicBezTo>
                  <a:lnTo>
                    <a:pt x="40380" y="135634"/>
                  </a:lnTo>
                  <a:lnTo>
                    <a:pt x="38368" y="136501"/>
                  </a:lnTo>
                  <a:cubicBezTo>
                    <a:pt x="38007" y="136663"/>
                    <a:pt x="37628" y="136808"/>
                    <a:pt x="37267" y="136988"/>
                  </a:cubicBezTo>
                  <a:lnTo>
                    <a:pt x="36184" y="137512"/>
                  </a:lnTo>
                  <a:lnTo>
                    <a:pt x="35100" y="138036"/>
                  </a:lnTo>
                  <a:cubicBezTo>
                    <a:pt x="34739" y="138198"/>
                    <a:pt x="34378" y="138379"/>
                    <a:pt x="34035" y="138559"/>
                  </a:cubicBezTo>
                  <a:lnTo>
                    <a:pt x="31923" y="139697"/>
                  </a:lnTo>
                  <a:cubicBezTo>
                    <a:pt x="31561" y="139877"/>
                    <a:pt x="31218" y="140076"/>
                    <a:pt x="30893" y="140275"/>
                  </a:cubicBezTo>
                  <a:lnTo>
                    <a:pt x="29882" y="140889"/>
                  </a:lnTo>
                  <a:cubicBezTo>
                    <a:pt x="29539" y="141069"/>
                    <a:pt x="29214" y="141286"/>
                    <a:pt x="28871" y="141520"/>
                  </a:cubicBezTo>
                  <a:lnTo>
                    <a:pt x="27896" y="142152"/>
                  </a:lnTo>
                  <a:cubicBezTo>
                    <a:pt x="27553" y="142369"/>
                    <a:pt x="27246" y="142604"/>
                    <a:pt x="26921" y="142839"/>
                  </a:cubicBezTo>
                  <a:lnTo>
                    <a:pt x="25964" y="143525"/>
                  </a:lnTo>
                  <a:cubicBezTo>
                    <a:pt x="20927" y="147298"/>
                    <a:pt x="16485" y="151957"/>
                    <a:pt x="13181" y="157265"/>
                  </a:cubicBezTo>
                  <a:lnTo>
                    <a:pt x="12856" y="157753"/>
                  </a:lnTo>
                  <a:cubicBezTo>
                    <a:pt x="12765" y="157915"/>
                    <a:pt x="12675" y="158096"/>
                    <a:pt x="12567" y="158258"/>
                  </a:cubicBezTo>
                  <a:lnTo>
                    <a:pt x="11989" y="159269"/>
                  </a:lnTo>
                  <a:lnTo>
                    <a:pt x="11718" y="159811"/>
                  </a:lnTo>
                  <a:cubicBezTo>
                    <a:pt x="11610" y="159973"/>
                    <a:pt x="11538" y="160154"/>
                    <a:pt x="11447" y="160334"/>
                  </a:cubicBezTo>
                  <a:lnTo>
                    <a:pt x="10942" y="161382"/>
                  </a:lnTo>
                  <a:lnTo>
                    <a:pt x="10707" y="161815"/>
                  </a:lnTo>
                  <a:lnTo>
                    <a:pt x="10599" y="162050"/>
                  </a:lnTo>
                  <a:lnTo>
                    <a:pt x="10400" y="162537"/>
                  </a:lnTo>
                  <a:lnTo>
                    <a:pt x="10292" y="162790"/>
                  </a:lnTo>
                  <a:lnTo>
                    <a:pt x="10201" y="163043"/>
                  </a:lnTo>
                  <a:lnTo>
                    <a:pt x="10021" y="163548"/>
                  </a:lnTo>
                  <a:cubicBezTo>
                    <a:pt x="9949" y="163711"/>
                    <a:pt x="9895" y="163891"/>
                    <a:pt x="9840" y="164054"/>
                  </a:cubicBezTo>
                  <a:lnTo>
                    <a:pt x="9696" y="164578"/>
                  </a:lnTo>
                  <a:lnTo>
                    <a:pt x="9660" y="164722"/>
                  </a:lnTo>
                  <a:lnTo>
                    <a:pt x="9660" y="164740"/>
                  </a:lnTo>
                  <a:lnTo>
                    <a:pt x="9660" y="164758"/>
                  </a:lnTo>
                  <a:lnTo>
                    <a:pt x="10526" y="164758"/>
                  </a:lnTo>
                  <a:lnTo>
                    <a:pt x="12729" y="164740"/>
                  </a:lnTo>
                  <a:lnTo>
                    <a:pt x="32717" y="164848"/>
                  </a:lnTo>
                  <a:lnTo>
                    <a:pt x="112686" y="165228"/>
                  </a:lnTo>
                  <a:lnTo>
                    <a:pt x="244186" y="165408"/>
                  </a:lnTo>
                  <a:cubicBezTo>
                    <a:pt x="245666" y="164921"/>
                    <a:pt x="245269" y="164487"/>
                    <a:pt x="235645" y="164198"/>
                  </a:cubicBezTo>
                  <a:cubicBezTo>
                    <a:pt x="230892" y="163981"/>
                    <a:pt x="221930" y="163918"/>
                    <a:pt x="211145" y="163918"/>
                  </a:cubicBezTo>
                  <a:cubicBezTo>
                    <a:pt x="196079" y="163918"/>
                    <a:pt x="177455" y="164041"/>
                    <a:pt x="161777" y="164041"/>
                  </a:cubicBezTo>
                  <a:cubicBezTo>
                    <a:pt x="157001" y="164041"/>
                    <a:pt x="152499" y="164030"/>
                    <a:pt x="148454" y="164000"/>
                  </a:cubicBezTo>
                  <a:cubicBezTo>
                    <a:pt x="111584" y="163603"/>
                    <a:pt x="73035" y="163440"/>
                    <a:pt x="34468" y="163314"/>
                  </a:cubicBezTo>
                  <a:lnTo>
                    <a:pt x="20024" y="163278"/>
                  </a:lnTo>
                  <a:lnTo>
                    <a:pt x="12802" y="163241"/>
                  </a:lnTo>
                  <a:lnTo>
                    <a:pt x="11736" y="163241"/>
                  </a:lnTo>
                  <a:cubicBezTo>
                    <a:pt x="11808" y="162934"/>
                    <a:pt x="11935" y="162628"/>
                    <a:pt x="12061" y="162339"/>
                  </a:cubicBezTo>
                  <a:lnTo>
                    <a:pt x="12711" y="161039"/>
                  </a:lnTo>
                  <a:cubicBezTo>
                    <a:pt x="12928" y="160551"/>
                    <a:pt x="13217" y="160082"/>
                    <a:pt x="13470" y="159612"/>
                  </a:cubicBezTo>
                  <a:lnTo>
                    <a:pt x="13867" y="158890"/>
                  </a:lnTo>
                  <a:lnTo>
                    <a:pt x="14047" y="158547"/>
                  </a:lnTo>
                  <a:lnTo>
                    <a:pt x="14282" y="158204"/>
                  </a:lnTo>
                  <a:lnTo>
                    <a:pt x="15149" y="156832"/>
                  </a:lnTo>
                  <a:cubicBezTo>
                    <a:pt x="17604" y="153184"/>
                    <a:pt x="20529" y="149880"/>
                    <a:pt x="23852" y="147009"/>
                  </a:cubicBezTo>
                  <a:lnTo>
                    <a:pt x="24484" y="146468"/>
                  </a:lnTo>
                  <a:cubicBezTo>
                    <a:pt x="24682" y="146287"/>
                    <a:pt x="24899" y="146125"/>
                    <a:pt x="25116" y="145962"/>
                  </a:cubicBezTo>
                  <a:lnTo>
                    <a:pt x="26397" y="144933"/>
                  </a:lnTo>
                  <a:lnTo>
                    <a:pt x="27734" y="143958"/>
                  </a:lnTo>
                  <a:cubicBezTo>
                    <a:pt x="27950" y="143795"/>
                    <a:pt x="28185" y="143633"/>
                    <a:pt x="28402" y="143470"/>
                  </a:cubicBezTo>
                  <a:lnTo>
                    <a:pt x="29088" y="143019"/>
                  </a:lnTo>
                  <a:cubicBezTo>
                    <a:pt x="29557" y="142712"/>
                    <a:pt x="29991" y="142405"/>
                    <a:pt x="30460" y="142116"/>
                  </a:cubicBezTo>
                  <a:lnTo>
                    <a:pt x="31868" y="141286"/>
                  </a:lnTo>
                  <a:lnTo>
                    <a:pt x="32211" y="141069"/>
                  </a:lnTo>
                  <a:lnTo>
                    <a:pt x="32573" y="140870"/>
                  </a:lnTo>
                  <a:lnTo>
                    <a:pt x="33313" y="140473"/>
                  </a:lnTo>
                  <a:lnTo>
                    <a:pt x="34793" y="139679"/>
                  </a:lnTo>
                  <a:cubicBezTo>
                    <a:pt x="38802" y="137638"/>
                    <a:pt x="42973" y="135905"/>
                    <a:pt x="47252" y="134461"/>
                  </a:cubicBezTo>
                  <a:cubicBezTo>
                    <a:pt x="55846" y="131536"/>
                    <a:pt x="64838" y="129477"/>
                    <a:pt x="73866" y="127130"/>
                  </a:cubicBezTo>
                  <a:cubicBezTo>
                    <a:pt x="77134" y="126263"/>
                    <a:pt x="80420" y="125361"/>
                    <a:pt x="83724" y="124368"/>
                  </a:cubicBezTo>
                  <a:cubicBezTo>
                    <a:pt x="87065" y="123356"/>
                    <a:pt x="90351" y="122183"/>
                    <a:pt x="93601" y="120865"/>
                  </a:cubicBezTo>
                  <a:cubicBezTo>
                    <a:pt x="96851" y="119565"/>
                    <a:pt x="100047" y="118102"/>
                    <a:pt x="103152" y="116459"/>
                  </a:cubicBezTo>
                  <a:cubicBezTo>
                    <a:pt x="106294" y="114834"/>
                    <a:pt x="109346" y="113011"/>
                    <a:pt x="112271" y="111024"/>
                  </a:cubicBezTo>
                  <a:cubicBezTo>
                    <a:pt x="115250" y="108984"/>
                    <a:pt x="118066" y="106727"/>
                    <a:pt x="120703" y="104290"/>
                  </a:cubicBezTo>
                  <a:cubicBezTo>
                    <a:pt x="123393" y="101816"/>
                    <a:pt x="125848" y="99090"/>
                    <a:pt x="128033" y="96147"/>
                  </a:cubicBezTo>
                  <a:lnTo>
                    <a:pt x="128448" y="95587"/>
                  </a:lnTo>
                  <a:cubicBezTo>
                    <a:pt x="128575" y="95406"/>
                    <a:pt x="128701" y="95208"/>
                    <a:pt x="128846" y="95027"/>
                  </a:cubicBezTo>
                  <a:lnTo>
                    <a:pt x="129640" y="93853"/>
                  </a:lnTo>
                  <a:cubicBezTo>
                    <a:pt x="129893" y="93474"/>
                    <a:pt x="130146" y="93077"/>
                    <a:pt x="130380" y="92680"/>
                  </a:cubicBezTo>
                  <a:cubicBezTo>
                    <a:pt x="130615" y="92283"/>
                    <a:pt x="130886" y="91903"/>
                    <a:pt x="131103" y="91488"/>
                  </a:cubicBezTo>
                  <a:lnTo>
                    <a:pt x="131789" y="90278"/>
                  </a:lnTo>
                  <a:cubicBezTo>
                    <a:pt x="131897" y="90080"/>
                    <a:pt x="132005" y="89881"/>
                    <a:pt x="132132" y="89665"/>
                  </a:cubicBezTo>
                  <a:lnTo>
                    <a:pt x="132439" y="89051"/>
                  </a:lnTo>
                  <a:lnTo>
                    <a:pt x="133071" y="87787"/>
                  </a:lnTo>
                  <a:cubicBezTo>
                    <a:pt x="133269" y="87371"/>
                    <a:pt x="133450" y="86938"/>
                    <a:pt x="133649" y="86505"/>
                  </a:cubicBezTo>
                  <a:cubicBezTo>
                    <a:pt x="134028" y="85656"/>
                    <a:pt x="134371" y="84789"/>
                    <a:pt x="134714" y="83905"/>
                  </a:cubicBezTo>
                  <a:cubicBezTo>
                    <a:pt x="134894" y="83489"/>
                    <a:pt x="135021" y="83038"/>
                    <a:pt x="135183" y="82587"/>
                  </a:cubicBezTo>
                  <a:lnTo>
                    <a:pt x="135635" y="81251"/>
                  </a:lnTo>
                  <a:lnTo>
                    <a:pt x="136014" y="79896"/>
                  </a:lnTo>
                  <a:cubicBezTo>
                    <a:pt x="136140" y="79445"/>
                    <a:pt x="136267" y="78994"/>
                    <a:pt x="136375" y="78542"/>
                  </a:cubicBezTo>
                  <a:cubicBezTo>
                    <a:pt x="136465" y="78091"/>
                    <a:pt x="136574" y="77639"/>
                    <a:pt x="136682" y="77188"/>
                  </a:cubicBezTo>
                  <a:lnTo>
                    <a:pt x="136953" y="75834"/>
                  </a:lnTo>
                  <a:cubicBezTo>
                    <a:pt x="137278" y="74028"/>
                    <a:pt x="137531" y="72241"/>
                    <a:pt x="137729" y="70507"/>
                  </a:cubicBezTo>
                  <a:cubicBezTo>
                    <a:pt x="137910" y="68756"/>
                    <a:pt x="138072" y="67059"/>
                    <a:pt x="138217" y="65380"/>
                  </a:cubicBezTo>
                  <a:cubicBezTo>
                    <a:pt x="138506" y="62039"/>
                    <a:pt x="138776" y="58843"/>
                    <a:pt x="139318" y="55828"/>
                  </a:cubicBezTo>
                  <a:cubicBezTo>
                    <a:pt x="140365" y="49906"/>
                    <a:pt x="142694" y="44254"/>
                    <a:pt x="146107" y="39307"/>
                  </a:cubicBezTo>
                  <a:cubicBezTo>
                    <a:pt x="149538" y="34306"/>
                    <a:pt x="154015" y="29954"/>
                    <a:pt x="159053" y="26271"/>
                  </a:cubicBezTo>
                  <a:cubicBezTo>
                    <a:pt x="161599" y="24411"/>
                    <a:pt x="164271" y="22714"/>
                    <a:pt x="167034" y="21197"/>
                  </a:cubicBezTo>
                  <a:cubicBezTo>
                    <a:pt x="169814" y="19663"/>
                    <a:pt x="172703" y="18272"/>
                    <a:pt x="175628" y="17027"/>
                  </a:cubicBezTo>
                  <a:cubicBezTo>
                    <a:pt x="176134" y="16810"/>
                    <a:pt x="176639" y="16593"/>
                    <a:pt x="177163" y="16395"/>
                  </a:cubicBezTo>
                  <a:lnTo>
                    <a:pt x="178698" y="15781"/>
                  </a:lnTo>
                  <a:lnTo>
                    <a:pt x="180250" y="15185"/>
                  </a:lnTo>
                  <a:lnTo>
                    <a:pt x="181027" y="14896"/>
                  </a:lnTo>
                  <a:lnTo>
                    <a:pt x="181803" y="14643"/>
                  </a:lnTo>
                  <a:lnTo>
                    <a:pt x="183374" y="14101"/>
                  </a:lnTo>
                  <a:cubicBezTo>
                    <a:pt x="183898" y="13921"/>
                    <a:pt x="184439" y="13758"/>
                    <a:pt x="184963" y="13578"/>
                  </a:cubicBezTo>
                  <a:cubicBezTo>
                    <a:pt x="186028" y="13235"/>
                    <a:pt x="187093" y="12928"/>
                    <a:pt x="188177" y="12603"/>
                  </a:cubicBezTo>
                  <a:cubicBezTo>
                    <a:pt x="190325" y="12007"/>
                    <a:pt x="192492" y="11429"/>
                    <a:pt x="194695" y="10942"/>
                  </a:cubicBezTo>
                  <a:cubicBezTo>
                    <a:pt x="195796" y="10689"/>
                    <a:pt x="196898" y="10454"/>
                    <a:pt x="197999" y="10238"/>
                  </a:cubicBezTo>
                  <a:cubicBezTo>
                    <a:pt x="198559" y="10129"/>
                    <a:pt x="199101" y="10021"/>
                    <a:pt x="199660" y="9913"/>
                  </a:cubicBezTo>
                  <a:lnTo>
                    <a:pt x="200491" y="9768"/>
                  </a:lnTo>
                  <a:cubicBezTo>
                    <a:pt x="200762" y="9714"/>
                    <a:pt x="201014" y="9696"/>
                    <a:pt x="201267" y="9660"/>
                  </a:cubicBezTo>
                  <a:lnTo>
                    <a:pt x="202820" y="9425"/>
                  </a:lnTo>
                  <a:lnTo>
                    <a:pt x="204373" y="9299"/>
                  </a:lnTo>
                  <a:lnTo>
                    <a:pt x="205149" y="9245"/>
                  </a:lnTo>
                  <a:lnTo>
                    <a:pt x="205944" y="9226"/>
                  </a:lnTo>
                  <a:cubicBezTo>
                    <a:pt x="206467" y="9226"/>
                    <a:pt x="206991" y="9208"/>
                    <a:pt x="207515" y="9208"/>
                  </a:cubicBezTo>
                  <a:close/>
                  <a:moveTo>
                    <a:pt x="207641" y="0"/>
                  </a:moveTo>
                  <a:cubicBezTo>
                    <a:pt x="206973" y="0"/>
                    <a:pt x="206305" y="18"/>
                    <a:pt x="205637" y="18"/>
                  </a:cubicBezTo>
                  <a:cubicBezTo>
                    <a:pt x="205312" y="36"/>
                    <a:pt x="204969" y="18"/>
                    <a:pt x="204626" y="54"/>
                  </a:cubicBezTo>
                  <a:lnTo>
                    <a:pt x="203633" y="126"/>
                  </a:lnTo>
                  <a:lnTo>
                    <a:pt x="202639" y="199"/>
                  </a:lnTo>
                  <a:cubicBezTo>
                    <a:pt x="202296" y="235"/>
                    <a:pt x="201971" y="235"/>
                    <a:pt x="201646" y="289"/>
                  </a:cubicBezTo>
                  <a:cubicBezTo>
                    <a:pt x="200328" y="488"/>
                    <a:pt x="198956" y="650"/>
                    <a:pt x="197764" y="903"/>
                  </a:cubicBezTo>
                  <a:cubicBezTo>
                    <a:pt x="196537" y="1119"/>
                    <a:pt x="195327" y="1372"/>
                    <a:pt x="194099" y="1625"/>
                  </a:cubicBezTo>
                  <a:cubicBezTo>
                    <a:pt x="193485" y="1751"/>
                    <a:pt x="192889" y="1896"/>
                    <a:pt x="192275" y="2022"/>
                  </a:cubicBezTo>
                  <a:cubicBezTo>
                    <a:pt x="191662" y="2167"/>
                    <a:pt x="191066" y="2293"/>
                    <a:pt x="190452" y="2456"/>
                  </a:cubicBezTo>
                  <a:lnTo>
                    <a:pt x="188646" y="2907"/>
                  </a:lnTo>
                  <a:lnTo>
                    <a:pt x="186841" y="3394"/>
                  </a:lnTo>
                  <a:lnTo>
                    <a:pt x="185938" y="3629"/>
                  </a:lnTo>
                  <a:lnTo>
                    <a:pt x="185035" y="3900"/>
                  </a:lnTo>
                  <a:lnTo>
                    <a:pt x="183248" y="4424"/>
                  </a:lnTo>
                  <a:lnTo>
                    <a:pt x="181460" y="4983"/>
                  </a:lnTo>
                  <a:lnTo>
                    <a:pt x="180575" y="5272"/>
                  </a:lnTo>
                  <a:lnTo>
                    <a:pt x="179691" y="5579"/>
                  </a:lnTo>
                  <a:lnTo>
                    <a:pt x="177921" y="6175"/>
                  </a:lnTo>
                  <a:lnTo>
                    <a:pt x="176170" y="6825"/>
                  </a:lnTo>
                  <a:lnTo>
                    <a:pt x="175285" y="7150"/>
                  </a:lnTo>
                  <a:lnTo>
                    <a:pt x="174418" y="7493"/>
                  </a:lnTo>
                  <a:lnTo>
                    <a:pt x="172685" y="8197"/>
                  </a:lnTo>
                  <a:lnTo>
                    <a:pt x="170952" y="8938"/>
                  </a:lnTo>
                  <a:lnTo>
                    <a:pt x="170085" y="9299"/>
                  </a:lnTo>
                  <a:lnTo>
                    <a:pt x="169236" y="9696"/>
                  </a:lnTo>
                  <a:lnTo>
                    <a:pt x="167521" y="10472"/>
                  </a:lnTo>
                  <a:lnTo>
                    <a:pt x="165842" y="11303"/>
                  </a:lnTo>
                  <a:lnTo>
                    <a:pt x="164993" y="11718"/>
                  </a:lnTo>
                  <a:lnTo>
                    <a:pt x="164163" y="12170"/>
                  </a:lnTo>
                  <a:lnTo>
                    <a:pt x="162502" y="13072"/>
                  </a:lnTo>
                  <a:lnTo>
                    <a:pt x="160859" y="13993"/>
                  </a:lnTo>
                  <a:lnTo>
                    <a:pt x="160028" y="14463"/>
                  </a:lnTo>
                  <a:lnTo>
                    <a:pt x="159234" y="14950"/>
                  </a:lnTo>
                  <a:lnTo>
                    <a:pt x="157608" y="15943"/>
                  </a:lnTo>
                  <a:lnTo>
                    <a:pt x="156038" y="16990"/>
                  </a:lnTo>
                  <a:lnTo>
                    <a:pt x="155243" y="17514"/>
                  </a:lnTo>
                  <a:lnTo>
                    <a:pt x="154467" y="18074"/>
                  </a:lnTo>
                  <a:lnTo>
                    <a:pt x="152914" y="19175"/>
                  </a:lnTo>
                  <a:lnTo>
                    <a:pt x="151397" y="20331"/>
                  </a:lnTo>
                  <a:cubicBezTo>
                    <a:pt x="151145" y="20529"/>
                    <a:pt x="150892" y="20728"/>
                    <a:pt x="150657" y="20927"/>
                  </a:cubicBezTo>
                  <a:lnTo>
                    <a:pt x="149917" y="21540"/>
                  </a:lnTo>
                  <a:cubicBezTo>
                    <a:pt x="147931" y="23165"/>
                    <a:pt x="146053" y="24899"/>
                    <a:pt x="144265" y="26759"/>
                  </a:cubicBezTo>
                  <a:cubicBezTo>
                    <a:pt x="143399" y="27697"/>
                    <a:pt x="142514" y="28618"/>
                    <a:pt x="141701" y="29629"/>
                  </a:cubicBezTo>
                  <a:lnTo>
                    <a:pt x="141069" y="30370"/>
                  </a:lnTo>
                  <a:lnTo>
                    <a:pt x="140762" y="30749"/>
                  </a:lnTo>
                  <a:lnTo>
                    <a:pt x="140474" y="31128"/>
                  </a:lnTo>
                  <a:lnTo>
                    <a:pt x="139282" y="32681"/>
                  </a:lnTo>
                  <a:cubicBezTo>
                    <a:pt x="137747" y="34775"/>
                    <a:pt x="136375" y="36996"/>
                    <a:pt x="135147" y="39307"/>
                  </a:cubicBezTo>
                  <a:lnTo>
                    <a:pt x="134696" y="40156"/>
                  </a:lnTo>
                  <a:cubicBezTo>
                    <a:pt x="134551" y="40445"/>
                    <a:pt x="134425" y="40752"/>
                    <a:pt x="134280" y="41041"/>
                  </a:cubicBezTo>
                  <a:lnTo>
                    <a:pt x="133450" y="42828"/>
                  </a:lnTo>
                  <a:cubicBezTo>
                    <a:pt x="133197" y="43424"/>
                    <a:pt x="132962" y="44038"/>
                    <a:pt x="132728" y="44634"/>
                  </a:cubicBezTo>
                  <a:lnTo>
                    <a:pt x="132367" y="45536"/>
                  </a:lnTo>
                  <a:cubicBezTo>
                    <a:pt x="132258" y="45843"/>
                    <a:pt x="132150" y="46150"/>
                    <a:pt x="132042" y="46475"/>
                  </a:cubicBezTo>
                  <a:lnTo>
                    <a:pt x="131428" y="48335"/>
                  </a:lnTo>
                  <a:cubicBezTo>
                    <a:pt x="131247" y="48949"/>
                    <a:pt x="131085" y="49581"/>
                    <a:pt x="130922" y="50213"/>
                  </a:cubicBezTo>
                  <a:lnTo>
                    <a:pt x="130669" y="51152"/>
                  </a:lnTo>
                  <a:cubicBezTo>
                    <a:pt x="130579" y="51477"/>
                    <a:pt x="130507" y="51802"/>
                    <a:pt x="130435" y="52109"/>
                  </a:cubicBezTo>
                  <a:lnTo>
                    <a:pt x="130236" y="53066"/>
                  </a:lnTo>
                  <a:lnTo>
                    <a:pt x="130055" y="54023"/>
                  </a:lnTo>
                  <a:cubicBezTo>
                    <a:pt x="129604" y="56550"/>
                    <a:pt x="129297" y="59042"/>
                    <a:pt x="129080" y="61462"/>
                  </a:cubicBezTo>
                  <a:cubicBezTo>
                    <a:pt x="128629" y="66319"/>
                    <a:pt x="128340" y="70905"/>
                    <a:pt x="127455" y="75112"/>
                  </a:cubicBezTo>
                  <a:cubicBezTo>
                    <a:pt x="126571" y="79301"/>
                    <a:pt x="125000" y="83291"/>
                    <a:pt x="122833" y="86956"/>
                  </a:cubicBezTo>
                  <a:cubicBezTo>
                    <a:pt x="120576" y="90676"/>
                    <a:pt x="117832" y="94052"/>
                    <a:pt x="114672" y="97031"/>
                  </a:cubicBezTo>
                  <a:cubicBezTo>
                    <a:pt x="113065" y="98548"/>
                    <a:pt x="111386" y="99992"/>
                    <a:pt x="109616" y="101328"/>
                  </a:cubicBezTo>
                  <a:cubicBezTo>
                    <a:pt x="109183" y="101653"/>
                    <a:pt x="108732" y="101997"/>
                    <a:pt x="108280" y="102322"/>
                  </a:cubicBezTo>
                  <a:lnTo>
                    <a:pt x="106926" y="103297"/>
                  </a:lnTo>
                  <a:lnTo>
                    <a:pt x="105536" y="104217"/>
                  </a:lnTo>
                  <a:cubicBezTo>
                    <a:pt x="105084" y="104542"/>
                    <a:pt x="104597" y="104831"/>
                    <a:pt x="104127" y="105120"/>
                  </a:cubicBezTo>
                  <a:cubicBezTo>
                    <a:pt x="102232" y="106312"/>
                    <a:pt x="100282" y="107449"/>
                    <a:pt x="98277" y="108479"/>
                  </a:cubicBezTo>
                  <a:cubicBezTo>
                    <a:pt x="96255" y="109526"/>
                    <a:pt x="94215" y="110483"/>
                    <a:pt x="92138" y="111404"/>
                  </a:cubicBezTo>
                  <a:cubicBezTo>
                    <a:pt x="90062" y="112306"/>
                    <a:pt x="87949" y="113137"/>
                    <a:pt x="85801" y="113913"/>
                  </a:cubicBezTo>
                  <a:lnTo>
                    <a:pt x="85006" y="114202"/>
                  </a:lnTo>
                  <a:lnTo>
                    <a:pt x="84194" y="114491"/>
                  </a:lnTo>
                  <a:cubicBezTo>
                    <a:pt x="83652" y="114672"/>
                    <a:pt x="83111" y="114852"/>
                    <a:pt x="82569" y="115033"/>
                  </a:cubicBezTo>
                  <a:lnTo>
                    <a:pt x="80944" y="115556"/>
                  </a:lnTo>
                  <a:lnTo>
                    <a:pt x="79283" y="116062"/>
                  </a:lnTo>
                  <a:cubicBezTo>
                    <a:pt x="74859" y="117398"/>
                    <a:pt x="70327" y="118590"/>
                    <a:pt x="65759" y="119781"/>
                  </a:cubicBezTo>
                  <a:cubicBezTo>
                    <a:pt x="61191" y="120991"/>
                    <a:pt x="56569" y="122183"/>
                    <a:pt x="51928" y="123555"/>
                  </a:cubicBezTo>
                  <a:cubicBezTo>
                    <a:pt x="47234" y="124909"/>
                    <a:pt x="42612" y="126516"/>
                    <a:pt x="38098" y="128358"/>
                  </a:cubicBezTo>
                  <a:cubicBezTo>
                    <a:pt x="37520" y="128575"/>
                    <a:pt x="36960" y="128845"/>
                    <a:pt x="36382" y="129098"/>
                  </a:cubicBezTo>
                  <a:lnTo>
                    <a:pt x="34685" y="129838"/>
                  </a:lnTo>
                  <a:lnTo>
                    <a:pt x="34270" y="130037"/>
                  </a:lnTo>
                  <a:lnTo>
                    <a:pt x="33836" y="130236"/>
                  </a:lnTo>
                  <a:lnTo>
                    <a:pt x="33006" y="130651"/>
                  </a:lnTo>
                  <a:lnTo>
                    <a:pt x="31327" y="131463"/>
                  </a:lnTo>
                  <a:cubicBezTo>
                    <a:pt x="31038" y="131608"/>
                    <a:pt x="30767" y="131752"/>
                    <a:pt x="30496" y="131897"/>
                  </a:cubicBezTo>
                  <a:lnTo>
                    <a:pt x="29666" y="132348"/>
                  </a:lnTo>
                  <a:lnTo>
                    <a:pt x="28022" y="133251"/>
                  </a:lnTo>
                  <a:cubicBezTo>
                    <a:pt x="27481" y="133558"/>
                    <a:pt x="26921" y="133901"/>
                    <a:pt x="26379" y="134226"/>
                  </a:cubicBezTo>
                  <a:lnTo>
                    <a:pt x="25567" y="134732"/>
                  </a:lnTo>
                  <a:cubicBezTo>
                    <a:pt x="25296" y="134894"/>
                    <a:pt x="25025" y="135093"/>
                    <a:pt x="24754" y="135255"/>
                  </a:cubicBezTo>
                  <a:lnTo>
                    <a:pt x="23184" y="136338"/>
                  </a:lnTo>
                  <a:lnTo>
                    <a:pt x="21631" y="137458"/>
                  </a:lnTo>
                  <a:cubicBezTo>
                    <a:pt x="21125" y="137819"/>
                    <a:pt x="20620" y="138234"/>
                    <a:pt x="20132" y="138632"/>
                  </a:cubicBezTo>
                  <a:lnTo>
                    <a:pt x="19392" y="139227"/>
                  </a:lnTo>
                  <a:cubicBezTo>
                    <a:pt x="19139" y="139426"/>
                    <a:pt x="18868" y="139625"/>
                    <a:pt x="18652" y="139841"/>
                  </a:cubicBezTo>
                  <a:lnTo>
                    <a:pt x="17207" y="141123"/>
                  </a:lnTo>
                  <a:lnTo>
                    <a:pt x="16864" y="141430"/>
                  </a:lnTo>
                  <a:lnTo>
                    <a:pt x="16503" y="141773"/>
                  </a:lnTo>
                  <a:lnTo>
                    <a:pt x="15817" y="142423"/>
                  </a:lnTo>
                  <a:cubicBezTo>
                    <a:pt x="14878" y="143290"/>
                    <a:pt x="14029" y="144229"/>
                    <a:pt x="13145" y="145168"/>
                  </a:cubicBezTo>
                  <a:cubicBezTo>
                    <a:pt x="9714" y="148977"/>
                    <a:pt x="6699" y="153202"/>
                    <a:pt x="4460" y="157951"/>
                  </a:cubicBezTo>
                  <a:lnTo>
                    <a:pt x="4243" y="158403"/>
                  </a:lnTo>
                  <a:lnTo>
                    <a:pt x="4135" y="158637"/>
                  </a:lnTo>
                  <a:cubicBezTo>
                    <a:pt x="4081" y="158746"/>
                    <a:pt x="4044" y="158818"/>
                    <a:pt x="3990" y="158944"/>
                  </a:cubicBezTo>
                  <a:cubicBezTo>
                    <a:pt x="3774" y="159468"/>
                    <a:pt x="3593" y="159973"/>
                    <a:pt x="3394" y="160497"/>
                  </a:cubicBezTo>
                  <a:lnTo>
                    <a:pt x="2799" y="162032"/>
                  </a:lnTo>
                  <a:lnTo>
                    <a:pt x="2510" y="162808"/>
                  </a:lnTo>
                  <a:cubicBezTo>
                    <a:pt x="2401" y="163061"/>
                    <a:pt x="2311" y="163314"/>
                    <a:pt x="2239" y="163566"/>
                  </a:cubicBezTo>
                  <a:lnTo>
                    <a:pt x="1372" y="166618"/>
                  </a:lnTo>
                  <a:lnTo>
                    <a:pt x="1156" y="167376"/>
                  </a:lnTo>
                  <a:lnTo>
                    <a:pt x="939" y="168153"/>
                  </a:lnTo>
                  <a:lnTo>
                    <a:pt x="524" y="169705"/>
                  </a:lnTo>
                  <a:lnTo>
                    <a:pt x="90" y="171276"/>
                  </a:lnTo>
                  <a:lnTo>
                    <a:pt x="36" y="171457"/>
                  </a:lnTo>
                  <a:cubicBezTo>
                    <a:pt x="36" y="171529"/>
                    <a:pt x="0" y="171601"/>
                    <a:pt x="0" y="171637"/>
                  </a:cubicBezTo>
                  <a:lnTo>
                    <a:pt x="397" y="171673"/>
                  </a:lnTo>
                  <a:lnTo>
                    <a:pt x="1156" y="171710"/>
                  </a:lnTo>
                  <a:lnTo>
                    <a:pt x="4261" y="171908"/>
                  </a:lnTo>
                  <a:lnTo>
                    <a:pt x="5814" y="171998"/>
                  </a:lnTo>
                  <a:cubicBezTo>
                    <a:pt x="6049" y="172016"/>
                    <a:pt x="6356" y="172016"/>
                    <a:pt x="6626" y="172016"/>
                  </a:cubicBezTo>
                  <a:lnTo>
                    <a:pt x="10833" y="172016"/>
                  </a:lnTo>
                  <a:lnTo>
                    <a:pt x="40210" y="172053"/>
                  </a:lnTo>
                  <a:lnTo>
                    <a:pt x="97501" y="172107"/>
                  </a:lnTo>
                  <a:lnTo>
                    <a:pt x="24375" y="171836"/>
                  </a:lnTo>
                  <a:lnTo>
                    <a:pt x="15347" y="171818"/>
                  </a:lnTo>
                  <a:lnTo>
                    <a:pt x="9263" y="171800"/>
                  </a:lnTo>
                  <a:lnTo>
                    <a:pt x="6139" y="171800"/>
                  </a:lnTo>
                  <a:lnTo>
                    <a:pt x="5164" y="171746"/>
                  </a:lnTo>
                  <a:lnTo>
                    <a:pt x="1300" y="171529"/>
                  </a:lnTo>
                  <a:lnTo>
                    <a:pt x="343" y="171475"/>
                  </a:lnTo>
                  <a:lnTo>
                    <a:pt x="217" y="171475"/>
                  </a:lnTo>
                  <a:cubicBezTo>
                    <a:pt x="163" y="171475"/>
                    <a:pt x="217" y="171403"/>
                    <a:pt x="217" y="171366"/>
                  </a:cubicBezTo>
                  <a:lnTo>
                    <a:pt x="289" y="171132"/>
                  </a:lnTo>
                  <a:lnTo>
                    <a:pt x="415" y="170644"/>
                  </a:lnTo>
                  <a:lnTo>
                    <a:pt x="957" y="168712"/>
                  </a:lnTo>
                  <a:cubicBezTo>
                    <a:pt x="1300" y="167394"/>
                    <a:pt x="1661" y="166148"/>
                    <a:pt x="2022" y="164885"/>
                  </a:cubicBezTo>
                  <a:lnTo>
                    <a:pt x="2293" y="163946"/>
                  </a:lnTo>
                  <a:lnTo>
                    <a:pt x="2438" y="163476"/>
                  </a:lnTo>
                  <a:cubicBezTo>
                    <a:pt x="2456" y="163404"/>
                    <a:pt x="2474" y="163332"/>
                    <a:pt x="2510" y="163241"/>
                  </a:cubicBezTo>
                  <a:lnTo>
                    <a:pt x="2600" y="163007"/>
                  </a:lnTo>
                  <a:lnTo>
                    <a:pt x="3340" y="161093"/>
                  </a:lnTo>
                  <a:lnTo>
                    <a:pt x="4063" y="159179"/>
                  </a:lnTo>
                  <a:cubicBezTo>
                    <a:pt x="4099" y="159107"/>
                    <a:pt x="4135" y="159016"/>
                    <a:pt x="4171" y="158944"/>
                  </a:cubicBezTo>
                  <a:lnTo>
                    <a:pt x="4261" y="158764"/>
                  </a:lnTo>
                  <a:lnTo>
                    <a:pt x="4406" y="158457"/>
                  </a:lnTo>
                  <a:lnTo>
                    <a:pt x="4676" y="157897"/>
                  </a:lnTo>
                  <a:cubicBezTo>
                    <a:pt x="6121" y="154954"/>
                    <a:pt x="7818" y="152155"/>
                    <a:pt x="9786" y="149537"/>
                  </a:cubicBezTo>
                  <a:cubicBezTo>
                    <a:pt x="11718" y="146955"/>
                    <a:pt x="13885" y="144536"/>
                    <a:pt x="16214" y="142315"/>
                  </a:cubicBezTo>
                  <a:cubicBezTo>
                    <a:pt x="18543" y="140094"/>
                    <a:pt x="21053" y="138072"/>
                    <a:pt x="23689" y="136230"/>
                  </a:cubicBezTo>
                  <a:cubicBezTo>
                    <a:pt x="24357" y="135797"/>
                    <a:pt x="25025" y="135345"/>
                    <a:pt x="25693" y="134912"/>
                  </a:cubicBezTo>
                  <a:lnTo>
                    <a:pt x="27770" y="133648"/>
                  </a:lnTo>
                  <a:cubicBezTo>
                    <a:pt x="28456" y="133269"/>
                    <a:pt x="29142" y="132908"/>
                    <a:pt x="29846" y="132529"/>
                  </a:cubicBezTo>
                  <a:lnTo>
                    <a:pt x="30875" y="131969"/>
                  </a:lnTo>
                  <a:cubicBezTo>
                    <a:pt x="31236" y="131770"/>
                    <a:pt x="31579" y="131608"/>
                    <a:pt x="31941" y="131445"/>
                  </a:cubicBezTo>
                  <a:lnTo>
                    <a:pt x="34053" y="130398"/>
                  </a:lnTo>
                  <a:cubicBezTo>
                    <a:pt x="34757" y="130073"/>
                    <a:pt x="35480" y="129766"/>
                    <a:pt x="36202" y="129441"/>
                  </a:cubicBezTo>
                  <a:cubicBezTo>
                    <a:pt x="37628" y="128791"/>
                    <a:pt x="39073" y="128250"/>
                    <a:pt x="40517" y="127672"/>
                  </a:cubicBezTo>
                  <a:cubicBezTo>
                    <a:pt x="40878" y="127527"/>
                    <a:pt x="41239" y="127383"/>
                    <a:pt x="41600" y="127256"/>
                  </a:cubicBezTo>
                  <a:lnTo>
                    <a:pt x="42684" y="126859"/>
                  </a:lnTo>
                  <a:lnTo>
                    <a:pt x="43785" y="126462"/>
                  </a:lnTo>
                  <a:lnTo>
                    <a:pt x="44327" y="126263"/>
                  </a:lnTo>
                  <a:lnTo>
                    <a:pt x="44887" y="126083"/>
                  </a:lnTo>
                  <a:cubicBezTo>
                    <a:pt x="46331" y="125595"/>
                    <a:pt x="47794" y="125090"/>
                    <a:pt x="49256" y="124656"/>
                  </a:cubicBezTo>
                  <a:cubicBezTo>
                    <a:pt x="52181" y="123736"/>
                    <a:pt x="55106" y="122923"/>
                    <a:pt x="58031" y="122129"/>
                  </a:cubicBezTo>
                  <a:cubicBezTo>
                    <a:pt x="63863" y="120558"/>
                    <a:pt x="69677" y="119113"/>
                    <a:pt x="75365" y="117524"/>
                  </a:cubicBezTo>
                  <a:cubicBezTo>
                    <a:pt x="76773" y="117127"/>
                    <a:pt x="78181" y="116712"/>
                    <a:pt x="79590" y="116279"/>
                  </a:cubicBezTo>
                  <a:cubicBezTo>
                    <a:pt x="81016" y="115863"/>
                    <a:pt x="82388" y="115430"/>
                    <a:pt x="83761" y="114961"/>
                  </a:cubicBezTo>
                  <a:cubicBezTo>
                    <a:pt x="86505" y="114040"/>
                    <a:pt x="89213" y="113011"/>
                    <a:pt x="91868" y="111855"/>
                  </a:cubicBezTo>
                  <a:cubicBezTo>
                    <a:pt x="97176" y="109616"/>
                    <a:pt x="102250" y="106854"/>
                    <a:pt x="107016" y="103640"/>
                  </a:cubicBezTo>
                  <a:cubicBezTo>
                    <a:pt x="111711" y="100408"/>
                    <a:pt x="116008" y="96616"/>
                    <a:pt x="119511" y="92283"/>
                  </a:cubicBezTo>
                  <a:cubicBezTo>
                    <a:pt x="121262" y="90134"/>
                    <a:pt x="122815" y="87805"/>
                    <a:pt x="124115" y="85367"/>
                  </a:cubicBezTo>
                  <a:cubicBezTo>
                    <a:pt x="125397" y="82930"/>
                    <a:pt x="126426" y="80366"/>
                    <a:pt x="127167" y="77712"/>
                  </a:cubicBezTo>
                  <a:cubicBezTo>
                    <a:pt x="127925" y="75076"/>
                    <a:pt x="128358" y="72295"/>
                    <a:pt x="128683" y="69370"/>
                  </a:cubicBezTo>
                  <a:cubicBezTo>
                    <a:pt x="129008" y="66445"/>
                    <a:pt x="129207" y="63412"/>
                    <a:pt x="129532" y="60252"/>
                  </a:cubicBezTo>
                  <a:cubicBezTo>
                    <a:pt x="129694" y="58663"/>
                    <a:pt x="129875" y="57074"/>
                    <a:pt x="130146" y="55449"/>
                  </a:cubicBezTo>
                  <a:cubicBezTo>
                    <a:pt x="130200" y="55052"/>
                    <a:pt x="130272" y="54637"/>
                    <a:pt x="130344" y="54239"/>
                  </a:cubicBezTo>
                  <a:lnTo>
                    <a:pt x="130579" y="53011"/>
                  </a:lnTo>
                  <a:cubicBezTo>
                    <a:pt x="130760" y="52199"/>
                    <a:pt x="130922" y="51368"/>
                    <a:pt x="131139" y="50556"/>
                  </a:cubicBezTo>
                  <a:lnTo>
                    <a:pt x="131482" y="49382"/>
                  </a:lnTo>
                  <a:cubicBezTo>
                    <a:pt x="131590" y="48967"/>
                    <a:pt x="131680" y="48570"/>
                    <a:pt x="131825" y="48173"/>
                  </a:cubicBezTo>
                  <a:lnTo>
                    <a:pt x="132619" y="45771"/>
                  </a:lnTo>
                  <a:lnTo>
                    <a:pt x="133540" y="43424"/>
                  </a:lnTo>
                  <a:cubicBezTo>
                    <a:pt x="133685" y="43027"/>
                    <a:pt x="133883" y="42648"/>
                    <a:pt x="134046" y="42268"/>
                  </a:cubicBezTo>
                  <a:lnTo>
                    <a:pt x="134587" y="41113"/>
                  </a:lnTo>
                  <a:lnTo>
                    <a:pt x="134587" y="41113"/>
                  </a:lnTo>
                  <a:cubicBezTo>
                    <a:pt x="134450" y="41577"/>
                    <a:pt x="134116" y="42502"/>
                    <a:pt x="134207" y="42502"/>
                  </a:cubicBezTo>
                  <a:cubicBezTo>
                    <a:pt x="134272" y="42502"/>
                    <a:pt x="134552" y="42032"/>
                    <a:pt x="135274" y="40589"/>
                  </a:cubicBezTo>
                  <a:lnTo>
                    <a:pt x="135274" y="40589"/>
                  </a:lnTo>
                  <a:cubicBezTo>
                    <a:pt x="133793" y="43641"/>
                    <a:pt x="132619" y="46836"/>
                    <a:pt x="131771" y="50123"/>
                  </a:cubicBezTo>
                  <a:lnTo>
                    <a:pt x="131446" y="51350"/>
                  </a:lnTo>
                  <a:cubicBezTo>
                    <a:pt x="131337" y="51748"/>
                    <a:pt x="131265" y="52163"/>
                    <a:pt x="131175" y="52578"/>
                  </a:cubicBezTo>
                  <a:lnTo>
                    <a:pt x="131049" y="53210"/>
                  </a:lnTo>
                  <a:lnTo>
                    <a:pt x="130940" y="53824"/>
                  </a:lnTo>
                  <a:cubicBezTo>
                    <a:pt x="130868" y="54221"/>
                    <a:pt x="130778" y="54637"/>
                    <a:pt x="130724" y="55052"/>
                  </a:cubicBezTo>
                  <a:cubicBezTo>
                    <a:pt x="130471" y="56695"/>
                    <a:pt x="130272" y="58302"/>
                    <a:pt x="130110" y="59909"/>
                  </a:cubicBezTo>
                  <a:cubicBezTo>
                    <a:pt x="129785" y="63105"/>
                    <a:pt x="129586" y="66210"/>
                    <a:pt x="129279" y="69189"/>
                  </a:cubicBezTo>
                  <a:cubicBezTo>
                    <a:pt x="129117" y="70688"/>
                    <a:pt x="128936" y="72169"/>
                    <a:pt x="128701" y="73595"/>
                  </a:cubicBezTo>
                  <a:cubicBezTo>
                    <a:pt x="128467" y="75021"/>
                    <a:pt x="128160" y="76412"/>
                    <a:pt x="127780" y="77802"/>
                  </a:cubicBezTo>
                  <a:cubicBezTo>
                    <a:pt x="127022" y="80528"/>
                    <a:pt x="125993" y="83183"/>
                    <a:pt x="124657" y="85692"/>
                  </a:cubicBezTo>
                  <a:cubicBezTo>
                    <a:pt x="123321" y="88220"/>
                    <a:pt x="121732" y="90621"/>
                    <a:pt x="119926" y="92824"/>
                  </a:cubicBezTo>
                  <a:cubicBezTo>
                    <a:pt x="118103" y="95081"/>
                    <a:pt x="116098" y="97158"/>
                    <a:pt x="113932" y="99090"/>
                  </a:cubicBezTo>
                  <a:cubicBezTo>
                    <a:pt x="111747" y="101022"/>
                    <a:pt x="109436" y="102809"/>
                    <a:pt x="107016" y="104434"/>
                  </a:cubicBezTo>
                  <a:cubicBezTo>
                    <a:pt x="102123" y="107720"/>
                    <a:pt x="96905" y="110501"/>
                    <a:pt x="91470" y="112758"/>
                  </a:cubicBezTo>
                  <a:cubicBezTo>
                    <a:pt x="88744" y="113913"/>
                    <a:pt x="85963" y="114942"/>
                    <a:pt x="83147" y="115863"/>
                  </a:cubicBezTo>
                  <a:cubicBezTo>
                    <a:pt x="80348" y="116766"/>
                    <a:pt x="77441" y="117597"/>
                    <a:pt x="74552" y="118409"/>
                  </a:cubicBezTo>
                  <a:cubicBezTo>
                    <a:pt x="68738" y="119998"/>
                    <a:pt x="62834" y="121424"/>
                    <a:pt x="56894" y="123049"/>
                  </a:cubicBezTo>
                  <a:lnTo>
                    <a:pt x="54673" y="123663"/>
                  </a:lnTo>
                  <a:lnTo>
                    <a:pt x="52452" y="124295"/>
                  </a:lnTo>
                  <a:lnTo>
                    <a:pt x="51332" y="124620"/>
                  </a:lnTo>
                  <a:lnTo>
                    <a:pt x="50231" y="124963"/>
                  </a:lnTo>
                  <a:lnTo>
                    <a:pt x="47992" y="125631"/>
                  </a:lnTo>
                  <a:lnTo>
                    <a:pt x="45771" y="126372"/>
                  </a:lnTo>
                  <a:lnTo>
                    <a:pt x="44670" y="126733"/>
                  </a:lnTo>
                  <a:cubicBezTo>
                    <a:pt x="44309" y="126859"/>
                    <a:pt x="43930" y="127004"/>
                    <a:pt x="43568" y="127130"/>
                  </a:cubicBezTo>
                  <a:lnTo>
                    <a:pt x="41366" y="127925"/>
                  </a:lnTo>
                  <a:cubicBezTo>
                    <a:pt x="40625" y="128195"/>
                    <a:pt x="39903" y="128502"/>
                    <a:pt x="39163" y="128791"/>
                  </a:cubicBezTo>
                  <a:lnTo>
                    <a:pt x="38061" y="129225"/>
                  </a:lnTo>
                  <a:cubicBezTo>
                    <a:pt x="37700" y="129369"/>
                    <a:pt x="37339" y="129531"/>
                    <a:pt x="36978" y="129694"/>
                  </a:cubicBezTo>
                  <a:lnTo>
                    <a:pt x="34811" y="130633"/>
                  </a:lnTo>
                  <a:cubicBezTo>
                    <a:pt x="34089" y="130958"/>
                    <a:pt x="33385" y="131319"/>
                    <a:pt x="32663" y="131662"/>
                  </a:cubicBezTo>
                  <a:cubicBezTo>
                    <a:pt x="31959" y="132005"/>
                    <a:pt x="31236" y="132348"/>
                    <a:pt x="30550" y="132727"/>
                  </a:cubicBezTo>
                  <a:lnTo>
                    <a:pt x="28438" y="133865"/>
                  </a:lnTo>
                  <a:cubicBezTo>
                    <a:pt x="28095" y="134045"/>
                    <a:pt x="27752" y="134262"/>
                    <a:pt x="27391" y="134479"/>
                  </a:cubicBezTo>
                  <a:lnTo>
                    <a:pt x="26361" y="135093"/>
                  </a:lnTo>
                  <a:lnTo>
                    <a:pt x="25838" y="135418"/>
                  </a:lnTo>
                  <a:lnTo>
                    <a:pt x="25332" y="135761"/>
                  </a:lnTo>
                  <a:lnTo>
                    <a:pt x="24321" y="136429"/>
                  </a:lnTo>
                  <a:cubicBezTo>
                    <a:pt x="23635" y="136862"/>
                    <a:pt x="22985" y="137368"/>
                    <a:pt x="22335" y="137837"/>
                  </a:cubicBezTo>
                  <a:cubicBezTo>
                    <a:pt x="19735" y="139751"/>
                    <a:pt x="17279" y="141882"/>
                    <a:pt x="15004" y="144193"/>
                  </a:cubicBezTo>
                  <a:cubicBezTo>
                    <a:pt x="14445" y="144789"/>
                    <a:pt x="13885" y="145366"/>
                    <a:pt x="13343" y="145980"/>
                  </a:cubicBezTo>
                  <a:lnTo>
                    <a:pt x="11736" y="147822"/>
                  </a:lnTo>
                  <a:lnTo>
                    <a:pt x="10220" y="149754"/>
                  </a:lnTo>
                  <a:cubicBezTo>
                    <a:pt x="9732" y="150386"/>
                    <a:pt x="9263" y="151072"/>
                    <a:pt x="8793" y="151740"/>
                  </a:cubicBezTo>
                  <a:cubicBezTo>
                    <a:pt x="7872" y="153094"/>
                    <a:pt x="6988" y="154484"/>
                    <a:pt x="6211" y="155947"/>
                  </a:cubicBezTo>
                  <a:lnTo>
                    <a:pt x="5904" y="156489"/>
                  </a:lnTo>
                  <a:lnTo>
                    <a:pt x="5760" y="156759"/>
                  </a:lnTo>
                  <a:lnTo>
                    <a:pt x="5615" y="157030"/>
                  </a:lnTo>
                  <a:lnTo>
                    <a:pt x="5074" y="158168"/>
                  </a:lnTo>
                  <a:lnTo>
                    <a:pt x="4803" y="158728"/>
                  </a:lnTo>
                  <a:lnTo>
                    <a:pt x="4640" y="159053"/>
                  </a:lnTo>
                  <a:lnTo>
                    <a:pt x="4586" y="159143"/>
                  </a:lnTo>
                  <a:lnTo>
                    <a:pt x="4532" y="159251"/>
                  </a:lnTo>
                  <a:cubicBezTo>
                    <a:pt x="4514" y="159323"/>
                    <a:pt x="4478" y="159414"/>
                    <a:pt x="4442" y="159486"/>
                  </a:cubicBezTo>
                  <a:lnTo>
                    <a:pt x="3738" y="161346"/>
                  </a:lnTo>
                  <a:lnTo>
                    <a:pt x="3015" y="163205"/>
                  </a:lnTo>
                  <a:cubicBezTo>
                    <a:pt x="2817" y="163819"/>
                    <a:pt x="2654" y="164415"/>
                    <a:pt x="2474" y="165029"/>
                  </a:cubicBezTo>
                  <a:lnTo>
                    <a:pt x="1932" y="166871"/>
                  </a:lnTo>
                  <a:cubicBezTo>
                    <a:pt x="1751" y="167485"/>
                    <a:pt x="1589" y="168116"/>
                    <a:pt x="1426" y="168748"/>
                  </a:cubicBezTo>
                  <a:lnTo>
                    <a:pt x="903" y="170626"/>
                  </a:lnTo>
                  <a:lnTo>
                    <a:pt x="776" y="171096"/>
                  </a:lnTo>
                  <a:cubicBezTo>
                    <a:pt x="776" y="171114"/>
                    <a:pt x="849" y="171114"/>
                    <a:pt x="867" y="171114"/>
                  </a:cubicBezTo>
                  <a:lnTo>
                    <a:pt x="993" y="171114"/>
                  </a:lnTo>
                  <a:lnTo>
                    <a:pt x="1210" y="171132"/>
                  </a:lnTo>
                  <a:lnTo>
                    <a:pt x="2149" y="171186"/>
                  </a:lnTo>
                  <a:lnTo>
                    <a:pt x="5904" y="171403"/>
                  </a:lnTo>
                  <a:cubicBezTo>
                    <a:pt x="6518" y="171439"/>
                    <a:pt x="7204" y="171439"/>
                    <a:pt x="7890" y="171439"/>
                  </a:cubicBezTo>
                  <a:lnTo>
                    <a:pt x="18002" y="171439"/>
                  </a:lnTo>
                  <a:lnTo>
                    <a:pt x="27174" y="171457"/>
                  </a:lnTo>
                  <a:cubicBezTo>
                    <a:pt x="36149" y="171477"/>
                    <a:pt x="45150" y="171489"/>
                    <a:pt x="54190" y="171489"/>
                  </a:cubicBezTo>
                  <a:cubicBezTo>
                    <a:pt x="69847" y="171489"/>
                    <a:pt x="85618" y="171451"/>
                    <a:pt x="101563" y="171348"/>
                  </a:cubicBezTo>
                  <a:lnTo>
                    <a:pt x="101563" y="172161"/>
                  </a:lnTo>
                  <a:cubicBezTo>
                    <a:pt x="136917" y="172251"/>
                    <a:pt x="172667" y="172378"/>
                    <a:pt x="208833" y="172576"/>
                  </a:cubicBezTo>
                  <a:cubicBezTo>
                    <a:pt x="223873" y="172576"/>
                    <a:pt x="236783" y="172179"/>
                    <a:pt x="247580" y="171710"/>
                  </a:cubicBezTo>
                  <a:cubicBezTo>
                    <a:pt x="194135" y="171005"/>
                    <a:pt x="138181" y="170680"/>
                    <a:pt x="81702" y="170500"/>
                  </a:cubicBezTo>
                  <a:lnTo>
                    <a:pt x="39271" y="170373"/>
                  </a:lnTo>
                  <a:lnTo>
                    <a:pt x="18020" y="170337"/>
                  </a:lnTo>
                  <a:lnTo>
                    <a:pt x="12711" y="170319"/>
                  </a:lnTo>
                  <a:lnTo>
                    <a:pt x="8631" y="170319"/>
                  </a:lnTo>
                  <a:cubicBezTo>
                    <a:pt x="8508" y="170321"/>
                    <a:pt x="8386" y="170322"/>
                    <a:pt x="8265" y="170322"/>
                  </a:cubicBezTo>
                  <a:cubicBezTo>
                    <a:pt x="7019" y="170322"/>
                    <a:pt x="5879" y="170242"/>
                    <a:pt x="4694" y="170193"/>
                  </a:cubicBezTo>
                  <a:lnTo>
                    <a:pt x="2763" y="170121"/>
                  </a:lnTo>
                  <a:lnTo>
                    <a:pt x="2275" y="170085"/>
                  </a:lnTo>
                  <a:cubicBezTo>
                    <a:pt x="2265" y="170085"/>
                    <a:pt x="2231" y="170096"/>
                    <a:pt x="2207" y="170096"/>
                  </a:cubicBezTo>
                  <a:cubicBezTo>
                    <a:pt x="2189" y="170096"/>
                    <a:pt x="2177" y="170090"/>
                    <a:pt x="2185" y="170066"/>
                  </a:cubicBezTo>
                  <a:lnTo>
                    <a:pt x="2221" y="169940"/>
                  </a:lnTo>
                  <a:lnTo>
                    <a:pt x="2293" y="169705"/>
                  </a:lnTo>
                  <a:lnTo>
                    <a:pt x="2546" y="168748"/>
                  </a:lnTo>
                  <a:lnTo>
                    <a:pt x="3069" y="166816"/>
                  </a:lnTo>
                  <a:cubicBezTo>
                    <a:pt x="3250" y="166185"/>
                    <a:pt x="3431" y="165571"/>
                    <a:pt x="3629" y="164939"/>
                  </a:cubicBezTo>
                  <a:cubicBezTo>
                    <a:pt x="3810" y="164307"/>
                    <a:pt x="3990" y="163693"/>
                    <a:pt x="4207" y="163061"/>
                  </a:cubicBezTo>
                  <a:lnTo>
                    <a:pt x="4947" y="161183"/>
                  </a:lnTo>
                  <a:lnTo>
                    <a:pt x="5308" y="160244"/>
                  </a:lnTo>
                  <a:lnTo>
                    <a:pt x="5489" y="159775"/>
                  </a:lnTo>
                  <a:cubicBezTo>
                    <a:pt x="5525" y="159684"/>
                    <a:pt x="5561" y="159612"/>
                    <a:pt x="5597" y="159540"/>
                  </a:cubicBezTo>
                  <a:lnTo>
                    <a:pt x="5688" y="159341"/>
                  </a:lnTo>
                  <a:lnTo>
                    <a:pt x="6301" y="158059"/>
                  </a:lnTo>
                  <a:cubicBezTo>
                    <a:pt x="7981" y="154719"/>
                    <a:pt x="10021" y="151577"/>
                    <a:pt x="12386" y="148689"/>
                  </a:cubicBezTo>
                  <a:cubicBezTo>
                    <a:pt x="14733" y="145818"/>
                    <a:pt x="17352" y="143182"/>
                    <a:pt x="20186" y="140816"/>
                  </a:cubicBezTo>
                  <a:cubicBezTo>
                    <a:pt x="23021" y="138451"/>
                    <a:pt x="26072" y="136357"/>
                    <a:pt x="29304" y="134569"/>
                  </a:cubicBezTo>
                  <a:lnTo>
                    <a:pt x="31706" y="133269"/>
                  </a:lnTo>
                  <a:cubicBezTo>
                    <a:pt x="32518" y="132854"/>
                    <a:pt x="33331" y="132493"/>
                    <a:pt x="34143" y="132077"/>
                  </a:cubicBezTo>
                  <a:cubicBezTo>
                    <a:pt x="34956" y="131662"/>
                    <a:pt x="35805" y="131301"/>
                    <a:pt x="36617" y="130940"/>
                  </a:cubicBezTo>
                  <a:cubicBezTo>
                    <a:pt x="37430" y="130579"/>
                    <a:pt x="38260" y="130200"/>
                    <a:pt x="39091" y="129893"/>
                  </a:cubicBezTo>
                  <a:lnTo>
                    <a:pt x="41600" y="128881"/>
                  </a:lnTo>
                  <a:lnTo>
                    <a:pt x="44128" y="127979"/>
                  </a:lnTo>
                  <a:cubicBezTo>
                    <a:pt x="44977" y="127654"/>
                    <a:pt x="45825" y="127401"/>
                    <a:pt x="46674" y="127112"/>
                  </a:cubicBezTo>
                  <a:cubicBezTo>
                    <a:pt x="47523" y="126823"/>
                    <a:pt x="48371" y="126534"/>
                    <a:pt x="49220" y="126281"/>
                  </a:cubicBezTo>
                  <a:cubicBezTo>
                    <a:pt x="52614" y="125216"/>
                    <a:pt x="56027" y="124277"/>
                    <a:pt x="59421" y="123374"/>
                  </a:cubicBezTo>
                  <a:cubicBezTo>
                    <a:pt x="66210" y="121569"/>
                    <a:pt x="72981" y="119944"/>
                    <a:pt x="79554" y="117976"/>
                  </a:cubicBezTo>
                  <a:lnTo>
                    <a:pt x="79554" y="117976"/>
                  </a:lnTo>
                  <a:cubicBezTo>
                    <a:pt x="74010" y="119655"/>
                    <a:pt x="68251" y="121118"/>
                    <a:pt x="62383" y="122652"/>
                  </a:cubicBezTo>
                  <a:cubicBezTo>
                    <a:pt x="56514" y="124205"/>
                    <a:pt x="50538" y="125866"/>
                    <a:pt x="44598" y="127943"/>
                  </a:cubicBezTo>
                  <a:cubicBezTo>
                    <a:pt x="38675" y="130073"/>
                    <a:pt x="32771" y="132601"/>
                    <a:pt x="27228" y="136013"/>
                  </a:cubicBezTo>
                  <a:cubicBezTo>
                    <a:pt x="21649" y="139462"/>
                    <a:pt x="16683" y="143832"/>
                    <a:pt x="12531" y="148923"/>
                  </a:cubicBezTo>
                  <a:cubicBezTo>
                    <a:pt x="10436" y="151469"/>
                    <a:pt x="8613" y="154232"/>
                    <a:pt x="7060" y="157157"/>
                  </a:cubicBezTo>
                  <a:cubicBezTo>
                    <a:pt x="6681" y="157897"/>
                    <a:pt x="6338" y="158637"/>
                    <a:pt x="5958" y="159396"/>
                  </a:cubicBezTo>
                  <a:cubicBezTo>
                    <a:pt x="5904" y="159504"/>
                    <a:pt x="5850" y="159594"/>
                    <a:pt x="5796" y="159739"/>
                  </a:cubicBezTo>
                  <a:cubicBezTo>
                    <a:pt x="5742" y="159865"/>
                    <a:pt x="5688" y="160009"/>
                    <a:pt x="5633" y="160136"/>
                  </a:cubicBezTo>
                  <a:lnTo>
                    <a:pt x="5326" y="160948"/>
                  </a:lnTo>
                  <a:lnTo>
                    <a:pt x="4694" y="162555"/>
                  </a:lnTo>
                  <a:cubicBezTo>
                    <a:pt x="4478" y="163079"/>
                    <a:pt x="4297" y="163621"/>
                    <a:pt x="4153" y="164180"/>
                  </a:cubicBezTo>
                  <a:lnTo>
                    <a:pt x="3665" y="165787"/>
                  </a:lnTo>
                  <a:cubicBezTo>
                    <a:pt x="3485" y="166311"/>
                    <a:pt x="3340" y="166853"/>
                    <a:pt x="3196" y="167412"/>
                  </a:cubicBezTo>
                  <a:lnTo>
                    <a:pt x="2744" y="169055"/>
                  </a:lnTo>
                  <a:lnTo>
                    <a:pt x="2618" y="169489"/>
                  </a:lnTo>
                  <a:lnTo>
                    <a:pt x="2564" y="169687"/>
                  </a:lnTo>
                  <a:lnTo>
                    <a:pt x="2528" y="169796"/>
                  </a:lnTo>
                  <a:lnTo>
                    <a:pt x="2510" y="169850"/>
                  </a:lnTo>
                  <a:lnTo>
                    <a:pt x="2582" y="169850"/>
                  </a:lnTo>
                  <a:lnTo>
                    <a:pt x="3413" y="169886"/>
                  </a:lnTo>
                  <a:lnTo>
                    <a:pt x="5056" y="169940"/>
                  </a:lnTo>
                  <a:lnTo>
                    <a:pt x="6717" y="170012"/>
                  </a:lnTo>
                  <a:cubicBezTo>
                    <a:pt x="6988" y="170030"/>
                    <a:pt x="7258" y="170048"/>
                    <a:pt x="7547" y="170048"/>
                  </a:cubicBezTo>
                  <a:lnTo>
                    <a:pt x="14499" y="170048"/>
                  </a:lnTo>
                  <a:lnTo>
                    <a:pt x="23797" y="170066"/>
                  </a:lnTo>
                  <a:cubicBezTo>
                    <a:pt x="36166" y="170103"/>
                    <a:pt x="48317" y="170175"/>
                    <a:pt x="60053" y="170283"/>
                  </a:cubicBezTo>
                  <a:cubicBezTo>
                    <a:pt x="127112" y="170680"/>
                    <a:pt x="187455" y="170482"/>
                    <a:pt x="247815" y="171096"/>
                  </a:cubicBezTo>
                  <a:lnTo>
                    <a:pt x="257655" y="171222"/>
                  </a:lnTo>
                  <a:cubicBezTo>
                    <a:pt x="261935" y="170987"/>
                    <a:pt x="265762" y="170753"/>
                    <a:pt x="269175" y="170536"/>
                  </a:cubicBezTo>
                  <a:cubicBezTo>
                    <a:pt x="278330" y="169833"/>
                    <a:pt x="284365" y="168952"/>
                    <a:pt x="278708" y="168137"/>
                  </a:cubicBezTo>
                  <a:lnTo>
                    <a:pt x="278708" y="168137"/>
                  </a:lnTo>
                  <a:cubicBezTo>
                    <a:pt x="279685" y="164054"/>
                    <a:pt x="280710" y="145211"/>
                    <a:pt x="281236" y="117290"/>
                  </a:cubicBezTo>
                  <a:lnTo>
                    <a:pt x="282049" y="117290"/>
                  </a:lnTo>
                  <a:cubicBezTo>
                    <a:pt x="281834" y="146227"/>
                    <a:pt x="282324" y="151752"/>
                    <a:pt x="282979" y="151752"/>
                  </a:cubicBezTo>
                  <a:cubicBezTo>
                    <a:pt x="283384" y="151752"/>
                    <a:pt x="283852" y="149643"/>
                    <a:pt x="284257" y="149643"/>
                  </a:cubicBezTo>
                  <a:cubicBezTo>
                    <a:pt x="284411" y="149643"/>
                    <a:pt x="284556" y="149951"/>
                    <a:pt x="284685" y="150801"/>
                  </a:cubicBezTo>
                  <a:cubicBezTo>
                    <a:pt x="284685" y="124006"/>
                    <a:pt x="284901" y="97176"/>
                    <a:pt x="285497" y="70345"/>
                  </a:cubicBezTo>
                  <a:lnTo>
                    <a:pt x="285497" y="37520"/>
                  </a:lnTo>
                  <a:cubicBezTo>
                    <a:pt x="285244" y="37375"/>
                    <a:pt x="284974" y="37249"/>
                    <a:pt x="284721" y="37104"/>
                  </a:cubicBezTo>
                  <a:lnTo>
                    <a:pt x="279358" y="34342"/>
                  </a:lnTo>
                  <a:lnTo>
                    <a:pt x="277769" y="33511"/>
                  </a:lnTo>
                  <a:cubicBezTo>
                    <a:pt x="277517" y="33385"/>
                    <a:pt x="277246" y="33241"/>
                    <a:pt x="276975" y="33114"/>
                  </a:cubicBezTo>
                  <a:lnTo>
                    <a:pt x="276217" y="32681"/>
                  </a:lnTo>
                  <a:cubicBezTo>
                    <a:pt x="275169" y="32121"/>
                    <a:pt x="274158" y="31507"/>
                    <a:pt x="273147" y="30911"/>
                  </a:cubicBezTo>
                  <a:cubicBezTo>
                    <a:pt x="269067" y="28492"/>
                    <a:pt x="265040" y="25838"/>
                    <a:pt x="260978" y="23147"/>
                  </a:cubicBezTo>
                  <a:cubicBezTo>
                    <a:pt x="252871" y="17767"/>
                    <a:pt x="244655" y="12188"/>
                    <a:pt x="235591" y="7674"/>
                  </a:cubicBezTo>
                  <a:cubicBezTo>
                    <a:pt x="233334" y="6536"/>
                    <a:pt x="231005" y="5507"/>
                    <a:pt x="228622" y="4532"/>
                  </a:cubicBezTo>
                  <a:lnTo>
                    <a:pt x="226816" y="3846"/>
                  </a:lnTo>
                  <a:cubicBezTo>
                    <a:pt x="226220" y="3611"/>
                    <a:pt x="225606" y="3431"/>
                    <a:pt x="224992" y="3196"/>
                  </a:cubicBezTo>
                  <a:cubicBezTo>
                    <a:pt x="223783" y="2763"/>
                    <a:pt x="222519" y="2419"/>
                    <a:pt x="221291" y="2040"/>
                  </a:cubicBezTo>
                  <a:lnTo>
                    <a:pt x="219395" y="1553"/>
                  </a:lnTo>
                  <a:cubicBezTo>
                    <a:pt x="219070" y="1481"/>
                    <a:pt x="218763" y="1390"/>
                    <a:pt x="218438" y="1318"/>
                  </a:cubicBezTo>
                  <a:lnTo>
                    <a:pt x="217463" y="1119"/>
                  </a:lnTo>
                  <a:lnTo>
                    <a:pt x="216506" y="921"/>
                  </a:lnTo>
                  <a:cubicBezTo>
                    <a:pt x="216181" y="867"/>
                    <a:pt x="215874" y="794"/>
                    <a:pt x="215531" y="740"/>
                  </a:cubicBezTo>
                  <a:lnTo>
                    <a:pt x="213581" y="451"/>
                  </a:lnTo>
                  <a:cubicBezTo>
                    <a:pt x="213419" y="415"/>
                    <a:pt x="213256" y="397"/>
                    <a:pt x="213094" y="379"/>
                  </a:cubicBezTo>
                  <a:lnTo>
                    <a:pt x="212606" y="325"/>
                  </a:lnTo>
                  <a:lnTo>
                    <a:pt x="211613" y="235"/>
                  </a:lnTo>
                  <a:cubicBezTo>
                    <a:pt x="210945" y="163"/>
                    <a:pt x="210295" y="90"/>
                    <a:pt x="209627" y="72"/>
                  </a:cubicBezTo>
                  <a:lnTo>
                    <a:pt x="207641" y="0"/>
                  </a:lnTo>
                  <a:close/>
                </a:path>
              </a:pathLst>
            </a:custGeom>
            <a:solidFill>
              <a:srgbClr val="F0A9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9" name="Google Shape;129;p45"/>
          <p:cNvSpPr txBox="1"/>
          <p:nvPr>
            <p:ph idx="1" type="subTitle"/>
          </p:nvPr>
        </p:nvSpPr>
        <p:spPr>
          <a:xfrm>
            <a:off x="1382100" y="2623850"/>
            <a:ext cx="1780200" cy="42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b="1" sz="16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130" name="Google Shape;130;p45"/>
          <p:cNvSpPr txBox="1"/>
          <p:nvPr>
            <p:ph idx="2" type="subTitle"/>
          </p:nvPr>
        </p:nvSpPr>
        <p:spPr>
          <a:xfrm>
            <a:off x="3649050" y="2623850"/>
            <a:ext cx="1780200" cy="42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b="1" sz="16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131" name="Google Shape;131;p45"/>
          <p:cNvSpPr txBox="1"/>
          <p:nvPr>
            <p:ph idx="3" type="subTitle"/>
          </p:nvPr>
        </p:nvSpPr>
        <p:spPr>
          <a:xfrm>
            <a:off x="5981700" y="2623850"/>
            <a:ext cx="1780200" cy="42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b="1" sz="16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132" name="Google Shape;132;p45"/>
          <p:cNvSpPr txBox="1"/>
          <p:nvPr>
            <p:ph idx="4" type="subTitle"/>
          </p:nvPr>
        </p:nvSpPr>
        <p:spPr>
          <a:xfrm>
            <a:off x="1382100" y="3045650"/>
            <a:ext cx="1780200" cy="909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3" name="Google Shape;133;p45"/>
          <p:cNvSpPr txBox="1"/>
          <p:nvPr>
            <p:ph idx="5" type="subTitle"/>
          </p:nvPr>
        </p:nvSpPr>
        <p:spPr>
          <a:xfrm>
            <a:off x="3649088" y="3045650"/>
            <a:ext cx="1780200" cy="909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4" name="Google Shape;134;p45"/>
          <p:cNvSpPr txBox="1"/>
          <p:nvPr>
            <p:ph idx="6" type="subTitle"/>
          </p:nvPr>
        </p:nvSpPr>
        <p:spPr>
          <a:xfrm>
            <a:off x="5981700" y="3045650"/>
            <a:ext cx="1780200" cy="909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5" name="Google Shape;135;p45"/>
          <p:cNvSpPr txBox="1"/>
          <p:nvPr>
            <p:ph idx="7" type="title"/>
          </p:nvPr>
        </p:nvSpPr>
        <p:spPr>
          <a:xfrm>
            <a:off x="1459200" y="1706638"/>
            <a:ext cx="1626000" cy="833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FDB32C"/>
              </a:buClr>
              <a:buSzPts val="6200"/>
              <a:buNone/>
              <a:defRPr sz="6200">
                <a:solidFill>
                  <a:schemeClr val="accent2"/>
                </a:solidFill>
              </a:defRPr>
            </a:lvl1pPr>
            <a:lvl2pPr lvl="1" algn="ctr">
              <a:lnSpc>
                <a:spcPct val="100000"/>
              </a:lnSpc>
              <a:spcBef>
                <a:spcPts val="0"/>
              </a:spcBef>
              <a:spcAft>
                <a:spcPts val="0"/>
              </a:spcAft>
              <a:buClr>
                <a:srgbClr val="FDB32C"/>
              </a:buClr>
              <a:buSzPts val="6200"/>
              <a:buNone/>
              <a:defRPr sz="6200">
                <a:solidFill>
                  <a:srgbClr val="FDB32C"/>
                </a:solidFill>
              </a:defRPr>
            </a:lvl2pPr>
            <a:lvl3pPr lvl="2" algn="ctr">
              <a:lnSpc>
                <a:spcPct val="100000"/>
              </a:lnSpc>
              <a:spcBef>
                <a:spcPts val="0"/>
              </a:spcBef>
              <a:spcAft>
                <a:spcPts val="0"/>
              </a:spcAft>
              <a:buClr>
                <a:srgbClr val="FDB32C"/>
              </a:buClr>
              <a:buSzPts val="6200"/>
              <a:buNone/>
              <a:defRPr sz="6200">
                <a:solidFill>
                  <a:srgbClr val="FDB32C"/>
                </a:solidFill>
              </a:defRPr>
            </a:lvl3pPr>
            <a:lvl4pPr lvl="3" algn="ctr">
              <a:lnSpc>
                <a:spcPct val="100000"/>
              </a:lnSpc>
              <a:spcBef>
                <a:spcPts val="0"/>
              </a:spcBef>
              <a:spcAft>
                <a:spcPts val="0"/>
              </a:spcAft>
              <a:buClr>
                <a:srgbClr val="FDB32C"/>
              </a:buClr>
              <a:buSzPts val="6200"/>
              <a:buNone/>
              <a:defRPr sz="6200">
                <a:solidFill>
                  <a:srgbClr val="FDB32C"/>
                </a:solidFill>
              </a:defRPr>
            </a:lvl4pPr>
            <a:lvl5pPr lvl="4" algn="ctr">
              <a:lnSpc>
                <a:spcPct val="100000"/>
              </a:lnSpc>
              <a:spcBef>
                <a:spcPts val="0"/>
              </a:spcBef>
              <a:spcAft>
                <a:spcPts val="0"/>
              </a:spcAft>
              <a:buClr>
                <a:srgbClr val="FDB32C"/>
              </a:buClr>
              <a:buSzPts val="6200"/>
              <a:buNone/>
              <a:defRPr sz="6200">
                <a:solidFill>
                  <a:srgbClr val="FDB32C"/>
                </a:solidFill>
              </a:defRPr>
            </a:lvl5pPr>
            <a:lvl6pPr lvl="5" algn="ctr">
              <a:lnSpc>
                <a:spcPct val="100000"/>
              </a:lnSpc>
              <a:spcBef>
                <a:spcPts val="0"/>
              </a:spcBef>
              <a:spcAft>
                <a:spcPts val="0"/>
              </a:spcAft>
              <a:buClr>
                <a:srgbClr val="FDB32C"/>
              </a:buClr>
              <a:buSzPts val="6200"/>
              <a:buNone/>
              <a:defRPr sz="6200">
                <a:solidFill>
                  <a:srgbClr val="FDB32C"/>
                </a:solidFill>
              </a:defRPr>
            </a:lvl6pPr>
            <a:lvl7pPr lvl="6" algn="ctr">
              <a:lnSpc>
                <a:spcPct val="100000"/>
              </a:lnSpc>
              <a:spcBef>
                <a:spcPts val="0"/>
              </a:spcBef>
              <a:spcAft>
                <a:spcPts val="0"/>
              </a:spcAft>
              <a:buClr>
                <a:srgbClr val="FDB32C"/>
              </a:buClr>
              <a:buSzPts val="6200"/>
              <a:buNone/>
              <a:defRPr sz="6200">
                <a:solidFill>
                  <a:srgbClr val="FDB32C"/>
                </a:solidFill>
              </a:defRPr>
            </a:lvl7pPr>
            <a:lvl8pPr lvl="7" algn="ctr">
              <a:lnSpc>
                <a:spcPct val="100000"/>
              </a:lnSpc>
              <a:spcBef>
                <a:spcPts val="0"/>
              </a:spcBef>
              <a:spcAft>
                <a:spcPts val="0"/>
              </a:spcAft>
              <a:buClr>
                <a:srgbClr val="FDB32C"/>
              </a:buClr>
              <a:buSzPts val="6200"/>
              <a:buNone/>
              <a:defRPr sz="6200">
                <a:solidFill>
                  <a:srgbClr val="FDB32C"/>
                </a:solidFill>
              </a:defRPr>
            </a:lvl8pPr>
            <a:lvl9pPr lvl="8" algn="ctr">
              <a:lnSpc>
                <a:spcPct val="100000"/>
              </a:lnSpc>
              <a:spcBef>
                <a:spcPts val="0"/>
              </a:spcBef>
              <a:spcAft>
                <a:spcPts val="0"/>
              </a:spcAft>
              <a:buClr>
                <a:srgbClr val="FDB32C"/>
              </a:buClr>
              <a:buSzPts val="6200"/>
              <a:buNone/>
              <a:defRPr sz="6200">
                <a:solidFill>
                  <a:srgbClr val="FDB32C"/>
                </a:solidFill>
              </a:defRPr>
            </a:lvl9pPr>
          </a:lstStyle>
          <a:p/>
        </p:txBody>
      </p:sp>
      <p:sp>
        <p:nvSpPr>
          <p:cNvPr id="136" name="Google Shape;136;p45"/>
          <p:cNvSpPr txBox="1"/>
          <p:nvPr>
            <p:ph idx="8" type="title"/>
          </p:nvPr>
        </p:nvSpPr>
        <p:spPr>
          <a:xfrm>
            <a:off x="3726188" y="1706638"/>
            <a:ext cx="1626000" cy="833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3"/>
              </a:buClr>
              <a:buSzPts val="6200"/>
              <a:buNone/>
              <a:defRPr sz="6200">
                <a:solidFill>
                  <a:schemeClr val="accent3"/>
                </a:solidFill>
              </a:defRPr>
            </a:lvl1pPr>
            <a:lvl2pPr lvl="1" algn="ctr">
              <a:lnSpc>
                <a:spcPct val="100000"/>
              </a:lnSpc>
              <a:spcBef>
                <a:spcPts val="0"/>
              </a:spcBef>
              <a:spcAft>
                <a:spcPts val="0"/>
              </a:spcAft>
              <a:buClr>
                <a:schemeClr val="accent3"/>
              </a:buClr>
              <a:buSzPts val="6200"/>
              <a:buNone/>
              <a:defRPr sz="6200">
                <a:solidFill>
                  <a:schemeClr val="accent3"/>
                </a:solidFill>
              </a:defRPr>
            </a:lvl2pPr>
            <a:lvl3pPr lvl="2" algn="ctr">
              <a:lnSpc>
                <a:spcPct val="100000"/>
              </a:lnSpc>
              <a:spcBef>
                <a:spcPts val="0"/>
              </a:spcBef>
              <a:spcAft>
                <a:spcPts val="0"/>
              </a:spcAft>
              <a:buClr>
                <a:schemeClr val="accent3"/>
              </a:buClr>
              <a:buSzPts val="6200"/>
              <a:buNone/>
              <a:defRPr sz="6200">
                <a:solidFill>
                  <a:schemeClr val="accent3"/>
                </a:solidFill>
              </a:defRPr>
            </a:lvl3pPr>
            <a:lvl4pPr lvl="3" algn="ctr">
              <a:lnSpc>
                <a:spcPct val="100000"/>
              </a:lnSpc>
              <a:spcBef>
                <a:spcPts val="0"/>
              </a:spcBef>
              <a:spcAft>
                <a:spcPts val="0"/>
              </a:spcAft>
              <a:buClr>
                <a:schemeClr val="accent3"/>
              </a:buClr>
              <a:buSzPts val="6200"/>
              <a:buNone/>
              <a:defRPr sz="6200">
                <a:solidFill>
                  <a:schemeClr val="accent3"/>
                </a:solidFill>
              </a:defRPr>
            </a:lvl4pPr>
            <a:lvl5pPr lvl="4" algn="ctr">
              <a:lnSpc>
                <a:spcPct val="100000"/>
              </a:lnSpc>
              <a:spcBef>
                <a:spcPts val="0"/>
              </a:spcBef>
              <a:spcAft>
                <a:spcPts val="0"/>
              </a:spcAft>
              <a:buClr>
                <a:schemeClr val="accent3"/>
              </a:buClr>
              <a:buSzPts val="6200"/>
              <a:buNone/>
              <a:defRPr sz="6200">
                <a:solidFill>
                  <a:schemeClr val="accent3"/>
                </a:solidFill>
              </a:defRPr>
            </a:lvl5pPr>
            <a:lvl6pPr lvl="5" algn="ctr">
              <a:lnSpc>
                <a:spcPct val="100000"/>
              </a:lnSpc>
              <a:spcBef>
                <a:spcPts val="0"/>
              </a:spcBef>
              <a:spcAft>
                <a:spcPts val="0"/>
              </a:spcAft>
              <a:buClr>
                <a:schemeClr val="accent3"/>
              </a:buClr>
              <a:buSzPts val="6200"/>
              <a:buNone/>
              <a:defRPr sz="6200">
                <a:solidFill>
                  <a:schemeClr val="accent3"/>
                </a:solidFill>
              </a:defRPr>
            </a:lvl6pPr>
            <a:lvl7pPr lvl="6" algn="ctr">
              <a:lnSpc>
                <a:spcPct val="100000"/>
              </a:lnSpc>
              <a:spcBef>
                <a:spcPts val="0"/>
              </a:spcBef>
              <a:spcAft>
                <a:spcPts val="0"/>
              </a:spcAft>
              <a:buClr>
                <a:schemeClr val="accent3"/>
              </a:buClr>
              <a:buSzPts val="6200"/>
              <a:buNone/>
              <a:defRPr sz="6200">
                <a:solidFill>
                  <a:schemeClr val="accent3"/>
                </a:solidFill>
              </a:defRPr>
            </a:lvl7pPr>
            <a:lvl8pPr lvl="7" algn="ctr">
              <a:lnSpc>
                <a:spcPct val="100000"/>
              </a:lnSpc>
              <a:spcBef>
                <a:spcPts val="0"/>
              </a:spcBef>
              <a:spcAft>
                <a:spcPts val="0"/>
              </a:spcAft>
              <a:buClr>
                <a:schemeClr val="accent3"/>
              </a:buClr>
              <a:buSzPts val="6200"/>
              <a:buNone/>
              <a:defRPr sz="6200">
                <a:solidFill>
                  <a:schemeClr val="accent3"/>
                </a:solidFill>
              </a:defRPr>
            </a:lvl8pPr>
            <a:lvl9pPr lvl="8" algn="ctr">
              <a:lnSpc>
                <a:spcPct val="100000"/>
              </a:lnSpc>
              <a:spcBef>
                <a:spcPts val="0"/>
              </a:spcBef>
              <a:spcAft>
                <a:spcPts val="0"/>
              </a:spcAft>
              <a:buClr>
                <a:schemeClr val="accent3"/>
              </a:buClr>
              <a:buSzPts val="6200"/>
              <a:buNone/>
              <a:defRPr sz="6200">
                <a:solidFill>
                  <a:schemeClr val="accent3"/>
                </a:solidFill>
              </a:defRPr>
            </a:lvl9pPr>
          </a:lstStyle>
          <a:p/>
        </p:txBody>
      </p:sp>
      <p:sp>
        <p:nvSpPr>
          <p:cNvPr id="137" name="Google Shape;137;p45"/>
          <p:cNvSpPr txBox="1"/>
          <p:nvPr>
            <p:ph idx="9" type="title"/>
          </p:nvPr>
        </p:nvSpPr>
        <p:spPr>
          <a:xfrm>
            <a:off x="6058800" y="1706638"/>
            <a:ext cx="1626000" cy="833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4"/>
              </a:buClr>
              <a:buSzPts val="6200"/>
              <a:buNone/>
              <a:defRPr sz="6200">
                <a:solidFill>
                  <a:schemeClr val="accent4"/>
                </a:solidFill>
              </a:defRPr>
            </a:lvl1pPr>
            <a:lvl2pPr lvl="1" algn="ctr">
              <a:lnSpc>
                <a:spcPct val="100000"/>
              </a:lnSpc>
              <a:spcBef>
                <a:spcPts val="0"/>
              </a:spcBef>
              <a:spcAft>
                <a:spcPts val="0"/>
              </a:spcAft>
              <a:buClr>
                <a:schemeClr val="accent4"/>
              </a:buClr>
              <a:buSzPts val="6200"/>
              <a:buNone/>
              <a:defRPr sz="6200">
                <a:solidFill>
                  <a:schemeClr val="accent4"/>
                </a:solidFill>
              </a:defRPr>
            </a:lvl2pPr>
            <a:lvl3pPr lvl="2" algn="ctr">
              <a:lnSpc>
                <a:spcPct val="100000"/>
              </a:lnSpc>
              <a:spcBef>
                <a:spcPts val="0"/>
              </a:spcBef>
              <a:spcAft>
                <a:spcPts val="0"/>
              </a:spcAft>
              <a:buClr>
                <a:schemeClr val="accent4"/>
              </a:buClr>
              <a:buSzPts val="6200"/>
              <a:buNone/>
              <a:defRPr sz="6200">
                <a:solidFill>
                  <a:schemeClr val="accent4"/>
                </a:solidFill>
              </a:defRPr>
            </a:lvl3pPr>
            <a:lvl4pPr lvl="3" algn="ctr">
              <a:lnSpc>
                <a:spcPct val="100000"/>
              </a:lnSpc>
              <a:spcBef>
                <a:spcPts val="0"/>
              </a:spcBef>
              <a:spcAft>
                <a:spcPts val="0"/>
              </a:spcAft>
              <a:buClr>
                <a:schemeClr val="accent4"/>
              </a:buClr>
              <a:buSzPts val="6200"/>
              <a:buNone/>
              <a:defRPr sz="6200">
                <a:solidFill>
                  <a:schemeClr val="accent4"/>
                </a:solidFill>
              </a:defRPr>
            </a:lvl4pPr>
            <a:lvl5pPr lvl="4" algn="ctr">
              <a:lnSpc>
                <a:spcPct val="100000"/>
              </a:lnSpc>
              <a:spcBef>
                <a:spcPts val="0"/>
              </a:spcBef>
              <a:spcAft>
                <a:spcPts val="0"/>
              </a:spcAft>
              <a:buClr>
                <a:schemeClr val="accent4"/>
              </a:buClr>
              <a:buSzPts val="6200"/>
              <a:buNone/>
              <a:defRPr sz="6200">
                <a:solidFill>
                  <a:schemeClr val="accent4"/>
                </a:solidFill>
              </a:defRPr>
            </a:lvl5pPr>
            <a:lvl6pPr lvl="5" algn="ctr">
              <a:lnSpc>
                <a:spcPct val="100000"/>
              </a:lnSpc>
              <a:spcBef>
                <a:spcPts val="0"/>
              </a:spcBef>
              <a:spcAft>
                <a:spcPts val="0"/>
              </a:spcAft>
              <a:buClr>
                <a:schemeClr val="accent4"/>
              </a:buClr>
              <a:buSzPts val="6200"/>
              <a:buNone/>
              <a:defRPr sz="6200">
                <a:solidFill>
                  <a:schemeClr val="accent4"/>
                </a:solidFill>
              </a:defRPr>
            </a:lvl6pPr>
            <a:lvl7pPr lvl="6" algn="ctr">
              <a:lnSpc>
                <a:spcPct val="100000"/>
              </a:lnSpc>
              <a:spcBef>
                <a:spcPts val="0"/>
              </a:spcBef>
              <a:spcAft>
                <a:spcPts val="0"/>
              </a:spcAft>
              <a:buClr>
                <a:schemeClr val="accent4"/>
              </a:buClr>
              <a:buSzPts val="6200"/>
              <a:buNone/>
              <a:defRPr sz="6200">
                <a:solidFill>
                  <a:schemeClr val="accent4"/>
                </a:solidFill>
              </a:defRPr>
            </a:lvl7pPr>
            <a:lvl8pPr lvl="7" algn="ctr">
              <a:lnSpc>
                <a:spcPct val="100000"/>
              </a:lnSpc>
              <a:spcBef>
                <a:spcPts val="0"/>
              </a:spcBef>
              <a:spcAft>
                <a:spcPts val="0"/>
              </a:spcAft>
              <a:buClr>
                <a:schemeClr val="accent4"/>
              </a:buClr>
              <a:buSzPts val="6200"/>
              <a:buNone/>
              <a:defRPr sz="6200">
                <a:solidFill>
                  <a:schemeClr val="accent4"/>
                </a:solidFill>
              </a:defRPr>
            </a:lvl8pPr>
            <a:lvl9pPr lvl="8" algn="ctr">
              <a:lnSpc>
                <a:spcPct val="100000"/>
              </a:lnSpc>
              <a:spcBef>
                <a:spcPts val="0"/>
              </a:spcBef>
              <a:spcAft>
                <a:spcPts val="0"/>
              </a:spcAft>
              <a:buClr>
                <a:schemeClr val="accent4"/>
              </a:buClr>
              <a:buSzPts val="6200"/>
              <a:buNone/>
              <a:defRPr sz="6200">
                <a:solidFill>
                  <a:schemeClr val="accent4"/>
                </a:solidFill>
              </a:defRPr>
            </a:lvl9pPr>
          </a:lstStyle>
          <a:p/>
        </p:txBody>
      </p:sp>
      <p:grpSp>
        <p:nvGrpSpPr>
          <p:cNvPr id="138" name="Google Shape;138;p45"/>
          <p:cNvGrpSpPr/>
          <p:nvPr/>
        </p:nvGrpSpPr>
        <p:grpSpPr>
          <a:xfrm rot="3530159">
            <a:off x="-685367" y="4222816"/>
            <a:ext cx="2007612" cy="1752739"/>
            <a:chOff x="879525" y="238350"/>
            <a:chExt cx="5929900" cy="5134125"/>
          </a:xfrm>
        </p:grpSpPr>
        <p:sp>
          <p:nvSpPr>
            <p:cNvPr id="139" name="Google Shape;139;p45"/>
            <p:cNvSpPr/>
            <p:nvPr/>
          </p:nvSpPr>
          <p:spPr>
            <a:xfrm>
              <a:off x="879525" y="350950"/>
              <a:ext cx="5929900" cy="4895750"/>
            </a:xfrm>
            <a:custGeom>
              <a:rect b="b" l="l" r="r" t="t"/>
              <a:pathLst>
                <a:path extrusionOk="0" h="195830" w="237196">
                  <a:moveTo>
                    <a:pt x="182493" y="0"/>
                  </a:moveTo>
                  <a:cubicBezTo>
                    <a:pt x="160794" y="0"/>
                    <a:pt x="136857" y="13684"/>
                    <a:pt x="125770" y="46667"/>
                  </a:cubicBezTo>
                  <a:cubicBezTo>
                    <a:pt x="112501" y="86475"/>
                    <a:pt x="99703" y="101135"/>
                    <a:pt x="82683" y="101135"/>
                  </a:cubicBezTo>
                  <a:cubicBezTo>
                    <a:pt x="77764" y="101135"/>
                    <a:pt x="72494" y="99911"/>
                    <a:pt x="66757" y="97716"/>
                  </a:cubicBezTo>
                  <a:cubicBezTo>
                    <a:pt x="59909" y="95081"/>
                    <a:pt x="53433" y="93896"/>
                    <a:pt x="47460" y="93896"/>
                  </a:cubicBezTo>
                  <a:cubicBezTo>
                    <a:pt x="17332" y="93896"/>
                    <a:pt x="1" y="124030"/>
                    <a:pt x="12313" y="150071"/>
                  </a:cubicBezTo>
                  <a:cubicBezTo>
                    <a:pt x="19223" y="164795"/>
                    <a:pt x="29540" y="168076"/>
                    <a:pt x="41648" y="168076"/>
                  </a:cubicBezTo>
                  <a:cubicBezTo>
                    <a:pt x="51382" y="168076"/>
                    <a:pt x="62272" y="165955"/>
                    <a:pt x="73479" y="165955"/>
                  </a:cubicBezTo>
                  <a:cubicBezTo>
                    <a:pt x="86528" y="165955"/>
                    <a:pt x="100005" y="168830"/>
                    <a:pt x="112584" y="181275"/>
                  </a:cubicBezTo>
                  <a:cubicBezTo>
                    <a:pt x="123109" y="191650"/>
                    <a:pt x="135906" y="195830"/>
                    <a:pt x="148277" y="195830"/>
                  </a:cubicBezTo>
                  <a:cubicBezTo>
                    <a:pt x="168129" y="195830"/>
                    <a:pt x="186885" y="185066"/>
                    <a:pt x="193400" y="171875"/>
                  </a:cubicBezTo>
                  <a:cubicBezTo>
                    <a:pt x="213115" y="132315"/>
                    <a:pt x="187003" y="136231"/>
                    <a:pt x="220818" y="61420"/>
                  </a:cubicBezTo>
                  <a:cubicBezTo>
                    <a:pt x="237196" y="25134"/>
                    <a:pt x="211900" y="0"/>
                    <a:pt x="182493" y="0"/>
                  </a:cubicBezTo>
                  <a:close/>
                </a:path>
              </a:pathLst>
            </a:custGeom>
            <a:solidFill>
              <a:srgbClr val="F0A9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45"/>
            <p:cNvSpPr/>
            <p:nvPr/>
          </p:nvSpPr>
          <p:spPr>
            <a:xfrm>
              <a:off x="945800" y="238350"/>
              <a:ext cx="5695725" cy="5134125"/>
            </a:xfrm>
            <a:custGeom>
              <a:rect b="b" l="l" r="r" t="t"/>
              <a:pathLst>
                <a:path extrusionOk="0" h="205365" w="227829">
                  <a:moveTo>
                    <a:pt x="206027" y="18003"/>
                  </a:moveTo>
                  <a:lnTo>
                    <a:pt x="206027" y="18003"/>
                  </a:lnTo>
                  <a:cubicBezTo>
                    <a:pt x="208273" y="19839"/>
                    <a:pt x="210274" y="21959"/>
                    <a:pt x="212031" y="24275"/>
                  </a:cubicBezTo>
                  <a:lnTo>
                    <a:pt x="210464" y="22056"/>
                  </a:lnTo>
                  <a:lnTo>
                    <a:pt x="208506" y="20097"/>
                  </a:lnTo>
                  <a:cubicBezTo>
                    <a:pt x="207853" y="19445"/>
                    <a:pt x="207070" y="18922"/>
                    <a:pt x="206417" y="18270"/>
                  </a:cubicBezTo>
                  <a:cubicBezTo>
                    <a:pt x="206283" y="18181"/>
                    <a:pt x="206154" y="18092"/>
                    <a:pt x="206027" y="18003"/>
                  </a:cubicBezTo>
                  <a:close/>
                  <a:moveTo>
                    <a:pt x="180437" y="1544"/>
                  </a:moveTo>
                  <a:cubicBezTo>
                    <a:pt x="180872" y="1544"/>
                    <a:pt x="181307" y="1548"/>
                    <a:pt x="181741" y="1558"/>
                  </a:cubicBezTo>
                  <a:cubicBezTo>
                    <a:pt x="188008" y="1819"/>
                    <a:pt x="194144" y="3255"/>
                    <a:pt x="199889" y="5605"/>
                  </a:cubicBezTo>
                  <a:cubicBezTo>
                    <a:pt x="205633" y="8086"/>
                    <a:pt x="210856" y="11611"/>
                    <a:pt x="215164" y="16181"/>
                  </a:cubicBezTo>
                  <a:cubicBezTo>
                    <a:pt x="219473" y="20881"/>
                    <a:pt x="222606" y="26495"/>
                    <a:pt x="224304" y="32501"/>
                  </a:cubicBezTo>
                  <a:cubicBezTo>
                    <a:pt x="224695" y="33806"/>
                    <a:pt x="224956" y="34981"/>
                    <a:pt x="225087" y="36287"/>
                  </a:cubicBezTo>
                  <a:cubicBezTo>
                    <a:pt x="225146" y="36584"/>
                    <a:pt x="225199" y="36875"/>
                    <a:pt x="225247" y="37162"/>
                  </a:cubicBezTo>
                  <a:lnTo>
                    <a:pt x="225247" y="37162"/>
                  </a:lnTo>
                  <a:cubicBezTo>
                    <a:pt x="225195" y="36909"/>
                    <a:pt x="225141" y="36660"/>
                    <a:pt x="225087" y="36417"/>
                  </a:cubicBezTo>
                  <a:cubicBezTo>
                    <a:pt x="224956" y="35112"/>
                    <a:pt x="224695" y="33806"/>
                    <a:pt x="224304" y="32631"/>
                  </a:cubicBezTo>
                  <a:cubicBezTo>
                    <a:pt x="222606" y="26495"/>
                    <a:pt x="219342" y="20881"/>
                    <a:pt x="214903" y="16181"/>
                  </a:cubicBezTo>
                  <a:cubicBezTo>
                    <a:pt x="210595" y="11611"/>
                    <a:pt x="205242" y="8086"/>
                    <a:pt x="199366" y="5736"/>
                  </a:cubicBezTo>
                  <a:cubicBezTo>
                    <a:pt x="193028" y="3172"/>
                    <a:pt x="186263" y="1890"/>
                    <a:pt x="179494" y="1890"/>
                  </a:cubicBezTo>
                  <a:cubicBezTo>
                    <a:pt x="173853" y="1890"/>
                    <a:pt x="168210" y="2780"/>
                    <a:pt x="162810" y="4561"/>
                  </a:cubicBezTo>
                  <a:cubicBezTo>
                    <a:pt x="156934" y="6388"/>
                    <a:pt x="151320" y="9261"/>
                    <a:pt x="146228" y="12786"/>
                  </a:cubicBezTo>
                  <a:cubicBezTo>
                    <a:pt x="141398" y="16442"/>
                    <a:pt x="136959" y="20750"/>
                    <a:pt x="133172" y="25581"/>
                  </a:cubicBezTo>
                  <a:cubicBezTo>
                    <a:pt x="131644" y="27547"/>
                    <a:pt x="130115" y="29604"/>
                    <a:pt x="128739" y="31752"/>
                  </a:cubicBezTo>
                  <a:lnTo>
                    <a:pt x="128739" y="31752"/>
                  </a:lnTo>
                  <a:lnTo>
                    <a:pt x="129386" y="30673"/>
                  </a:lnTo>
                  <a:cubicBezTo>
                    <a:pt x="129778" y="30020"/>
                    <a:pt x="130300" y="29367"/>
                    <a:pt x="130692" y="28714"/>
                  </a:cubicBezTo>
                  <a:lnTo>
                    <a:pt x="133433" y="25059"/>
                  </a:lnTo>
                  <a:cubicBezTo>
                    <a:pt x="137350" y="20228"/>
                    <a:pt x="141789" y="15919"/>
                    <a:pt x="146751" y="12264"/>
                  </a:cubicBezTo>
                  <a:cubicBezTo>
                    <a:pt x="151842" y="8739"/>
                    <a:pt x="157457" y="5997"/>
                    <a:pt x="163462" y="4169"/>
                  </a:cubicBezTo>
                  <a:cubicBezTo>
                    <a:pt x="168922" y="2349"/>
                    <a:pt x="174720" y="1544"/>
                    <a:pt x="180437" y="1544"/>
                  </a:cubicBezTo>
                  <a:close/>
                  <a:moveTo>
                    <a:pt x="225608" y="40063"/>
                  </a:moveTo>
                  <a:cubicBezTo>
                    <a:pt x="225608" y="40067"/>
                    <a:pt x="225609" y="40070"/>
                    <a:pt x="225609" y="40073"/>
                  </a:cubicBezTo>
                  <a:lnTo>
                    <a:pt x="225740" y="43859"/>
                  </a:lnTo>
                  <a:lnTo>
                    <a:pt x="225735" y="43990"/>
                  </a:lnTo>
                  <a:lnTo>
                    <a:pt x="225609" y="40204"/>
                  </a:lnTo>
                  <a:cubicBezTo>
                    <a:pt x="225609" y="40157"/>
                    <a:pt x="225609" y="40110"/>
                    <a:pt x="225608" y="40063"/>
                  </a:cubicBezTo>
                  <a:close/>
                  <a:moveTo>
                    <a:pt x="127845" y="33228"/>
                  </a:moveTo>
                  <a:cubicBezTo>
                    <a:pt x="127202" y="34465"/>
                    <a:pt x="126349" y="35702"/>
                    <a:pt x="125730" y="36940"/>
                  </a:cubicBezTo>
                  <a:lnTo>
                    <a:pt x="123772" y="40987"/>
                  </a:lnTo>
                  <a:lnTo>
                    <a:pt x="122728" y="43076"/>
                  </a:lnTo>
                  <a:lnTo>
                    <a:pt x="121944" y="45165"/>
                  </a:lnTo>
                  <a:lnTo>
                    <a:pt x="120671" y="48298"/>
                  </a:lnTo>
                  <a:lnTo>
                    <a:pt x="121944" y="44904"/>
                  </a:lnTo>
                  <a:cubicBezTo>
                    <a:pt x="122205" y="44121"/>
                    <a:pt x="122466" y="43468"/>
                    <a:pt x="122858" y="42684"/>
                  </a:cubicBezTo>
                  <a:lnTo>
                    <a:pt x="123772" y="40726"/>
                  </a:lnTo>
                  <a:lnTo>
                    <a:pt x="125861" y="36548"/>
                  </a:lnTo>
                  <a:cubicBezTo>
                    <a:pt x="126414" y="35441"/>
                    <a:pt x="127155" y="34334"/>
                    <a:pt x="127845" y="33228"/>
                  </a:cubicBezTo>
                  <a:close/>
                  <a:moveTo>
                    <a:pt x="225723" y="44365"/>
                  </a:moveTo>
                  <a:lnTo>
                    <a:pt x="225609" y="47776"/>
                  </a:lnTo>
                  <a:cubicBezTo>
                    <a:pt x="225479" y="48951"/>
                    <a:pt x="225348" y="50257"/>
                    <a:pt x="225087" y="51432"/>
                  </a:cubicBezTo>
                  <a:cubicBezTo>
                    <a:pt x="224826" y="52738"/>
                    <a:pt x="224695" y="54043"/>
                    <a:pt x="224304" y="55218"/>
                  </a:cubicBezTo>
                  <a:cubicBezTo>
                    <a:pt x="224565" y="54043"/>
                    <a:pt x="224826" y="52868"/>
                    <a:pt x="224956" y="51562"/>
                  </a:cubicBezTo>
                  <a:lnTo>
                    <a:pt x="225348" y="49735"/>
                  </a:lnTo>
                  <a:cubicBezTo>
                    <a:pt x="225479" y="49082"/>
                    <a:pt x="225479" y="48429"/>
                    <a:pt x="225479" y="47907"/>
                  </a:cubicBezTo>
                  <a:lnTo>
                    <a:pt x="225723" y="44365"/>
                  </a:lnTo>
                  <a:close/>
                  <a:moveTo>
                    <a:pt x="118815" y="53361"/>
                  </a:moveTo>
                  <a:lnTo>
                    <a:pt x="118815" y="53361"/>
                  </a:lnTo>
                  <a:cubicBezTo>
                    <a:pt x="118357" y="54687"/>
                    <a:pt x="117899" y="55997"/>
                    <a:pt x="117375" y="57307"/>
                  </a:cubicBezTo>
                  <a:lnTo>
                    <a:pt x="118815" y="53361"/>
                  </a:lnTo>
                  <a:close/>
                  <a:moveTo>
                    <a:pt x="178999" y="7417"/>
                  </a:moveTo>
                  <a:cubicBezTo>
                    <a:pt x="181891" y="7417"/>
                    <a:pt x="184798" y="7683"/>
                    <a:pt x="187616" y="8216"/>
                  </a:cubicBezTo>
                  <a:cubicBezTo>
                    <a:pt x="194405" y="9261"/>
                    <a:pt x="200803" y="11872"/>
                    <a:pt x="206286" y="16050"/>
                  </a:cubicBezTo>
                  <a:cubicBezTo>
                    <a:pt x="211509" y="19967"/>
                    <a:pt x="215556" y="25320"/>
                    <a:pt x="217906" y="31456"/>
                  </a:cubicBezTo>
                  <a:cubicBezTo>
                    <a:pt x="218522" y="33158"/>
                    <a:pt x="218997" y="34900"/>
                    <a:pt x="219339" y="36666"/>
                  </a:cubicBezTo>
                  <a:lnTo>
                    <a:pt x="219339" y="36666"/>
                  </a:lnTo>
                  <a:cubicBezTo>
                    <a:pt x="218667" y="33287"/>
                    <a:pt x="217483" y="30031"/>
                    <a:pt x="215817" y="27017"/>
                  </a:cubicBezTo>
                  <a:cubicBezTo>
                    <a:pt x="212945" y="22056"/>
                    <a:pt x="208897" y="17747"/>
                    <a:pt x="204067" y="14744"/>
                  </a:cubicBezTo>
                  <a:cubicBezTo>
                    <a:pt x="196724" y="10010"/>
                    <a:pt x="188167" y="7564"/>
                    <a:pt x="179558" y="7564"/>
                  </a:cubicBezTo>
                  <a:cubicBezTo>
                    <a:pt x="176532" y="7564"/>
                    <a:pt x="173500" y="7866"/>
                    <a:pt x="170513" y="8477"/>
                  </a:cubicBezTo>
                  <a:cubicBezTo>
                    <a:pt x="164637" y="9522"/>
                    <a:pt x="159023" y="11741"/>
                    <a:pt x="153931" y="14744"/>
                  </a:cubicBezTo>
                  <a:cubicBezTo>
                    <a:pt x="148840" y="17747"/>
                    <a:pt x="144270" y="21664"/>
                    <a:pt x="140484" y="26234"/>
                  </a:cubicBezTo>
                  <a:lnTo>
                    <a:pt x="139048" y="27800"/>
                  </a:lnTo>
                  <a:cubicBezTo>
                    <a:pt x="138525" y="28323"/>
                    <a:pt x="138003" y="28975"/>
                    <a:pt x="137611" y="29628"/>
                  </a:cubicBezTo>
                  <a:lnTo>
                    <a:pt x="135000" y="33284"/>
                  </a:lnTo>
                  <a:cubicBezTo>
                    <a:pt x="134086" y="34459"/>
                    <a:pt x="133433" y="35765"/>
                    <a:pt x="132650" y="37070"/>
                  </a:cubicBezTo>
                  <a:lnTo>
                    <a:pt x="131475" y="39029"/>
                  </a:lnTo>
                  <a:cubicBezTo>
                    <a:pt x="131083" y="39681"/>
                    <a:pt x="130822" y="40334"/>
                    <a:pt x="130431" y="41118"/>
                  </a:cubicBezTo>
                  <a:lnTo>
                    <a:pt x="128603" y="45165"/>
                  </a:lnTo>
                  <a:cubicBezTo>
                    <a:pt x="127950" y="46471"/>
                    <a:pt x="127428" y="47907"/>
                    <a:pt x="126905" y="49343"/>
                  </a:cubicBezTo>
                  <a:cubicBezTo>
                    <a:pt x="125861" y="52085"/>
                    <a:pt x="124816" y="55088"/>
                    <a:pt x="123772" y="58091"/>
                  </a:cubicBezTo>
                  <a:cubicBezTo>
                    <a:pt x="121552" y="63966"/>
                    <a:pt x="119333" y="69841"/>
                    <a:pt x="116722" y="75455"/>
                  </a:cubicBezTo>
                  <a:cubicBezTo>
                    <a:pt x="114111" y="81200"/>
                    <a:pt x="110977" y="86814"/>
                    <a:pt x="107321" y="92036"/>
                  </a:cubicBezTo>
                  <a:cubicBezTo>
                    <a:pt x="113327" y="82897"/>
                    <a:pt x="118288" y="73105"/>
                    <a:pt x="121814" y="62791"/>
                  </a:cubicBezTo>
                  <a:cubicBezTo>
                    <a:pt x="123903" y="57699"/>
                    <a:pt x="125469" y="52215"/>
                    <a:pt x="127428" y="47385"/>
                  </a:cubicBezTo>
                  <a:lnTo>
                    <a:pt x="128211" y="45426"/>
                  </a:lnTo>
                  <a:cubicBezTo>
                    <a:pt x="128472" y="44773"/>
                    <a:pt x="128733" y="44251"/>
                    <a:pt x="128994" y="43598"/>
                  </a:cubicBezTo>
                  <a:lnTo>
                    <a:pt x="130692" y="39943"/>
                  </a:lnTo>
                  <a:cubicBezTo>
                    <a:pt x="131345" y="38768"/>
                    <a:pt x="131997" y="37592"/>
                    <a:pt x="132650" y="36417"/>
                  </a:cubicBezTo>
                  <a:cubicBezTo>
                    <a:pt x="133303" y="35242"/>
                    <a:pt x="133956" y="34067"/>
                    <a:pt x="134739" y="33023"/>
                  </a:cubicBezTo>
                  <a:cubicBezTo>
                    <a:pt x="136175" y="30803"/>
                    <a:pt x="137873" y="28584"/>
                    <a:pt x="139570" y="26625"/>
                  </a:cubicBezTo>
                  <a:cubicBezTo>
                    <a:pt x="140484" y="25711"/>
                    <a:pt x="141267" y="24536"/>
                    <a:pt x="142312" y="23622"/>
                  </a:cubicBezTo>
                  <a:lnTo>
                    <a:pt x="145053" y="21011"/>
                  </a:lnTo>
                  <a:cubicBezTo>
                    <a:pt x="148970" y="17486"/>
                    <a:pt x="153409" y="14483"/>
                    <a:pt x="158109" y="12264"/>
                  </a:cubicBezTo>
                  <a:cubicBezTo>
                    <a:pt x="162810" y="10044"/>
                    <a:pt x="167771" y="8608"/>
                    <a:pt x="172863" y="7825"/>
                  </a:cubicBezTo>
                  <a:cubicBezTo>
                    <a:pt x="174876" y="7553"/>
                    <a:pt x="176934" y="7417"/>
                    <a:pt x="178999" y="7417"/>
                  </a:cubicBezTo>
                  <a:close/>
                  <a:moveTo>
                    <a:pt x="23240" y="110054"/>
                  </a:moveTo>
                  <a:lnTo>
                    <a:pt x="23240" y="110054"/>
                  </a:lnTo>
                  <a:cubicBezTo>
                    <a:pt x="23203" y="110129"/>
                    <a:pt x="23176" y="110194"/>
                    <a:pt x="23170" y="110238"/>
                  </a:cubicBezTo>
                  <a:lnTo>
                    <a:pt x="23170" y="110238"/>
                  </a:lnTo>
                  <a:cubicBezTo>
                    <a:pt x="23161" y="110214"/>
                    <a:pt x="23191" y="110152"/>
                    <a:pt x="23240" y="110054"/>
                  </a:cubicBezTo>
                  <a:close/>
                  <a:moveTo>
                    <a:pt x="179863" y="1"/>
                  </a:moveTo>
                  <a:cubicBezTo>
                    <a:pt x="174698" y="1"/>
                    <a:pt x="169541" y="694"/>
                    <a:pt x="164507" y="2080"/>
                  </a:cubicBezTo>
                  <a:cubicBezTo>
                    <a:pt x="155629" y="4561"/>
                    <a:pt x="147403" y="9000"/>
                    <a:pt x="140484" y="15136"/>
                  </a:cubicBezTo>
                  <a:cubicBezTo>
                    <a:pt x="133825" y="21272"/>
                    <a:pt x="128342" y="28453"/>
                    <a:pt x="124164" y="36548"/>
                  </a:cubicBezTo>
                  <a:cubicBezTo>
                    <a:pt x="123250" y="38506"/>
                    <a:pt x="122205" y="40595"/>
                    <a:pt x="121291" y="42554"/>
                  </a:cubicBezTo>
                  <a:lnTo>
                    <a:pt x="118941" y="48821"/>
                  </a:lnTo>
                  <a:cubicBezTo>
                    <a:pt x="117375" y="52738"/>
                    <a:pt x="116200" y="56524"/>
                    <a:pt x="114633" y="60441"/>
                  </a:cubicBezTo>
                  <a:cubicBezTo>
                    <a:pt x="111891" y="67752"/>
                    <a:pt x="108496" y="74933"/>
                    <a:pt x="104580" y="81853"/>
                  </a:cubicBezTo>
                  <a:cubicBezTo>
                    <a:pt x="101838" y="86553"/>
                    <a:pt x="98574" y="90861"/>
                    <a:pt x="94657" y="94517"/>
                  </a:cubicBezTo>
                  <a:cubicBezTo>
                    <a:pt x="91132" y="97781"/>
                    <a:pt x="86562" y="99739"/>
                    <a:pt x="81862" y="100131"/>
                  </a:cubicBezTo>
                  <a:cubicBezTo>
                    <a:pt x="81332" y="100158"/>
                    <a:pt x="80803" y="100171"/>
                    <a:pt x="80275" y="100171"/>
                  </a:cubicBezTo>
                  <a:cubicBezTo>
                    <a:pt x="75610" y="100171"/>
                    <a:pt x="71071" y="99149"/>
                    <a:pt x="66848" y="97389"/>
                  </a:cubicBezTo>
                  <a:lnTo>
                    <a:pt x="62409" y="95823"/>
                  </a:lnTo>
                  <a:cubicBezTo>
                    <a:pt x="60842" y="95431"/>
                    <a:pt x="59275" y="95039"/>
                    <a:pt x="57708" y="94517"/>
                  </a:cubicBezTo>
                  <a:cubicBezTo>
                    <a:pt x="54444" y="93734"/>
                    <a:pt x="51311" y="93342"/>
                    <a:pt x="48047" y="93081"/>
                  </a:cubicBezTo>
                  <a:cubicBezTo>
                    <a:pt x="46915" y="93037"/>
                    <a:pt x="45798" y="93008"/>
                    <a:pt x="44691" y="93008"/>
                  </a:cubicBezTo>
                  <a:cubicBezTo>
                    <a:pt x="42476" y="93008"/>
                    <a:pt x="40300" y="93124"/>
                    <a:pt x="38124" y="93472"/>
                  </a:cubicBezTo>
                  <a:cubicBezTo>
                    <a:pt x="34730" y="93995"/>
                    <a:pt x="31466" y="94778"/>
                    <a:pt x="28332" y="95953"/>
                  </a:cubicBezTo>
                  <a:cubicBezTo>
                    <a:pt x="25068" y="97259"/>
                    <a:pt x="22065" y="98825"/>
                    <a:pt x="19324" y="100653"/>
                  </a:cubicBezTo>
                  <a:cubicBezTo>
                    <a:pt x="16582" y="102612"/>
                    <a:pt x="13971" y="104831"/>
                    <a:pt x="11751" y="107442"/>
                  </a:cubicBezTo>
                  <a:cubicBezTo>
                    <a:pt x="7182" y="112404"/>
                    <a:pt x="3918" y="118410"/>
                    <a:pt x="2220" y="124938"/>
                  </a:cubicBezTo>
                  <a:cubicBezTo>
                    <a:pt x="392" y="131466"/>
                    <a:pt x="1" y="138255"/>
                    <a:pt x="1176" y="144783"/>
                  </a:cubicBezTo>
                  <a:cubicBezTo>
                    <a:pt x="1959" y="149353"/>
                    <a:pt x="3395" y="153792"/>
                    <a:pt x="5484" y="157839"/>
                  </a:cubicBezTo>
                  <a:cubicBezTo>
                    <a:pt x="7573" y="162147"/>
                    <a:pt x="10446" y="166064"/>
                    <a:pt x="13971" y="169328"/>
                  </a:cubicBezTo>
                  <a:cubicBezTo>
                    <a:pt x="17626" y="172723"/>
                    <a:pt x="22065" y="175073"/>
                    <a:pt x="27027" y="176248"/>
                  </a:cubicBezTo>
                  <a:cubicBezTo>
                    <a:pt x="31017" y="177187"/>
                    <a:pt x="35219" y="177704"/>
                    <a:pt x="39347" y="177704"/>
                  </a:cubicBezTo>
                  <a:cubicBezTo>
                    <a:pt x="39811" y="177704"/>
                    <a:pt x="40274" y="177697"/>
                    <a:pt x="40736" y="177684"/>
                  </a:cubicBezTo>
                  <a:cubicBezTo>
                    <a:pt x="49614" y="177423"/>
                    <a:pt x="57839" y="176117"/>
                    <a:pt x="65673" y="175726"/>
                  </a:cubicBezTo>
                  <a:cubicBezTo>
                    <a:pt x="67169" y="175626"/>
                    <a:pt x="68665" y="175583"/>
                    <a:pt x="70161" y="175583"/>
                  </a:cubicBezTo>
                  <a:cubicBezTo>
                    <a:pt x="72582" y="175583"/>
                    <a:pt x="75002" y="175695"/>
                    <a:pt x="77423" y="175856"/>
                  </a:cubicBezTo>
                  <a:cubicBezTo>
                    <a:pt x="81079" y="176248"/>
                    <a:pt x="84734" y="177031"/>
                    <a:pt x="88260" y="178206"/>
                  </a:cubicBezTo>
                  <a:cubicBezTo>
                    <a:pt x="95179" y="180426"/>
                    <a:pt x="101316" y="184343"/>
                    <a:pt x="106538" y="189565"/>
                  </a:cubicBezTo>
                  <a:cubicBezTo>
                    <a:pt x="112544" y="195571"/>
                    <a:pt x="119986" y="200141"/>
                    <a:pt x="128211" y="202752"/>
                  </a:cubicBezTo>
                  <a:cubicBezTo>
                    <a:pt x="133720" y="204526"/>
                    <a:pt x="139495" y="205365"/>
                    <a:pt x="145299" y="205365"/>
                  </a:cubicBezTo>
                  <a:cubicBezTo>
                    <a:pt x="147611" y="205365"/>
                    <a:pt x="149928" y="205232"/>
                    <a:pt x="152234" y="204971"/>
                  </a:cubicBezTo>
                  <a:cubicBezTo>
                    <a:pt x="159676" y="204188"/>
                    <a:pt x="166857" y="201968"/>
                    <a:pt x="173516" y="198443"/>
                  </a:cubicBezTo>
                  <a:cubicBezTo>
                    <a:pt x="178346" y="195963"/>
                    <a:pt x="182785" y="192829"/>
                    <a:pt x="186572" y="189043"/>
                  </a:cubicBezTo>
                  <a:cubicBezTo>
                    <a:pt x="189052" y="186562"/>
                    <a:pt x="191011" y="183821"/>
                    <a:pt x="192577" y="180818"/>
                  </a:cubicBezTo>
                  <a:cubicBezTo>
                    <a:pt x="192969" y="179904"/>
                    <a:pt x="193361" y="179120"/>
                    <a:pt x="193752" y="178206"/>
                  </a:cubicBezTo>
                  <a:cubicBezTo>
                    <a:pt x="193883" y="177815"/>
                    <a:pt x="193883" y="177293"/>
                    <a:pt x="194014" y="176901"/>
                  </a:cubicBezTo>
                  <a:cubicBezTo>
                    <a:pt x="193963" y="176700"/>
                    <a:pt x="193874" y="176595"/>
                    <a:pt x="193746" y="176595"/>
                  </a:cubicBezTo>
                  <a:cubicBezTo>
                    <a:pt x="193542" y="176595"/>
                    <a:pt x="193240" y="176861"/>
                    <a:pt x="192838" y="177423"/>
                  </a:cubicBezTo>
                  <a:cubicBezTo>
                    <a:pt x="189705" y="181732"/>
                    <a:pt x="186049" y="185387"/>
                    <a:pt x="181871" y="188521"/>
                  </a:cubicBezTo>
                  <a:cubicBezTo>
                    <a:pt x="173777" y="194265"/>
                    <a:pt x="164376" y="197921"/>
                    <a:pt x="154584" y="199227"/>
                  </a:cubicBezTo>
                  <a:lnTo>
                    <a:pt x="154454" y="198443"/>
                  </a:lnTo>
                  <a:cubicBezTo>
                    <a:pt x="159284" y="197660"/>
                    <a:pt x="163854" y="196354"/>
                    <a:pt x="168293" y="194396"/>
                  </a:cubicBezTo>
                  <a:cubicBezTo>
                    <a:pt x="170904" y="193221"/>
                    <a:pt x="173646" y="191785"/>
                    <a:pt x="175996" y="190087"/>
                  </a:cubicBezTo>
                  <a:cubicBezTo>
                    <a:pt x="177302" y="189174"/>
                    <a:pt x="178607" y="188260"/>
                    <a:pt x="179652" y="187085"/>
                  </a:cubicBezTo>
                  <a:cubicBezTo>
                    <a:pt x="180305" y="186432"/>
                    <a:pt x="180696" y="186040"/>
                    <a:pt x="180696" y="185779"/>
                  </a:cubicBezTo>
                  <a:cubicBezTo>
                    <a:pt x="180725" y="185581"/>
                    <a:pt x="180569" y="185518"/>
                    <a:pt x="180326" y="185518"/>
                  </a:cubicBezTo>
                  <a:cubicBezTo>
                    <a:pt x="179899" y="185518"/>
                    <a:pt x="179203" y="185713"/>
                    <a:pt x="178766" y="185713"/>
                  </a:cubicBezTo>
                  <a:cubicBezTo>
                    <a:pt x="178306" y="185713"/>
                    <a:pt x="178134" y="185496"/>
                    <a:pt x="178868" y="184604"/>
                  </a:cubicBezTo>
                  <a:lnTo>
                    <a:pt x="178868" y="184604"/>
                  </a:lnTo>
                  <a:cubicBezTo>
                    <a:pt x="170252" y="191524"/>
                    <a:pt x="159546" y="195571"/>
                    <a:pt x="148578" y="195963"/>
                  </a:cubicBezTo>
                  <a:cubicBezTo>
                    <a:pt x="147699" y="196016"/>
                    <a:pt x="146820" y="196042"/>
                    <a:pt x="145943" y="196042"/>
                  </a:cubicBezTo>
                  <a:cubicBezTo>
                    <a:pt x="136018" y="196042"/>
                    <a:pt x="126337" y="192670"/>
                    <a:pt x="118419" y="186432"/>
                  </a:cubicBezTo>
                  <a:cubicBezTo>
                    <a:pt x="117375" y="185648"/>
                    <a:pt x="116069" y="184604"/>
                    <a:pt x="114763" y="183298"/>
                  </a:cubicBezTo>
                  <a:lnTo>
                    <a:pt x="109802" y="178859"/>
                  </a:lnTo>
                  <a:cubicBezTo>
                    <a:pt x="106538" y="175987"/>
                    <a:pt x="102882" y="173637"/>
                    <a:pt x="99096" y="171678"/>
                  </a:cubicBezTo>
                  <a:cubicBezTo>
                    <a:pt x="94788" y="169459"/>
                    <a:pt x="90218" y="167892"/>
                    <a:pt x="85648" y="166978"/>
                  </a:cubicBezTo>
                  <a:cubicBezTo>
                    <a:pt x="81079" y="165934"/>
                    <a:pt x="76379" y="165542"/>
                    <a:pt x="71809" y="165542"/>
                  </a:cubicBezTo>
                  <a:cubicBezTo>
                    <a:pt x="71379" y="165536"/>
                    <a:pt x="70950" y="165533"/>
                    <a:pt x="70521" y="165533"/>
                  </a:cubicBezTo>
                  <a:cubicBezTo>
                    <a:pt x="61847" y="165533"/>
                    <a:pt x="53535" y="166748"/>
                    <a:pt x="45697" y="167370"/>
                  </a:cubicBezTo>
                  <a:cubicBezTo>
                    <a:pt x="43592" y="167504"/>
                    <a:pt x="41504" y="167594"/>
                    <a:pt x="39466" y="167594"/>
                  </a:cubicBezTo>
                  <a:cubicBezTo>
                    <a:pt x="33541" y="167594"/>
                    <a:pt x="28037" y="166826"/>
                    <a:pt x="23763" y="164106"/>
                  </a:cubicBezTo>
                  <a:cubicBezTo>
                    <a:pt x="20760" y="162147"/>
                    <a:pt x="18279" y="159536"/>
                    <a:pt x="16451" y="156533"/>
                  </a:cubicBezTo>
                  <a:cubicBezTo>
                    <a:pt x="14493" y="153400"/>
                    <a:pt x="12926" y="150005"/>
                    <a:pt x="12012" y="146350"/>
                  </a:cubicBezTo>
                  <a:cubicBezTo>
                    <a:pt x="9923" y="139169"/>
                    <a:pt x="10315" y="131466"/>
                    <a:pt x="12926" y="124546"/>
                  </a:cubicBezTo>
                  <a:cubicBezTo>
                    <a:pt x="15668" y="117626"/>
                    <a:pt x="20629" y="111751"/>
                    <a:pt x="27027" y="107965"/>
                  </a:cubicBezTo>
                  <a:cubicBezTo>
                    <a:pt x="32353" y="104812"/>
                    <a:pt x="38403" y="103199"/>
                    <a:pt x="44575" y="103199"/>
                  </a:cubicBezTo>
                  <a:cubicBezTo>
                    <a:pt x="45816" y="103199"/>
                    <a:pt x="47062" y="103264"/>
                    <a:pt x="48308" y="103395"/>
                  </a:cubicBezTo>
                  <a:cubicBezTo>
                    <a:pt x="52094" y="103656"/>
                    <a:pt x="55881" y="104440"/>
                    <a:pt x="59536" y="105615"/>
                  </a:cubicBezTo>
                  <a:lnTo>
                    <a:pt x="65412" y="107704"/>
                  </a:lnTo>
                  <a:cubicBezTo>
                    <a:pt x="67500" y="108487"/>
                    <a:pt x="69720" y="109140"/>
                    <a:pt x="71940" y="109531"/>
                  </a:cubicBezTo>
                  <a:cubicBezTo>
                    <a:pt x="74524" y="110106"/>
                    <a:pt x="77187" y="110404"/>
                    <a:pt x="79843" y="110404"/>
                  </a:cubicBezTo>
                  <a:cubicBezTo>
                    <a:pt x="82017" y="110404"/>
                    <a:pt x="84185" y="110204"/>
                    <a:pt x="86301" y="109793"/>
                  </a:cubicBezTo>
                  <a:cubicBezTo>
                    <a:pt x="88782" y="109270"/>
                    <a:pt x="91132" y="108487"/>
                    <a:pt x="93351" y="107442"/>
                  </a:cubicBezTo>
                  <a:cubicBezTo>
                    <a:pt x="95571" y="106398"/>
                    <a:pt x="97660" y="105092"/>
                    <a:pt x="99488" y="103526"/>
                  </a:cubicBezTo>
                  <a:cubicBezTo>
                    <a:pt x="103143" y="100523"/>
                    <a:pt x="106277" y="97128"/>
                    <a:pt x="108888" y="93342"/>
                  </a:cubicBezTo>
                  <a:cubicBezTo>
                    <a:pt x="111499" y="89817"/>
                    <a:pt x="113719" y="86031"/>
                    <a:pt x="115677" y="82114"/>
                  </a:cubicBezTo>
                  <a:cubicBezTo>
                    <a:pt x="119594" y="74411"/>
                    <a:pt x="122858" y="66446"/>
                    <a:pt x="125730" y="58352"/>
                  </a:cubicBezTo>
                  <a:lnTo>
                    <a:pt x="127819" y="52346"/>
                  </a:lnTo>
                  <a:lnTo>
                    <a:pt x="129908" y="46862"/>
                  </a:lnTo>
                  <a:cubicBezTo>
                    <a:pt x="131475" y="43207"/>
                    <a:pt x="133172" y="39681"/>
                    <a:pt x="135261" y="36287"/>
                  </a:cubicBezTo>
                  <a:cubicBezTo>
                    <a:pt x="139178" y="29628"/>
                    <a:pt x="144531" y="23753"/>
                    <a:pt x="150667" y="19183"/>
                  </a:cubicBezTo>
                  <a:cubicBezTo>
                    <a:pt x="156804" y="14483"/>
                    <a:pt x="163985" y="11480"/>
                    <a:pt x="171557" y="10175"/>
                  </a:cubicBezTo>
                  <a:lnTo>
                    <a:pt x="172993" y="9914"/>
                  </a:lnTo>
                  <a:lnTo>
                    <a:pt x="174429" y="9652"/>
                  </a:lnTo>
                  <a:lnTo>
                    <a:pt x="177171" y="9391"/>
                  </a:lnTo>
                  <a:lnTo>
                    <a:pt x="181480" y="9391"/>
                  </a:lnTo>
                  <a:cubicBezTo>
                    <a:pt x="182002" y="9391"/>
                    <a:pt x="182524" y="9522"/>
                    <a:pt x="182916" y="9522"/>
                  </a:cubicBezTo>
                  <a:lnTo>
                    <a:pt x="185788" y="9783"/>
                  </a:lnTo>
                  <a:lnTo>
                    <a:pt x="188661" y="10305"/>
                  </a:lnTo>
                  <a:lnTo>
                    <a:pt x="190097" y="10436"/>
                  </a:lnTo>
                  <a:lnTo>
                    <a:pt x="191402" y="10828"/>
                  </a:lnTo>
                  <a:lnTo>
                    <a:pt x="194144" y="11611"/>
                  </a:lnTo>
                  <a:cubicBezTo>
                    <a:pt x="197669" y="12917"/>
                    <a:pt x="201064" y="14614"/>
                    <a:pt x="204197" y="16703"/>
                  </a:cubicBezTo>
                  <a:cubicBezTo>
                    <a:pt x="204847" y="17136"/>
                    <a:pt x="205407" y="17570"/>
                    <a:pt x="206027" y="18003"/>
                  </a:cubicBezTo>
                  <a:lnTo>
                    <a:pt x="206027" y="18003"/>
                  </a:lnTo>
                  <a:cubicBezTo>
                    <a:pt x="204602" y="16838"/>
                    <a:pt x="203078" y="15787"/>
                    <a:pt x="201455" y="14875"/>
                  </a:cubicBezTo>
                  <a:cubicBezTo>
                    <a:pt x="197278" y="12525"/>
                    <a:pt x="192708" y="10828"/>
                    <a:pt x="187877" y="9914"/>
                  </a:cubicBezTo>
                  <a:cubicBezTo>
                    <a:pt x="185134" y="9469"/>
                    <a:pt x="182392" y="9235"/>
                    <a:pt x="179649" y="9235"/>
                  </a:cubicBezTo>
                  <a:cubicBezTo>
                    <a:pt x="177561" y="9235"/>
                    <a:pt x="175473" y="9370"/>
                    <a:pt x="173385" y="9652"/>
                  </a:cubicBezTo>
                  <a:cubicBezTo>
                    <a:pt x="168554" y="10305"/>
                    <a:pt x="163854" y="11741"/>
                    <a:pt x="159415" y="13700"/>
                  </a:cubicBezTo>
                  <a:cubicBezTo>
                    <a:pt x="154976" y="15789"/>
                    <a:pt x="150929" y="18400"/>
                    <a:pt x="147142" y="21664"/>
                  </a:cubicBezTo>
                  <a:lnTo>
                    <a:pt x="144531" y="24145"/>
                  </a:lnTo>
                  <a:lnTo>
                    <a:pt x="143226" y="25450"/>
                  </a:lnTo>
                  <a:lnTo>
                    <a:pt x="141920" y="26756"/>
                  </a:lnTo>
                  <a:lnTo>
                    <a:pt x="139570" y="29628"/>
                  </a:lnTo>
                  <a:lnTo>
                    <a:pt x="137350" y="32631"/>
                  </a:lnTo>
                  <a:cubicBezTo>
                    <a:pt x="135914" y="34720"/>
                    <a:pt x="134609" y="36940"/>
                    <a:pt x="133303" y="39159"/>
                  </a:cubicBezTo>
                  <a:cubicBezTo>
                    <a:pt x="132781" y="40204"/>
                    <a:pt x="132258" y="41248"/>
                    <a:pt x="131736" y="42423"/>
                  </a:cubicBezTo>
                  <a:lnTo>
                    <a:pt x="130039" y="45818"/>
                  </a:lnTo>
                  <a:cubicBezTo>
                    <a:pt x="129125" y="48037"/>
                    <a:pt x="128211" y="50257"/>
                    <a:pt x="127428" y="52738"/>
                  </a:cubicBezTo>
                  <a:cubicBezTo>
                    <a:pt x="126514" y="55349"/>
                    <a:pt x="125600" y="57829"/>
                    <a:pt x="124686" y="60441"/>
                  </a:cubicBezTo>
                  <a:cubicBezTo>
                    <a:pt x="121161" y="70624"/>
                    <a:pt x="116461" y="80547"/>
                    <a:pt x="110847" y="89947"/>
                  </a:cubicBezTo>
                  <a:cubicBezTo>
                    <a:pt x="107844" y="94778"/>
                    <a:pt x="104057" y="99217"/>
                    <a:pt x="99618" y="103003"/>
                  </a:cubicBezTo>
                  <a:cubicBezTo>
                    <a:pt x="97268" y="104831"/>
                    <a:pt x="94657" y="106529"/>
                    <a:pt x="91785" y="107704"/>
                  </a:cubicBezTo>
                  <a:cubicBezTo>
                    <a:pt x="88912" y="108879"/>
                    <a:pt x="85909" y="109662"/>
                    <a:pt x="82776" y="109923"/>
                  </a:cubicBezTo>
                  <a:cubicBezTo>
                    <a:pt x="81868" y="109982"/>
                    <a:pt x="80964" y="110012"/>
                    <a:pt x="80062" y="110012"/>
                  </a:cubicBezTo>
                  <a:cubicBezTo>
                    <a:pt x="75000" y="110012"/>
                    <a:pt x="70047" y="109085"/>
                    <a:pt x="65281" y="107312"/>
                  </a:cubicBezTo>
                  <a:cubicBezTo>
                    <a:pt x="62409" y="106398"/>
                    <a:pt x="60189" y="105484"/>
                    <a:pt x="57839" y="104831"/>
                  </a:cubicBezTo>
                  <a:cubicBezTo>
                    <a:pt x="56664" y="104440"/>
                    <a:pt x="55489" y="104178"/>
                    <a:pt x="54183" y="103917"/>
                  </a:cubicBezTo>
                  <a:cubicBezTo>
                    <a:pt x="53008" y="103656"/>
                    <a:pt x="51833" y="103395"/>
                    <a:pt x="50658" y="103265"/>
                  </a:cubicBezTo>
                  <a:cubicBezTo>
                    <a:pt x="48758" y="102956"/>
                    <a:pt x="46848" y="102805"/>
                    <a:pt x="44945" y="102805"/>
                  </a:cubicBezTo>
                  <a:cubicBezTo>
                    <a:pt x="37175" y="102805"/>
                    <a:pt x="29534" y="105334"/>
                    <a:pt x="23241" y="110054"/>
                  </a:cubicBezTo>
                  <a:cubicBezTo>
                    <a:pt x="23484" y="109810"/>
                    <a:pt x="24083" y="109262"/>
                    <a:pt x="23932" y="109262"/>
                  </a:cubicBezTo>
                  <a:cubicBezTo>
                    <a:pt x="23840" y="109262"/>
                    <a:pt x="23474" y="109463"/>
                    <a:pt x="22588" y="110054"/>
                  </a:cubicBezTo>
                  <a:cubicBezTo>
                    <a:pt x="28973" y="104946"/>
                    <a:pt x="36919" y="102180"/>
                    <a:pt x="45083" y="102180"/>
                  </a:cubicBezTo>
                  <a:cubicBezTo>
                    <a:pt x="46936" y="102180"/>
                    <a:pt x="48799" y="102322"/>
                    <a:pt x="50658" y="102612"/>
                  </a:cubicBezTo>
                  <a:cubicBezTo>
                    <a:pt x="51833" y="102742"/>
                    <a:pt x="53139" y="103003"/>
                    <a:pt x="54314" y="103265"/>
                  </a:cubicBezTo>
                  <a:cubicBezTo>
                    <a:pt x="55619" y="103526"/>
                    <a:pt x="56795" y="103787"/>
                    <a:pt x="58100" y="104178"/>
                  </a:cubicBezTo>
                  <a:cubicBezTo>
                    <a:pt x="60581" y="104831"/>
                    <a:pt x="62800" y="105745"/>
                    <a:pt x="65673" y="106790"/>
                  </a:cubicBezTo>
                  <a:cubicBezTo>
                    <a:pt x="70432" y="108450"/>
                    <a:pt x="75378" y="109359"/>
                    <a:pt x="80433" y="109359"/>
                  </a:cubicBezTo>
                  <a:cubicBezTo>
                    <a:pt x="81341" y="109359"/>
                    <a:pt x="82253" y="109330"/>
                    <a:pt x="83168" y="109270"/>
                  </a:cubicBezTo>
                  <a:cubicBezTo>
                    <a:pt x="86301" y="108879"/>
                    <a:pt x="89304" y="108095"/>
                    <a:pt x="92176" y="106790"/>
                  </a:cubicBezTo>
                  <a:cubicBezTo>
                    <a:pt x="94918" y="105615"/>
                    <a:pt x="97529" y="103917"/>
                    <a:pt x="99749" y="101959"/>
                  </a:cubicBezTo>
                  <a:cubicBezTo>
                    <a:pt x="102099" y="100001"/>
                    <a:pt x="104057" y="97912"/>
                    <a:pt x="105885" y="95692"/>
                  </a:cubicBezTo>
                  <a:cubicBezTo>
                    <a:pt x="107713" y="93472"/>
                    <a:pt x="109280" y="91122"/>
                    <a:pt x="110847" y="88642"/>
                  </a:cubicBezTo>
                  <a:cubicBezTo>
                    <a:pt x="116461" y="79241"/>
                    <a:pt x="121030" y="69188"/>
                    <a:pt x="124686" y="58743"/>
                  </a:cubicBezTo>
                  <a:cubicBezTo>
                    <a:pt x="125600" y="56263"/>
                    <a:pt x="126383" y="53521"/>
                    <a:pt x="127428" y="51171"/>
                  </a:cubicBezTo>
                  <a:lnTo>
                    <a:pt x="128733" y="47646"/>
                  </a:lnTo>
                  <a:lnTo>
                    <a:pt x="129517" y="45818"/>
                  </a:lnTo>
                  <a:lnTo>
                    <a:pt x="130300" y="44121"/>
                  </a:lnTo>
                  <a:cubicBezTo>
                    <a:pt x="131345" y="41770"/>
                    <a:pt x="132520" y="39420"/>
                    <a:pt x="133825" y="37331"/>
                  </a:cubicBezTo>
                  <a:cubicBezTo>
                    <a:pt x="134478" y="36156"/>
                    <a:pt x="135131" y="35112"/>
                    <a:pt x="135784" y="34067"/>
                  </a:cubicBezTo>
                  <a:lnTo>
                    <a:pt x="138003" y="30934"/>
                  </a:lnTo>
                  <a:lnTo>
                    <a:pt x="139178" y="29367"/>
                  </a:lnTo>
                  <a:lnTo>
                    <a:pt x="140353" y="27931"/>
                  </a:lnTo>
                  <a:lnTo>
                    <a:pt x="142703" y="25320"/>
                  </a:lnTo>
                  <a:lnTo>
                    <a:pt x="145445" y="22709"/>
                  </a:lnTo>
                  <a:cubicBezTo>
                    <a:pt x="145967" y="22186"/>
                    <a:pt x="146359" y="21795"/>
                    <a:pt x="146881" y="21403"/>
                  </a:cubicBezTo>
                  <a:lnTo>
                    <a:pt x="148317" y="20228"/>
                  </a:lnTo>
                  <a:cubicBezTo>
                    <a:pt x="152234" y="17094"/>
                    <a:pt x="156543" y="14483"/>
                    <a:pt x="161112" y="12655"/>
                  </a:cubicBezTo>
                  <a:cubicBezTo>
                    <a:pt x="163462" y="11741"/>
                    <a:pt x="165812" y="10828"/>
                    <a:pt x="168293" y="10305"/>
                  </a:cubicBezTo>
                  <a:lnTo>
                    <a:pt x="171949" y="9522"/>
                  </a:lnTo>
                  <a:cubicBezTo>
                    <a:pt x="173124" y="9261"/>
                    <a:pt x="174429" y="9261"/>
                    <a:pt x="175604" y="9130"/>
                  </a:cubicBezTo>
                  <a:cubicBezTo>
                    <a:pt x="177050" y="9019"/>
                    <a:pt x="178485" y="8960"/>
                    <a:pt x="179909" y="8960"/>
                  </a:cubicBezTo>
                  <a:cubicBezTo>
                    <a:pt x="183503" y="8960"/>
                    <a:pt x="187029" y="9333"/>
                    <a:pt x="190488" y="10175"/>
                  </a:cubicBezTo>
                  <a:cubicBezTo>
                    <a:pt x="200280" y="12264"/>
                    <a:pt x="208897" y="18139"/>
                    <a:pt x="214381" y="26625"/>
                  </a:cubicBezTo>
                  <a:lnTo>
                    <a:pt x="213598" y="27017"/>
                  </a:lnTo>
                  <a:cubicBezTo>
                    <a:pt x="217123" y="33023"/>
                    <a:pt x="218689" y="39812"/>
                    <a:pt x="218037" y="46601"/>
                  </a:cubicBezTo>
                  <a:cubicBezTo>
                    <a:pt x="217906" y="48429"/>
                    <a:pt x="217645" y="50126"/>
                    <a:pt x="217253" y="51824"/>
                  </a:cubicBezTo>
                  <a:cubicBezTo>
                    <a:pt x="216992" y="53651"/>
                    <a:pt x="216470" y="55349"/>
                    <a:pt x="215948" y="57046"/>
                  </a:cubicBezTo>
                  <a:cubicBezTo>
                    <a:pt x="215425" y="58743"/>
                    <a:pt x="214773" y="60441"/>
                    <a:pt x="214120" y="62138"/>
                  </a:cubicBezTo>
                  <a:cubicBezTo>
                    <a:pt x="213467" y="63705"/>
                    <a:pt x="212553" y="65663"/>
                    <a:pt x="211770" y="67491"/>
                  </a:cubicBezTo>
                  <a:cubicBezTo>
                    <a:pt x="205242" y="81983"/>
                    <a:pt x="199236" y="97128"/>
                    <a:pt x="195841" y="113448"/>
                  </a:cubicBezTo>
                  <a:lnTo>
                    <a:pt x="195319" y="115929"/>
                  </a:lnTo>
                  <a:cubicBezTo>
                    <a:pt x="195189" y="116843"/>
                    <a:pt x="195058" y="117626"/>
                    <a:pt x="194927" y="118410"/>
                  </a:cubicBezTo>
                  <a:cubicBezTo>
                    <a:pt x="194666" y="120107"/>
                    <a:pt x="194405" y="121674"/>
                    <a:pt x="194275" y="123371"/>
                  </a:cubicBezTo>
                  <a:lnTo>
                    <a:pt x="194014" y="128202"/>
                  </a:lnTo>
                  <a:lnTo>
                    <a:pt x="194014" y="132641"/>
                  </a:lnTo>
                  <a:cubicBezTo>
                    <a:pt x="194014" y="138647"/>
                    <a:pt x="194405" y="143738"/>
                    <a:pt x="194405" y="148308"/>
                  </a:cubicBezTo>
                  <a:cubicBezTo>
                    <a:pt x="194927" y="142824"/>
                    <a:pt x="194666" y="136819"/>
                    <a:pt x="195058" y="130552"/>
                  </a:cubicBezTo>
                  <a:cubicBezTo>
                    <a:pt x="195319" y="124415"/>
                    <a:pt x="196233" y="118148"/>
                    <a:pt x="197669" y="112143"/>
                  </a:cubicBezTo>
                  <a:cubicBezTo>
                    <a:pt x="200542" y="100131"/>
                    <a:pt x="204589" y="88381"/>
                    <a:pt x="209420" y="77022"/>
                  </a:cubicBezTo>
                  <a:lnTo>
                    <a:pt x="213206" y="68535"/>
                  </a:lnTo>
                  <a:lnTo>
                    <a:pt x="215034" y="64227"/>
                  </a:lnTo>
                  <a:lnTo>
                    <a:pt x="216731" y="60180"/>
                  </a:lnTo>
                  <a:cubicBezTo>
                    <a:pt x="218820" y="54827"/>
                    <a:pt x="219864" y="49082"/>
                    <a:pt x="219995" y="43337"/>
                  </a:cubicBezTo>
                  <a:cubicBezTo>
                    <a:pt x="219995" y="42482"/>
                    <a:pt x="219963" y="41630"/>
                    <a:pt x="219900" y="40782"/>
                  </a:cubicBezTo>
                  <a:lnTo>
                    <a:pt x="219900" y="40782"/>
                  </a:lnTo>
                  <a:cubicBezTo>
                    <a:pt x="220164" y="44070"/>
                    <a:pt x="220004" y="47393"/>
                    <a:pt x="219473" y="50649"/>
                  </a:cubicBezTo>
                  <a:cubicBezTo>
                    <a:pt x="219212" y="52215"/>
                    <a:pt x="218820" y="53782"/>
                    <a:pt x="218428" y="55349"/>
                  </a:cubicBezTo>
                  <a:lnTo>
                    <a:pt x="217775" y="57699"/>
                  </a:lnTo>
                  <a:lnTo>
                    <a:pt x="217384" y="58874"/>
                  </a:lnTo>
                  <a:cubicBezTo>
                    <a:pt x="217253" y="59266"/>
                    <a:pt x="217123" y="59657"/>
                    <a:pt x="216992" y="60049"/>
                  </a:cubicBezTo>
                  <a:cubicBezTo>
                    <a:pt x="216339" y="61485"/>
                    <a:pt x="215687" y="63052"/>
                    <a:pt x="215164" y="64619"/>
                  </a:cubicBezTo>
                  <a:lnTo>
                    <a:pt x="213075" y="69319"/>
                  </a:lnTo>
                  <a:cubicBezTo>
                    <a:pt x="207331" y="81853"/>
                    <a:pt x="202630" y="94778"/>
                    <a:pt x="199105" y="107965"/>
                  </a:cubicBezTo>
                  <a:cubicBezTo>
                    <a:pt x="197408" y="114623"/>
                    <a:pt x="196233" y="121543"/>
                    <a:pt x="195841" y="128332"/>
                  </a:cubicBezTo>
                  <a:cubicBezTo>
                    <a:pt x="195189" y="135252"/>
                    <a:pt x="195711" y="142172"/>
                    <a:pt x="195189" y="148308"/>
                  </a:cubicBezTo>
                  <a:cubicBezTo>
                    <a:pt x="195058" y="149744"/>
                    <a:pt x="194927" y="151050"/>
                    <a:pt x="194797" y="152355"/>
                  </a:cubicBezTo>
                  <a:lnTo>
                    <a:pt x="194014" y="156403"/>
                  </a:lnTo>
                  <a:cubicBezTo>
                    <a:pt x="193752" y="158100"/>
                    <a:pt x="193361" y="159797"/>
                    <a:pt x="192969" y="161364"/>
                  </a:cubicBezTo>
                  <a:cubicBezTo>
                    <a:pt x="192708" y="162931"/>
                    <a:pt x="192186" y="164498"/>
                    <a:pt x="191794" y="165803"/>
                  </a:cubicBezTo>
                  <a:cubicBezTo>
                    <a:pt x="191272" y="168675"/>
                    <a:pt x="190358" y="171026"/>
                    <a:pt x="189836" y="172853"/>
                  </a:cubicBezTo>
                  <a:cubicBezTo>
                    <a:pt x="189444" y="174551"/>
                    <a:pt x="189183" y="175726"/>
                    <a:pt x="189574" y="175856"/>
                  </a:cubicBezTo>
                  <a:cubicBezTo>
                    <a:pt x="189593" y="175865"/>
                    <a:pt x="189614" y="175870"/>
                    <a:pt x="189637" y="175870"/>
                  </a:cubicBezTo>
                  <a:cubicBezTo>
                    <a:pt x="189948" y="175870"/>
                    <a:pt x="190710" y="175048"/>
                    <a:pt x="191925" y="172984"/>
                  </a:cubicBezTo>
                  <a:cubicBezTo>
                    <a:pt x="194144" y="169328"/>
                    <a:pt x="195972" y="165542"/>
                    <a:pt x="197278" y="161495"/>
                  </a:cubicBezTo>
                  <a:cubicBezTo>
                    <a:pt x="197800" y="159797"/>
                    <a:pt x="198191" y="158100"/>
                    <a:pt x="198453" y="156403"/>
                  </a:cubicBezTo>
                  <a:cubicBezTo>
                    <a:pt x="198714" y="155358"/>
                    <a:pt x="198844" y="154444"/>
                    <a:pt x="198975" y="153400"/>
                  </a:cubicBezTo>
                  <a:cubicBezTo>
                    <a:pt x="199236" y="152486"/>
                    <a:pt x="199236" y="151441"/>
                    <a:pt x="199366" y="150528"/>
                  </a:cubicBezTo>
                  <a:cubicBezTo>
                    <a:pt x="199628" y="148700"/>
                    <a:pt x="199628" y="147002"/>
                    <a:pt x="199628" y="145827"/>
                  </a:cubicBezTo>
                  <a:lnTo>
                    <a:pt x="199628" y="143869"/>
                  </a:lnTo>
                  <a:cubicBezTo>
                    <a:pt x="199783" y="142934"/>
                    <a:pt x="199960" y="142578"/>
                    <a:pt x="200140" y="142578"/>
                  </a:cubicBezTo>
                  <a:cubicBezTo>
                    <a:pt x="200414" y="142578"/>
                    <a:pt x="200697" y="143396"/>
                    <a:pt x="200933" y="144261"/>
                  </a:cubicBezTo>
                  <a:cubicBezTo>
                    <a:pt x="201064" y="139430"/>
                    <a:pt x="200933" y="134730"/>
                    <a:pt x="201194" y="130030"/>
                  </a:cubicBezTo>
                  <a:cubicBezTo>
                    <a:pt x="201325" y="127679"/>
                    <a:pt x="201455" y="125329"/>
                    <a:pt x="201847" y="122979"/>
                  </a:cubicBezTo>
                  <a:cubicBezTo>
                    <a:pt x="202239" y="120760"/>
                    <a:pt x="202500" y="118410"/>
                    <a:pt x="203022" y="116060"/>
                  </a:cubicBezTo>
                  <a:cubicBezTo>
                    <a:pt x="204850" y="106790"/>
                    <a:pt x="207592" y="97781"/>
                    <a:pt x="210986" y="88903"/>
                  </a:cubicBezTo>
                  <a:cubicBezTo>
                    <a:pt x="212814" y="84464"/>
                    <a:pt x="214511" y="80155"/>
                    <a:pt x="216339" y="75716"/>
                  </a:cubicBezTo>
                  <a:cubicBezTo>
                    <a:pt x="218297" y="71278"/>
                    <a:pt x="220255" y="67101"/>
                    <a:pt x="222083" y="62402"/>
                  </a:cubicBezTo>
                  <a:lnTo>
                    <a:pt x="222083" y="62402"/>
                  </a:lnTo>
                  <a:cubicBezTo>
                    <a:pt x="220255" y="67101"/>
                    <a:pt x="218428" y="71409"/>
                    <a:pt x="216470" y="75847"/>
                  </a:cubicBezTo>
                  <a:cubicBezTo>
                    <a:pt x="214511" y="80155"/>
                    <a:pt x="212814" y="84725"/>
                    <a:pt x="211117" y="89164"/>
                  </a:cubicBezTo>
                  <a:cubicBezTo>
                    <a:pt x="207722" y="98042"/>
                    <a:pt x="204981" y="107312"/>
                    <a:pt x="203153" y="116712"/>
                  </a:cubicBezTo>
                  <a:cubicBezTo>
                    <a:pt x="202761" y="119062"/>
                    <a:pt x="202239" y="121412"/>
                    <a:pt x="202108" y="123763"/>
                  </a:cubicBezTo>
                  <a:cubicBezTo>
                    <a:pt x="201978" y="126113"/>
                    <a:pt x="201586" y="128463"/>
                    <a:pt x="201586" y="130813"/>
                  </a:cubicBezTo>
                  <a:cubicBezTo>
                    <a:pt x="201325" y="135644"/>
                    <a:pt x="201455" y="140474"/>
                    <a:pt x="201325" y="145436"/>
                  </a:cubicBezTo>
                  <a:cubicBezTo>
                    <a:pt x="201466" y="145789"/>
                    <a:pt x="201607" y="146027"/>
                    <a:pt x="201749" y="146027"/>
                  </a:cubicBezTo>
                  <a:cubicBezTo>
                    <a:pt x="201868" y="146027"/>
                    <a:pt x="201988" y="145855"/>
                    <a:pt x="202108" y="145436"/>
                  </a:cubicBezTo>
                  <a:cubicBezTo>
                    <a:pt x="202500" y="142824"/>
                    <a:pt x="202761" y="140344"/>
                    <a:pt x="202761" y="137863"/>
                  </a:cubicBezTo>
                  <a:cubicBezTo>
                    <a:pt x="202892" y="134860"/>
                    <a:pt x="202892" y="130291"/>
                    <a:pt x="203544" y="124546"/>
                  </a:cubicBezTo>
                  <a:cubicBezTo>
                    <a:pt x="204328" y="118018"/>
                    <a:pt x="205633" y="111620"/>
                    <a:pt x="207461" y="105354"/>
                  </a:cubicBezTo>
                  <a:cubicBezTo>
                    <a:pt x="208245" y="101828"/>
                    <a:pt x="209550" y="98303"/>
                    <a:pt x="210725" y="94778"/>
                  </a:cubicBezTo>
                  <a:cubicBezTo>
                    <a:pt x="211770" y="91122"/>
                    <a:pt x="213206" y="87728"/>
                    <a:pt x="214511" y="84333"/>
                  </a:cubicBezTo>
                  <a:cubicBezTo>
                    <a:pt x="215687" y="80939"/>
                    <a:pt x="217253" y="77544"/>
                    <a:pt x="218559" y="74541"/>
                  </a:cubicBezTo>
                  <a:cubicBezTo>
                    <a:pt x="219212" y="72974"/>
                    <a:pt x="219864" y="71408"/>
                    <a:pt x="220517" y="69972"/>
                  </a:cubicBezTo>
                  <a:cubicBezTo>
                    <a:pt x="221170" y="68535"/>
                    <a:pt x="221823" y="67099"/>
                    <a:pt x="222345" y="65663"/>
                  </a:cubicBezTo>
                  <a:cubicBezTo>
                    <a:pt x="226131" y="57568"/>
                    <a:pt x="227829" y="48690"/>
                    <a:pt x="227306" y="39681"/>
                  </a:cubicBezTo>
                  <a:cubicBezTo>
                    <a:pt x="227176" y="38637"/>
                    <a:pt x="227045" y="37462"/>
                    <a:pt x="226784" y="36287"/>
                  </a:cubicBezTo>
                  <a:cubicBezTo>
                    <a:pt x="226654" y="35242"/>
                    <a:pt x="226523" y="34067"/>
                    <a:pt x="226131" y="32892"/>
                  </a:cubicBezTo>
                  <a:cubicBezTo>
                    <a:pt x="224956" y="28453"/>
                    <a:pt x="222998" y="24145"/>
                    <a:pt x="220517" y="20228"/>
                  </a:cubicBezTo>
                  <a:cubicBezTo>
                    <a:pt x="219864" y="19183"/>
                    <a:pt x="219081" y="18400"/>
                    <a:pt x="218298" y="17356"/>
                  </a:cubicBezTo>
                  <a:lnTo>
                    <a:pt x="217253" y="16050"/>
                  </a:lnTo>
                  <a:lnTo>
                    <a:pt x="216078" y="14744"/>
                  </a:lnTo>
                  <a:cubicBezTo>
                    <a:pt x="209550" y="8086"/>
                    <a:pt x="201194" y="3386"/>
                    <a:pt x="192055" y="1297"/>
                  </a:cubicBezTo>
                  <a:cubicBezTo>
                    <a:pt x="188023" y="433"/>
                    <a:pt x="183940" y="1"/>
                    <a:pt x="179863" y="1"/>
                  </a:cubicBezTo>
                  <a:close/>
                </a:path>
              </a:pathLst>
            </a:custGeom>
            <a:solidFill>
              <a:srgbClr val="F0A9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1" name="Shape 141"/>
        <p:cNvGrpSpPr/>
        <p:nvPr/>
      </p:nvGrpSpPr>
      <p:grpSpPr>
        <a:xfrm>
          <a:off x="0" y="0"/>
          <a:ext cx="0" cy="0"/>
          <a:chOff x="0" y="0"/>
          <a:chExt cx="0" cy="0"/>
        </a:xfrm>
      </p:grpSpPr>
      <p:grpSp>
        <p:nvGrpSpPr>
          <p:cNvPr id="142" name="Google Shape;142;p46"/>
          <p:cNvGrpSpPr/>
          <p:nvPr/>
        </p:nvGrpSpPr>
        <p:grpSpPr>
          <a:xfrm rot="-17495">
            <a:off x="7816566" y="1677241"/>
            <a:ext cx="1977142" cy="2391637"/>
            <a:chOff x="235075" y="777725"/>
            <a:chExt cx="7186900" cy="4132775"/>
          </a:xfrm>
        </p:grpSpPr>
        <p:sp>
          <p:nvSpPr>
            <p:cNvPr id="143" name="Google Shape;143;p46"/>
            <p:cNvSpPr/>
            <p:nvPr/>
          </p:nvSpPr>
          <p:spPr>
            <a:xfrm>
              <a:off x="342575" y="932875"/>
              <a:ext cx="7079400" cy="3826525"/>
            </a:xfrm>
            <a:custGeom>
              <a:rect b="b" l="l" r="r" t="t"/>
              <a:pathLst>
                <a:path extrusionOk="0" h="153061" w="283176">
                  <a:moveTo>
                    <a:pt x="168404" y="0"/>
                  </a:moveTo>
                  <a:cubicBezTo>
                    <a:pt x="157709" y="0"/>
                    <a:pt x="146666" y="1269"/>
                    <a:pt x="137470" y="1958"/>
                  </a:cubicBezTo>
                  <a:cubicBezTo>
                    <a:pt x="99769" y="4776"/>
                    <a:pt x="61970" y="14736"/>
                    <a:pt x="30657" y="36550"/>
                  </a:cubicBezTo>
                  <a:cubicBezTo>
                    <a:pt x="16422" y="46461"/>
                    <a:pt x="2915" y="60284"/>
                    <a:pt x="1336" y="77580"/>
                  </a:cubicBezTo>
                  <a:cubicBezTo>
                    <a:pt x="0" y="92204"/>
                    <a:pt x="7774" y="106560"/>
                    <a:pt x="18778" y="116301"/>
                  </a:cubicBezTo>
                  <a:cubicBezTo>
                    <a:pt x="29807" y="126043"/>
                    <a:pt x="43726" y="131800"/>
                    <a:pt x="57670" y="136415"/>
                  </a:cubicBezTo>
                  <a:cubicBezTo>
                    <a:pt x="91058" y="147472"/>
                    <a:pt x="125903" y="153060"/>
                    <a:pt x="160873" y="153060"/>
                  </a:cubicBezTo>
                  <a:cubicBezTo>
                    <a:pt x="176382" y="153060"/>
                    <a:pt x="191917" y="151961"/>
                    <a:pt x="207359" y="149752"/>
                  </a:cubicBezTo>
                  <a:cubicBezTo>
                    <a:pt x="222226" y="147614"/>
                    <a:pt x="237360" y="144286"/>
                    <a:pt x="249871" y="135929"/>
                  </a:cubicBezTo>
                  <a:cubicBezTo>
                    <a:pt x="275062" y="119095"/>
                    <a:pt x="283175" y="80398"/>
                    <a:pt x="265102" y="56057"/>
                  </a:cubicBezTo>
                  <a:cubicBezTo>
                    <a:pt x="255968" y="43789"/>
                    <a:pt x="242097" y="36137"/>
                    <a:pt x="229125" y="28024"/>
                  </a:cubicBezTo>
                  <a:cubicBezTo>
                    <a:pt x="217003" y="20420"/>
                    <a:pt x="204881" y="7643"/>
                    <a:pt x="191278" y="3027"/>
                  </a:cubicBezTo>
                  <a:cubicBezTo>
                    <a:pt x="184502" y="737"/>
                    <a:pt x="176554" y="0"/>
                    <a:pt x="168404" y="0"/>
                  </a:cubicBezTo>
                  <a:close/>
                </a:path>
              </a:pathLst>
            </a:custGeom>
            <a:solidFill>
              <a:srgbClr val="35C4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46"/>
            <p:cNvSpPr/>
            <p:nvPr/>
          </p:nvSpPr>
          <p:spPr>
            <a:xfrm>
              <a:off x="235075" y="777725"/>
              <a:ext cx="7126775" cy="4132775"/>
            </a:xfrm>
            <a:custGeom>
              <a:rect b="b" l="l" r="r" t="t"/>
              <a:pathLst>
                <a:path extrusionOk="0" h="165311" w="285071">
                  <a:moveTo>
                    <a:pt x="193683" y="2310"/>
                  </a:moveTo>
                  <a:lnTo>
                    <a:pt x="194120" y="2431"/>
                  </a:lnTo>
                  <a:lnTo>
                    <a:pt x="194557" y="2553"/>
                  </a:lnTo>
                  <a:lnTo>
                    <a:pt x="195456" y="2820"/>
                  </a:lnTo>
                  <a:lnTo>
                    <a:pt x="196198" y="3047"/>
                  </a:lnTo>
                  <a:lnTo>
                    <a:pt x="196198" y="3047"/>
                  </a:lnTo>
                  <a:cubicBezTo>
                    <a:pt x="196113" y="3020"/>
                    <a:pt x="196027" y="2993"/>
                    <a:pt x="195942" y="2966"/>
                  </a:cubicBezTo>
                  <a:lnTo>
                    <a:pt x="194825" y="2626"/>
                  </a:lnTo>
                  <a:cubicBezTo>
                    <a:pt x="194436" y="2504"/>
                    <a:pt x="194072" y="2383"/>
                    <a:pt x="193683" y="2310"/>
                  </a:cubicBezTo>
                  <a:close/>
                  <a:moveTo>
                    <a:pt x="196198" y="3047"/>
                  </a:moveTo>
                  <a:cubicBezTo>
                    <a:pt x="196309" y="3081"/>
                    <a:pt x="196421" y="3115"/>
                    <a:pt x="196532" y="3149"/>
                  </a:cubicBezTo>
                  <a:lnTo>
                    <a:pt x="196532" y="3149"/>
                  </a:lnTo>
                  <a:lnTo>
                    <a:pt x="196198" y="3047"/>
                  </a:lnTo>
                  <a:close/>
                  <a:moveTo>
                    <a:pt x="196532" y="3149"/>
                  </a:moveTo>
                  <a:lnTo>
                    <a:pt x="197205" y="3354"/>
                  </a:lnTo>
                  <a:cubicBezTo>
                    <a:pt x="197213" y="3356"/>
                    <a:pt x="197220" y="3358"/>
                    <a:pt x="197228" y="3360"/>
                  </a:cubicBezTo>
                  <a:lnTo>
                    <a:pt x="197228" y="3360"/>
                  </a:lnTo>
                  <a:cubicBezTo>
                    <a:pt x="196996" y="3288"/>
                    <a:pt x="196764" y="3219"/>
                    <a:pt x="196532" y="3149"/>
                  </a:cubicBezTo>
                  <a:close/>
                  <a:moveTo>
                    <a:pt x="197228" y="3360"/>
                  </a:moveTo>
                  <a:lnTo>
                    <a:pt x="197228" y="3360"/>
                  </a:lnTo>
                  <a:cubicBezTo>
                    <a:pt x="197350" y="3398"/>
                    <a:pt x="197472" y="3437"/>
                    <a:pt x="197593" y="3477"/>
                  </a:cubicBezTo>
                  <a:lnTo>
                    <a:pt x="197593" y="3477"/>
                  </a:lnTo>
                  <a:cubicBezTo>
                    <a:pt x="197473" y="3434"/>
                    <a:pt x="197353" y="3392"/>
                    <a:pt x="197228" y="3360"/>
                  </a:cubicBezTo>
                  <a:close/>
                  <a:moveTo>
                    <a:pt x="197593" y="3477"/>
                  </a:moveTo>
                  <a:lnTo>
                    <a:pt x="197593" y="3477"/>
                  </a:lnTo>
                  <a:cubicBezTo>
                    <a:pt x="197745" y="3533"/>
                    <a:pt x="197897" y="3593"/>
                    <a:pt x="198055" y="3646"/>
                  </a:cubicBezTo>
                  <a:lnTo>
                    <a:pt x="198930" y="3986"/>
                  </a:lnTo>
                  <a:cubicBezTo>
                    <a:pt x="199513" y="4205"/>
                    <a:pt x="200096" y="4423"/>
                    <a:pt x="200655" y="4666"/>
                  </a:cubicBezTo>
                  <a:cubicBezTo>
                    <a:pt x="200971" y="4803"/>
                    <a:pt x="201287" y="4943"/>
                    <a:pt x="201601" y="5085"/>
                  </a:cubicBezTo>
                  <a:lnTo>
                    <a:pt x="201601" y="5085"/>
                  </a:lnTo>
                  <a:lnTo>
                    <a:pt x="200412" y="4545"/>
                  </a:lnTo>
                  <a:lnTo>
                    <a:pt x="198201" y="3694"/>
                  </a:lnTo>
                  <a:cubicBezTo>
                    <a:pt x="197999" y="3616"/>
                    <a:pt x="197796" y="3545"/>
                    <a:pt x="197593" y="3477"/>
                  </a:cubicBezTo>
                  <a:close/>
                  <a:moveTo>
                    <a:pt x="201601" y="5085"/>
                  </a:moveTo>
                  <a:lnTo>
                    <a:pt x="201792" y="5172"/>
                  </a:lnTo>
                  <a:lnTo>
                    <a:pt x="201792" y="5172"/>
                  </a:lnTo>
                  <a:cubicBezTo>
                    <a:pt x="201728" y="5143"/>
                    <a:pt x="201665" y="5114"/>
                    <a:pt x="201601" y="5085"/>
                  </a:cubicBezTo>
                  <a:close/>
                  <a:moveTo>
                    <a:pt x="201792" y="5172"/>
                  </a:moveTo>
                  <a:cubicBezTo>
                    <a:pt x="202347" y="5425"/>
                    <a:pt x="202898" y="5687"/>
                    <a:pt x="203447" y="5957"/>
                  </a:cubicBezTo>
                  <a:lnTo>
                    <a:pt x="203447" y="5957"/>
                  </a:lnTo>
                  <a:cubicBezTo>
                    <a:pt x="203149" y="5808"/>
                    <a:pt x="202850" y="5661"/>
                    <a:pt x="202550" y="5516"/>
                  </a:cubicBezTo>
                  <a:lnTo>
                    <a:pt x="201792" y="5172"/>
                  </a:lnTo>
                  <a:close/>
                  <a:moveTo>
                    <a:pt x="203447" y="5957"/>
                  </a:moveTo>
                  <a:cubicBezTo>
                    <a:pt x="205025" y="6746"/>
                    <a:pt x="206570" y="7594"/>
                    <a:pt x="208082" y="8506"/>
                  </a:cubicBezTo>
                  <a:lnTo>
                    <a:pt x="208082" y="8506"/>
                  </a:lnTo>
                  <a:cubicBezTo>
                    <a:pt x="207745" y="8301"/>
                    <a:pt x="207407" y="8098"/>
                    <a:pt x="207068" y="7897"/>
                  </a:cubicBezTo>
                  <a:cubicBezTo>
                    <a:pt x="205877" y="7204"/>
                    <a:pt x="204670" y="6559"/>
                    <a:pt x="203447" y="5957"/>
                  </a:cubicBezTo>
                  <a:close/>
                  <a:moveTo>
                    <a:pt x="208082" y="8506"/>
                  </a:moveTo>
                  <a:cubicBezTo>
                    <a:pt x="208378" y="8686"/>
                    <a:pt x="208674" y="8868"/>
                    <a:pt x="208969" y="9051"/>
                  </a:cubicBezTo>
                  <a:lnTo>
                    <a:pt x="208969" y="9051"/>
                  </a:lnTo>
                  <a:cubicBezTo>
                    <a:pt x="208675" y="8867"/>
                    <a:pt x="208379" y="8685"/>
                    <a:pt x="208082" y="8506"/>
                  </a:cubicBezTo>
                  <a:close/>
                  <a:moveTo>
                    <a:pt x="274827" y="94613"/>
                  </a:moveTo>
                  <a:cubicBezTo>
                    <a:pt x="274825" y="94672"/>
                    <a:pt x="274822" y="94731"/>
                    <a:pt x="274819" y="94790"/>
                  </a:cubicBezTo>
                  <a:lnTo>
                    <a:pt x="274827" y="94613"/>
                  </a:lnTo>
                  <a:close/>
                  <a:moveTo>
                    <a:pt x="182036" y="164515"/>
                  </a:moveTo>
                  <a:cubicBezTo>
                    <a:pt x="182009" y="164557"/>
                    <a:pt x="182151" y="164591"/>
                    <a:pt x="182606" y="164606"/>
                  </a:cubicBezTo>
                  <a:cubicBezTo>
                    <a:pt x="182112" y="164589"/>
                    <a:pt x="181975" y="164562"/>
                    <a:pt x="182036" y="164515"/>
                  </a:cubicBezTo>
                  <a:close/>
                  <a:moveTo>
                    <a:pt x="171889" y="1"/>
                  </a:moveTo>
                  <a:cubicBezTo>
                    <a:pt x="169431" y="1"/>
                    <a:pt x="166985" y="62"/>
                    <a:pt x="164556" y="148"/>
                  </a:cubicBezTo>
                  <a:cubicBezTo>
                    <a:pt x="156370" y="512"/>
                    <a:pt x="148378" y="1314"/>
                    <a:pt x="140483" y="1872"/>
                  </a:cubicBezTo>
                  <a:cubicBezTo>
                    <a:pt x="132321" y="2456"/>
                    <a:pt x="124183" y="3379"/>
                    <a:pt x="116020" y="4666"/>
                  </a:cubicBezTo>
                  <a:lnTo>
                    <a:pt x="112960" y="5128"/>
                  </a:lnTo>
                  <a:cubicBezTo>
                    <a:pt x="111964" y="5298"/>
                    <a:pt x="110943" y="5516"/>
                    <a:pt x="109923" y="5686"/>
                  </a:cubicBezTo>
                  <a:lnTo>
                    <a:pt x="106887" y="6269"/>
                  </a:lnTo>
                  <a:lnTo>
                    <a:pt x="105380" y="6537"/>
                  </a:lnTo>
                  <a:lnTo>
                    <a:pt x="103850" y="6877"/>
                  </a:lnTo>
                  <a:cubicBezTo>
                    <a:pt x="101834" y="7314"/>
                    <a:pt x="99817" y="7727"/>
                    <a:pt x="97777" y="8188"/>
                  </a:cubicBezTo>
                  <a:lnTo>
                    <a:pt x="91704" y="9719"/>
                  </a:lnTo>
                  <a:cubicBezTo>
                    <a:pt x="90878" y="9913"/>
                    <a:pt x="90052" y="10180"/>
                    <a:pt x="89226" y="10423"/>
                  </a:cubicBezTo>
                  <a:lnTo>
                    <a:pt x="86797" y="11128"/>
                  </a:lnTo>
                  <a:lnTo>
                    <a:pt x="84416" y="11857"/>
                  </a:lnTo>
                  <a:cubicBezTo>
                    <a:pt x="83615" y="12099"/>
                    <a:pt x="82861" y="12391"/>
                    <a:pt x="82108" y="12634"/>
                  </a:cubicBezTo>
                  <a:lnTo>
                    <a:pt x="77614" y="14213"/>
                  </a:lnTo>
                  <a:cubicBezTo>
                    <a:pt x="76157" y="14747"/>
                    <a:pt x="74748" y="15355"/>
                    <a:pt x="73363" y="15889"/>
                  </a:cubicBezTo>
                  <a:lnTo>
                    <a:pt x="71323" y="16739"/>
                  </a:lnTo>
                  <a:lnTo>
                    <a:pt x="70327" y="17152"/>
                  </a:lnTo>
                  <a:lnTo>
                    <a:pt x="69331" y="17590"/>
                  </a:lnTo>
                  <a:lnTo>
                    <a:pt x="65517" y="19363"/>
                  </a:lnTo>
                  <a:lnTo>
                    <a:pt x="63671" y="20213"/>
                  </a:lnTo>
                  <a:lnTo>
                    <a:pt x="61922" y="21136"/>
                  </a:lnTo>
                  <a:lnTo>
                    <a:pt x="58521" y="22910"/>
                  </a:lnTo>
                  <a:lnTo>
                    <a:pt x="62772" y="21088"/>
                  </a:lnTo>
                  <a:lnTo>
                    <a:pt x="63841" y="20650"/>
                  </a:lnTo>
                  <a:lnTo>
                    <a:pt x="64909" y="20213"/>
                  </a:lnTo>
                  <a:lnTo>
                    <a:pt x="67072" y="19387"/>
                  </a:lnTo>
                  <a:lnTo>
                    <a:pt x="69234" y="18561"/>
                  </a:lnTo>
                  <a:cubicBezTo>
                    <a:pt x="69962" y="18270"/>
                    <a:pt x="70691" y="17978"/>
                    <a:pt x="71420" y="17735"/>
                  </a:cubicBezTo>
                  <a:lnTo>
                    <a:pt x="75817" y="16229"/>
                  </a:lnTo>
                  <a:cubicBezTo>
                    <a:pt x="76545" y="15962"/>
                    <a:pt x="77274" y="15695"/>
                    <a:pt x="78027" y="15476"/>
                  </a:cubicBezTo>
                  <a:lnTo>
                    <a:pt x="80238" y="14796"/>
                  </a:lnTo>
                  <a:cubicBezTo>
                    <a:pt x="81720" y="14334"/>
                    <a:pt x="83202" y="13873"/>
                    <a:pt x="84708" y="13411"/>
                  </a:cubicBezTo>
                  <a:lnTo>
                    <a:pt x="89202" y="12172"/>
                  </a:lnTo>
                  <a:lnTo>
                    <a:pt x="91461" y="11565"/>
                  </a:lnTo>
                  <a:lnTo>
                    <a:pt x="93744" y="11031"/>
                  </a:lnTo>
                  <a:lnTo>
                    <a:pt x="98287" y="9913"/>
                  </a:lnTo>
                  <a:cubicBezTo>
                    <a:pt x="99817" y="9597"/>
                    <a:pt x="101372" y="9282"/>
                    <a:pt x="102878" y="8942"/>
                  </a:cubicBezTo>
                  <a:lnTo>
                    <a:pt x="105186" y="8480"/>
                  </a:lnTo>
                  <a:cubicBezTo>
                    <a:pt x="105963" y="8310"/>
                    <a:pt x="106716" y="8188"/>
                    <a:pt x="107494" y="8043"/>
                  </a:cubicBezTo>
                  <a:lnTo>
                    <a:pt x="112134" y="7217"/>
                  </a:lnTo>
                  <a:cubicBezTo>
                    <a:pt x="118328" y="6197"/>
                    <a:pt x="124547" y="5322"/>
                    <a:pt x="130839" y="4715"/>
                  </a:cubicBezTo>
                  <a:lnTo>
                    <a:pt x="133195" y="4472"/>
                  </a:lnTo>
                  <a:lnTo>
                    <a:pt x="134361" y="4350"/>
                  </a:lnTo>
                  <a:lnTo>
                    <a:pt x="135551" y="4277"/>
                  </a:lnTo>
                  <a:lnTo>
                    <a:pt x="140264" y="3913"/>
                  </a:lnTo>
                  <a:lnTo>
                    <a:pt x="141454" y="3816"/>
                  </a:lnTo>
                  <a:lnTo>
                    <a:pt x="142596" y="3743"/>
                  </a:lnTo>
                  <a:lnTo>
                    <a:pt x="144928" y="3573"/>
                  </a:lnTo>
                  <a:lnTo>
                    <a:pt x="149568" y="3209"/>
                  </a:lnTo>
                  <a:cubicBezTo>
                    <a:pt x="155811" y="2747"/>
                    <a:pt x="162151" y="2261"/>
                    <a:pt x="168589" y="2140"/>
                  </a:cubicBezTo>
                  <a:lnTo>
                    <a:pt x="171018" y="2115"/>
                  </a:lnTo>
                  <a:cubicBezTo>
                    <a:pt x="171419" y="2103"/>
                    <a:pt x="171820" y="2097"/>
                    <a:pt x="172224" y="2097"/>
                  </a:cubicBezTo>
                  <a:cubicBezTo>
                    <a:pt x="172628" y="2097"/>
                    <a:pt x="173034" y="2103"/>
                    <a:pt x="173447" y="2115"/>
                  </a:cubicBezTo>
                  <a:lnTo>
                    <a:pt x="175877" y="2164"/>
                  </a:lnTo>
                  <a:cubicBezTo>
                    <a:pt x="176678" y="2188"/>
                    <a:pt x="177504" y="2237"/>
                    <a:pt x="178330" y="2261"/>
                  </a:cubicBezTo>
                  <a:lnTo>
                    <a:pt x="179545" y="2334"/>
                  </a:lnTo>
                  <a:cubicBezTo>
                    <a:pt x="179958" y="2358"/>
                    <a:pt x="180346" y="2407"/>
                    <a:pt x="180759" y="2431"/>
                  </a:cubicBezTo>
                  <a:lnTo>
                    <a:pt x="183237" y="2650"/>
                  </a:lnTo>
                  <a:lnTo>
                    <a:pt x="185691" y="2941"/>
                  </a:lnTo>
                  <a:cubicBezTo>
                    <a:pt x="186104" y="2990"/>
                    <a:pt x="186517" y="3039"/>
                    <a:pt x="186930" y="3111"/>
                  </a:cubicBezTo>
                  <a:lnTo>
                    <a:pt x="188168" y="3330"/>
                  </a:lnTo>
                  <a:lnTo>
                    <a:pt x="189407" y="3549"/>
                  </a:lnTo>
                  <a:cubicBezTo>
                    <a:pt x="189820" y="3622"/>
                    <a:pt x="190233" y="3694"/>
                    <a:pt x="190646" y="3792"/>
                  </a:cubicBezTo>
                  <a:lnTo>
                    <a:pt x="193124" y="4350"/>
                  </a:lnTo>
                  <a:cubicBezTo>
                    <a:pt x="193537" y="4447"/>
                    <a:pt x="193950" y="4569"/>
                    <a:pt x="194363" y="4690"/>
                  </a:cubicBezTo>
                  <a:lnTo>
                    <a:pt x="195602" y="5079"/>
                  </a:lnTo>
                  <a:lnTo>
                    <a:pt x="196841" y="5443"/>
                  </a:lnTo>
                  <a:lnTo>
                    <a:pt x="198055" y="5905"/>
                  </a:lnTo>
                  <a:cubicBezTo>
                    <a:pt x="201238" y="7144"/>
                    <a:pt x="204299" y="8650"/>
                    <a:pt x="207189" y="10448"/>
                  </a:cubicBezTo>
                  <a:cubicBezTo>
                    <a:pt x="212898" y="13921"/>
                    <a:pt x="217975" y="17954"/>
                    <a:pt x="222955" y="21865"/>
                  </a:cubicBezTo>
                  <a:cubicBezTo>
                    <a:pt x="225433" y="23808"/>
                    <a:pt x="227911" y="25752"/>
                    <a:pt x="230388" y="27574"/>
                  </a:cubicBezTo>
                  <a:cubicBezTo>
                    <a:pt x="231020" y="28035"/>
                    <a:pt x="231627" y="28472"/>
                    <a:pt x="232259" y="28910"/>
                  </a:cubicBezTo>
                  <a:lnTo>
                    <a:pt x="233206" y="29566"/>
                  </a:lnTo>
                  <a:lnTo>
                    <a:pt x="234154" y="30173"/>
                  </a:lnTo>
                  <a:cubicBezTo>
                    <a:pt x="235368" y="30999"/>
                    <a:pt x="236753" y="31849"/>
                    <a:pt x="238065" y="32675"/>
                  </a:cubicBezTo>
                  <a:cubicBezTo>
                    <a:pt x="240761" y="34351"/>
                    <a:pt x="243482" y="36027"/>
                    <a:pt x="246178" y="37752"/>
                  </a:cubicBezTo>
                  <a:cubicBezTo>
                    <a:pt x="248875" y="39477"/>
                    <a:pt x="251571" y="41250"/>
                    <a:pt x="254243" y="43145"/>
                  </a:cubicBezTo>
                  <a:cubicBezTo>
                    <a:pt x="256891" y="45040"/>
                    <a:pt x="259491" y="47032"/>
                    <a:pt x="262017" y="49194"/>
                  </a:cubicBezTo>
                  <a:cubicBezTo>
                    <a:pt x="264543" y="51356"/>
                    <a:pt x="266924" y="53712"/>
                    <a:pt x="269135" y="56214"/>
                  </a:cubicBezTo>
                  <a:lnTo>
                    <a:pt x="269961" y="57161"/>
                  </a:lnTo>
                  <a:cubicBezTo>
                    <a:pt x="270228" y="57477"/>
                    <a:pt x="270495" y="57817"/>
                    <a:pt x="270762" y="58133"/>
                  </a:cubicBezTo>
                  <a:lnTo>
                    <a:pt x="272317" y="60125"/>
                  </a:lnTo>
                  <a:lnTo>
                    <a:pt x="273774" y="62239"/>
                  </a:lnTo>
                  <a:cubicBezTo>
                    <a:pt x="274017" y="62579"/>
                    <a:pt x="274236" y="62943"/>
                    <a:pt x="274455" y="63307"/>
                  </a:cubicBezTo>
                  <a:lnTo>
                    <a:pt x="275111" y="64401"/>
                  </a:lnTo>
                  <a:cubicBezTo>
                    <a:pt x="276811" y="67340"/>
                    <a:pt x="278269" y="70401"/>
                    <a:pt x="279410" y="73607"/>
                  </a:cubicBezTo>
                  <a:cubicBezTo>
                    <a:pt x="280528" y="76790"/>
                    <a:pt x="281354" y="80069"/>
                    <a:pt x="281864" y="83397"/>
                  </a:cubicBezTo>
                  <a:lnTo>
                    <a:pt x="282082" y="84636"/>
                  </a:lnTo>
                  <a:cubicBezTo>
                    <a:pt x="282155" y="85049"/>
                    <a:pt x="282180" y="85462"/>
                    <a:pt x="282228" y="85875"/>
                  </a:cubicBezTo>
                  <a:lnTo>
                    <a:pt x="282350" y="87138"/>
                  </a:lnTo>
                  <a:cubicBezTo>
                    <a:pt x="282398" y="87551"/>
                    <a:pt x="282447" y="87964"/>
                    <a:pt x="282471" y="88377"/>
                  </a:cubicBezTo>
                  <a:lnTo>
                    <a:pt x="282617" y="90879"/>
                  </a:lnTo>
                  <a:lnTo>
                    <a:pt x="282641" y="93381"/>
                  </a:lnTo>
                  <a:cubicBezTo>
                    <a:pt x="282593" y="100037"/>
                    <a:pt x="281524" y="106620"/>
                    <a:pt x="279459" y="112961"/>
                  </a:cubicBezTo>
                  <a:lnTo>
                    <a:pt x="279094" y="114127"/>
                  </a:lnTo>
                  <a:cubicBezTo>
                    <a:pt x="278973" y="114515"/>
                    <a:pt x="278803" y="114904"/>
                    <a:pt x="278657" y="115293"/>
                  </a:cubicBezTo>
                  <a:lnTo>
                    <a:pt x="278220" y="116459"/>
                  </a:lnTo>
                  <a:cubicBezTo>
                    <a:pt x="278074" y="116847"/>
                    <a:pt x="277928" y="117236"/>
                    <a:pt x="277758" y="117600"/>
                  </a:cubicBezTo>
                  <a:lnTo>
                    <a:pt x="276787" y="119884"/>
                  </a:lnTo>
                  <a:lnTo>
                    <a:pt x="275718" y="122094"/>
                  </a:lnTo>
                  <a:cubicBezTo>
                    <a:pt x="274236" y="125058"/>
                    <a:pt x="272536" y="127876"/>
                    <a:pt x="270616" y="130572"/>
                  </a:cubicBezTo>
                  <a:cubicBezTo>
                    <a:pt x="277224" y="121171"/>
                    <a:pt x="281208" y="110191"/>
                    <a:pt x="282204" y="98774"/>
                  </a:cubicBezTo>
                  <a:cubicBezTo>
                    <a:pt x="282447" y="95835"/>
                    <a:pt x="282495" y="92895"/>
                    <a:pt x="282350" y="89980"/>
                  </a:cubicBezTo>
                  <a:cubicBezTo>
                    <a:pt x="282180" y="87017"/>
                    <a:pt x="281815" y="84077"/>
                    <a:pt x="281208" y="81162"/>
                  </a:cubicBezTo>
                  <a:cubicBezTo>
                    <a:pt x="280601" y="78247"/>
                    <a:pt x="279775" y="75381"/>
                    <a:pt x="278706" y="72587"/>
                  </a:cubicBezTo>
                  <a:cubicBezTo>
                    <a:pt x="277637" y="69769"/>
                    <a:pt x="276325" y="67073"/>
                    <a:pt x="274770" y="64498"/>
                  </a:cubicBezTo>
                  <a:cubicBezTo>
                    <a:pt x="274357" y="63842"/>
                    <a:pt x="273993" y="63186"/>
                    <a:pt x="273580" y="62579"/>
                  </a:cubicBezTo>
                  <a:lnTo>
                    <a:pt x="272293" y="60708"/>
                  </a:lnTo>
                  <a:cubicBezTo>
                    <a:pt x="272171" y="60562"/>
                    <a:pt x="272074" y="60417"/>
                    <a:pt x="271953" y="60271"/>
                  </a:cubicBezTo>
                  <a:lnTo>
                    <a:pt x="271612" y="59809"/>
                  </a:lnTo>
                  <a:lnTo>
                    <a:pt x="270932" y="58935"/>
                  </a:lnTo>
                  <a:lnTo>
                    <a:pt x="270228" y="58060"/>
                  </a:lnTo>
                  <a:cubicBezTo>
                    <a:pt x="270009" y="57769"/>
                    <a:pt x="269742" y="57502"/>
                    <a:pt x="269523" y="57210"/>
                  </a:cubicBezTo>
                  <a:cubicBezTo>
                    <a:pt x="267604" y="54951"/>
                    <a:pt x="265539" y="52837"/>
                    <a:pt x="263353" y="50845"/>
                  </a:cubicBezTo>
                  <a:cubicBezTo>
                    <a:pt x="259005" y="46910"/>
                    <a:pt x="254341" y="43534"/>
                    <a:pt x="249652" y="40424"/>
                  </a:cubicBezTo>
                  <a:cubicBezTo>
                    <a:pt x="244964" y="37339"/>
                    <a:pt x="240251" y="34448"/>
                    <a:pt x="235708" y="31558"/>
                  </a:cubicBezTo>
                  <a:cubicBezTo>
                    <a:pt x="231312" y="28764"/>
                    <a:pt x="227230" y="25533"/>
                    <a:pt x="223125" y="22254"/>
                  </a:cubicBezTo>
                  <a:cubicBezTo>
                    <a:pt x="220186" y="19922"/>
                    <a:pt x="217222" y="17565"/>
                    <a:pt x="214161" y="15330"/>
                  </a:cubicBezTo>
                  <a:cubicBezTo>
                    <a:pt x="211076" y="13023"/>
                    <a:pt x="207845" y="10933"/>
                    <a:pt x="204469" y="9039"/>
                  </a:cubicBezTo>
                  <a:lnTo>
                    <a:pt x="203181" y="8359"/>
                  </a:lnTo>
                  <a:cubicBezTo>
                    <a:pt x="202744" y="8140"/>
                    <a:pt x="202307" y="7897"/>
                    <a:pt x="201869" y="7703"/>
                  </a:cubicBezTo>
                  <a:lnTo>
                    <a:pt x="200509" y="7095"/>
                  </a:lnTo>
                  <a:cubicBezTo>
                    <a:pt x="200072" y="6901"/>
                    <a:pt x="199634" y="6658"/>
                    <a:pt x="199149" y="6488"/>
                  </a:cubicBezTo>
                  <a:lnTo>
                    <a:pt x="197764" y="5954"/>
                  </a:lnTo>
                  <a:cubicBezTo>
                    <a:pt x="197278" y="5784"/>
                    <a:pt x="196817" y="5589"/>
                    <a:pt x="196355" y="5468"/>
                  </a:cubicBezTo>
                  <a:lnTo>
                    <a:pt x="193513" y="4593"/>
                  </a:lnTo>
                  <a:cubicBezTo>
                    <a:pt x="189796" y="3670"/>
                    <a:pt x="186031" y="3014"/>
                    <a:pt x="182217" y="2698"/>
                  </a:cubicBezTo>
                  <a:cubicBezTo>
                    <a:pt x="178826" y="2386"/>
                    <a:pt x="175435" y="2258"/>
                    <a:pt x="172044" y="2258"/>
                  </a:cubicBezTo>
                  <a:cubicBezTo>
                    <a:pt x="171743" y="2258"/>
                    <a:pt x="171441" y="2259"/>
                    <a:pt x="171140" y="2261"/>
                  </a:cubicBezTo>
                  <a:cubicBezTo>
                    <a:pt x="167496" y="2285"/>
                    <a:pt x="163876" y="2480"/>
                    <a:pt x="160305" y="2674"/>
                  </a:cubicBezTo>
                  <a:cubicBezTo>
                    <a:pt x="156734" y="2868"/>
                    <a:pt x="153212" y="3184"/>
                    <a:pt x="149738" y="3476"/>
                  </a:cubicBezTo>
                  <a:lnTo>
                    <a:pt x="139341" y="4326"/>
                  </a:lnTo>
                  <a:lnTo>
                    <a:pt x="134094" y="4763"/>
                  </a:lnTo>
                  <a:lnTo>
                    <a:pt x="128847" y="5322"/>
                  </a:lnTo>
                  <a:cubicBezTo>
                    <a:pt x="127122" y="5492"/>
                    <a:pt x="125373" y="5735"/>
                    <a:pt x="123648" y="5954"/>
                  </a:cubicBezTo>
                  <a:cubicBezTo>
                    <a:pt x="121923" y="6197"/>
                    <a:pt x="120199" y="6391"/>
                    <a:pt x="118474" y="6682"/>
                  </a:cubicBezTo>
                  <a:lnTo>
                    <a:pt x="113300" y="7508"/>
                  </a:lnTo>
                  <a:cubicBezTo>
                    <a:pt x="111599" y="7824"/>
                    <a:pt x="109899" y="8164"/>
                    <a:pt x="108174" y="8456"/>
                  </a:cubicBezTo>
                  <a:lnTo>
                    <a:pt x="105623" y="8942"/>
                  </a:lnTo>
                  <a:lnTo>
                    <a:pt x="103073" y="9500"/>
                  </a:lnTo>
                  <a:lnTo>
                    <a:pt x="100546" y="10059"/>
                  </a:lnTo>
                  <a:cubicBezTo>
                    <a:pt x="99696" y="10253"/>
                    <a:pt x="98846" y="10399"/>
                    <a:pt x="97996" y="10618"/>
                  </a:cubicBezTo>
                  <a:lnTo>
                    <a:pt x="92967" y="11881"/>
                  </a:lnTo>
                  <a:lnTo>
                    <a:pt x="91704" y="12172"/>
                  </a:lnTo>
                  <a:lnTo>
                    <a:pt x="90441" y="12537"/>
                  </a:lnTo>
                  <a:lnTo>
                    <a:pt x="87963" y="13241"/>
                  </a:lnTo>
                  <a:cubicBezTo>
                    <a:pt x="84611" y="14116"/>
                    <a:pt x="81331" y="15233"/>
                    <a:pt x="78027" y="16253"/>
                  </a:cubicBezTo>
                  <a:cubicBezTo>
                    <a:pt x="76400" y="16812"/>
                    <a:pt x="74772" y="17395"/>
                    <a:pt x="73120" y="17978"/>
                  </a:cubicBezTo>
                  <a:cubicBezTo>
                    <a:pt x="72343" y="18270"/>
                    <a:pt x="71517" y="18537"/>
                    <a:pt x="70691" y="18828"/>
                  </a:cubicBezTo>
                  <a:lnTo>
                    <a:pt x="68262" y="19776"/>
                  </a:lnTo>
                  <a:lnTo>
                    <a:pt x="65833" y="20723"/>
                  </a:lnTo>
                  <a:cubicBezTo>
                    <a:pt x="65055" y="21063"/>
                    <a:pt x="64229" y="21355"/>
                    <a:pt x="63452" y="21719"/>
                  </a:cubicBezTo>
                  <a:lnTo>
                    <a:pt x="58666" y="23784"/>
                  </a:lnTo>
                  <a:lnTo>
                    <a:pt x="57646" y="24221"/>
                  </a:lnTo>
                  <a:cubicBezTo>
                    <a:pt x="57306" y="24367"/>
                    <a:pt x="56966" y="24537"/>
                    <a:pt x="56626" y="24707"/>
                  </a:cubicBezTo>
                  <a:lnTo>
                    <a:pt x="54585" y="25679"/>
                  </a:lnTo>
                  <a:lnTo>
                    <a:pt x="52520" y="26651"/>
                  </a:lnTo>
                  <a:lnTo>
                    <a:pt x="51500" y="27136"/>
                  </a:lnTo>
                  <a:cubicBezTo>
                    <a:pt x="51160" y="27282"/>
                    <a:pt x="50820" y="27452"/>
                    <a:pt x="50480" y="27622"/>
                  </a:cubicBezTo>
                  <a:lnTo>
                    <a:pt x="45791" y="30732"/>
                  </a:lnTo>
                  <a:cubicBezTo>
                    <a:pt x="45427" y="30975"/>
                    <a:pt x="45063" y="31217"/>
                    <a:pt x="44698" y="31460"/>
                  </a:cubicBezTo>
                  <a:lnTo>
                    <a:pt x="43678" y="32213"/>
                  </a:lnTo>
                  <a:lnTo>
                    <a:pt x="41710" y="33671"/>
                  </a:lnTo>
                  <a:lnTo>
                    <a:pt x="39961" y="35031"/>
                  </a:lnTo>
                  <a:lnTo>
                    <a:pt x="39160" y="35687"/>
                  </a:lnTo>
                  <a:cubicBezTo>
                    <a:pt x="38892" y="35882"/>
                    <a:pt x="38650" y="36124"/>
                    <a:pt x="38382" y="36343"/>
                  </a:cubicBezTo>
                  <a:cubicBezTo>
                    <a:pt x="37411" y="37218"/>
                    <a:pt x="36560" y="37995"/>
                    <a:pt x="35880" y="38699"/>
                  </a:cubicBezTo>
                  <a:cubicBezTo>
                    <a:pt x="34520" y="40084"/>
                    <a:pt x="33791" y="41056"/>
                    <a:pt x="34034" y="41396"/>
                  </a:cubicBezTo>
                  <a:cubicBezTo>
                    <a:pt x="34094" y="41474"/>
                    <a:pt x="34212" y="41515"/>
                    <a:pt x="34392" y="41515"/>
                  </a:cubicBezTo>
                  <a:cubicBezTo>
                    <a:pt x="34934" y="41515"/>
                    <a:pt x="36041" y="41142"/>
                    <a:pt x="37848" y="40303"/>
                  </a:cubicBezTo>
                  <a:cubicBezTo>
                    <a:pt x="38455" y="40011"/>
                    <a:pt x="39135" y="39671"/>
                    <a:pt x="39913" y="39282"/>
                  </a:cubicBezTo>
                  <a:cubicBezTo>
                    <a:pt x="40301" y="39112"/>
                    <a:pt x="40690" y="38894"/>
                    <a:pt x="41127" y="38675"/>
                  </a:cubicBezTo>
                  <a:lnTo>
                    <a:pt x="42488" y="38019"/>
                  </a:lnTo>
                  <a:cubicBezTo>
                    <a:pt x="43435" y="37558"/>
                    <a:pt x="44480" y="37023"/>
                    <a:pt x="45597" y="36440"/>
                  </a:cubicBezTo>
                  <a:lnTo>
                    <a:pt x="47370" y="35541"/>
                  </a:lnTo>
                  <a:lnTo>
                    <a:pt x="49338" y="34618"/>
                  </a:lnTo>
                  <a:lnTo>
                    <a:pt x="51500" y="33404"/>
                  </a:lnTo>
                  <a:lnTo>
                    <a:pt x="52715" y="32748"/>
                  </a:lnTo>
                  <a:cubicBezTo>
                    <a:pt x="53152" y="32529"/>
                    <a:pt x="53565" y="32286"/>
                    <a:pt x="54002" y="32068"/>
                  </a:cubicBezTo>
                  <a:lnTo>
                    <a:pt x="59274" y="29444"/>
                  </a:lnTo>
                  <a:lnTo>
                    <a:pt x="59881" y="29128"/>
                  </a:lnTo>
                  <a:lnTo>
                    <a:pt x="60488" y="28861"/>
                  </a:lnTo>
                  <a:lnTo>
                    <a:pt x="61654" y="28351"/>
                  </a:lnTo>
                  <a:lnTo>
                    <a:pt x="63598" y="27452"/>
                  </a:lnTo>
                  <a:lnTo>
                    <a:pt x="65395" y="26651"/>
                  </a:lnTo>
                  <a:cubicBezTo>
                    <a:pt x="65757" y="26575"/>
                    <a:pt x="66038" y="26542"/>
                    <a:pt x="66253" y="26542"/>
                  </a:cubicBezTo>
                  <a:cubicBezTo>
                    <a:pt x="66730" y="26542"/>
                    <a:pt x="66871" y="26707"/>
                    <a:pt x="66804" y="26942"/>
                  </a:cubicBezTo>
                  <a:cubicBezTo>
                    <a:pt x="66707" y="27258"/>
                    <a:pt x="66197" y="27817"/>
                    <a:pt x="65687" y="28375"/>
                  </a:cubicBezTo>
                  <a:cubicBezTo>
                    <a:pt x="83323" y="20820"/>
                    <a:pt x="102077" y="15986"/>
                    <a:pt x="121098" y="13241"/>
                  </a:cubicBezTo>
                  <a:lnTo>
                    <a:pt x="128239" y="12318"/>
                  </a:lnTo>
                  <a:cubicBezTo>
                    <a:pt x="130644" y="12075"/>
                    <a:pt x="133025" y="11808"/>
                    <a:pt x="135430" y="11565"/>
                  </a:cubicBezTo>
                  <a:lnTo>
                    <a:pt x="149908" y="10448"/>
                  </a:lnTo>
                  <a:cubicBezTo>
                    <a:pt x="154742" y="10059"/>
                    <a:pt x="159552" y="9695"/>
                    <a:pt x="164338" y="9476"/>
                  </a:cubicBezTo>
                  <a:cubicBezTo>
                    <a:pt x="166718" y="9354"/>
                    <a:pt x="169093" y="9294"/>
                    <a:pt x="171468" y="9294"/>
                  </a:cubicBezTo>
                  <a:cubicBezTo>
                    <a:pt x="173842" y="9294"/>
                    <a:pt x="176217" y="9354"/>
                    <a:pt x="178597" y="9476"/>
                  </a:cubicBezTo>
                  <a:cubicBezTo>
                    <a:pt x="179326" y="9500"/>
                    <a:pt x="180055" y="9573"/>
                    <a:pt x="180784" y="9646"/>
                  </a:cubicBezTo>
                  <a:lnTo>
                    <a:pt x="181877" y="9719"/>
                  </a:lnTo>
                  <a:cubicBezTo>
                    <a:pt x="182241" y="9743"/>
                    <a:pt x="182606" y="9767"/>
                    <a:pt x="182970" y="9840"/>
                  </a:cubicBezTo>
                  <a:lnTo>
                    <a:pt x="185132" y="10108"/>
                  </a:lnTo>
                  <a:lnTo>
                    <a:pt x="185666" y="10156"/>
                  </a:lnTo>
                  <a:cubicBezTo>
                    <a:pt x="185861" y="10180"/>
                    <a:pt x="186031" y="10229"/>
                    <a:pt x="186201" y="10253"/>
                  </a:cubicBezTo>
                  <a:lnTo>
                    <a:pt x="187270" y="10448"/>
                  </a:lnTo>
                  <a:lnTo>
                    <a:pt x="188339" y="10618"/>
                  </a:lnTo>
                  <a:cubicBezTo>
                    <a:pt x="188509" y="10666"/>
                    <a:pt x="188703" y="10691"/>
                    <a:pt x="188873" y="10715"/>
                  </a:cubicBezTo>
                  <a:lnTo>
                    <a:pt x="189407" y="10836"/>
                  </a:lnTo>
                  <a:lnTo>
                    <a:pt x="191472" y="11322"/>
                  </a:lnTo>
                  <a:cubicBezTo>
                    <a:pt x="191837" y="11419"/>
                    <a:pt x="192152" y="11541"/>
                    <a:pt x="192493" y="11638"/>
                  </a:cubicBezTo>
                  <a:lnTo>
                    <a:pt x="193513" y="11929"/>
                  </a:lnTo>
                  <a:lnTo>
                    <a:pt x="194533" y="12245"/>
                  </a:lnTo>
                  <a:cubicBezTo>
                    <a:pt x="194849" y="12367"/>
                    <a:pt x="195165" y="12488"/>
                    <a:pt x="195505" y="12610"/>
                  </a:cubicBezTo>
                  <a:cubicBezTo>
                    <a:pt x="196817" y="13071"/>
                    <a:pt x="198080" y="13678"/>
                    <a:pt x="199367" y="14286"/>
                  </a:cubicBezTo>
                  <a:lnTo>
                    <a:pt x="201262" y="15282"/>
                  </a:lnTo>
                  <a:cubicBezTo>
                    <a:pt x="201894" y="15622"/>
                    <a:pt x="202501" y="16011"/>
                    <a:pt x="203133" y="16351"/>
                  </a:cubicBezTo>
                  <a:cubicBezTo>
                    <a:pt x="205610" y="17832"/>
                    <a:pt x="208015" y="19460"/>
                    <a:pt x="210396" y="21209"/>
                  </a:cubicBezTo>
                  <a:cubicBezTo>
                    <a:pt x="215157" y="24707"/>
                    <a:pt x="219773" y="28545"/>
                    <a:pt x="224655" y="32238"/>
                  </a:cubicBezTo>
                  <a:cubicBezTo>
                    <a:pt x="225870" y="33137"/>
                    <a:pt x="227109" y="34060"/>
                    <a:pt x="228396" y="34934"/>
                  </a:cubicBezTo>
                  <a:lnTo>
                    <a:pt x="229344" y="35614"/>
                  </a:lnTo>
                  <a:lnTo>
                    <a:pt x="230316" y="36270"/>
                  </a:lnTo>
                  <a:cubicBezTo>
                    <a:pt x="230971" y="36683"/>
                    <a:pt x="231627" y="37145"/>
                    <a:pt x="232259" y="37533"/>
                  </a:cubicBezTo>
                  <a:lnTo>
                    <a:pt x="239838" y="42295"/>
                  </a:lnTo>
                  <a:cubicBezTo>
                    <a:pt x="242365" y="43898"/>
                    <a:pt x="244818" y="45477"/>
                    <a:pt x="247223" y="47129"/>
                  </a:cubicBezTo>
                  <a:cubicBezTo>
                    <a:pt x="248438" y="47955"/>
                    <a:pt x="249652" y="48781"/>
                    <a:pt x="250794" y="49631"/>
                  </a:cubicBezTo>
                  <a:cubicBezTo>
                    <a:pt x="251960" y="50505"/>
                    <a:pt x="253102" y="51356"/>
                    <a:pt x="254219" y="52254"/>
                  </a:cubicBezTo>
                  <a:cubicBezTo>
                    <a:pt x="258713" y="55825"/>
                    <a:pt x="262746" y="59761"/>
                    <a:pt x="266025" y="64158"/>
                  </a:cubicBezTo>
                  <a:cubicBezTo>
                    <a:pt x="267629" y="66344"/>
                    <a:pt x="269037" y="68676"/>
                    <a:pt x="270228" y="71105"/>
                  </a:cubicBezTo>
                  <a:cubicBezTo>
                    <a:pt x="271370" y="73559"/>
                    <a:pt x="272341" y="76109"/>
                    <a:pt x="273070" y="78709"/>
                  </a:cubicBezTo>
                  <a:cubicBezTo>
                    <a:pt x="274386" y="83525"/>
                    <a:pt x="274985" y="88486"/>
                    <a:pt x="274868" y="93457"/>
                  </a:cubicBezTo>
                  <a:lnTo>
                    <a:pt x="274868" y="93457"/>
                  </a:lnTo>
                  <a:lnTo>
                    <a:pt x="274868" y="91170"/>
                  </a:lnTo>
                  <a:lnTo>
                    <a:pt x="274843" y="90660"/>
                  </a:lnTo>
                  <a:lnTo>
                    <a:pt x="274746" y="88571"/>
                  </a:lnTo>
                  <a:lnTo>
                    <a:pt x="274528" y="86531"/>
                  </a:lnTo>
                  <a:cubicBezTo>
                    <a:pt x="274212" y="83786"/>
                    <a:pt x="273677" y="81089"/>
                    <a:pt x="272924" y="78417"/>
                  </a:cubicBezTo>
                  <a:cubicBezTo>
                    <a:pt x="272147" y="75794"/>
                    <a:pt x="271151" y="73243"/>
                    <a:pt x="269936" y="70789"/>
                  </a:cubicBezTo>
                  <a:lnTo>
                    <a:pt x="269013" y="68967"/>
                  </a:lnTo>
                  <a:lnTo>
                    <a:pt x="267944" y="67194"/>
                  </a:lnTo>
                  <a:lnTo>
                    <a:pt x="267701" y="66757"/>
                  </a:lnTo>
                  <a:lnTo>
                    <a:pt x="267386" y="66344"/>
                  </a:lnTo>
                  <a:lnTo>
                    <a:pt x="266778" y="65494"/>
                  </a:lnTo>
                  <a:lnTo>
                    <a:pt x="266195" y="64643"/>
                  </a:lnTo>
                  <a:lnTo>
                    <a:pt x="265564" y="63818"/>
                  </a:lnTo>
                  <a:lnTo>
                    <a:pt x="264932" y="62992"/>
                  </a:lnTo>
                  <a:cubicBezTo>
                    <a:pt x="264738" y="62724"/>
                    <a:pt x="264519" y="62457"/>
                    <a:pt x="264300" y="62190"/>
                  </a:cubicBezTo>
                  <a:lnTo>
                    <a:pt x="262940" y="60587"/>
                  </a:lnTo>
                  <a:cubicBezTo>
                    <a:pt x="261993" y="59566"/>
                    <a:pt x="261045" y="58522"/>
                    <a:pt x="260025" y="57550"/>
                  </a:cubicBezTo>
                  <a:cubicBezTo>
                    <a:pt x="257984" y="55582"/>
                    <a:pt x="255822" y="53712"/>
                    <a:pt x="253588" y="51963"/>
                  </a:cubicBezTo>
                  <a:cubicBezTo>
                    <a:pt x="249069" y="48416"/>
                    <a:pt x="244138" y="45210"/>
                    <a:pt x="239134" y="42027"/>
                  </a:cubicBezTo>
                  <a:lnTo>
                    <a:pt x="231554" y="37266"/>
                  </a:lnTo>
                  <a:cubicBezTo>
                    <a:pt x="228907" y="35566"/>
                    <a:pt x="226429" y="33768"/>
                    <a:pt x="224000" y="31922"/>
                  </a:cubicBezTo>
                  <a:cubicBezTo>
                    <a:pt x="219165" y="28229"/>
                    <a:pt x="214598" y="24440"/>
                    <a:pt x="209886" y="20990"/>
                  </a:cubicBezTo>
                  <a:cubicBezTo>
                    <a:pt x="207578" y="19290"/>
                    <a:pt x="205173" y="17687"/>
                    <a:pt x="202695" y="16205"/>
                  </a:cubicBezTo>
                  <a:cubicBezTo>
                    <a:pt x="201481" y="15476"/>
                    <a:pt x="200242" y="14845"/>
                    <a:pt x="199003" y="14189"/>
                  </a:cubicBezTo>
                  <a:lnTo>
                    <a:pt x="197108" y="13314"/>
                  </a:lnTo>
                  <a:cubicBezTo>
                    <a:pt x="196792" y="13168"/>
                    <a:pt x="196476" y="13071"/>
                    <a:pt x="196136" y="12925"/>
                  </a:cubicBezTo>
                  <a:lnTo>
                    <a:pt x="195189" y="12561"/>
                  </a:lnTo>
                  <a:cubicBezTo>
                    <a:pt x="194557" y="12318"/>
                    <a:pt x="193901" y="12099"/>
                    <a:pt x="193221" y="11905"/>
                  </a:cubicBezTo>
                  <a:lnTo>
                    <a:pt x="192225" y="11614"/>
                  </a:lnTo>
                  <a:lnTo>
                    <a:pt x="191739" y="11444"/>
                  </a:lnTo>
                  <a:lnTo>
                    <a:pt x="191229" y="11322"/>
                  </a:lnTo>
                  <a:lnTo>
                    <a:pt x="189189" y="10836"/>
                  </a:lnTo>
                  <a:cubicBezTo>
                    <a:pt x="188849" y="10763"/>
                    <a:pt x="188484" y="10691"/>
                    <a:pt x="188144" y="10642"/>
                  </a:cubicBezTo>
                  <a:lnTo>
                    <a:pt x="187100" y="10448"/>
                  </a:lnTo>
                  <a:cubicBezTo>
                    <a:pt x="185715" y="10180"/>
                    <a:pt x="184282" y="10035"/>
                    <a:pt x="182873" y="9840"/>
                  </a:cubicBezTo>
                  <a:cubicBezTo>
                    <a:pt x="182144" y="9767"/>
                    <a:pt x="181440" y="9719"/>
                    <a:pt x="180711" y="9646"/>
                  </a:cubicBezTo>
                  <a:cubicBezTo>
                    <a:pt x="180006" y="9597"/>
                    <a:pt x="179278" y="9500"/>
                    <a:pt x="178549" y="9500"/>
                  </a:cubicBezTo>
                  <a:cubicBezTo>
                    <a:pt x="176287" y="9385"/>
                    <a:pt x="174025" y="9330"/>
                    <a:pt x="171763" y="9330"/>
                  </a:cubicBezTo>
                  <a:cubicBezTo>
                    <a:pt x="169264" y="9330"/>
                    <a:pt x="166764" y="9397"/>
                    <a:pt x="164265" y="9525"/>
                  </a:cubicBezTo>
                  <a:cubicBezTo>
                    <a:pt x="159479" y="9767"/>
                    <a:pt x="154621" y="10156"/>
                    <a:pt x="149762" y="10569"/>
                  </a:cubicBezTo>
                  <a:cubicBezTo>
                    <a:pt x="147333" y="10788"/>
                    <a:pt x="144880" y="10982"/>
                    <a:pt x="142402" y="11176"/>
                  </a:cubicBezTo>
                  <a:lnTo>
                    <a:pt x="135163" y="11784"/>
                  </a:lnTo>
                  <a:lnTo>
                    <a:pt x="127924" y="12561"/>
                  </a:lnTo>
                  <a:lnTo>
                    <a:pt x="120709" y="13557"/>
                  </a:lnTo>
                  <a:cubicBezTo>
                    <a:pt x="101518" y="16424"/>
                    <a:pt x="82546" y="21476"/>
                    <a:pt x="64739" y="29347"/>
                  </a:cubicBezTo>
                  <a:cubicBezTo>
                    <a:pt x="64352" y="29816"/>
                    <a:pt x="64239" y="30165"/>
                    <a:pt x="64800" y="30165"/>
                  </a:cubicBezTo>
                  <a:cubicBezTo>
                    <a:pt x="64908" y="30165"/>
                    <a:pt x="65040" y="30152"/>
                    <a:pt x="65201" y="30124"/>
                  </a:cubicBezTo>
                  <a:cubicBezTo>
                    <a:pt x="66027" y="29979"/>
                    <a:pt x="66829" y="29760"/>
                    <a:pt x="67630" y="29468"/>
                  </a:cubicBezTo>
                  <a:cubicBezTo>
                    <a:pt x="68796" y="29128"/>
                    <a:pt x="70302" y="28618"/>
                    <a:pt x="72294" y="27914"/>
                  </a:cubicBezTo>
                  <a:lnTo>
                    <a:pt x="73436" y="27549"/>
                  </a:lnTo>
                  <a:cubicBezTo>
                    <a:pt x="73825" y="27404"/>
                    <a:pt x="74238" y="27258"/>
                    <a:pt x="74699" y="27112"/>
                  </a:cubicBezTo>
                  <a:cubicBezTo>
                    <a:pt x="75622" y="26821"/>
                    <a:pt x="76618" y="26480"/>
                    <a:pt x="77712" y="26116"/>
                  </a:cubicBezTo>
                  <a:cubicBezTo>
                    <a:pt x="78780" y="25752"/>
                    <a:pt x="79946" y="25339"/>
                    <a:pt x="81210" y="24926"/>
                  </a:cubicBezTo>
                  <a:lnTo>
                    <a:pt x="85194" y="23687"/>
                  </a:lnTo>
                  <a:lnTo>
                    <a:pt x="87356" y="22982"/>
                  </a:lnTo>
                  <a:lnTo>
                    <a:pt x="89590" y="22326"/>
                  </a:lnTo>
                  <a:cubicBezTo>
                    <a:pt x="91145" y="21889"/>
                    <a:pt x="92724" y="21428"/>
                    <a:pt x="94352" y="20966"/>
                  </a:cubicBezTo>
                  <a:lnTo>
                    <a:pt x="99405" y="19654"/>
                  </a:lnTo>
                  <a:lnTo>
                    <a:pt x="100716" y="19314"/>
                  </a:lnTo>
                  <a:lnTo>
                    <a:pt x="102028" y="19023"/>
                  </a:lnTo>
                  <a:lnTo>
                    <a:pt x="104700" y="18415"/>
                  </a:lnTo>
                  <a:lnTo>
                    <a:pt x="107421" y="17808"/>
                  </a:lnTo>
                  <a:lnTo>
                    <a:pt x="110166" y="17249"/>
                  </a:lnTo>
                  <a:lnTo>
                    <a:pt x="112935" y="16691"/>
                  </a:lnTo>
                  <a:lnTo>
                    <a:pt x="114320" y="16424"/>
                  </a:lnTo>
                  <a:lnTo>
                    <a:pt x="115705" y="16181"/>
                  </a:lnTo>
                  <a:lnTo>
                    <a:pt x="121292" y="15233"/>
                  </a:lnTo>
                  <a:lnTo>
                    <a:pt x="126831" y="14456"/>
                  </a:lnTo>
                  <a:lnTo>
                    <a:pt x="128191" y="14261"/>
                  </a:lnTo>
                  <a:lnTo>
                    <a:pt x="129551" y="14116"/>
                  </a:lnTo>
                  <a:lnTo>
                    <a:pt x="132248" y="13800"/>
                  </a:lnTo>
                  <a:lnTo>
                    <a:pt x="134871" y="13508"/>
                  </a:lnTo>
                  <a:cubicBezTo>
                    <a:pt x="135746" y="13411"/>
                    <a:pt x="136620" y="13338"/>
                    <a:pt x="137471" y="13266"/>
                  </a:cubicBezTo>
                  <a:lnTo>
                    <a:pt x="142426" y="12853"/>
                  </a:lnTo>
                  <a:lnTo>
                    <a:pt x="147163" y="12512"/>
                  </a:lnTo>
                  <a:cubicBezTo>
                    <a:pt x="151317" y="12245"/>
                    <a:pt x="155423" y="11929"/>
                    <a:pt x="159528" y="11711"/>
                  </a:cubicBezTo>
                  <a:cubicBezTo>
                    <a:pt x="163335" y="11486"/>
                    <a:pt x="167122" y="11344"/>
                    <a:pt x="170888" y="11344"/>
                  </a:cubicBezTo>
                  <a:cubicBezTo>
                    <a:pt x="171182" y="11344"/>
                    <a:pt x="171477" y="11345"/>
                    <a:pt x="171771" y="11346"/>
                  </a:cubicBezTo>
                  <a:cubicBezTo>
                    <a:pt x="175779" y="11346"/>
                    <a:pt x="179788" y="11589"/>
                    <a:pt x="183772" y="12075"/>
                  </a:cubicBezTo>
                  <a:cubicBezTo>
                    <a:pt x="187585" y="12512"/>
                    <a:pt x="191326" y="13411"/>
                    <a:pt x="194922" y="14747"/>
                  </a:cubicBezTo>
                  <a:cubicBezTo>
                    <a:pt x="198371" y="16083"/>
                    <a:pt x="201796" y="18002"/>
                    <a:pt x="205149" y="20262"/>
                  </a:cubicBezTo>
                  <a:cubicBezTo>
                    <a:pt x="208477" y="22497"/>
                    <a:pt x="211781" y="25047"/>
                    <a:pt x="215133" y="27671"/>
                  </a:cubicBezTo>
                  <a:cubicBezTo>
                    <a:pt x="218510" y="30319"/>
                    <a:pt x="221910" y="33064"/>
                    <a:pt x="225554" y="35711"/>
                  </a:cubicBezTo>
                  <a:cubicBezTo>
                    <a:pt x="226502" y="36343"/>
                    <a:pt x="227401" y="37023"/>
                    <a:pt x="228372" y="37655"/>
                  </a:cubicBezTo>
                  <a:lnTo>
                    <a:pt x="229805" y="38602"/>
                  </a:lnTo>
                  <a:lnTo>
                    <a:pt x="230534" y="39088"/>
                  </a:lnTo>
                  <a:lnTo>
                    <a:pt x="231214" y="39501"/>
                  </a:lnTo>
                  <a:lnTo>
                    <a:pt x="236729" y="42951"/>
                  </a:lnTo>
                  <a:cubicBezTo>
                    <a:pt x="240373" y="45234"/>
                    <a:pt x="243944" y="47493"/>
                    <a:pt x="247369" y="49850"/>
                  </a:cubicBezTo>
                  <a:cubicBezTo>
                    <a:pt x="250721" y="52157"/>
                    <a:pt x="253928" y="54659"/>
                    <a:pt x="256940" y="57356"/>
                  </a:cubicBezTo>
                  <a:cubicBezTo>
                    <a:pt x="259855" y="59955"/>
                    <a:pt x="262503" y="62846"/>
                    <a:pt x="264811" y="65980"/>
                  </a:cubicBezTo>
                  <a:cubicBezTo>
                    <a:pt x="266997" y="69040"/>
                    <a:pt x="268770" y="72368"/>
                    <a:pt x="270082" y="75891"/>
                  </a:cubicBezTo>
                  <a:lnTo>
                    <a:pt x="270349" y="76547"/>
                  </a:lnTo>
                  <a:cubicBezTo>
                    <a:pt x="270422" y="76765"/>
                    <a:pt x="270495" y="76984"/>
                    <a:pt x="270568" y="77202"/>
                  </a:cubicBezTo>
                  <a:lnTo>
                    <a:pt x="270981" y="78539"/>
                  </a:lnTo>
                  <a:cubicBezTo>
                    <a:pt x="271151" y="79000"/>
                    <a:pt x="271248" y="79462"/>
                    <a:pt x="271370" y="79899"/>
                  </a:cubicBezTo>
                  <a:lnTo>
                    <a:pt x="271734" y="81284"/>
                  </a:lnTo>
                  <a:lnTo>
                    <a:pt x="272050" y="82668"/>
                  </a:lnTo>
                  <a:cubicBezTo>
                    <a:pt x="272123" y="83130"/>
                    <a:pt x="272244" y="83591"/>
                    <a:pt x="272317" y="84053"/>
                  </a:cubicBezTo>
                  <a:lnTo>
                    <a:pt x="272536" y="85462"/>
                  </a:lnTo>
                  <a:lnTo>
                    <a:pt x="272633" y="86166"/>
                  </a:lnTo>
                  <a:cubicBezTo>
                    <a:pt x="272681" y="86385"/>
                    <a:pt x="272706" y="86628"/>
                    <a:pt x="272730" y="86871"/>
                  </a:cubicBezTo>
                  <a:cubicBezTo>
                    <a:pt x="273143" y="90636"/>
                    <a:pt x="273167" y="94426"/>
                    <a:pt x="272778" y="98215"/>
                  </a:cubicBezTo>
                  <a:cubicBezTo>
                    <a:pt x="272754" y="98677"/>
                    <a:pt x="272681" y="99138"/>
                    <a:pt x="272608" y="99624"/>
                  </a:cubicBezTo>
                  <a:lnTo>
                    <a:pt x="272414" y="101009"/>
                  </a:lnTo>
                  <a:cubicBezTo>
                    <a:pt x="272268" y="101956"/>
                    <a:pt x="272074" y="102879"/>
                    <a:pt x="271928" y="103802"/>
                  </a:cubicBezTo>
                  <a:cubicBezTo>
                    <a:pt x="271710" y="104750"/>
                    <a:pt x="271515" y="105649"/>
                    <a:pt x="271272" y="106572"/>
                  </a:cubicBezTo>
                  <a:lnTo>
                    <a:pt x="270884" y="107932"/>
                  </a:lnTo>
                  <a:cubicBezTo>
                    <a:pt x="270762" y="108369"/>
                    <a:pt x="270641" y="108831"/>
                    <a:pt x="270471" y="109268"/>
                  </a:cubicBezTo>
                  <a:cubicBezTo>
                    <a:pt x="269353" y="112815"/>
                    <a:pt x="267871" y="116264"/>
                    <a:pt x="266050" y="119519"/>
                  </a:cubicBezTo>
                  <a:lnTo>
                    <a:pt x="265564" y="120394"/>
                  </a:lnTo>
                  <a:lnTo>
                    <a:pt x="265029" y="121244"/>
                  </a:lnTo>
                  <a:lnTo>
                    <a:pt x="264495" y="122119"/>
                  </a:lnTo>
                  <a:lnTo>
                    <a:pt x="264252" y="122532"/>
                  </a:lnTo>
                  <a:lnTo>
                    <a:pt x="263960" y="122945"/>
                  </a:lnTo>
                  <a:lnTo>
                    <a:pt x="262843" y="124596"/>
                  </a:lnTo>
                  <a:lnTo>
                    <a:pt x="261628" y="126200"/>
                  </a:lnTo>
                  <a:cubicBezTo>
                    <a:pt x="260001" y="128289"/>
                    <a:pt x="258203" y="130257"/>
                    <a:pt x="256284" y="132054"/>
                  </a:cubicBezTo>
                  <a:cubicBezTo>
                    <a:pt x="254341" y="133828"/>
                    <a:pt x="252276" y="135431"/>
                    <a:pt x="250089" y="136864"/>
                  </a:cubicBezTo>
                  <a:lnTo>
                    <a:pt x="248389" y="137933"/>
                  </a:lnTo>
                  <a:lnTo>
                    <a:pt x="246616" y="138929"/>
                  </a:lnTo>
                  <a:lnTo>
                    <a:pt x="246178" y="139196"/>
                  </a:lnTo>
                  <a:lnTo>
                    <a:pt x="245741" y="139415"/>
                  </a:lnTo>
                  <a:lnTo>
                    <a:pt x="244818" y="139876"/>
                  </a:lnTo>
                  <a:lnTo>
                    <a:pt x="243919" y="140338"/>
                  </a:lnTo>
                  <a:lnTo>
                    <a:pt x="242996" y="140775"/>
                  </a:lnTo>
                  <a:lnTo>
                    <a:pt x="242049" y="141188"/>
                  </a:lnTo>
                  <a:lnTo>
                    <a:pt x="241587" y="141407"/>
                  </a:lnTo>
                  <a:lnTo>
                    <a:pt x="241126" y="141601"/>
                  </a:lnTo>
                  <a:lnTo>
                    <a:pt x="239231" y="142403"/>
                  </a:lnTo>
                  <a:lnTo>
                    <a:pt x="237287" y="143131"/>
                  </a:lnTo>
                  <a:cubicBezTo>
                    <a:pt x="236656" y="143399"/>
                    <a:pt x="235976" y="143593"/>
                    <a:pt x="235344" y="143836"/>
                  </a:cubicBezTo>
                  <a:cubicBezTo>
                    <a:pt x="232721" y="144735"/>
                    <a:pt x="230000" y="145512"/>
                    <a:pt x="227255" y="146192"/>
                  </a:cubicBezTo>
                  <a:cubicBezTo>
                    <a:pt x="224485" y="146872"/>
                    <a:pt x="221692" y="147455"/>
                    <a:pt x="218850" y="147990"/>
                  </a:cubicBezTo>
                  <a:cubicBezTo>
                    <a:pt x="216007" y="148500"/>
                    <a:pt x="213117" y="148986"/>
                    <a:pt x="210226" y="149374"/>
                  </a:cubicBezTo>
                  <a:cubicBezTo>
                    <a:pt x="194787" y="151592"/>
                    <a:pt x="179230" y="152704"/>
                    <a:pt x="163670" y="152704"/>
                  </a:cubicBezTo>
                  <a:cubicBezTo>
                    <a:pt x="155702" y="152704"/>
                    <a:pt x="147733" y="152412"/>
                    <a:pt x="139778" y="151828"/>
                  </a:cubicBezTo>
                  <a:lnTo>
                    <a:pt x="136742" y="151634"/>
                  </a:lnTo>
                  <a:lnTo>
                    <a:pt x="133705" y="151342"/>
                  </a:lnTo>
                  <a:lnTo>
                    <a:pt x="127608" y="150735"/>
                  </a:lnTo>
                  <a:cubicBezTo>
                    <a:pt x="125567" y="150492"/>
                    <a:pt x="123551" y="150225"/>
                    <a:pt x="121510" y="149958"/>
                  </a:cubicBezTo>
                  <a:lnTo>
                    <a:pt x="118450" y="149569"/>
                  </a:lnTo>
                  <a:cubicBezTo>
                    <a:pt x="117454" y="149423"/>
                    <a:pt x="116433" y="149253"/>
                    <a:pt x="115413" y="149107"/>
                  </a:cubicBezTo>
                  <a:lnTo>
                    <a:pt x="109316" y="148111"/>
                  </a:lnTo>
                  <a:cubicBezTo>
                    <a:pt x="107275" y="147747"/>
                    <a:pt x="105235" y="147358"/>
                    <a:pt x="103218" y="146970"/>
                  </a:cubicBezTo>
                  <a:lnTo>
                    <a:pt x="100182" y="146387"/>
                  </a:lnTo>
                  <a:cubicBezTo>
                    <a:pt x="99162" y="146192"/>
                    <a:pt x="98141" y="145949"/>
                    <a:pt x="97145" y="145731"/>
                  </a:cubicBezTo>
                  <a:lnTo>
                    <a:pt x="91072" y="144370"/>
                  </a:lnTo>
                  <a:cubicBezTo>
                    <a:pt x="89056" y="143884"/>
                    <a:pt x="87040" y="143374"/>
                    <a:pt x="85048" y="142864"/>
                  </a:cubicBezTo>
                  <a:lnTo>
                    <a:pt x="82036" y="142087"/>
                  </a:lnTo>
                  <a:cubicBezTo>
                    <a:pt x="81040" y="141820"/>
                    <a:pt x="80044" y="141528"/>
                    <a:pt x="79048" y="141237"/>
                  </a:cubicBezTo>
                  <a:lnTo>
                    <a:pt x="73096" y="139536"/>
                  </a:lnTo>
                  <a:cubicBezTo>
                    <a:pt x="71128" y="138929"/>
                    <a:pt x="69161" y="138273"/>
                    <a:pt x="67193" y="137666"/>
                  </a:cubicBezTo>
                  <a:cubicBezTo>
                    <a:pt x="63258" y="136451"/>
                    <a:pt x="59395" y="135115"/>
                    <a:pt x="55630" y="133682"/>
                  </a:cubicBezTo>
                  <a:cubicBezTo>
                    <a:pt x="51865" y="132249"/>
                    <a:pt x="48221" y="130694"/>
                    <a:pt x="44698" y="128993"/>
                  </a:cubicBezTo>
                  <a:cubicBezTo>
                    <a:pt x="41249" y="127342"/>
                    <a:pt x="37921" y="125471"/>
                    <a:pt x="34714" y="123358"/>
                  </a:cubicBezTo>
                  <a:cubicBezTo>
                    <a:pt x="33937" y="122847"/>
                    <a:pt x="33159" y="122337"/>
                    <a:pt x="32406" y="121779"/>
                  </a:cubicBezTo>
                  <a:lnTo>
                    <a:pt x="31289" y="120953"/>
                  </a:lnTo>
                  <a:cubicBezTo>
                    <a:pt x="30925" y="120685"/>
                    <a:pt x="30560" y="120394"/>
                    <a:pt x="30196" y="120127"/>
                  </a:cubicBezTo>
                  <a:cubicBezTo>
                    <a:pt x="29831" y="119835"/>
                    <a:pt x="29467" y="119568"/>
                    <a:pt x="29103" y="119252"/>
                  </a:cubicBezTo>
                  <a:lnTo>
                    <a:pt x="28058" y="118378"/>
                  </a:lnTo>
                  <a:cubicBezTo>
                    <a:pt x="27354" y="117795"/>
                    <a:pt x="26722" y="117187"/>
                    <a:pt x="26066" y="116580"/>
                  </a:cubicBezTo>
                  <a:cubicBezTo>
                    <a:pt x="23491" y="114151"/>
                    <a:pt x="21159" y="111479"/>
                    <a:pt x="19143" y="108588"/>
                  </a:cubicBezTo>
                  <a:cubicBezTo>
                    <a:pt x="17199" y="105770"/>
                    <a:pt x="15572" y="102782"/>
                    <a:pt x="14309" y="99624"/>
                  </a:cubicBezTo>
                  <a:cubicBezTo>
                    <a:pt x="13094" y="96612"/>
                    <a:pt x="12317" y="93478"/>
                    <a:pt x="11928" y="90247"/>
                  </a:cubicBezTo>
                  <a:lnTo>
                    <a:pt x="11807" y="89081"/>
                  </a:lnTo>
                  <a:cubicBezTo>
                    <a:pt x="11782" y="88887"/>
                    <a:pt x="11782" y="88693"/>
                    <a:pt x="11782" y="88523"/>
                  </a:cubicBezTo>
                  <a:lnTo>
                    <a:pt x="11758" y="87940"/>
                  </a:lnTo>
                  <a:lnTo>
                    <a:pt x="11734" y="86774"/>
                  </a:lnTo>
                  <a:cubicBezTo>
                    <a:pt x="11709" y="86385"/>
                    <a:pt x="11758" y="86021"/>
                    <a:pt x="11758" y="85632"/>
                  </a:cubicBezTo>
                  <a:cubicBezTo>
                    <a:pt x="11807" y="84101"/>
                    <a:pt x="11977" y="82571"/>
                    <a:pt x="12268" y="81065"/>
                  </a:cubicBezTo>
                  <a:cubicBezTo>
                    <a:pt x="13361" y="75065"/>
                    <a:pt x="16228" y="69478"/>
                    <a:pt x="19823" y="64571"/>
                  </a:cubicBezTo>
                  <a:cubicBezTo>
                    <a:pt x="21305" y="62530"/>
                    <a:pt x="22884" y="60562"/>
                    <a:pt x="24584" y="58692"/>
                  </a:cubicBezTo>
                  <a:cubicBezTo>
                    <a:pt x="26139" y="56967"/>
                    <a:pt x="27621" y="55485"/>
                    <a:pt x="28981" y="54149"/>
                  </a:cubicBezTo>
                  <a:cubicBezTo>
                    <a:pt x="31678" y="51501"/>
                    <a:pt x="33864" y="49534"/>
                    <a:pt x="35394" y="48100"/>
                  </a:cubicBezTo>
                  <a:cubicBezTo>
                    <a:pt x="36147" y="47372"/>
                    <a:pt x="36730" y="46789"/>
                    <a:pt x="37168" y="46327"/>
                  </a:cubicBezTo>
                  <a:cubicBezTo>
                    <a:pt x="37484" y="45987"/>
                    <a:pt x="37751" y="45623"/>
                    <a:pt x="37969" y="45210"/>
                  </a:cubicBezTo>
                  <a:cubicBezTo>
                    <a:pt x="38077" y="44940"/>
                    <a:pt x="37975" y="44805"/>
                    <a:pt x="37672" y="44805"/>
                  </a:cubicBezTo>
                  <a:cubicBezTo>
                    <a:pt x="37429" y="44805"/>
                    <a:pt x="37057" y="44891"/>
                    <a:pt x="36560" y="45064"/>
                  </a:cubicBezTo>
                  <a:cubicBezTo>
                    <a:pt x="34836" y="45720"/>
                    <a:pt x="33184" y="46546"/>
                    <a:pt x="31605" y="47517"/>
                  </a:cubicBezTo>
                  <a:cubicBezTo>
                    <a:pt x="28860" y="49145"/>
                    <a:pt x="26260" y="50967"/>
                    <a:pt x="23783" y="52983"/>
                  </a:cubicBezTo>
                  <a:cubicBezTo>
                    <a:pt x="20333" y="55753"/>
                    <a:pt x="17199" y="58886"/>
                    <a:pt x="14454" y="62311"/>
                  </a:cubicBezTo>
                  <a:cubicBezTo>
                    <a:pt x="12778" y="64352"/>
                    <a:pt x="11272" y="66538"/>
                    <a:pt x="9960" y="68822"/>
                  </a:cubicBezTo>
                  <a:cubicBezTo>
                    <a:pt x="9620" y="69429"/>
                    <a:pt x="9280" y="70061"/>
                    <a:pt x="8989" y="70692"/>
                  </a:cubicBezTo>
                  <a:cubicBezTo>
                    <a:pt x="8673" y="71324"/>
                    <a:pt x="8381" y="71980"/>
                    <a:pt x="8066" y="72636"/>
                  </a:cubicBezTo>
                  <a:cubicBezTo>
                    <a:pt x="7458" y="73996"/>
                    <a:pt x="6948" y="75381"/>
                    <a:pt x="6511" y="76814"/>
                  </a:cubicBezTo>
                  <a:lnTo>
                    <a:pt x="5466" y="76498"/>
                  </a:lnTo>
                  <a:cubicBezTo>
                    <a:pt x="5879" y="75065"/>
                    <a:pt x="6365" y="73680"/>
                    <a:pt x="6924" y="72295"/>
                  </a:cubicBezTo>
                  <a:cubicBezTo>
                    <a:pt x="7483" y="71008"/>
                    <a:pt x="8017" y="69769"/>
                    <a:pt x="8600" y="68652"/>
                  </a:cubicBezTo>
                  <a:cubicBezTo>
                    <a:pt x="9669" y="66611"/>
                    <a:pt x="10835" y="64643"/>
                    <a:pt x="12098" y="62749"/>
                  </a:cubicBezTo>
                  <a:cubicBezTo>
                    <a:pt x="13896" y="60149"/>
                    <a:pt x="15815" y="57623"/>
                    <a:pt x="17880" y="55218"/>
                  </a:cubicBezTo>
                  <a:cubicBezTo>
                    <a:pt x="19386" y="53420"/>
                    <a:pt x="20455" y="52206"/>
                    <a:pt x="21135" y="51356"/>
                  </a:cubicBezTo>
                  <a:cubicBezTo>
                    <a:pt x="21791" y="50505"/>
                    <a:pt x="22058" y="50020"/>
                    <a:pt x="22058" y="49728"/>
                  </a:cubicBezTo>
                  <a:cubicBezTo>
                    <a:pt x="22068" y="49503"/>
                    <a:pt x="21894" y="49429"/>
                    <a:pt x="21629" y="49429"/>
                  </a:cubicBezTo>
                  <a:cubicBezTo>
                    <a:pt x="21263" y="49429"/>
                    <a:pt x="20725" y="49571"/>
                    <a:pt x="20260" y="49655"/>
                  </a:cubicBezTo>
                  <a:cubicBezTo>
                    <a:pt x="20065" y="49697"/>
                    <a:pt x="19883" y="49725"/>
                    <a:pt x="19731" y="49725"/>
                  </a:cubicBezTo>
                  <a:cubicBezTo>
                    <a:pt x="19262" y="49725"/>
                    <a:pt x="19095" y="49451"/>
                    <a:pt x="19774" y="48441"/>
                  </a:cubicBezTo>
                  <a:lnTo>
                    <a:pt x="19774" y="48441"/>
                  </a:lnTo>
                  <a:cubicBezTo>
                    <a:pt x="15159" y="52789"/>
                    <a:pt x="10859" y="57672"/>
                    <a:pt x="7385" y="63283"/>
                  </a:cubicBezTo>
                  <a:cubicBezTo>
                    <a:pt x="6511" y="64692"/>
                    <a:pt x="5685" y="66125"/>
                    <a:pt x="4956" y="67631"/>
                  </a:cubicBezTo>
                  <a:cubicBezTo>
                    <a:pt x="4227" y="69162"/>
                    <a:pt x="3547" y="70668"/>
                    <a:pt x="2964" y="72271"/>
                  </a:cubicBezTo>
                  <a:cubicBezTo>
                    <a:pt x="2357" y="73850"/>
                    <a:pt x="1847" y="75478"/>
                    <a:pt x="1434" y="77130"/>
                  </a:cubicBezTo>
                  <a:cubicBezTo>
                    <a:pt x="1215" y="77956"/>
                    <a:pt x="997" y="78781"/>
                    <a:pt x="875" y="79632"/>
                  </a:cubicBezTo>
                  <a:cubicBezTo>
                    <a:pt x="729" y="80458"/>
                    <a:pt x="559" y="81308"/>
                    <a:pt x="462" y="82158"/>
                  </a:cubicBezTo>
                  <a:cubicBezTo>
                    <a:pt x="49" y="85583"/>
                    <a:pt x="1" y="89033"/>
                    <a:pt x="365" y="92458"/>
                  </a:cubicBezTo>
                  <a:cubicBezTo>
                    <a:pt x="754" y="95835"/>
                    <a:pt x="1507" y="99187"/>
                    <a:pt x="2576" y="102418"/>
                  </a:cubicBezTo>
                  <a:cubicBezTo>
                    <a:pt x="3620" y="105600"/>
                    <a:pt x="4980" y="108685"/>
                    <a:pt x="6608" y="111624"/>
                  </a:cubicBezTo>
                  <a:cubicBezTo>
                    <a:pt x="8211" y="114564"/>
                    <a:pt x="10033" y="117357"/>
                    <a:pt x="12098" y="120005"/>
                  </a:cubicBezTo>
                  <a:cubicBezTo>
                    <a:pt x="12608" y="120661"/>
                    <a:pt x="13264" y="121341"/>
                    <a:pt x="13920" y="122094"/>
                  </a:cubicBezTo>
                  <a:cubicBezTo>
                    <a:pt x="14576" y="122872"/>
                    <a:pt x="15353" y="123649"/>
                    <a:pt x="16155" y="124451"/>
                  </a:cubicBezTo>
                  <a:lnTo>
                    <a:pt x="16762" y="125058"/>
                  </a:lnTo>
                  <a:lnTo>
                    <a:pt x="17418" y="125665"/>
                  </a:lnTo>
                  <a:lnTo>
                    <a:pt x="18730" y="126880"/>
                  </a:lnTo>
                  <a:cubicBezTo>
                    <a:pt x="19191" y="127293"/>
                    <a:pt x="19653" y="127682"/>
                    <a:pt x="20115" y="128070"/>
                  </a:cubicBezTo>
                  <a:cubicBezTo>
                    <a:pt x="20576" y="128459"/>
                    <a:pt x="21038" y="128872"/>
                    <a:pt x="21523" y="129261"/>
                  </a:cubicBezTo>
                  <a:cubicBezTo>
                    <a:pt x="24900" y="131957"/>
                    <a:pt x="28471" y="134386"/>
                    <a:pt x="32212" y="136548"/>
                  </a:cubicBezTo>
                  <a:cubicBezTo>
                    <a:pt x="36245" y="138856"/>
                    <a:pt x="40399" y="140921"/>
                    <a:pt x="44674" y="142743"/>
                  </a:cubicBezTo>
                  <a:cubicBezTo>
                    <a:pt x="48901" y="144540"/>
                    <a:pt x="53152" y="146119"/>
                    <a:pt x="57379" y="147577"/>
                  </a:cubicBezTo>
                  <a:cubicBezTo>
                    <a:pt x="58423" y="147917"/>
                    <a:pt x="59492" y="148306"/>
                    <a:pt x="60561" y="148621"/>
                  </a:cubicBezTo>
                  <a:lnTo>
                    <a:pt x="63743" y="149642"/>
                  </a:lnTo>
                  <a:lnTo>
                    <a:pt x="66926" y="150638"/>
                  </a:lnTo>
                  <a:cubicBezTo>
                    <a:pt x="67970" y="150953"/>
                    <a:pt x="69039" y="151318"/>
                    <a:pt x="70108" y="151609"/>
                  </a:cubicBezTo>
                  <a:cubicBezTo>
                    <a:pt x="74383" y="152824"/>
                    <a:pt x="78635" y="154087"/>
                    <a:pt x="82934" y="155107"/>
                  </a:cubicBezTo>
                  <a:lnTo>
                    <a:pt x="86141" y="155909"/>
                  </a:lnTo>
                  <a:lnTo>
                    <a:pt x="87769" y="156346"/>
                  </a:lnTo>
                  <a:lnTo>
                    <a:pt x="89372" y="156711"/>
                  </a:lnTo>
                  <a:lnTo>
                    <a:pt x="95834" y="158144"/>
                  </a:lnTo>
                  <a:cubicBezTo>
                    <a:pt x="96392" y="158241"/>
                    <a:pt x="96927" y="158387"/>
                    <a:pt x="97461" y="158484"/>
                  </a:cubicBezTo>
                  <a:lnTo>
                    <a:pt x="99089" y="158800"/>
                  </a:lnTo>
                  <a:lnTo>
                    <a:pt x="102320" y="159407"/>
                  </a:lnTo>
                  <a:cubicBezTo>
                    <a:pt x="104506" y="159796"/>
                    <a:pt x="106644" y="160257"/>
                    <a:pt x="108830" y="160573"/>
                  </a:cubicBezTo>
                  <a:lnTo>
                    <a:pt x="115340" y="161618"/>
                  </a:lnTo>
                  <a:cubicBezTo>
                    <a:pt x="116409" y="161812"/>
                    <a:pt x="117502" y="161934"/>
                    <a:pt x="118595" y="162079"/>
                  </a:cubicBezTo>
                  <a:lnTo>
                    <a:pt x="121851" y="162492"/>
                  </a:lnTo>
                  <a:lnTo>
                    <a:pt x="125106" y="162930"/>
                  </a:lnTo>
                  <a:lnTo>
                    <a:pt x="125932" y="163027"/>
                  </a:lnTo>
                  <a:lnTo>
                    <a:pt x="126758" y="163124"/>
                  </a:lnTo>
                  <a:lnTo>
                    <a:pt x="128385" y="163270"/>
                  </a:lnTo>
                  <a:lnTo>
                    <a:pt x="134920" y="163950"/>
                  </a:lnTo>
                  <a:cubicBezTo>
                    <a:pt x="137082" y="164144"/>
                    <a:pt x="139268" y="164290"/>
                    <a:pt x="141454" y="164436"/>
                  </a:cubicBezTo>
                  <a:lnTo>
                    <a:pt x="144734" y="164679"/>
                  </a:lnTo>
                  <a:cubicBezTo>
                    <a:pt x="145827" y="164751"/>
                    <a:pt x="146920" y="164800"/>
                    <a:pt x="147989" y="164849"/>
                  </a:cubicBezTo>
                  <a:lnTo>
                    <a:pt x="154548" y="165140"/>
                  </a:lnTo>
                  <a:lnTo>
                    <a:pt x="161083" y="165262"/>
                  </a:lnTo>
                  <a:lnTo>
                    <a:pt x="164338" y="165310"/>
                  </a:lnTo>
                  <a:lnTo>
                    <a:pt x="167617" y="165262"/>
                  </a:lnTo>
                  <a:lnTo>
                    <a:pt x="174152" y="165189"/>
                  </a:lnTo>
                  <a:lnTo>
                    <a:pt x="180662" y="164897"/>
                  </a:lnTo>
                  <a:cubicBezTo>
                    <a:pt x="181755" y="164849"/>
                    <a:pt x="182824" y="164824"/>
                    <a:pt x="183917" y="164776"/>
                  </a:cubicBezTo>
                  <a:lnTo>
                    <a:pt x="187173" y="164533"/>
                  </a:lnTo>
                  <a:cubicBezTo>
                    <a:pt x="189335" y="164363"/>
                    <a:pt x="191497" y="164241"/>
                    <a:pt x="193659" y="164071"/>
                  </a:cubicBezTo>
                  <a:lnTo>
                    <a:pt x="200145" y="163415"/>
                  </a:lnTo>
                  <a:cubicBezTo>
                    <a:pt x="201213" y="163294"/>
                    <a:pt x="202307" y="163197"/>
                    <a:pt x="203375" y="163075"/>
                  </a:cubicBezTo>
                  <a:lnTo>
                    <a:pt x="206606" y="162662"/>
                  </a:lnTo>
                  <a:cubicBezTo>
                    <a:pt x="208744" y="162371"/>
                    <a:pt x="210882" y="162104"/>
                    <a:pt x="213044" y="161812"/>
                  </a:cubicBezTo>
                  <a:cubicBezTo>
                    <a:pt x="217344" y="161156"/>
                    <a:pt x="221668" y="160427"/>
                    <a:pt x="225992" y="159504"/>
                  </a:cubicBezTo>
                  <a:cubicBezTo>
                    <a:pt x="230364" y="158581"/>
                    <a:pt x="234688" y="157415"/>
                    <a:pt x="238915" y="155982"/>
                  </a:cubicBezTo>
                  <a:cubicBezTo>
                    <a:pt x="243263" y="154524"/>
                    <a:pt x="247466" y="152727"/>
                    <a:pt x="251523" y="150613"/>
                  </a:cubicBezTo>
                  <a:cubicBezTo>
                    <a:pt x="251766" y="150468"/>
                    <a:pt x="252033" y="150346"/>
                    <a:pt x="252276" y="150200"/>
                  </a:cubicBezTo>
                  <a:lnTo>
                    <a:pt x="253029" y="149763"/>
                  </a:lnTo>
                  <a:lnTo>
                    <a:pt x="254559" y="148913"/>
                  </a:lnTo>
                  <a:cubicBezTo>
                    <a:pt x="255555" y="148306"/>
                    <a:pt x="256527" y="147674"/>
                    <a:pt x="257499" y="147042"/>
                  </a:cubicBezTo>
                  <a:lnTo>
                    <a:pt x="258956" y="146022"/>
                  </a:lnTo>
                  <a:lnTo>
                    <a:pt x="259685" y="145488"/>
                  </a:lnTo>
                  <a:lnTo>
                    <a:pt x="260049" y="145245"/>
                  </a:lnTo>
                  <a:lnTo>
                    <a:pt x="260389" y="144953"/>
                  </a:lnTo>
                  <a:lnTo>
                    <a:pt x="261774" y="143860"/>
                  </a:lnTo>
                  <a:lnTo>
                    <a:pt x="262479" y="143301"/>
                  </a:lnTo>
                  <a:cubicBezTo>
                    <a:pt x="262697" y="143107"/>
                    <a:pt x="262916" y="142913"/>
                    <a:pt x="263134" y="142718"/>
                  </a:cubicBezTo>
                  <a:cubicBezTo>
                    <a:pt x="266657" y="139609"/>
                    <a:pt x="269839" y="136111"/>
                    <a:pt x="272560" y="132297"/>
                  </a:cubicBezTo>
                  <a:cubicBezTo>
                    <a:pt x="272924" y="131836"/>
                    <a:pt x="273240" y="131350"/>
                    <a:pt x="273556" y="130864"/>
                  </a:cubicBezTo>
                  <a:lnTo>
                    <a:pt x="274528" y="129406"/>
                  </a:lnTo>
                  <a:cubicBezTo>
                    <a:pt x="275159" y="128410"/>
                    <a:pt x="275718" y="127414"/>
                    <a:pt x="276325" y="126418"/>
                  </a:cubicBezTo>
                  <a:lnTo>
                    <a:pt x="277151" y="124864"/>
                  </a:lnTo>
                  <a:cubicBezTo>
                    <a:pt x="277418" y="124354"/>
                    <a:pt x="277710" y="123843"/>
                    <a:pt x="277953" y="123309"/>
                  </a:cubicBezTo>
                  <a:lnTo>
                    <a:pt x="278706" y="121754"/>
                  </a:lnTo>
                  <a:lnTo>
                    <a:pt x="279094" y="120953"/>
                  </a:lnTo>
                  <a:lnTo>
                    <a:pt x="279435" y="120151"/>
                  </a:lnTo>
                  <a:cubicBezTo>
                    <a:pt x="281256" y="115900"/>
                    <a:pt x="282665" y="111454"/>
                    <a:pt x="283637" y="106912"/>
                  </a:cubicBezTo>
                  <a:cubicBezTo>
                    <a:pt x="283686" y="106645"/>
                    <a:pt x="283759" y="106353"/>
                    <a:pt x="283807" y="106062"/>
                  </a:cubicBezTo>
                  <a:lnTo>
                    <a:pt x="283953" y="105211"/>
                  </a:lnTo>
                  <a:lnTo>
                    <a:pt x="284269" y="103487"/>
                  </a:lnTo>
                  <a:cubicBezTo>
                    <a:pt x="284439" y="102345"/>
                    <a:pt x="284560" y="101179"/>
                    <a:pt x="284730" y="100037"/>
                  </a:cubicBezTo>
                  <a:cubicBezTo>
                    <a:pt x="284803" y="98871"/>
                    <a:pt x="284925" y="97729"/>
                    <a:pt x="284973" y="96563"/>
                  </a:cubicBezTo>
                  <a:lnTo>
                    <a:pt x="285046" y="94814"/>
                  </a:lnTo>
                  <a:lnTo>
                    <a:pt x="285070" y="93940"/>
                  </a:lnTo>
                  <a:lnTo>
                    <a:pt x="285070" y="93065"/>
                  </a:lnTo>
                  <a:cubicBezTo>
                    <a:pt x="285070" y="88377"/>
                    <a:pt x="284536" y="83688"/>
                    <a:pt x="283491" y="79122"/>
                  </a:cubicBezTo>
                  <a:cubicBezTo>
                    <a:pt x="282423" y="74482"/>
                    <a:pt x="280771" y="70012"/>
                    <a:pt x="278560" y="65809"/>
                  </a:cubicBezTo>
                  <a:lnTo>
                    <a:pt x="277710" y="64230"/>
                  </a:lnTo>
                  <a:cubicBezTo>
                    <a:pt x="277443" y="63720"/>
                    <a:pt x="277127" y="63210"/>
                    <a:pt x="276811" y="62700"/>
                  </a:cubicBezTo>
                  <a:cubicBezTo>
                    <a:pt x="276495" y="62190"/>
                    <a:pt x="276179" y="61680"/>
                    <a:pt x="275864" y="61170"/>
                  </a:cubicBezTo>
                  <a:lnTo>
                    <a:pt x="274819" y="59712"/>
                  </a:lnTo>
                  <a:cubicBezTo>
                    <a:pt x="273459" y="57793"/>
                    <a:pt x="272001" y="55947"/>
                    <a:pt x="270422" y="54198"/>
                  </a:cubicBezTo>
                  <a:cubicBezTo>
                    <a:pt x="267313" y="50797"/>
                    <a:pt x="263936" y="47688"/>
                    <a:pt x="260292" y="44870"/>
                  </a:cubicBezTo>
                  <a:cubicBezTo>
                    <a:pt x="253199" y="39307"/>
                    <a:pt x="245668" y="34813"/>
                    <a:pt x="238502" y="30343"/>
                  </a:cubicBezTo>
                  <a:lnTo>
                    <a:pt x="237166" y="29517"/>
                  </a:lnTo>
                  <a:lnTo>
                    <a:pt x="236486" y="29104"/>
                  </a:lnTo>
                  <a:lnTo>
                    <a:pt x="235879" y="28691"/>
                  </a:lnTo>
                  <a:lnTo>
                    <a:pt x="234640" y="27889"/>
                  </a:lnTo>
                  <a:cubicBezTo>
                    <a:pt x="234227" y="27622"/>
                    <a:pt x="233838" y="27331"/>
                    <a:pt x="233425" y="27039"/>
                  </a:cubicBezTo>
                  <a:cubicBezTo>
                    <a:pt x="233012" y="26748"/>
                    <a:pt x="232599" y="26456"/>
                    <a:pt x="232186" y="26165"/>
                  </a:cubicBezTo>
                  <a:lnTo>
                    <a:pt x="230947" y="25242"/>
                  </a:lnTo>
                  <a:cubicBezTo>
                    <a:pt x="230121" y="24659"/>
                    <a:pt x="229295" y="24003"/>
                    <a:pt x="228469" y="23395"/>
                  </a:cubicBezTo>
                  <a:cubicBezTo>
                    <a:pt x="225166" y="20869"/>
                    <a:pt x="221813" y="18173"/>
                    <a:pt x="218315" y="15525"/>
                  </a:cubicBezTo>
                  <a:cubicBezTo>
                    <a:pt x="215309" y="13209"/>
                    <a:pt x="212185" y="11047"/>
                    <a:pt x="208969" y="9051"/>
                  </a:cubicBezTo>
                  <a:lnTo>
                    <a:pt x="208969" y="9051"/>
                  </a:lnTo>
                  <a:cubicBezTo>
                    <a:pt x="209456" y="9356"/>
                    <a:pt x="209940" y="9668"/>
                    <a:pt x="210420" y="9986"/>
                  </a:cubicBezTo>
                  <a:cubicBezTo>
                    <a:pt x="210736" y="10180"/>
                    <a:pt x="211028" y="10375"/>
                    <a:pt x="211343" y="10593"/>
                  </a:cubicBezTo>
                  <a:lnTo>
                    <a:pt x="212242" y="11201"/>
                  </a:lnTo>
                  <a:cubicBezTo>
                    <a:pt x="212849" y="11614"/>
                    <a:pt x="213457" y="12002"/>
                    <a:pt x="214040" y="12415"/>
                  </a:cubicBezTo>
                  <a:cubicBezTo>
                    <a:pt x="215206" y="13266"/>
                    <a:pt x="216372" y="14091"/>
                    <a:pt x="217489" y="14966"/>
                  </a:cubicBezTo>
                  <a:cubicBezTo>
                    <a:pt x="219748" y="16642"/>
                    <a:pt x="221910" y="18367"/>
                    <a:pt x="224072" y="20067"/>
                  </a:cubicBezTo>
                  <a:cubicBezTo>
                    <a:pt x="226210" y="21743"/>
                    <a:pt x="228299" y="23395"/>
                    <a:pt x="230413" y="24974"/>
                  </a:cubicBezTo>
                  <a:cubicBezTo>
                    <a:pt x="232526" y="26553"/>
                    <a:pt x="234591" y="27987"/>
                    <a:pt x="236729" y="29371"/>
                  </a:cubicBezTo>
                  <a:cubicBezTo>
                    <a:pt x="241271" y="32213"/>
                    <a:pt x="245911" y="35056"/>
                    <a:pt x="250551" y="38092"/>
                  </a:cubicBezTo>
                  <a:cubicBezTo>
                    <a:pt x="252883" y="39647"/>
                    <a:pt x="255191" y="41226"/>
                    <a:pt x="257450" y="42902"/>
                  </a:cubicBezTo>
                  <a:cubicBezTo>
                    <a:pt x="258592" y="43728"/>
                    <a:pt x="259709" y="44627"/>
                    <a:pt x="260827" y="45501"/>
                  </a:cubicBezTo>
                  <a:cubicBezTo>
                    <a:pt x="261385" y="45963"/>
                    <a:pt x="261944" y="46424"/>
                    <a:pt x="262503" y="46886"/>
                  </a:cubicBezTo>
                  <a:lnTo>
                    <a:pt x="263329" y="47566"/>
                  </a:lnTo>
                  <a:lnTo>
                    <a:pt x="264130" y="48295"/>
                  </a:lnTo>
                  <a:cubicBezTo>
                    <a:pt x="266317" y="50214"/>
                    <a:pt x="268382" y="52279"/>
                    <a:pt x="270325" y="54441"/>
                  </a:cubicBezTo>
                  <a:lnTo>
                    <a:pt x="271782" y="56117"/>
                  </a:lnTo>
                  <a:cubicBezTo>
                    <a:pt x="272244" y="56676"/>
                    <a:pt x="272706" y="57283"/>
                    <a:pt x="273167" y="57866"/>
                  </a:cubicBezTo>
                  <a:lnTo>
                    <a:pt x="273847" y="58740"/>
                  </a:lnTo>
                  <a:cubicBezTo>
                    <a:pt x="274066" y="59032"/>
                    <a:pt x="274260" y="59348"/>
                    <a:pt x="274503" y="59664"/>
                  </a:cubicBezTo>
                  <a:lnTo>
                    <a:pt x="275766" y="61510"/>
                  </a:lnTo>
                  <a:cubicBezTo>
                    <a:pt x="276544" y="62797"/>
                    <a:pt x="277370" y="64060"/>
                    <a:pt x="278050" y="65396"/>
                  </a:cubicBezTo>
                  <a:lnTo>
                    <a:pt x="278560" y="66392"/>
                  </a:lnTo>
                  <a:lnTo>
                    <a:pt x="278827" y="66903"/>
                  </a:lnTo>
                  <a:cubicBezTo>
                    <a:pt x="278900" y="67073"/>
                    <a:pt x="278997" y="67243"/>
                    <a:pt x="279070" y="67413"/>
                  </a:cubicBezTo>
                  <a:lnTo>
                    <a:pt x="279993" y="69453"/>
                  </a:lnTo>
                  <a:cubicBezTo>
                    <a:pt x="280309" y="70133"/>
                    <a:pt x="280552" y="70838"/>
                    <a:pt x="280844" y="71518"/>
                  </a:cubicBezTo>
                  <a:lnTo>
                    <a:pt x="281232" y="72563"/>
                  </a:lnTo>
                  <a:cubicBezTo>
                    <a:pt x="281378" y="72927"/>
                    <a:pt x="281475" y="73267"/>
                    <a:pt x="281597" y="73632"/>
                  </a:cubicBezTo>
                  <a:cubicBezTo>
                    <a:pt x="281815" y="74336"/>
                    <a:pt x="282058" y="75040"/>
                    <a:pt x="282277" y="75745"/>
                  </a:cubicBezTo>
                  <a:lnTo>
                    <a:pt x="282884" y="77907"/>
                  </a:lnTo>
                  <a:cubicBezTo>
                    <a:pt x="283589" y="80773"/>
                    <a:pt x="284099" y="83688"/>
                    <a:pt x="284390" y="86628"/>
                  </a:cubicBezTo>
                  <a:lnTo>
                    <a:pt x="284536" y="87721"/>
                  </a:lnTo>
                  <a:lnTo>
                    <a:pt x="284609" y="88838"/>
                  </a:lnTo>
                  <a:cubicBezTo>
                    <a:pt x="284657" y="89567"/>
                    <a:pt x="284706" y="90296"/>
                    <a:pt x="284730" y="91025"/>
                  </a:cubicBezTo>
                  <a:cubicBezTo>
                    <a:pt x="284755" y="92507"/>
                    <a:pt x="284779" y="93964"/>
                    <a:pt x="284706" y="95422"/>
                  </a:cubicBezTo>
                  <a:cubicBezTo>
                    <a:pt x="284682" y="96903"/>
                    <a:pt x="284512" y="98337"/>
                    <a:pt x="284414" y="99794"/>
                  </a:cubicBezTo>
                  <a:cubicBezTo>
                    <a:pt x="284317" y="100523"/>
                    <a:pt x="284220" y="101252"/>
                    <a:pt x="284123" y="101980"/>
                  </a:cubicBezTo>
                  <a:lnTo>
                    <a:pt x="284002" y="103074"/>
                  </a:lnTo>
                  <a:lnTo>
                    <a:pt x="283807" y="104142"/>
                  </a:lnTo>
                  <a:cubicBezTo>
                    <a:pt x="283321" y="107009"/>
                    <a:pt x="282641" y="109851"/>
                    <a:pt x="281791" y="112645"/>
                  </a:cubicBezTo>
                  <a:lnTo>
                    <a:pt x="281135" y="114734"/>
                  </a:lnTo>
                  <a:cubicBezTo>
                    <a:pt x="280892" y="115414"/>
                    <a:pt x="280625" y="116094"/>
                    <a:pt x="280382" y="116799"/>
                  </a:cubicBezTo>
                  <a:lnTo>
                    <a:pt x="279993" y="117819"/>
                  </a:lnTo>
                  <a:cubicBezTo>
                    <a:pt x="279872" y="118159"/>
                    <a:pt x="279726" y="118499"/>
                    <a:pt x="279580" y="118839"/>
                  </a:cubicBezTo>
                  <a:cubicBezTo>
                    <a:pt x="279289" y="119495"/>
                    <a:pt x="279022" y="120175"/>
                    <a:pt x="278706" y="120856"/>
                  </a:cubicBezTo>
                  <a:cubicBezTo>
                    <a:pt x="278074" y="122167"/>
                    <a:pt x="277491" y="123503"/>
                    <a:pt x="276762" y="124767"/>
                  </a:cubicBezTo>
                  <a:lnTo>
                    <a:pt x="276252" y="125738"/>
                  </a:lnTo>
                  <a:lnTo>
                    <a:pt x="275985" y="126224"/>
                  </a:lnTo>
                  <a:lnTo>
                    <a:pt x="275694" y="126710"/>
                  </a:lnTo>
                  <a:lnTo>
                    <a:pt x="274576" y="128580"/>
                  </a:lnTo>
                  <a:cubicBezTo>
                    <a:pt x="271442" y="133609"/>
                    <a:pt x="267604" y="138152"/>
                    <a:pt x="263159" y="142063"/>
                  </a:cubicBezTo>
                  <a:lnTo>
                    <a:pt x="262333" y="142816"/>
                  </a:lnTo>
                  <a:cubicBezTo>
                    <a:pt x="262041" y="143059"/>
                    <a:pt x="261750" y="143277"/>
                    <a:pt x="261458" y="143520"/>
                  </a:cubicBezTo>
                  <a:cubicBezTo>
                    <a:pt x="260875" y="144006"/>
                    <a:pt x="260292" y="144443"/>
                    <a:pt x="259709" y="144905"/>
                  </a:cubicBezTo>
                  <a:cubicBezTo>
                    <a:pt x="258495" y="145755"/>
                    <a:pt x="257280" y="146678"/>
                    <a:pt x="256017" y="147431"/>
                  </a:cubicBezTo>
                  <a:lnTo>
                    <a:pt x="255094" y="148014"/>
                  </a:lnTo>
                  <a:lnTo>
                    <a:pt x="254632" y="148330"/>
                  </a:lnTo>
                  <a:lnTo>
                    <a:pt x="254195" y="148621"/>
                  </a:lnTo>
                  <a:lnTo>
                    <a:pt x="252276" y="149715"/>
                  </a:lnTo>
                  <a:cubicBezTo>
                    <a:pt x="251644" y="150079"/>
                    <a:pt x="250988" y="150395"/>
                    <a:pt x="250357" y="150735"/>
                  </a:cubicBezTo>
                  <a:lnTo>
                    <a:pt x="249385" y="151245"/>
                  </a:lnTo>
                  <a:lnTo>
                    <a:pt x="248389" y="151707"/>
                  </a:lnTo>
                  <a:cubicBezTo>
                    <a:pt x="243166" y="154160"/>
                    <a:pt x="237749" y="156103"/>
                    <a:pt x="232162" y="157561"/>
                  </a:cubicBezTo>
                  <a:cubicBezTo>
                    <a:pt x="229417" y="158290"/>
                    <a:pt x="226672" y="158921"/>
                    <a:pt x="223902" y="159480"/>
                  </a:cubicBezTo>
                  <a:cubicBezTo>
                    <a:pt x="221133" y="160039"/>
                    <a:pt x="218364" y="160525"/>
                    <a:pt x="215619" y="160962"/>
                  </a:cubicBezTo>
                  <a:lnTo>
                    <a:pt x="213554" y="161278"/>
                  </a:lnTo>
                  <a:cubicBezTo>
                    <a:pt x="212849" y="161399"/>
                    <a:pt x="212169" y="161496"/>
                    <a:pt x="211465" y="161569"/>
                  </a:cubicBezTo>
                  <a:lnTo>
                    <a:pt x="207335" y="162128"/>
                  </a:lnTo>
                  <a:lnTo>
                    <a:pt x="203181" y="162662"/>
                  </a:lnTo>
                  <a:cubicBezTo>
                    <a:pt x="201796" y="162808"/>
                    <a:pt x="200412" y="162954"/>
                    <a:pt x="199027" y="163100"/>
                  </a:cubicBezTo>
                  <a:cubicBezTo>
                    <a:pt x="196234" y="163367"/>
                    <a:pt x="193464" y="163707"/>
                    <a:pt x="190646" y="163853"/>
                  </a:cubicBezTo>
                  <a:lnTo>
                    <a:pt x="186444" y="164168"/>
                  </a:lnTo>
                  <a:cubicBezTo>
                    <a:pt x="185059" y="164266"/>
                    <a:pt x="183650" y="164387"/>
                    <a:pt x="182241" y="164436"/>
                  </a:cubicBezTo>
                  <a:cubicBezTo>
                    <a:pt x="182897" y="164217"/>
                    <a:pt x="184816" y="163901"/>
                    <a:pt x="181561" y="163901"/>
                  </a:cubicBezTo>
                  <a:lnTo>
                    <a:pt x="183699" y="163804"/>
                  </a:lnTo>
                  <a:lnTo>
                    <a:pt x="185812" y="163610"/>
                  </a:lnTo>
                  <a:lnTo>
                    <a:pt x="190063" y="163270"/>
                  </a:lnTo>
                  <a:lnTo>
                    <a:pt x="192201" y="163075"/>
                  </a:lnTo>
                  <a:lnTo>
                    <a:pt x="193246" y="163002"/>
                  </a:lnTo>
                  <a:lnTo>
                    <a:pt x="194314" y="162881"/>
                  </a:lnTo>
                  <a:lnTo>
                    <a:pt x="198541" y="162419"/>
                  </a:lnTo>
                  <a:lnTo>
                    <a:pt x="202768" y="161958"/>
                  </a:lnTo>
                  <a:lnTo>
                    <a:pt x="206971" y="161375"/>
                  </a:lnTo>
                  <a:cubicBezTo>
                    <a:pt x="209764" y="160986"/>
                    <a:pt x="212558" y="160597"/>
                    <a:pt x="215352" y="160160"/>
                  </a:cubicBezTo>
                  <a:cubicBezTo>
                    <a:pt x="218145" y="159699"/>
                    <a:pt x="220939" y="159213"/>
                    <a:pt x="223732" y="158630"/>
                  </a:cubicBezTo>
                  <a:cubicBezTo>
                    <a:pt x="226526" y="158047"/>
                    <a:pt x="229320" y="157415"/>
                    <a:pt x="232089" y="156662"/>
                  </a:cubicBezTo>
                  <a:cubicBezTo>
                    <a:pt x="234858" y="155909"/>
                    <a:pt x="237603" y="155059"/>
                    <a:pt x="240324" y="154087"/>
                  </a:cubicBezTo>
                  <a:cubicBezTo>
                    <a:pt x="241028" y="153844"/>
                    <a:pt x="241684" y="153553"/>
                    <a:pt x="242365" y="153310"/>
                  </a:cubicBezTo>
                  <a:lnTo>
                    <a:pt x="243385" y="152921"/>
                  </a:lnTo>
                  <a:cubicBezTo>
                    <a:pt x="243725" y="152775"/>
                    <a:pt x="244065" y="152630"/>
                    <a:pt x="244381" y="152484"/>
                  </a:cubicBezTo>
                  <a:cubicBezTo>
                    <a:pt x="245061" y="152217"/>
                    <a:pt x="245717" y="151925"/>
                    <a:pt x="246397" y="151634"/>
                  </a:cubicBezTo>
                  <a:lnTo>
                    <a:pt x="248389" y="150711"/>
                  </a:lnTo>
                  <a:cubicBezTo>
                    <a:pt x="249045" y="150395"/>
                    <a:pt x="249677" y="150055"/>
                    <a:pt x="250332" y="149715"/>
                  </a:cubicBezTo>
                  <a:cubicBezTo>
                    <a:pt x="250988" y="149374"/>
                    <a:pt x="251644" y="149034"/>
                    <a:pt x="252276" y="148670"/>
                  </a:cubicBezTo>
                  <a:lnTo>
                    <a:pt x="254195" y="147553"/>
                  </a:lnTo>
                  <a:lnTo>
                    <a:pt x="256041" y="146387"/>
                  </a:lnTo>
                  <a:cubicBezTo>
                    <a:pt x="258543" y="144759"/>
                    <a:pt x="260924" y="142937"/>
                    <a:pt x="263134" y="140945"/>
                  </a:cubicBezTo>
                  <a:lnTo>
                    <a:pt x="263960" y="140192"/>
                  </a:lnTo>
                  <a:lnTo>
                    <a:pt x="264762" y="139415"/>
                  </a:lnTo>
                  <a:cubicBezTo>
                    <a:pt x="265272" y="138905"/>
                    <a:pt x="265831" y="138394"/>
                    <a:pt x="266341" y="137836"/>
                  </a:cubicBezTo>
                  <a:lnTo>
                    <a:pt x="267847" y="136208"/>
                  </a:lnTo>
                  <a:lnTo>
                    <a:pt x="268212" y="135795"/>
                  </a:lnTo>
                  <a:lnTo>
                    <a:pt x="268552" y="135358"/>
                  </a:lnTo>
                  <a:lnTo>
                    <a:pt x="269256" y="134508"/>
                  </a:lnTo>
                  <a:cubicBezTo>
                    <a:pt x="270228" y="133390"/>
                    <a:pt x="271078" y="132176"/>
                    <a:pt x="271953" y="130985"/>
                  </a:cubicBezTo>
                  <a:cubicBezTo>
                    <a:pt x="272778" y="129771"/>
                    <a:pt x="273629" y="128556"/>
                    <a:pt x="274382" y="127293"/>
                  </a:cubicBezTo>
                  <a:lnTo>
                    <a:pt x="274916" y="126346"/>
                  </a:lnTo>
                  <a:lnTo>
                    <a:pt x="275208" y="125860"/>
                  </a:lnTo>
                  <a:lnTo>
                    <a:pt x="275451" y="125374"/>
                  </a:lnTo>
                  <a:lnTo>
                    <a:pt x="276519" y="123455"/>
                  </a:lnTo>
                  <a:cubicBezTo>
                    <a:pt x="276860" y="122799"/>
                    <a:pt x="277151" y="122119"/>
                    <a:pt x="277491" y="121463"/>
                  </a:cubicBezTo>
                  <a:lnTo>
                    <a:pt x="277953" y="120467"/>
                  </a:lnTo>
                  <a:lnTo>
                    <a:pt x="278390" y="119471"/>
                  </a:lnTo>
                  <a:cubicBezTo>
                    <a:pt x="279556" y="116774"/>
                    <a:pt x="280552" y="114005"/>
                    <a:pt x="281378" y="111187"/>
                  </a:cubicBezTo>
                  <a:lnTo>
                    <a:pt x="281961" y="109074"/>
                  </a:lnTo>
                  <a:cubicBezTo>
                    <a:pt x="282131" y="108369"/>
                    <a:pt x="282277" y="107641"/>
                    <a:pt x="282447" y="106936"/>
                  </a:cubicBezTo>
                  <a:lnTo>
                    <a:pt x="282690" y="105867"/>
                  </a:lnTo>
                  <a:lnTo>
                    <a:pt x="282884" y="104774"/>
                  </a:lnTo>
                  <a:cubicBezTo>
                    <a:pt x="283006" y="104045"/>
                    <a:pt x="283151" y="103341"/>
                    <a:pt x="283248" y="102612"/>
                  </a:cubicBezTo>
                  <a:cubicBezTo>
                    <a:pt x="283686" y="99697"/>
                    <a:pt x="283929" y="96758"/>
                    <a:pt x="283977" y="93818"/>
                  </a:cubicBezTo>
                  <a:cubicBezTo>
                    <a:pt x="284026" y="90879"/>
                    <a:pt x="283856" y="87915"/>
                    <a:pt x="283491" y="85000"/>
                  </a:cubicBezTo>
                  <a:cubicBezTo>
                    <a:pt x="283394" y="84247"/>
                    <a:pt x="283273" y="83518"/>
                    <a:pt x="283151" y="82790"/>
                  </a:cubicBezTo>
                  <a:lnTo>
                    <a:pt x="282981" y="81697"/>
                  </a:lnTo>
                  <a:lnTo>
                    <a:pt x="282763" y="80603"/>
                  </a:lnTo>
                  <a:cubicBezTo>
                    <a:pt x="282593" y="79875"/>
                    <a:pt x="282471" y="79146"/>
                    <a:pt x="282277" y="78417"/>
                  </a:cubicBezTo>
                  <a:lnTo>
                    <a:pt x="281694" y="76255"/>
                  </a:lnTo>
                  <a:cubicBezTo>
                    <a:pt x="281621" y="75891"/>
                    <a:pt x="281499" y="75551"/>
                    <a:pt x="281378" y="75186"/>
                  </a:cubicBezTo>
                  <a:lnTo>
                    <a:pt x="281038" y="74117"/>
                  </a:lnTo>
                  <a:lnTo>
                    <a:pt x="280698" y="73049"/>
                  </a:lnTo>
                  <a:cubicBezTo>
                    <a:pt x="280576" y="72708"/>
                    <a:pt x="280431" y="72344"/>
                    <a:pt x="280285" y="72004"/>
                  </a:cubicBezTo>
                  <a:cubicBezTo>
                    <a:pt x="280018" y="71324"/>
                    <a:pt x="279750" y="70595"/>
                    <a:pt x="279483" y="69915"/>
                  </a:cubicBezTo>
                  <a:lnTo>
                    <a:pt x="278536" y="67874"/>
                  </a:lnTo>
                  <a:cubicBezTo>
                    <a:pt x="278244" y="67170"/>
                    <a:pt x="277880" y="66514"/>
                    <a:pt x="277515" y="65858"/>
                  </a:cubicBezTo>
                  <a:cubicBezTo>
                    <a:pt x="277175" y="65178"/>
                    <a:pt x="276835" y="64498"/>
                    <a:pt x="276447" y="63866"/>
                  </a:cubicBezTo>
                  <a:lnTo>
                    <a:pt x="275256" y="61923"/>
                  </a:lnTo>
                  <a:cubicBezTo>
                    <a:pt x="274843" y="61291"/>
                    <a:pt x="274406" y="60684"/>
                    <a:pt x="273993" y="60052"/>
                  </a:cubicBezTo>
                  <a:cubicBezTo>
                    <a:pt x="273774" y="59736"/>
                    <a:pt x="273556" y="59445"/>
                    <a:pt x="273337" y="59129"/>
                  </a:cubicBezTo>
                  <a:lnTo>
                    <a:pt x="272657" y="58255"/>
                  </a:lnTo>
                  <a:cubicBezTo>
                    <a:pt x="272171" y="57672"/>
                    <a:pt x="271758" y="57064"/>
                    <a:pt x="271272" y="56506"/>
                  </a:cubicBezTo>
                  <a:lnTo>
                    <a:pt x="269815" y="54805"/>
                  </a:lnTo>
                  <a:cubicBezTo>
                    <a:pt x="269572" y="54514"/>
                    <a:pt x="269329" y="54246"/>
                    <a:pt x="269062" y="53979"/>
                  </a:cubicBezTo>
                  <a:lnTo>
                    <a:pt x="268309" y="53178"/>
                  </a:lnTo>
                  <a:cubicBezTo>
                    <a:pt x="267313" y="52084"/>
                    <a:pt x="266244" y="51113"/>
                    <a:pt x="265199" y="50068"/>
                  </a:cubicBezTo>
                  <a:cubicBezTo>
                    <a:pt x="264106" y="49096"/>
                    <a:pt x="263037" y="48100"/>
                    <a:pt x="261920" y="47202"/>
                  </a:cubicBezTo>
                  <a:cubicBezTo>
                    <a:pt x="257474" y="43461"/>
                    <a:pt x="252762" y="40230"/>
                    <a:pt x="248049" y="37193"/>
                  </a:cubicBezTo>
                  <a:cubicBezTo>
                    <a:pt x="245693" y="35687"/>
                    <a:pt x="243361" y="34230"/>
                    <a:pt x="241004" y="32772"/>
                  </a:cubicBezTo>
                  <a:lnTo>
                    <a:pt x="237506" y="30610"/>
                  </a:lnTo>
                  <a:lnTo>
                    <a:pt x="236656" y="30076"/>
                  </a:lnTo>
                  <a:lnTo>
                    <a:pt x="236219" y="29784"/>
                  </a:lnTo>
                  <a:lnTo>
                    <a:pt x="235806" y="29541"/>
                  </a:lnTo>
                  <a:lnTo>
                    <a:pt x="234178" y="28472"/>
                  </a:lnTo>
                  <a:cubicBezTo>
                    <a:pt x="229878" y="25557"/>
                    <a:pt x="225627" y="22156"/>
                    <a:pt x="221206" y="18731"/>
                  </a:cubicBezTo>
                  <a:cubicBezTo>
                    <a:pt x="218971" y="17031"/>
                    <a:pt x="216712" y="15306"/>
                    <a:pt x="214331" y="13630"/>
                  </a:cubicBezTo>
                  <a:cubicBezTo>
                    <a:pt x="213190" y="12804"/>
                    <a:pt x="211951" y="12002"/>
                    <a:pt x="210736" y="11176"/>
                  </a:cubicBezTo>
                  <a:cubicBezTo>
                    <a:pt x="209473" y="10399"/>
                    <a:pt x="208210" y="9622"/>
                    <a:pt x="206898" y="8844"/>
                  </a:cubicBezTo>
                  <a:cubicBezTo>
                    <a:pt x="205610" y="8067"/>
                    <a:pt x="204226" y="7387"/>
                    <a:pt x="202865" y="6707"/>
                  </a:cubicBezTo>
                  <a:cubicBezTo>
                    <a:pt x="201456" y="6051"/>
                    <a:pt x="200072" y="5395"/>
                    <a:pt x="198541" y="4885"/>
                  </a:cubicBezTo>
                  <a:lnTo>
                    <a:pt x="197424" y="4472"/>
                  </a:lnTo>
                  <a:cubicBezTo>
                    <a:pt x="197059" y="4326"/>
                    <a:pt x="196695" y="4229"/>
                    <a:pt x="196306" y="4132"/>
                  </a:cubicBezTo>
                  <a:lnTo>
                    <a:pt x="194047" y="3476"/>
                  </a:lnTo>
                  <a:cubicBezTo>
                    <a:pt x="193318" y="3257"/>
                    <a:pt x="192541" y="3111"/>
                    <a:pt x="191812" y="2941"/>
                  </a:cubicBezTo>
                  <a:cubicBezTo>
                    <a:pt x="191059" y="2796"/>
                    <a:pt x="190306" y="2601"/>
                    <a:pt x="189553" y="2504"/>
                  </a:cubicBezTo>
                  <a:lnTo>
                    <a:pt x="189747" y="1435"/>
                  </a:lnTo>
                  <a:lnTo>
                    <a:pt x="188144" y="1168"/>
                  </a:lnTo>
                  <a:cubicBezTo>
                    <a:pt x="187610" y="1071"/>
                    <a:pt x="187051" y="949"/>
                    <a:pt x="186541" y="901"/>
                  </a:cubicBezTo>
                  <a:lnTo>
                    <a:pt x="183334" y="512"/>
                  </a:lnTo>
                  <a:lnTo>
                    <a:pt x="180152" y="245"/>
                  </a:lnTo>
                  <a:cubicBezTo>
                    <a:pt x="179107" y="172"/>
                    <a:pt x="178063" y="148"/>
                    <a:pt x="176994" y="99"/>
                  </a:cubicBezTo>
                  <a:cubicBezTo>
                    <a:pt x="175288" y="30"/>
                    <a:pt x="173586" y="1"/>
                    <a:pt x="171889" y="1"/>
                  </a:cubicBezTo>
                  <a:close/>
                </a:path>
              </a:pathLst>
            </a:custGeom>
            <a:solidFill>
              <a:srgbClr val="35C4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5" name="Google Shape;145;p46"/>
          <p:cNvGrpSpPr/>
          <p:nvPr/>
        </p:nvGrpSpPr>
        <p:grpSpPr>
          <a:xfrm rot="-6299748">
            <a:off x="5924141" y="-905423"/>
            <a:ext cx="4860831" cy="3522944"/>
            <a:chOff x="879525" y="238350"/>
            <a:chExt cx="5929900" cy="5134125"/>
          </a:xfrm>
        </p:grpSpPr>
        <p:sp>
          <p:nvSpPr>
            <p:cNvPr id="146" name="Google Shape;146;p46"/>
            <p:cNvSpPr/>
            <p:nvPr/>
          </p:nvSpPr>
          <p:spPr>
            <a:xfrm>
              <a:off x="879525" y="350950"/>
              <a:ext cx="5929900" cy="4895750"/>
            </a:xfrm>
            <a:custGeom>
              <a:rect b="b" l="l" r="r" t="t"/>
              <a:pathLst>
                <a:path extrusionOk="0" h="195830" w="237196">
                  <a:moveTo>
                    <a:pt x="182493" y="0"/>
                  </a:moveTo>
                  <a:cubicBezTo>
                    <a:pt x="160794" y="0"/>
                    <a:pt x="136857" y="13684"/>
                    <a:pt x="125770" y="46667"/>
                  </a:cubicBezTo>
                  <a:cubicBezTo>
                    <a:pt x="112501" y="86475"/>
                    <a:pt x="99703" y="101135"/>
                    <a:pt x="82683" y="101135"/>
                  </a:cubicBezTo>
                  <a:cubicBezTo>
                    <a:pt x="77764" y="101135"/>
                    <a:pt x="72494" y="99911"/>
                    <a:pt x="66757" y="97716"/>
                  </a:cubicBezTo>
                  <a:cubicBezTo>
                    <a:pt x="59909" y="95081"/>
                    <a:pt x="53433" y="93896"/>
                    <a:pt x="47460" y="93896"/>
                  </a:cubicBezTo>
                  <a:cubicBezTo>
                    <a:pt x="17332" y="93896"/>
                    <a:pt x="1" y="124030"/>
                    <a:pt x="12313" y="150071"/>
                  </a:cubicBezTo>
                  <a:cubicBezTo>
                    <a:pt x="19223" y="164795"/>
                    <a:pt x="29540" y="168076"/>
                    <a:pt x="41648" y="168076"/>
                  </a:cubicBezTo>
                  <a:cubicBezTo>
                    <a:pt x="51382" y="168076"/>
                    <a:pt x="62272" y="165955"/>
                    <a:pt x="73479" y="165955"/>
                  </a:cubicBezTo>
                  <a:cubicBezTo>
                    <a:pt x="86528" y="165955"/>
                    <a:pt x="100005" y="168830"/>
                    <a:pt x="112584" y="181275"/>
                  </a:cubicBezTo>
                  <a:cubicBezTo>
                    <a:pt x="123109" y="191650"/>
                    <a:pt x="135906" y="195830"/>
                    <a:pt x="148277" y="195830"/>
                  </a:cubicBezTo>
                  <a:cubicBezTo>
                    <a:pt x="168129" y="195830"/>
                    <a:pt x="186885" y="185066"/>
                    <a:pt x="193400" y="171875"/>
                  </a:cubicBezTo>
                  <a:cubicBezTo>
                    <a:pt x="213115" y="132315"/>
                    <a:pt x="187003" y="136231"/>
                    <a:pt x="220818" y="61420"/>
                  </a:cubicBezTo>
                  <a:cubicBezTo>
                    <a:pt x="237196" y="25134"/>
                    <a:pt x="211900" y="0"/>
                    <a:pt x="18249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46"/>
            <p:cNvSpPr/>
            <p:nvPr/>
          </p:nvSpPr>
          <p:spPr>
            <a:xfrm>
              <a:off x="945800" y="238350"/>
              <a:ext cx="5695725" cy="5134125"/>
            </a:xfrm>
            <a:custGeom>
              <a:rect b="b" l="l" r="r" t="t"/>
              <a:pathLst>
                <a:path extrusionOk="0" h="205365" w="227829">
                  <a:moveTo>
                    <a:pt x="206027" y="18003"/>
                  </a:moveTo>
                  <a:lnTo>
                    <a:pt x="206027" y="18003"/>
                  </a:lnTo>
                  <a:cubicBezTo>
                    <a:pt x="208273" y="19839"/>
                    <a:pt x="210274" y="21959"/>
                    <a:pt x="212031" y="24275"/>
                  </a:cubicBezTo>
                  <a:lnTo>
                    <a:pt x="210464" y="22056"/>
                  </a:lnTo>
                  <a:lnTo>
                    <a:pt x="208506" y="20097"/>
                  </a:lnTo>
                  <a:cubicBezTo>
                    <a:pt x="207853" y="19445"/>
                    <a:pt x="207070" y="18922"/>
                    <a:pt x="206417" y="18270"/>
                  </a:cubicBezTo>
                  <a:cubicBezTo>
                    <a:pt x="206283" y="18181"/>
                    <a:pt x="206154" y="18092"/>
                    <a:pt x="206027" y="18003"/>
                  </a:cubicBezTo>
                  <a:close/>
                  <a:moveTo>
                    <a:pt x="180437" y="1544"/>
                  </a:moveTo>
                  <a:cubicBezTo>
                    <a:pt x="180872" y="1544"/>
                    <a:pt x="181307" y="1548"/>
                    <a:pt x="181741" y="1558"/>
                  </a:cubicBezTo>
                  <a:cubicBezTo>
                    <a:pt x="188008" y="1819"/>
                    <a:pt x="194144" y="3255"/>
                    <a:pt x="199889" y="5605"/>
                  </a:cubicBezTo>
                  <a:cubicBezTo>
                    <a:pt x="205633" y="8086"/>
                    <a:pt x="210856" y="11611"/>
                    <a:pt x="215164" y="16181"/>
                  </a:cubicBezTo>
                  <a:cubicBezTo>
                    <a:pt x="219473" y="20881"/>
                    <a:pt x="222606" y="26495"/>
                    <a:pt x="224304" y="32501"/>
                  </a:cubicBezTo>
                  <a:cubicBezTo>
                    <a:pt x="224695" y="33806"/>
                    <a:pt x="224956" y="34981"/>
                    <a:pt x="225087" y="36287"/>
                  </a:cubicBezTo>
                  <a:cubicBezTo>
                    <a:pt x="225146" y="36584"/>
                    <a:pt x="225199" y="36875"/>
                    <a:pt x="225247" y="37162"/>
                  </a:cubicBezTo>
                  <a:lnTo>
                    <a:pt x="225247" y="37162"/>
                  </a:lnTo>
                  <a:cubicBezTo>
                    <a:pt x="225195" y="36909"/>
                    <a:pt x="225141" y="36660"/>
                    <a:pt x="225087" y="36417"/>
                  </a:cubicBezTo>
                  <a:cubicBezTo>
                    <a:pt x="224956" y="35112"/>
                    <a:pt x="224695" y="33806"/>
                    <a:pt x="224304" y="32631"/>
                  </a:cubicBezTo>
                  <a:cubicBezTo>
                    <a:pt x="222606" y="26495"/>
                    <a:pt x="219342" y="20881"/>
                    <a:pt x="214903" y="16181"/>
                  </a:cubicBezTo>
                  <a:cubicBezTo>
                    <a:pt x="210595" y="11611"/>
                    <a:pt x="205242" y="8086"/>
                    <a:pt x="199366" y="5736"/>
                  </a:cubicBezTo>
                  <a:cubicBezTo>
                    <a:pt x="193028" y="3172"/>
                    <a:pt x="186263" y="1890"/>
                    <a:pt x="179494" y="1890"/>
                  </a:cubicBezTo>
                  <a:cubicBezTo>
                    <a:pt x="173853" y="1890"/>
                    <a:pt x="168210" y="2780"/>
                    <a:pt x="162810" y="4561"/>
                  </a:cubicBezTo>
                  <a:cubicBezTo>
                    <a:pt x="156934" y="6388"/>
                    <a:pt x="151320" y="9261"/>
                    <a:pt x="146228" y="12786"/>
                  </a:cubicBezTo>
                  <a:cubicBezTo>
                    <a:pt x="141398" y="16442"/>
                    <a:pt x="136959" y="20750"/>
                    <a:pt x="133172" y="25581"/>
                  </a:cubicBezTo>
                  <a:cubicBezTo>
                    <a:pt x="131644" y="27547"/>
                    <a:pt x="130115" y="29604"/>
                    <a:pt x="128739" y="31752"/>
                  </a:cubicBezTo>
                  <a:lnTo>
                    <a:pt x="128739" y="31752"/>
                  </a:lnTo>
                  <a:lnTo>
                    <a:pt x="129386" y="30673"/>
                  </a:lnTo>
                  <a:cubicBezTo>
                    <a:pt x="129778" y="30020"/>
                    <a:pt x="130300" y="29367"/>
                    <a:pt x="130692" y="28714"/>
                  </a:cubicBezTo>
                  <a:lnTo>
                    <a:pt x="133433" y="25059"/>
                  </a:lnTo>
                  <a:cubicBezTo>
                    <a:pt x="137350" y="20228"/>
                    <a:pt x="141789" y="15919"/>
                    <a:pt x="146751" y="12264"/>
                  </a:cubicBezTo>
                  <a:cubicBezTo>
                    <a:pt x="151842" y="8739"/>
                    <a:pt x="157457" y="5997"/>
                    <a:pt x="163462" y="4169"/>
                  </a:cubicBezTo>
                  <a:cubicBezTo>
                    <a:pt x="168922" y="2349"/>
                    <a:pt x="174720" y="1544"/>
                    <a:pt x="180437" y="1544"/>
                  </a:cubicBezTo>
                  <a:close/>
                  <a:moveTo>
                    <a:pt x="225608" y="40063"/>
                  </a:moveTo>
                  <a:cubicBezTo>
                    <a:pt x="225608" y="40067"/>
                    <a:pt x="225609" y="40070"/>
                    <a:pt x="225609" y="40073"/>
                  </a:cubicBezTo>
                  <a:lnTo>
                    <a:pt x="225740" y="43859"/>
                  </a:lnTo>
                  <a:lnTo>
                    <a:pt x="225735" y="43990"/>
                  </a:lnTo>
                  <a:lnTo>
                    <a:pt x="225609" y="40204"/>
                  </a:lnTo>
                  <a:cubicBezTo>
                    <a:pt x="225609" y="40157"/>
                    <a:pt x="225609" y="40110"/>
                    <a:pt x="225608" y="40063"/>
                  </a:cubicBezTo>
                  <a:close/>
                  <a:moveTo>
                    <a:pt x="127845" y="33228"/>
                  </a:moveTo>
                  <a:cubicBezTo>
                    <a:pt x="127202" y="34465"/>
                    <a:pt x="126349" y="35702"/>
                    <a:pt x="125730" y="36940"/>
                  </a:cubicBezTo>
                  <a:lnTo>
                    <a:pt x="123772" y="40987"/>
                  </a:lnTo>
                  <a:lnTo>
                    <a:pt x="122728" y="43076"/>
                  </a:lnTo>
                  <a:lnTo>
                    <a:pt x="121944" y="45165"/>
                  </a:lnTo>
                  <a:lnTo>
                    <a:pt x="120671" y="48298"/>
                  </a:lnTo>
                  <a:lnTo>
                    <a:pt x="121944" y="44904"/>
                  </a:lnTo>
                  <a:cubicBezTo>
                    <a:pt x="122205" y="44121"/>
                    <a:pt x="122466" y="43468"/>
                    <a:pt x="122858" y="42684"/>
                  </a:cubicBezTo>
                  <a:lnTo>
                    <a:pt x="123772" y="40726"/>
                  </a:lnTo>
                  <a:lnTo>
                    <a:pt x="125861" y="36548"/>
                  </a:lnTo>
                  <a:cubicBezTo>
                    <a:pt x="126414" y="35441"/>
                    <a:pt x="127155" y="34334"/>
                    <a:pt x="127845" y="33228"/>
                  </a:cubicBezTo>
                  <a:close/>
                  <a:moveTo>
                    <a:pt x="225723" y="44365"/>
                  </a:moveTo>
                  <a:lnTo>
                    <a:pt x="225609" y="47776"/>
                  </a:lnTo>
                  <a:cubicBezTo>
                    <a:pt x="225479" y="48951"/>
                    <a:pt x="225348" y="50257"/>
                    <a:pt x="225087" y="51432"/>
                  </a:cubicBezTo>
                  <a:cubicBezTo>
                    <a:pt x="224826" y="52738"/>
                    <a:pt x="224695" y="54043"/>
                    <a:pt x="224304" y="55218"/>
                  </a:cubicBezTo>
                  <a:cubicBezTo>
                    <a:pt x="224565" y="54043"/>
                    <a:pt x="224826" y="52868"/>
                    <a:pt x="224956" y="51562"/>
                  </a:cubicBezTo>
                  <a:lnTo>
                    <a:pt x="225348" y="49735"/>
                  </a:lnTo>
                  <a:cubicBezTo>
                    <a:pt x="225479" y="49082"/>
                    <a:pt x="225479" y="48429"/>
                    <a:pt x="225479" y="47907"/>
                  </a:cubicBezTo>
                  <a:lnTo>
                    <a:pt x="225723" y="44365"/>
                  </a:lnTo>
                  <a:close/>
                  <a:moveTo>
                    <a:pt x="118815" y="53361"/>
                  </a:moveTo>
                  <a:lnTo>
                    <a:pt x="118815" y="53361"/>
                  </a:lnTo>
                  <a:cubicBezTo>
                    <a:pt x="118357" y="54687"/>
                    <a:pt x="117899" y="55997"/>
                    <a:pt x="117375" y="57307"/>
                  </a:cubicBezTo>
                  <a:lnTo>
                    <a:pt x="118815" y="53361"/>
                  </a:lnTo>
                  <a:close/>
                  <a:moveTo>
                    <a:pt x="178999" y="7417"/>
                  </a:moveTo>
                  <a:cubicBezTo>
                    <a:pt x="181891" y="7417"/>
                    <a:pt x="184798" y="7683"/>
                    <a:pt x="187616" y="8216"/>
                  </a:cubicBezTo>
                  <a:cubicBezTo>
                    <a:pt x="194405" y="9261"/>
                    <a:pt x="200803" y="11872"/>
                    <a:pt x="206286" y="16050"/>
                  </a:cubicBezTo>
                  <a:cubicBezTo>
                    <a:pt x="211509" y="19967"/>
                    <a:pt x="215556" y="25320"/>
                    <a:pt x="217906" y="31456"/>
                  </a:cubicBezTo>
                  <a:cubicBezTo>
                    <a:pt x="218522" y="33158"/>
                    <a:pt x="218997" y="34900"/>
                    <a:pt x="219339" y="36666"/>
                  </a:cubicBezTo>
                  <a:lnTo>
                    <a:pt x="219339" y="36666"/>
                  </a:lnTo>
                  <a:cubicBezTo>
                    <a:pt x="218667" y="33287"/>
                    <a:pt x="217483" y="30031"/>
                    <a:pt x="215817" y="27017"/>
                  </a:cubicBezTo>
                  <a:cubicBezTo>
                    <a:pt x="212945" y="22056"/>
                    <a:pt x="208897" y="17747"/>
                    <a:pt x="204067" y="14744"/>
                  </a:cubicBezTo>
                  <a:cubicBezTo>
                    <a:pt x="196724" y="10010"/>
                    <a:pt x="188167" y="7564"/>
                    <a:pt x="179558" y="7564"/>
                  </a:cubicBezTo>
                  <a:cubicBezTo>
                    <a:pt x="176532" y="7564"/>
                    <a:pt x="173500" y="7866"/>
                    <a:pt x="170513" y="8477"/>
                  </a:cubicBezTo>
                  <a:cubicBezTo>
                    <a:pt x="164637" y="9522"/>
                    <a:pt x="159023" y="11741"/>
                    <a:pt x="153931" y="14744"/>
                  </a:cubicBezTo>
                  <a:cubicBezTo>
                    <a:pt x="148840" y="17747"/>
                    <a:pt x="144270" y="21664"/>
                    <a:pt x="140484" y="26234"/>
                  </a:cubicBezTo>
                  <a:lnTo>
                    <a:pt x="139048" y="27800"/>
                  </a:lnTo>
                  <a:cubicBezTo>
                    <a:pt x="138525" y="28323"/>
                    <a:pt x="138003" y="28975"/>
                    <a:pt x="137611" y="29628"/>
                  </a:cubicBezTo>
                  <a:lnTo>
                    <a:pt x="135000" y="33284"/>
                  </a:lnTo>
                  <a:cubicBezTo>
                    <a:pt x="134086" y="34459"/>
                    <a:pt x="133433" y="35765"/>
                    <a:pt x="132650" y="37070"/>
                  </a:cubicBezTo>
                  <a:lnTo>
                    <a:pt x="131475" y="39029"/>
                  </a:lnTo>
                  <a:cubicBezTo>
                    <a:pt x="131083" y="39681"/>
                    <a:pt x="130822" y="40334"/>
                    <a:pt x="130431" y="41118"/>
                  </a:cubicBezTo>
                  <a:lnTo>
                    <a:pt x="128603" y="45165"/>
                  </a:lnTo>
                  <a:cubicBezTo>
                    <a:pt x="127950" y="46471"/>
                    <a:pt x="127428" y="47907"/>
                    <a:pt x="126905" y="49343"/>
                  </a:cubicBezTo>
                  <a:cubicBezTo>
                    <a:pt x="125861" y="52085"/>
                    <a:pt x="124816" y="55088"/>
                    <a:pt x="123772" y="58091"/>
                  </a:cubicBezTo>
                  <a:cubicBezTo>
                    <a:pt x="121552" y="63966"/>
                    <a:pt x="119333" y="69841"/>
                    <a:pt x="116722" y="75455"/>
                  </a:cubicBezTo>
                  <a:cubicBezTo>
                    <a:pt x="114111" y="81200"/>
                    <a:pt x="110977" y="86814"/>
                    <a:pt x="107321" y="92036"/>
                  </a:cubicBezTo>
                  <a:cubicBezTo>
                    <a:pt x="113327" y="82897"/>
                    <a:pt x="118288" y="73105"/>
                    <a:pt x="121814" y="62791"/>
                  </a:cubicBezTo>
                  <a:cubicBezTo>
                    <a:pt x="123903" y="57699"/>
                    <a:pt x="125469" y="52215"/>
                    <a:pt x="127428" y="47385"/>
                  </a:cubicBezTo>
                  <a:lnTo>
                    <a:pt x="128211" y="45426"/>
                  </a:lnTo>
                  <a:cubicBezTo>
                    <a:pt x="128472" y="44773"/>
                    <a:pt x="128733" y="44251"/>
                    <a:pt x="128994" y="43598"/>
                  </a:cubicBezTo>
                  <a:lnTo>
                    <a:pt x="130692" y="39943"/>
                  </a:lnTo>
                  <a:cubicBezTo>
                    <a:pt x="131345" y="38768"/>
                    <a:pt x="131997" y="37592"/>
                    <a:pt x="132650" y="36417"/>
                  </a:cubicBezTo>
                  <a:cubicBezTo>
                    <a:pt x="133303" y="35242"/>
                    <a:pt x="133956" y="34067"/>
                    <a:pt x="134739" y="33023"/>
                  </a:cubicBezTo>
                  <a:cubicBezTo>
                    <a:pt x="136175" y="30803"/>
                    <a:pt x="137873" y="28584"/>
                    <a:pt x="139570" y="26625"/>
                  </a:cubicBezTo>
                  <a:cubicBezTo>
                    <a:pt x="140484" y="25711"/>
                    <a:pt x="141267" y="24536"/>
                    <a:pt x="142312" y="23622"/>
                  </a:cubicBezTo>
                  <a:lnTo>
                    <a:pt x="145053" y="21011"/>
                  </a:lnTo>
                  <a:cubicBezTo>
                    <a:pt x="148970" y="17486"/>
                    <a:pt x="153409" y="14483"/>
                    <a:pt x="158109" y="12264"/>
                  </a:cubicBezTo>
                  <a:cubicBezTo>
                    <a:pt x="162810" y="10044"/>
                    <a:pt x="167771" y="8608"/>
                    <a:pt x="172863" y="7825"/>
                  </a:cubicBezTo>
                  <a:cubicBezTo>
                    <a:pt x="174876" y="7553"/>
                    <a:pt x="176934" y="7417"/>
                    <a:pt x="178999" y="7417"/>
                  </a:cubicBezTo>
                  <a:close/>
                  <a:moveTo>
                    <a:pt x="23240" y="110054"/>
                  </a:moveTo>
                  <a:lnTo>
                    <a:pt x="23240" y="110054"/>
                  </a:lnTo>
                  <a:cubicBezTo>
                    <a:pt x="23203" y="110129"/>
                    <a:pt x="23176" y="110194"/>
                    <a:pt x="23170" y="110238"/>
                  </a:cubicBezTo>
                  <a:lnTo>
                    <a:pt x="23170" y="110238"/>
                  </a:lnTo>
                  <a:cubicBezTo>
                    <a:pt x="23161" y="110214"/>
                    <a:pt x="23191" y="110152"/>
                    <a:pt x="23240" y="110054"/>
                  </a:cubicBezTo>
                  <a:close/>
                  <a:moveTo>
                    <a:pt x="179863" y="1"/>
                  </a:moveTo>
                  <a:cubicBezTo>
                    <a:pt x="174698" y="1"/>
                    <a:pt x="169541" y="694"/>
                    <a:pt x="164507" y="2080"/>
                  </a:cubicBezTo>
                  <a:cubicBezTo>
                    <a:pt x="155629" y="4561"/>
                    <a:pt x="147403" y="9000"/>
                    <a:pt x="140484" y="15136"/>
                  </a:cubicBezTo>
                  <a:cubicBezTo>
                    <a:pt x="133825" y="21272"/>
                    <a:pt x="128342" y="28453"/>
                    <a:pt x="124164" y="36548"/>
                  </a:cubicBezTo>
                  <a:cubicBezTo>
                    <a:pt x="123250" y="38506"/>
                    <a:pt x="122205" y="40595"/>
                    <a:pt x="121291" y="42554"/>
                  </a:cubicBezTo>
                  <a:lnTo>
                    <a:pt x="118941" y="48821"/>
                  </a:lnTo>
                  <a:cubicBezTo>
                    <a:pt x="117375" y="52738"/>
                    <a:pt x="116200" y="56524"/>
                    <a:pt x="114633" y="60441"/>
                  </a:cubicBezTo>
                  <a:cubicBezTo>
                    <a:pt x="111891" y="67752"/>
                    <a:pt x="108496" y="74933"/>
                    <a:pt x="104580" y="81853"/>
                  </a:cubicBezTo>
                  <a:cubicBezTo>
                    <a:pt x="101838" y="86553"/>
                    <a:pt x="98574" y="90861"/>
                    <a:pt x="94657" y="94517"/>
                  </a:cubicBezTo>
                  <a:cubicBezTo>
                    <a:pt x="91132" y="97781"/>
                    <a:pt x="86562" y="99739"/>
                    <a:pt x="81862" y="100131"/>
                  </a:cubicBezTo>
                  <a:cubicBezTo>
                    <a:pt x="81332" y="100158"/>
                    <a:pt x="80803" y="100171"/>
                    <a:pt x="80275" y="100171"/>
                  </a:cubicBezTo>
                  <a:cubicBezTo>
                    <a:pt x="75610" y="100171"/>
                    <a:pt x="71071" y="99149"/>
                    <a:pt x="66848" y="97389"/>
                  </a:cubicBezTo>
                  <a:lnTo>
                    <a:pt x="62409" y="95823"/>
                  </a:lnTo>
                  <a:cubicBezTo>
                    <a:pt x="60842" y="95431"/>
                    <a:pt x="59275" y="95039"/>
                    <a:pt x="57708" y="94517"/>
                  </a:cubicBezTo>
                  <a:cubicBezTo>
                    <a:pt x="54444" y="93734"/>
                    <a:pt x="51311" y="93342"/>
                    <a:pt x="48047" y="93081"/>
                  </a:cubicBezTo>
                  <a:cubicBezTo>
                    <a:pt x="46915" y="93037"/>
                    <a:pt x="45798" y="93008"/>
                    <a:pt x="44691" y="93008"/>
                  </a:cubicBezTo>
                  <a:cubicBezTo>
                    <a:pt x="42476" y="93008"/>
                    <a:pt x="40300" y="93124"/>
                    <a:pt x="38124" y="93472"/>
                  </a:cubicBezTo>
                  <a:cubicBezTo>
                    <a:pt x="34730" y="93995"/>
                    <a:pt x="31466" y="94778"/>
                    <a:pt x="28332" y="95953"/>
                  </a:cubicBezTo>
                  <a:cubicBezTo>
                    <a:pt x="25068" y="97259"/>
                    <a:pt x="22065" y="98825"/>
                    <a:pt x="19324" y="100653"/>
                  </a:cubicBezTo>
                  <a:cubicBezTo>
                    <a:pt x="16582" y="102612"/>
                    <a:pt x="13971" y="104831"/>
                    <a:pt x="11751" y="107442"/>
                  </a:cubicBezTo>
                  <a:cubicBezTo>
                    <a:pt x="7182" y="112404"/>
                    <a:pt x="3918" y="118410"/>
                    <a:pt x="2220" y="124938"/>
                  </a:cubicBezTo>
                  <a:cubicBezTo>
                    <a:pt x="392" y="131466"/>
                    <a:pt x="1" y="138255"/>
                    <a:pt x="1176" y="144783"/>
                  </a:cubicBezTo>
                  <a:cubicBezTo>
                    <a:pt x="1959" y="149353"/>
                    <a:pt x="3395" y="153792"/>
                    <a:pt x="5484" y="157839"/>
                  </a:cubicBezTo>
                  <a:cubicBezTo>
                    <a:pt x="7573" y="162147"/>
                    <a:pt x="10446" y="166064"/>
                    <a:pt x="13971" y="169328"/>
                  </a:cubicBezTo>
                  <a:cubicBezTo>
                    <a:pt x="17626" y="172723"/>
                    <a:pt x="22065" y="175073"/>
                    <a:pt x="27027" y="176248"/>
                  </a:cubicBezTo>
                  <a:cubicBezTo>
                    <a:pt x="31017" y="177187"/>
                    <a:pt x="35219" y="177704"/>
                    <a:pt x="39347" y="177704"/>
                  </a:cubicBezTo>
                  <a:cubicBezTo>
                    <a:pt x="39811" y="177704"/>
                    <a:pt x="40274" y="177697"/>
                    <a:pt x="40736" y="177684"/>
                  </a:cubicBezTo>
                  <a:cubicBezTo>
                    <a:pt x="49614" y="177423"/>
                    <a:pt x="57839" y="176117"/>
                    <a:pt x="65673" y="175726"/>
                  </a:cubicBezTo>
                  <a:cubicBezTo>
                    <a:pt x="67169" y="175626"/>
                    <a:pt x="68665" y="175583"/>
                    <a:pt x="70161" y="175583"/>
                  </a:cubicBezTo>
                  <a:cubicBezTo>
                    <a:pt x="72582" y="175583"/>
                    <a:pt x="75002" y="175695"/>
                    <a:pt x="77423" y="175856"/>
                  </a:cubicBezTo>
                  <a:cubicBezTo>
                    <a:pt x="81079" y="176248"/>
                    <a:pt x="84734" y="177031"/>
                    <a:pt x="88260" y="178206"/>
                  </a:cubicBezTo>
                  <a:cubicBezTo>
                    <a:pt x="95179" y="180426"/>
                    <a:pt x="101316" y="184343"/>
                    <a:pt x="106538" y="189565"/>
                  </a:cubicBezTo>
                  <a:cubicBezTo>
                    <a:pt x="112544" y="195571"/>
                    <a:pt x="119986" y="200141"/>
                    <a:pt x="128211" y="202752"/>
                  </a:cubicBezTo>
                  <a:cubicBezTo>
                    <a:pt x="133720" y="204526"/>
                    <a:pt x="139495" y="205365"/>
                    <a:pt x="145299" y="205365"/>
                  </a:cubicBezTo>
                  <a:cubicBezTo>
                    <a:pt x="147611" y="205365"/>
                    <a:pt x="149928" y="205232"/>
                    <a:pt x="152234" y="204971"/>
                  </a:cubicBezTo>
                  <a:cubicBezTo>
                    <a:pt x="159676" y="204188"/>
                    <a:pt x="166857" y="201968"/>
                    <a:pt x="173516" y="198443"/>
                  </a:cubicBezTo>
                  <a:cubicBezTo>
                    <a:pt x="178346" y="195963"/>
                    <a:pt x="182785" y="192829"/>
                    <a:pt x="186572" y="189043"/>
                  </a:cubicBezTo>
                  <a:cubicBezTo>
                    <a:pt x="189052" y="186562"/>
                    <a:pt x="191011" y="183821"/>
                    <a:pt x="192577" y="180818"/>
                  </a:cubicBezTo>
                  <a:cubicBezTo>
                    <a:pt x="192969" y="179904"/>
                    <a:pt x="193361" y="179120"/>
                    <a:pt x="193752" y="178206"/>
                  </a:cubicBezTo>
                  <a:cubicBezTo>
                    <a:pt x="193883" y="177815"/>
                    <a:pt x="193883" y="177293"/>
                    <a:pt x="194014" y="176901"/>
                  </a:cubicBezTo>
                  <a:cubicBezTo>
                    <a:pt x="193963" y="176700"/>
                    <a:pt x="193874" y="176595"/>
                    <a:pt x="193746" y="176595"/>
                  </a:cubicBezTo>
                  <a:cubicBezTo>
                    <a:pt x="193542" y="176595"/>
                    <a:pt x="193240" y="176861"/>
                    <a:pt x="192838" y="177423"/>
                  </a:cubicBezTo>
                  <a:cubicBezTo>
                    <a:pt x="189705" y="181732"/>
                    <a:pt x="186049" y="185387"/>
                    <a:pt x="181871" y="188521"/>
                  </a:cubicBezTo>
                  <a:cubicBezTo>
                    <a:pt x="173777" y="194265"/>
                    <a:pt x="164376" y="197921"/>
                    <a:pt x="154584" y="199227"/>
                  </a:cubicBezTo>
                  <a:lnTo>
                    <a:pt x="154454" y="198443"/>
                  </a:lnTo>
                  <a:cubicBezTo>
                    <a:pt x="159284" y="197660"/>
                    <a:pt x="163854" y="196354"/>
                    <a:pt x="168293" y="194396"/>
                  </a:cubicBezTo>
                  <a:cubicBezTo>
                    <a:pt x="170904" y="193221"/>
                    <a:pt x="173646" y="191785"/>
                    <a:pt x="175996" y="190087"/>
                  </a:cubicBezTo>
                  <a:cubicBezTo>
                    <a:pt x="177302" y="189174"/>
                    <a:pt x="178607" y="188260"/>
                    <a:pt x="179652" y="187085"/>
                  </a:cubicBezTo>
                  <a:cubicBezTo>
                    <a:pt x="180305" y="186432"/>
                    <a:pt x="180696" y="186040"/>
                    <a:pt x="180696" y="185779"/>
                  </a:cubicBezTo>
                  <a:cubicBezTo>
                    <a:pt x="180725" y="185581"/>
                    <a:pt x="180569" y="185518"/>
                    <a:pt x="180326" y="185518"/>
                  </a:cubicBezTo>
                  <a:cubicBezTo>
                    <a:pt x="179899" y="185518"/>
                    <a:pt x="179203" y="185713"/>
                    <a:pt x="178766" y="185713"/>
                  </a:cubicBezTo>
                  <a:cubicBezTo>
                    <a:pt x="178306" y="185713"/>
                    <a:pt x="178134" y="185496"/>
                    <a:pt x="178868" y="184604"/>
                  </a:cubicBezTo>
                  <a:lnTo>
                    <a:pt x="178868" y="184604"/>
                  </a:lnTo>
                  <a:cubicBezTo>
                    <a:pt x="170252" y="191524"/>
                    <a:pt x="159546" y="195571"/>
                    <a:pt x="148578" y="195963"/>
                  </a:cubicBezTo>
                  <a:cubicBezTo>
                    <a:pt x="147699" y="196016"/>
                    <a:pt x="146820" y="196042"/>
                    <a:pt x="145943" y="196042"/>
                  </a:cubicBezTo>
                  <a:cubicBezTo>
                    <a:pt x="136018" y="196042"/>
                    <a:pt x="126337" y="192670"/>
                    <a:pt x="118419" y="186432"/>
                  </a:cubicBezTo>
                  <a:cubicBezTo>
                    <a:pt x="117375" y="185648"/>
                    <a:pt x="116069" y="184604"/>
                    <a:pt x="114763" y="183298"/>
                  </a:cubicBezTo>
                  <a:lnTo>
                    <a:pt x="109802" y="178859"/>
                  </a:lnTo>
                  <a:cubicBezTo>
                    <a:pt x="106538" y="175987"/>
                    <a:pt x="102882" y="173637"/>
                    <a:pt x="99096" y="171678"/>
                  </a:cubicBezTo>
                  <a:cubicBezTo>
                    <a:pt x="94788" y="169459"/>
                    <a:pt x="90218" y="167892"/>
                    <a:pt x="85648" y="166978"/>
                  </a:cubicBezTo>
                  <a:cubicBezTo>
                    <a:pt x="81079" y="165934"/>
                    <a:pt x="76379" y="165542"/>
                    <a:pt x="71809" y="165542"/>
                  </a:cubicBezTo>
                  <a:cubicBezTo>
                    <a:pt x="71379" y="165536"/>
                    <a:pt x="70950" y="165533"/>
                    <a:pt x="70521" y="165533"/>
                  </a:cubicBezTo>
                  <a:cubicBezTo>
                    <a:pt x="61847" y="165533"/>
                    <a:pt x="53535" y="166748"/>
                    <a:pt x="45697" y="167370"/>
                  </a:cubicBezTo>
                  <a:cubicBezTo>
                    <a:pt x="43592" y="167504"/>
                    <a:pt x="41504" y="167594"/>
                    <a:pt x="39466" y="167594"/>
                  </a:cubicBezTo>
                  <a:cubicBezTo>
                    <a:pt x="33541" y="167594"/>
                    <a:pt x="28037" y="166826"/>
                    <a:pt x="23763" y="164106"/>
                  </a:cubicBezTo>
                  <a:cubicBezTo>
                    <a:pt x="20760" y="162147"/>
                    <a:pt x="18279" y="159536"/>
                    <a:pt x="16451" y="156533"/>
                  </a:cubicBezTo>
                  <a:cubicBezTo>
                    <a:pt x="14493" y="153400"/>
                    <a:pt x="12926" y="150005"/>
                    <a:pt x="12012" y="146350"/>
                  </a:cubicBezTo>
                  <a:cubicBezTo>
                    <a:pt x="9923" y="139169"/>
                    <a:pt x="10315" y="131466"/>
                    <a:pt x="12926" y="124546"/>
                  </a:cubicBezTo>
                  <a:cubicBezTo>
                    <a:pt x="15668" y="117626"/>
                    <a:pt x="20629" y="111751"/>
                    <a:pt x="27027" y="107965"/>
                  </a:cubicBezTo>
                  <a:cubicBezTo>
                    <a:pt x="32353" y="104812"/>
                    <a:pt x="38403" y="103199"/>
                    <a:pt x="44575" y="103199"/>
                  </a:cubicBezTo>
                  <a:cubicBezTo>
                    <a:pt x="45816" y="103199"/>
                    <a:pt x="47062" y="103264"/>
                    <a:pt x="48308" y="103395"/>
                  </a:cubicBezTo>
                  <a:cubicBezTo>
                    <a:pt x="52094" y="103656"/>
                    <a:pt x="55881" y="104440"/>
                    <a:pt x="59536" y="105615"/>
                  </a:cubicBezTo>
                  <a:lnTo>
                    <a:pt x="65412" y="107704"/>
                  </a:lnTo>
                  <a:cubicBezTo>
                    <a:pt x="67500" y="108487"/>
                    <a:pt x="69720" y="109140"/>
                    <a:pt x="71940" y="109531"/>
                  </a:cubicBezTo>
                  <a:cubicBezTo>
                    <a:pt x="74524" y="110106"/>
                    <a:pt x="77187" y="110404"/>
                    <a:pt x="79843" y="110404"/>
                  </a:cubicBezTo>
                  <a:cubicBezTo>
                    <a:pt x="82017" y="110404"/>
                    <a:pt x="84185" y="110204"/>
                    <a:pt x="86301" y="109793"/>
                  </a:cubicBezTo>
                  <a:cubicBezTo>
                    <a:pt x="88782" y="109270"/>
                    <a:pt x="91132" y="108487"/>
                    <a:pt x="93351" y="107442"/>
                  </a:cubicBezTo>
                  <a:cubicBezTo>
                    <a:pt x="95571" y="106398"/>
                    <a:pt x="97660" y="105092"/>
                    <a:pt x="99488" y="103526"/>
                  </a:cubicBezTo>
                  <a:cubicBezTo>
                    <a:pt x="103143" y="100523"/>
                    <a:pt x="106277" y="97128"/>
                    <a:pt x="108888" y="93342"/>
                  </a:cubicBezTo>
                  <a:cubicBezTo>
                    <a:pt x="111499" y="89817"/>
                    <a:pt x="113719" y="86031"/>
                    <a:pt x="115677" y="82114"/>
                  </a:cubicBezTo>
                  <a:cubicBezTo>
                    <a:pt x="119594" y="74411"/>
                    <a:pt x="122858" y="66446"/>
                    <a:pt x="125730" y="58352"/>
                  </a:cubicBezTo>
                  <a:lnTo>
                    <a:pt x="127819" y="52346"/>
                  </a:lnTo>
                  <a:lnTo>
                    <a:pt x="129908" y="46862"/>
                  </a:lnTo>
                  <a:cubicBezTo>
                    <a:pt x="131475" y="43207"/>
                    <a:pt x="133172" y="39681"/>
                    <a:pt x="135261" y="36287"/>
                  </a:cubicBezTo>
                  <a:cubicBezTo>
                    <a:pt x="139178" y="29628"/>
                    <a:pt x="144531" y="23753"/>
                    <a:pt x="150667" y="19183"/>
                  </a:cubicBezTo>
                  <a:cubicBezTo>
                    <a:pt x="156804" y="14483"/>
                    <a:pt x="163985" y="11480"/>
                    <a:pt x="171557" y="10175"/>
                  </a:cubicBezTo>
                  <a:lnTo>
                    <a:pt x="172993" y="9914"/>
                  </a:lnTo>
                  <a:lnTo>
                    <a:pt x="174429" y="9652"/>
                  </a:lnTo>
                  <a:lnTo>
                    <a:pt x="177171" y="9391"/>
                  </a:lnTo>
                  <a:lnTo>
                    <a:pt x="181480" y="9391"/>
                  </a:lnTo>
                  <a:cubicBezTo>
                    <a:pt x="182002" y="9391"/>
                    <a:pt x="182524" y="9522"/>
                    <a:pt x="182916" y="9522"/>
                  </a:cubicBezTo>
                  <a:lnTo>
                    <a:pt x="185788" y="9783"/>
                  </a:lnTo>
                  <a:lnTo>
                    <a:pt x="188661" y="10305"/>
                  </a:lnTo>
                  <a:lnTo>
                    <a:pt x="190097" y="10436"/>
                  </a:lnTo>
                  <a:lnTo>
                    <a:pt x="191402" y="10828"/>
                  </a:lnTo>
                  <a:lnTo>
                    <a:pt x="194144" y="11611"/>
                  </a:lnTo>
                  <a:cubicBezTo>
                    <a:pt x="197669" y="12917"/>
                    <a:pt x="201064" y="14614"/>
                    <a:pt x="204197" y="16703"/>
                  </a:cubicBezTo>
                  <a:cubicBezTo>
                    <a:pt x="204847" y="17136"/>
                    <a:pt x="205407" y="17570"/>
                    <a:pt x="206027" y="18003"/>
                  </a:cubicBezTo>
                  <a:lnTo>
                    <a:pt x="206027" y="18003"/>
                  </a:lnTo>
                  <a:cubicBezTo>
                    <a:pt x="204602" y="16838"/>
                    <a:pt x="203078" y="15787"/>
                    <a:pt x="201455" y="14875"/>
                  </a:cubicBezTo>
                  <a:cubicBezTo>
                    <a:pt x="197278" y="12525"/>
                    <a:pt x="192708" y="10828"/>
                    <a:pt x="187877" y="9914"/>
                  </a:cubicBezTo>
                  <a:cubicBezTo>
                    <a:pt x="185134" y="9469"/>
                    <a:pt x="182392" y="9235"/>
                    <a:pt x="179649" y="9235"/>
                  </a:cubicBezTo>
                  <a:cubicBezTo>
                    <a:pt x="177561" y="9235"/>
                    <a:pt x="175473" y="9370"/>
                    <a:pt x="173385" y="9652"/>
                  </a:cubicBezTo>
                  <a:cubicBezTo>
                    <a:pt x="168554" y="10305"/>
                    <a:pt x="163854" y="11741"/>
                    <a:pt x="159415" y="13700"/>
                  </a:cubicBezTo>
                  <a:cubicBezTo>
                    <a:pt x="154976" y="15789"/>
                    <a:pt x="150929" y="18400"/>
                    <a:pt x="147142" y="21664"/>
                  </a:cubicBezTo>
                  <a:lnTo>
                    <a:pt x="144531" y="24145"/>
                  </a:lnTo>
                  <a:lnTo>
                    <a:pt x="143226" y="25450"/>
                  </a:lnTo>
                  <a:lnTo>
                    <a:pt x="141920" y="26756"/>
                  </a:lnTo>
                  <a:lnTo>
                    <a:pt x="139570" y="29628"/>
                  </a:lnTo>
                  <a:lnTo>
                    <a:pt x="137350" y="32631"/>
                  </a:lnTo>
                  <a:cubicBezTo>
                    <a:pt x="135914" y="34720"/>
                    <a:pt x="134609" y="36940"/>
                    <a:pt x="133303" y="39159"/>
                  </a:cubicBezTo>
                  <a:cubicBezTo>
                    <a:pt x="132781" y="40204"/>
                    <a:pt x="132258" y="41248"/>
                    <a:pt x="131736" y="42423"/>
                  </a:cubicBezTo>
                  <a:lnTo>
                    <a:pt x="130039" y="45818"/>
                  </a:lnTo>
                  <a:cubicBezTo>
                    <a:pt x="129125" y="48037"/>
                    <a:pt x="128211" y="50257"/>
                    <a:pt x="127428" y="52738"/>
                  </a:cubicBezTo>
                  <a:cubicBezTo>
                    <a:pt x="126514" y="55349"/>
                    <a:pt x="125600" y="57829"/>
                    <a:pt x="124686" y="60441"/>
                  </a:cubicBezTo>
                  <a:cubicBezTo>
                    <a:pt x="121161" y="70624"/>
                    <a:pt x="116461" y="80547"/>
                    <a:pt x="110847" y="89947"/>
                  </a:cubicBezTo>
                  <a:cubicBezTo>
                    <a:pt x="107844" y="94778"/>
                    <a:pt x="104057" y="99217"/>
                    <a:pt x="99618" y="103003"/>
                  </a:cubicBezTo>
                  <a:cubicBezTo>
                    <a:pt x="97268" y="104831"/>
                    <a:pt x="94657" y="106529"/>
                    <a:pt x="91785" y="107704"/>
                  </a:cubicBezTo>
                  <a:cubicBezTo>
                    <a:pt x="88912" y="108879"/>
                    <a:pt x="85909" y="109662"/>
                    <a:pt x="82776" y="109923"/>
                  </a:cubicBezTo>
                  <a:cubicBezTo>
                    <a:pt x="81868" y="109982"/>
                    <a:pt x="80964" y="110012"/>
                    <a:pt x="80062" y="110012"/>
                  </a:cubicBezTo>
                  <a:cubicBezTo>
                    <a:pt x="75000" y="110012"/>
                    <a:pt x="70047" y="109085"/>
                    <a:pt x="65281" y="107312"/>
                  </a:cubicBezTo>
                  <a:cubicBezTo>
                    <a:pt x="62409" y="106398"/>
                    <a:pt x="60189" y="105484"/>
                    <a:pt x="57839" y="104831"/>
                  </a:cubicBezTo>
                  <a:cubicBezTo>
                    <a:pt x="56664" y="104440"/>
                    <a:pt x="55489" y="104178"/>
                    <a:pt x="54183" y="103917"/>
                  </a:cubicBezTo>
                  <a:cubicBezTo>
                    <a:pt x="53008" y="103656"/>
                    <a:pt x="51833" y="103395"/>
                    <a:pt x="50658" y="103265"/>
                  </a:cubicBezTo>
                  <a:cubicBezTo>
                    <a:pt x="48758" y="102956"/>
                    <a:pt x="46848" y="102805"/>
                    <a:pt x="44945" y="102805"/>
                  </a:cubicBezTo>
                  <a:cubicBezTo>
                    <a:pt x="37175" y="102805"/>
                    <a:pt x="29534" y="105334"/>
                    <a:pt x="23241" y="110054"/>
                  </a:cubicBezTo>
                  <a:cubicBezTo>
                    <a:pt x="23484" y="109810"/>
                    <a:pt x="24083" y="109262"/>
                    <a:pt x="23932" y="109262"/>
                  </a:cubicBezTo>
                  <a:cubicBezTo>
                    <a:pt x="23840" y="109262"/>
                    <a:pt x="23474" y="109463"/>
                    <a:pt x="22588" y="110054"/>
                  </a:cubicBezTo>
                  <a:cubicBezTo>
                    <a:pt x="28973" y="104946"/>
                    <a:pt x="36919" y="102180"/>
                    <a:pt x="45083" y="102180"/>
                  </a:cubicBezTo>
                  <a:cubicBezTo>
                    <a:pt x="46936" y="102180"/>
                    <a:pt x="48799" y="102322"/>
                    <a:pt x="50658" y="102612"/>
                  </a:cubicBezTo>
                  <a:cubicBezTo>
                    <a:pt x="51833" y="102742"/>
                    <a:pt x="53139" y="103003"/>
                    <a:pt x="54314" y="103265"/>
                  </a:cubicBezTo>
                  <a:cubicBezTo>
                    <a:pt x="55619" y="103526"/>
                    <a:pt x="56795" y="103787"/>
                    <a:pt x="58100" y="104178"/>
                  </a:cubicBezTo>
                  <a:cubicBezTo>
                    <a:pt x="60581" y="104831"/>
                    <a:pt x="62800" y="105745"/>
                    <a:pt x="65673" y="106790"/>
                  </a:cubicBezTo>
                  <a:cubicBezTo>
                    <a:pt x="70432" y="108450"/>
                    <a:pt x="75378" y="109359"/>
                    <a:pt x="80433" y="109359"/>
                  </a:cubicBezTo>
                  <a:cubicBezTo>
                    <a:pt x="81341" y="109359"/>
                    <a:pt x="82253" y="109330"/>
                    <a:pt x="83168" y="109270"/>
                  </a:cubicBezTo>
                  <a:cubicBezTo>
                    <a:pt x="86301" y="108879"/>
                    <a:pt x="89304" y="108095"/>
                    <a:pt x="92176" y="106790"/>
                  </a:cubicBezTo>
                  <a:cubicBezTo>
                    <a:pt x="94918" y="105615"/>
                    <a:pt x="97529" y="103917"/>
                    <a:pt x="99749" y="101959"/>
                  </a:cubicBezTo>
                  <a:cubicBezTo>
                    <a:pt x="102099" y="100001"/>
                    <a:pt x="104057" y="97912"/>
                    <a:pt x="105885" y="95692"/>
                  </a:cubicBezTo>
                  <a:cubicBezTo>
                    <a:pt x="107713" y="93472"/>
                    <a:pt x="109280" y="91122"/>
                    <a:pt x="110847" y="88642"/>
                  </a:cubicBezTo>
                  <a:cubicBezTo>
                    <a:pt x="116461" y="79241"/>
                    <a:pt x="121030" y="69188"/>
                    <a:pt x="124686" y="58743"/>
                  </a:cubicBezTo>
                  <a:cubicBezTo>
                    <a:pt x="125600" y="56263"/>
                    <a:pt x="126383" y="53521"/>
                    <a:pt x="127428" y="51171"/>
                  </a:cubicBezTo>
                  <a:lnTo>
                    <a:pt x="128733" y="47646"/>
                  </a:lnTo>
                  <a:lnTo>
                    <a:pt x="129517" y="45818"/>
                  </a:lnTo>
                  <a:lnTo>
                    <a:pt x="130300" y="44121"/>
                  </a:lnTo>
                  <a:cubicBezTo>
                    <a:pt x="131345" y="41770"/>
                    <a:pt x="132520" y="39420"/>
                    <a:pt x="133825" y="37331"/>
                  </a:cubicBezTo>
                  <a:cubicBezTo>
                    <a:pt x="134478" y="36156"/>
                    <a:pt x="135131" y="35112"/>
                    <a:pt x="135784" y="34067"/>
                  </a:cubicBezTo>
                  <a:lnTo>
                    <a:pt x="138003" y="30934"/>
                  </a:lnTo>
                  <a:lnTo>
                    <a:pt x="139178" y="29367"/>
                  </a:lnTo>
                  <a:lnTo>
                    <a:pt x="140353" y="27931"/>
                  </a:lnTo>
                  <a:lnTo>
                    <a:pt x="142703" y="25320"/>
                  </a:lnTo>
                  <a:lnTo>
                    <a:pt x="145445" y="22709"/>
                  </a:lnTo>
                  <a:cubicBezTo>
                    <a:pt x="145967" y="22186"/>
                    <a:pt x="146359" y="21795"/>
                    <a:pt x="146881" y="21403"/>
                  </a:cubicBezTo>
                  <a:lnTo>
                    <a:pt x="148317" y="20228"/>
                  </a:lnTo>
                  <a:cubicBezTo>
                    <a:pt x="152234" y="17094"/>
                    <a:pt x="156543" y="14483"/>
                    <a:pt x="161112" y="12655"/>
                  </a:cubicBezTo>
                  <a:cubicBezTo>
                    <a:pt x="163462" y="11741"/>
                    <a:pt x="165812" y="10828"/>
                    <a:pt x="168293" y="10305"/>
                  </a:cubicBezTo>
                  <a:lnTo>
                    <a:pt x="171949" y="9522"/>
                  </a:lnTo>
                  <a:cubicBezTo>
                    <a:pt x="173124" y="9261"/>
                    <a:pt x="174429" y="9261"/>
                    <a:pt x="175604" y="9130"/>
                  </a:cubicBezTo>
                  <a:cubicBezTo>
                    <a:pt x="177050" y="9019"/>
                    <a:pt x="178485" y="8960"/>
                    <a:pt x="179909" y="8960"/>
                  </a:cubicBezTo>
                  <a:cubicBezTo>
                    <a:pt x="183503" y="8960"/>
                    <a:pt x="187029" y="9333"/>
                    <a:pt x="190488" y="10175"/>
                  </a:cubicBezTo>
                  <a:cubicBezTo>
                    <a:pt x="200280" y="12264"/>
                    <a:pt x="208897" y="18139"/>
                    <a:pt x="214381" y="26625"/>
                  </a:cubicBezTo>
                  <a:lnTo>
                    <a:pt x="213598" y="27017"/>
                  </a:lnTo>
                  <a:cubicBezTo>
                    <a:pt x="217123" y="33023"/>
                    <a:pt x="218689" y="39812"/>
                    <a:pt x="218037" y="46601"/>
                  </a:cubicBezTo>
                  <a:cubicBezTo>
                    <a:pt x="217906" y="48429"/>
                    <a:pt x="217645" y="50126"/>
                    <a:pt x="217253" y="51824"/>
                  </a:cubicBezTo>
                  <a:cubicBezTo>
                    <a:pt x="216992" y="53651"/>
                    <a:pt x="216470" y="55349"/>
                    <a:pt x="215948" y="57046"/>
                  </a:cubicBezTo>
                  <a:cubicBezTo>
                    <a:pt x="215425" y="58743"/>
                    <a:pt x="214773" y="60441"/>
                    <a:pt x="214120" y="62138"/>
                  </a:cubicBezTo>
                  <a:cubicBezTo>
                    <a:pt x="213467" y="63705"/>
                    <a:pt x="212553" y="65663"/>
                    <a:pt x="211770" y="67491"/>
                  </a:cubicBezTo>
                  <a:cubicBezTo>
                    <a:pt x="205242" y="81983"/>
                    <a:pt x="199236" y="97128"/>
                    <a:pt x="195841" y="113448"/>
                  </a:cubicBezTo>
                  <a:lnTo>
                    <a:pt x="195319" y="115929"/>
                  </a:lnTo>
                  <a:cubicBezTo>
                    <a:pt x="195189" y="116843"/>
                    <a:pt x="195058" y="117626"/>
                    <a:pt x="194927" y="118410"/>
                  </a:cubicBezTo>
                  <a:cubicBezTo>
                    <a:pt x="194666" y="120107"/>
                    <a:pt x="194405" y="121674"/>
                    <a:pt x="194275" y="123371"/>
                  </a:cubicBezTo>
                  <a:lnTo>
                    <a:pt x="194014" y="128202"/>
                  </a:lnTo>
                  <a:lnTo>
                    <a:pt x="194014" y="132641"/>
                  </a:lnTo>
                  <a:cubicBezTo>
                    <a:pt x="194014" y="138647"/>
                    <a:pt x="194405" y="143738"/>
                    <a:pt x="194405" y="148308"/>
                  </a:cubicBezTo>
                  <a:cubicBezTo>
                    <a:pt x="194927" y="142824"/>
                    <a:pt x="194666" y="136819"/>
                    <a:pt x="195058" y="130552"/>
                  </a:cubicBezTo>
                  <a:cubicBezTo>
                    <a:pt x="195319" y="124415"/>
                    <a:pt x="196233" y="118148"/>
                    <a:pt x="197669" y="112143"/>
                  </a:cubicBezTo>
                  <a:cubicBezTo>
                    <a:pt x="200542" y="100131"/>
                    <a:pt x="204589" y="88381"/>
                    <a:pt x="209420" y="77022"/>
                  </a:cubicBezTo>
                  <a:lnTo>
                    <a:pt x="213206" y="68535"/>
                  </a:lnTo>
                  <a:lnTo>
                    <a:pt x="215034" y="64227"/>
                  </a:lnTo>
                  <a:lnTo>
                    <a:pt x="216731" y="60180"/>
                  </a:lnTo>
                  <a:cubicBezTo>
                    <a:pt x="218820" y="54827"/>
                    <a:pt x="219864" y="49082"/>
                    <a:pt x="219995" y="43337"/>
                  </a:cubicBezTo>
                  <a:cubicBezTo>
                    <a:pt x="219995" y="42482"/>
                    <a:pt x="219963" y="41630"/>
                    <a:pt x="219900" y="40782"/>
                  </a:cubicBezTo>
                  <a:lnTo>
                    <a:pt x="219900" y="40782"/>
                  </a:lnTo>
                  <a:cubicBezTo>
                    <a:pt x="220164" y="44070"/>
                    <a:pt x="220004" y="47393"/>
                    <a:pt x="219473" y="50649"/>
                  </a:cubicBezTo>
                  <a:cubicBezTo>
                    <a:pt x="219212" y="52215"/>
                    <a:pt x="218820" y="53782"/>
                    <a:pt x="218428" y="55349"/>
                  </a:cubicBezTo>
                  <a:lnTo>
                    <a:pt x="217775" y="57699"/>
                  </a:lnTo>
                  <a:lnTo>
                    <a:pt x="217384" y="58874"/>
                  </a:lnTo>
                  <a:cubicBezTo>
                    <a:pt x="217253" y="59266"/>
                    <a:pt x="217123" y="59657"/>
                    <a:pt x="216992" y="60049"/>
                  </a:cubicBezTo>
                  <a:cubicBezTo>
                    <a:pt x="216339" y="61485"/>
                    <a:pt x="215687" y="63052"/>
                    <a:pt x="215164" y="64619"/>
                  </a:cubicBezTo>
                  <a:lnTo>
                    <a:pt x="213075" y="69319"/>
                  </a:lnTo>
                  <a:cubicBezTo>
                    <a:pt x="207331" y="81853"/>
                    <a:pt x="202630" y="94778"/>
                    <a:pt x="199105" y="107965"/>
                  </a:cubicBezTo>
                  <a:cubicBezTo>
                    <a:pt x="197408" y="114623"/>
                    <a:pt x="196233" y="121543"/>
                    <a:pt x="195841" y="128332"/>
                  </a:cubicBezTo>
                  <a:cubicBezTo>
                    <a:pt x="195189" y="135252"/>
                    <a:pt x="195711" y="142172"/>
                    <a:pt x="195189" y="148308"/>
                  </a:cubicBezTo>
                  <a:cubicBezTo>
                    <a:pt x="195058" y="149744"/>
                    <a:pt x="194927" y="151050"/>
                    <a:pt x="194797" y="152355"/>
                  </a:cubicBezTo>
                  <a:lnTo>
                    <a:pt x="194014" y="156403"/>
                  </a:lnTo>
                  <a:cubicBezTo>
                    <a:pt x="193752" y="158100"/>
                    <a:pt x="193361" y="159797"/>
                    <a:pt x="192969" y="161364"/>
                  </a:cubicBezTo>
                  <a:cubicBezTo>
                    <a:pt x="192708" y="162931"/>
                    <a:pt x="192186" y="164498"/>
                    <a:pt x="191794" y="165803"/>
                  </a:cubicBezTo>
                  <a:cubicBezTo>
                    <a:pt x="191272" y="168675"/>
                    <a:pt x="190358" y="171026"/>
                    <a:pt x="189836" y="172853"/>
                  </a:cubicBezTo>
                  <a:cubicBezTo>
                    <a:pt x="189444" y="174551"/>
                    <a:pt x="189183" y="175726"/>
                    <a:pt x="189574" y="175856"/>
                  </a:cubicBezTo>
                  <a:cubicBezTo>
                    <a:pt x="189593" y="175865"/>
                    <a:pt x="189614" y="175870"/>
                    <a:pt x="189637" y="175870"/>
                  </a:cubicBezTo>
                  <a:cubicBezTo>
                    <a:pt x="189948" y="175870"/>
                    <a:pt x="190710" y="175048"/>
                    <a:pt x="191925" y="172984"/>
                  </a:cubicBezTo>
                  <a:cubicBezTo>
                    <a:pt x="194144" y="169328"/>
                    <a:pt x="195972" y="165542"/>
                    <a:pt x="197278" y="161495"/>
                  </a:cubicBezTo>
                  <a:cubicBezTo>
                    <a:pt x="197800" y="159797"/>
                    <a:pt x="198191" y="158100"/>
                    <a:pt x="198453" y="156403"/>
                  </a:cubicBezTo>
                  <a:cubicBezTo>
                    <a:pt x="198714" y="155358"/>
                    <a:pt x="198844" y="154444"/>
                    <a:pt x="198975" y="153400"/>
                  </a:cubicBezTo>
                  <a:cubicBezTo>
                    <a:pt x="199236" y="152486"/>
                    <a:pt x="199236" y="151441"/>
                    <a:pt x="199366" y="150528"/>
                  </a:cubicBezTo>
                  <a:cubicBezTo>
                    <a:pt x="199628" y="148700"/>
                    <a:pt x="199628" y="147002"/>
                    <a:pt x="199628" y="145827"/>
                  </a:cubicBezTo>
                  <a:lnTo>
                    <a:pt x="199628" y="143869"/>
                  </a:lnTo>
                  <a:cubicBezTo>
                    <a:pt x="199783" y="142934"/>
                    <a:pt x="199960" y="142578"/>
                    <a:pt x="200140" y="142578"/>
                  </a:cubicBezTo>
                  <a:cubicBezTo>
                    <a:pt x="200414" y="142578"/>
                    <a:pt x="200697" y="143396"/>
                    <a:pt x="200933" y="144261"/>
                  </a:cubicBezTo>
                  <a:cubicBezTo>
                    <a:pt x="201064" y="139430"/>
                    <a:pt x="200933" y="134730"/>
                    <a:pt x="201194" y="130030"/>
                  </a:cubicBezTo>
                  <a:cubicBezTo>
                    <a:pt x="201325" y="127679"/>
                    <a:pt x="201455" y="125329"/>
                    <a:pt x="201847" y="122979"/>
                  </a:cubicBezTo>
                  <a:cubicBezTo>
                    <a:pt x="202239" y="120760"/>
                    <a:pt x="202500" y="118410"/>
                    <a:pt x="203022" y="116060"/>
                  </a:cubicBezTo>
                  <a:cubicBezTo>
                    <a:pt x="204850" y="106790"/>
                    <a:pt x="207592" y="97781"/>
                    <a:pt x="210986" y="88903"/>
                  </a:cubicBezTo>
                  <a:cubicBezTo>
                    <a:pt x="212814" y="84464"/>
                    <a:pt x="214511" y="80155"/>
                    <a:pt x="216339" y="75716"/>
                  </a:cubicBezTo>
                  <a:cubicBezTo>
                    <a:pt x="218297" y="71278"/>
                    <a:pt x="220255" y="67101"/>
                    <a:pt x="222083" y="62402"/>
                  </a:cubicBezTo>
                  <a:lnTo>
                    <a:pt x="222083" y="62402"/>
                  </a:lnTo>
                  <a:cubicBezTo>
                    <a:pt x="220255" y="67101"/>
                    <a:pt x="218428" y="71409"/>
                    <a:pt x="216470" y="75847"/>
                  </a:cubicBezTo>
                  <a:cubicBezTo>
                    <a:pt x="214511" y="80155"/>
                    <a:pt x="212814" y="84725"/>
                    <a:pt x="211117" y="89164"/>
                  </a:cubicBezTo>
                  <a:cubicBezTo>
                    <a:pt x="207722" y="98042"/>
                    <a:pt x="204981" y="107312"/>
                    <a:pt x="203153" y="116712"/>
                  </a:cubicBezTo>
                  <a:cubicBezTo>
                    <a:pt x="202761" y="119062"/>
                    <a:pt x="202239" y="121412"/>
                    <a:pt x="202108" y="123763"/>
                  </a:cubicBezTo>
                  <a:cubicBezTo>
                    <a:pt x="201978" y="126113"/>
                    <a:pt x="201586" y="128463"/>
                    <a:pt x="201586" y="130813"/>
                  </a:cubicBezTo>
                  <a:cubicBezTo>
                    <a:pt x="201325" y="135644"/>
                    <a:pt x="201455" y="140474"/>
                    <a:pt x="201325" y="145436"/>
                  </a:cubicBezTo>
                  <a:cubicBezTo>
                    <a:pt x="201466" y="145789"/>
                    <a:pt x="201607" y="146027"/>
                    <a:pt x="201749" y="146027"/>
                  </a:cubicBezTo>
                  <a:cubicBezTo>
                    <a:pt x="201868" y="146027"/>
                    <a:pt x="201988" y="145855"/>
                    <a:pt x="202108" y="145436"/>
                  </a:cubicBezTo>
                  <a:cubicBezTo>
                    <a:pt x="202500" y="142824"/>
                    <a:pt x="202761" y="140344"/>
                    <a:pt x="202761" y="137863"/>
                  </a:cubicBezTo>
                  <a:cubicBezTo>
                    <a:pt x="202892" y="134860"/>
                    <a:pt x="202892" y="130291"/>
                    <a:pt x="203544" y="124546"/>
                  </a:cubicBezTo>
                  <a:cubicBezTo>
                    <a:pt x="204328" y="118018"/>
                    <a:pt x="205633" y="111620"/>
                    <a:pt x="207461" y="105354"/>
                  </a:cubicBezTo>
                  <a:cubicBezTo>
                    <a:pt x="208245" y="101828"/>
                    <a:pt x="209550" y="98303"/>
                    <a:pt x="210725" y="94778"/>
                  </a:cubicBezTo>
                  <a:cubicBezTo>
                    <a:pt x="211770" y="91122"/>
                    <a:pt x="213206" y="87728"/>
                    <a:pt x="214511" y="84333"/>
                  </a:cubicBezTo>
                  <a:cubicBezTo>
                    <a:pt x="215687" y="80939"/>
                    <a:pt x="217253" y="77544"/>
                    <a:pt x="218559" y="74541"/>
                  </a:cubicBezTo>
                  <a:cubicBezTo>
                    <a:pt x="219212" y="72974"/>
                    <a:pt x="219864" y="71408"/>
                    <a:pt x="220517" y="69972"/>
                  </a:cubicBezTo>
                  <a:cubicBezTo>
                    <a:pt x="221170" y="68535"/>
                    <a:pt x="221823" y="67099"/>
                    <a:pt x="222345" y="65663"/>
                  </a:cubicBezTo>
                  <a:cubicBezTo>
                    <a:pt x="226131" y="57568"/>
                    <a:pt x="227829" y="48690"/>
                    <a:pt x="227306" y="39681"/>
                  </a:cubicBezTo>
                  <a:cubicBezTo>
                    <a:pt x="227176" y="38637"/>
                    <a:pt x="227045" y="37462"/>
                    <a:pt x="226784" y="36287"/>
                  </a:cubicBezTo>
                  <a:cubicBezTo>
                    <a:pt x="226654" y="35242"/>
                    <a:pt x="226523" y="34067"/>
                    <a:pt x="226131" y="32892"/>
                  </a:cubicBezTo>
                  <a:cubicBezTo>
                    <a:pt x="224956" y="28453"/>
                    <a:pt x="222998" y="24145"/>
                    <a:pt x="220517" y="20228"/>
                  </a:cubicBezTo>
                  <a:cubicBezTo>
                    <a:pt x="219864" y="19183"/>
                    <a:pt x="219081" y="18400"/>
                    <a:pt x="218298" y="17356"/>
                  </a:cubicBezTo>
                  <a:lnTo>
                    <a:pt x="217253" y="16050"/>
                  </a:lnTo>
                  <a:lnTo>
                    <a:pt x="216078" y="14744"/>
                  </a:lnTo>
                  <a:cubicBezTo>
                    <a:pt x="209550" y="8086"/>
                    <a:pt x="201194" y="3386"/>
                    <a:pt x="192055" y="1297"/>
                  </a:cubicBezTo>
                  <a:cubicBezTo>
                    <a:pt x="188023" y="433"/>
                    <a:pt x="183940" y="1"/>
                    <a:pt x="17986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8" name="Google Shape;148;p46"/>
          <p:cNvGrpSpPr/>
          <p:nvPr/>
        </p:nvGrpSpPr>
        <p:grpSpPr>
          <a:xfrm>
            <a:off x="418576" y="2708809"/>
            <a:ext cx="1252756" cy="791730"/>
            <a:chOff x="209625" y="551300"/>
            <a:chExt cx="7170900" cy="4592400"/>
          </a:xfrm>
        </p:grpSpPr>
        <p:sp>
          <p:nvSpPr>
            <p:cNvPr id="149" name="Google Shape;149;p46"/>
            <p:cNvSpPr/>
            <p:nvPr/>
          </p:nvSpPr>
          <p:spPr>
            <a:xfrm>
              <a:off x="838900" y="1811875"/>
              <a:ext cx="238725" cy="180050"/>
            </a:xfrm>
            <a:custGeom>
              <a:rect b="b" l="l" r="r" t="t"/>
              <a:pathLst>
                <a:path extrusionOk="0" h="7202" w="9549">
                  <a:moveTo>
                    <a:pt x="4802" y="0"/>
                  </a:moveTo>
                  <a:cubicBezTo>
                    <a:pt x="1601" y="0"/>
                    <a:pt x="1" y="3825"/>
                    <a:pt x="2252" y="6103"/>
                  </a:cubicBezTo>
                  <a:cubicBezTo>
                    <a:pt x="2930" y="6835"/>
                    <a:pt x="3852" y="7201"/>
                    <a:pt x="4775" y="7201"/>
                  </a:cubicBezTo>
                  <a:cubicBezTo>
                    <a:pt x="5697" y="7201"/>
                    <a:pt x="6619" y="6835"/>
                    <a:pt x="7297" y="6103"/>
                  </a:cubicBezTo>
                  <a:cubicBezTo>
                    <a:pt x="9548" y="3879"/>
                    <a:pt x="7975" y="27"/>
                    <a:pt x="480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46"/>
            <p:cNvSpPr/>
            <p:nvPr/>
          </p:nvSpPr>
          <p:spPr>
            <a:xfrm>
              <a:off x="1469250" y="1182575"/>
              <a:ext cx="238325" cy="179750"/>
            </a:xfrm>
            <a:custGeom>
              <a:rect b="b" l="l" r="r" t="t"/>
              <a:pathLst>
                <a:path extrusionOk="0" h="7190" w="9533">
                  <a:moveTo>
                    <a:pt x="4746" y="1"/>
                  </a:moveTo>
                  <a:cubicBezTo>
                    <a:pt x="1616" y="1"/>
                    <a:pt x="0" y="3761"/>
                    <a:pt x="2182" y="6050"/>
                  </a:cubicBezTo>
                  <a:cubicBezTo>
                    <a:pt x="2859" y="6810"/>
                    <a:pt x="3796" y="7189"/>
                    <a:pt x="4739" y="7189"/>
                  </a:cubicBezTo>
                  <a:cubicBezTo>
                    <a:pt x="5648" y="7189"/>
                    <a:pt x="6562" y="6837"/>
                    <a:pt x="7254" y="6131"/>
                  </a:cubicBezTo>
                  <a:cubicBezTo>
                    <a:pt x="9532" y="3934"/>
                    <a:pt x="8013" y="55"/>
                    <a:pt x="4813" y="1"/>
                  </a:cubicBezTo>
                  <a:cubicBezTo>
                    <a:pt x="4790"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46"/>
            <p:cNvSpPr/>
            <p:nvPr/>
          </p:nvSpPr>
          <p:spPr>
            <a:xfrm>
              <a:off x="2098325" y="551550"/>
              <a:ext cx="239200" cy="180150"/>
            </a:xfrm>
            <a:custGeom>
              <a:rect b="b" l="l" r="r" t="t"/>
              <a:pathLst>
                <a:path extrusionOk="0" h="7206" w="9568">
                  <a:moveTo>
                    <a:pt x="4746" y="0"/>
                  </a:moveTo>
                  <a:cubicBezTo>
                    <a:pt x="3826" y="0"/>
                    <a:pt x="2912" y="366"/>
                    <a:pt x="2244" y="1102"/>
                  </a:cubicBezTo>
                  <a:cubicBezTo>
                    <a:pt x="1" y="3372"/>
                    <a:pt x="1609" y="7205"/>
                    <a:pt x="4787" y="7205"/>
                  </a:cubicBezTo>
                  <a:cubicBezTo>
                    <a:pt x="4798" y="7205"/>
                    <a:pt x="4810" y="7205"/>
                    <a:pt x="4821" y="7205"/>
                  </a:cubicBezTo>
                  <a:cubicBezTo>
                    <a:pt x="7994" y="7151"/>
                    <a:pt x="9568" y="3299"/>
                    <a:pt x="7262" y="1075"/>
                  </a:cubicBezTo>
                  <a:cubicBezTo>
                    <a:pt x="6574" y="360"/>
                    <a:pt x="5657" y="0"/>
                    <a:pt x="474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46"/>
            <p:cNvSpPr/>
            <p:nvPr/>
          </p:nvSpPr>
          <p:spPr>
            <a:xfrm>
              <a:off x="1468850" y="1811875"/>
              <a:ext cx="238725" cy="180050"/>
            </a:xfrm>
            <a:custGeom>
              <a:rect b="b" l="l" r="r" t="t"/>
              <a:pathLst>
                <a:path extrusionOk="0" h="7202" w="9549">
                  <a:moveTo>
                    <a:pt x="4748" y="0"/>
                  </a:moveTo>
                  <a:cubicBezTo>
                    <a:pt x="1574" y="27"/>
                    <a:pt x="1" y="3879"/>
                    <a:pt x="2252" y="6103"/>
                  </a:cubicBezTo>
                  <a:cubicBezTo>
                    <a:pt x="2944" y="6835"/>
                    <a:pt x="3866" y="7201"/>
                    <a:pt x="4788" y="7201"/>
                  </a:cubicBezTo>
                  <a:cubicBezTo>
                    <a:pt x="5710" y="7201"/>
                    <a:pt x="6633" y="6835"/>
                    <a:pt x="7324" y="6103"/>
                  </a:cubicBezTo>
                  <a:cubicBezTo>
                    <a:pt x="9548" y="3825"/>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46"/>
            <p:cNvSpPr/>
            <p:nvPr/>
          </p:nvSpPr>
          <p:spPr>
            <a:xfrm>
              <a:off x="2116450" y="1181050"/>
              <a:ext cx="202775" cy="181225"/>
            </a:xfrm>
            <a:custGeom>
              <a:rect b="b" l="l" r="r" t="t"/>
              <a:pathLst>
                <a:path extrusionOk="0" h="7249" w="8111">
                  <a:moveTo>
                    <a:pt x="4037" y="0"/>
                  </a:moveTo>
                  <a:cubicBezTo>
                    <a:pt x="3213" y="0"/>
                    <a:pt x="2393" y="309"/>
                    <a:pt x="1709" y="930"/>
                  </a:cubicBezTo>
                  <a:cubicBezTo>
                    <a:pt x="163" y="2314"/>
                    <a:pt x="0" y="4429"/>
                    <a:pt x="1356" y="5975"/>
                  </a:cubicBezTo>
                  <a:cubicBezTo>
                    <a:pt x="2109" y="6817"/>
                    <a:pt x="3087" y="7248"/>
                    <a:pt x="4067" y="7248"/>
                  </a:cubicBezTo>
                  <a:cubicBezTo>
                    <a:pt x="4887" y="7248"/>
                    <a:pt x="5709" y="6946"/>
                    <a:pt x="6401" y="6328"/>
                  </a:cubicBezTo>
                  <a:cubicBezTo>
                    <a:pt x="7920" y="4972"/>
                    <a:pt x="8110" y="2775"/>
                    <a:pt x="6754" y="1283"/>
                  </a:cubicBezTo>
                  <a:cubicBezTo>
                    <a:pt x="5990" y="431"/>
                    <a:pt x="5011" y="0"/>
                    <a:pt x="403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46"/>
            <p:cNvSpPr/>
            <p:nvPr/>
          </p:nvSpPr>
          <p:spPr>
            <a:xfrm>
              <a:off x="2747075" y="551300"/>
              <a:ext cx="201425" cy="180975"/>
            </a:xfrm>
            <a:custGeom>
              <a:rect b="b" l="l" r="r" t="t"/>
              <a:pathLst>
                <a:path extrusionOk="0" h="7239" w="8057">
                  <a:moveTo>
                    <a:pt x="4008" y="1"/>
                  </a:moveTo>
                  <a:cubicBezTo>
                    <a:pt x="3158" y="1"/>
                    <a:pt x="2309" y="334"/>
                    <a:pt x="1601" y="1004"/>
                  </a:cubicBezTo>
                  <a:cubicBezTo>
                    <a:pt x="82" y="2414"/>
                    <a:pt x="0" y="4557"/>
                    <a:pt x="1384" y="6049"/>
                  </a:cubicBezTo>
                  <a:cubicBezTo>
                    <a:pt x="2129" y="6837"/>
                    <a:pt x="3086" y="7239"/>
                    <a:pt x="4043" y="7239"/>
                  </a:cubicBezTo>
                  <a:cubicBezTo>
                    <a:pt x="4897" y="7239"/>
                    <a:pt x="5752" y="6918"/>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46"/>
            <p:cNvSpPr/>
            <p:nvPr/>
          </p:nvSpPr>
          <p:spPr>
            <a:xfrm>
              <a:off x="2098125" y="1811875"/>
              <a:ext cx="238725" cy="180550"/>
            </a:xfrm>
            <a:custGeom>
              <a:rect b="b" l="l" r="r" t="t"/>
              <a:pathLst>
                <a:path extrusionOk="0" h="7222" w="9549">
                  <a:moveTo>
                    <a:pt x="4775" y="0"/>
                  </a:moveTo>
                  <a:cubicBezTo>
                    <a:pt x="1601" y="0"/>
                    <a:pt x="1" y="3852"/>
                    <a:pt x="2252" y="6103"/>
                  </a:cubicBezTo>
                  <a:cubicBezTo>
                    <a:pt x="2930" y="6849"/>
                    <a:pt x="3852" y="7222"/>
                    <a:pt x="4775" y="7222"/>
                  </a:cubicBezTo>
                  <a:cubicBezTo>
                    <a:pt x="5697" y="7222"/>
                    <a:pt x="6619" y="6849"/>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46"/>
            <p:cNvSpPr/>
            <p:nvPr/>
          </p:nvSpPr>
          <p:spPr>
            <a:xfrm>
              <a:off x="2728000" y="1181375"/>
              <a:ext cx="238800" cy="179625"/>
            </a:xfrm>
            <a:custGeom>
              <a:rect b="b" l="l" r="r" t="t"/>
              <a:pathLst>
                <a:path extrusionOk="0" h="7185" w="9552">
                  <a:moveTo>
                    <a:pt x="4771" y="1"/>
                  </a:moveTo>
                  <a:cubicBezTo>
                    <a:pt x="3826" y="1"/>
                    <a:pt x="2884" y="381"/>
                    <a:pt x="2201" y="1134"/>
                  </a:cubicBezTo>
                  <a:cubicBezTo>
                    <a:pt x="0" y="3416"/>
                    <a:pt x="1624" y="7184"/>
                    <a:pt x="4759" y="7184"/>
                  </a:cubicBezTo>
                  <a:cubicBezTo>
                    <a:pt x="4792" y="7184"/>
                    <a:pt x="4825" y="7184"/>
                    <a:pt x="4859" y="7183"/>
                  </a:cubicBezTo>
                  <a:cubicBezTo>
                    <a:pt x="8033" y="7129"/>
                    <a:pt x="9551" y="3223"/>
                    <a:pt x="7246" y="1026"/>
                  </a:cubicBezTo>
                  <a:cubicBezTo>
                    <a:pt x="6561" y="340"/>
                    <a:pt x="566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46"/>
            <p:cNvSpPr/>
            <p:nvPr/>
          </p:nvSpPr>
          <p:spPr>
            <a:xfrm>
              <a:off x="3358025" y="551525"/>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6"/>
                    <a:pt x="4738" y="7206"/>
                    <a:pt x="4761" y="7206"/>
                  </a:cubicBezTo>
                  <a:cubicBezTo>
                    <a:pt x="7917" y="7206"/>
                    <a:pt x="9533" y="3420"/>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46"/>
            <p:cNvSpPr/>
            <p:nvPr/>
          </p:nvSpPr>
          <p:spPr>
            <a:xfrm>
              <a:off x="2747075" y="1810525"/>
              <a:ext cx="201425" cy="180975"/>
            </a:xfrm>
            <a:custGeom>
              <a:rect b="b" l="l" r="r" t="t"/>
              <a:pathLst>
                <a:path extrusionOk="0" h="7239" w="8057">
                  <a:moveTo>
                    <a:pt x="4008" y="0"/>
                  </a:moveTo>
                  <a:cubicBezTo>
                    <a:pt x="3158" y="0"/>
                    <a:pt x="2309" y="334"/>
                    <a:pt x="1601" y="1003"/>
                  </a:cubicBezTo>
                  <a:cubicBezTo>
                    <a:pt x="109" y="2414"/>
                    <a:pt x="0" y="4584"/>
                    <a:pt x="1384" y="6048"/>
                  </a:cubicBezTo>
                  <a:cubicBezTo>
                    <a:pt x="2086" y="6837"/>
                    <a:pt x="3060" y="7239"/>
                    <a:pt x="4036" y="7239"/>
                  </a:cubicBezTo>
                  <a:cubicBezTo>
                    <a:pt x="4906" y="7239"/>
                    <a:pt x="5778" y="6918"/>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46"/>
            <p:cNvSpPr/>
            <p:nvPr/>
          </p:nvSpPr>
          <p:spPr>
            <a:xfrm>
              <a:off x="3358025" y="1180950"/>
              <a:ext cx="238150" cy="180725"/>
            </a:xfrm>
            <a:custGeom>
              <a:rect b="b" l="l" r="r" t="t"/>
              <a:pathLst>
                <a:path extrusionOk="0" h="7229" w="9526">
                  <a:moveTo>
                    <a:pt x="4763" y="1"/>
                  </a:moveTo>
                  <a:cubicBezTo>
                    <a:pt x="3897" y="1"/>
                    <a:pt x="3028" y="347"/>
                    <a:pt x="2306" y="1043"/>
                  </a:cubicBezTo>
                  <a:cubicBezTo>
                    <a:pt x="1" y="3240"/>
                    <a:pt x="1493" y="7146"/>
                    <a:pt x="4666" y="7227"/>
                  </a:cubicBezTo>
                  <a:cubicBezTo>
                    <a:pt x="4700" y="7228"/>
                    <a:pt x="4733" y="7228"/>
                    <a:pt x="4767" y="7228"/>
                  </a:cubicBezTo>
                  <a:cubicBezTo>
                    <a:pt x="7902" y="7228"/>
                    <a:pt x="9525" y="3460"/>
                    <a:pt x="7352" y="1178"/>
                  </a:cubicBezTo>
                  <a:cubicBezTo>
                    <a:pt x="6610" y="394"/>
                    <a:pt x="5687" y="1"/>
                    <a:pt x="476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46"/>
            <p:cNvSpPr/>
            <p:nvPr/>
          </p:nvSpPr>
          <p:spPr>
            <a:xfrm>
              <a:off x="3357750" y="1811100"/>
              <a:ext cx="239000" cy="179825"/>
            </a:xfrm>
            <a:custGeom>
              <a:rect b="b" l="l" r="r" t="t"/>
              <a:pathLst>
                <a:path extrusionOk="0" h="7193" w="9560">
                  <a:moveTo>
                    <a:pt x="4786" y="0"/>
                  </a:moveTo>
                  <a:cubicBezTo>
                    <a:pt x="3845" y="0"/>
                    <a:pt x="2903" y="380"/>
                    <a:pt x="2209" y="1143"/>
                  </a:cubicBezTo>
                  <a:cubicBezTo>
                    <a:pt x="0" y="3406"/>
                    <a:pt x="1616" y="7192"/>
                    <a:pt x="4773" y="7192"/>
                  </a:cubicBezTo>
                  <a:cubicBezTo>
                    <a:pt x="4795" y="7192"/>
                    <a:pt x="4818" y="7192"/>
                    <a:pt x="4840" y="7192"/>
                  </a:cubicBezTo>
                  <a:cubicBezTo>
                    <a:pt x="8013"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46"/>
            <p:cNvSpPr/>
            <p:nvPr/>
          </p:nvSpPr>
          <p:spPr>
            <a:xfrm>
              <a:off x="209625" y="552625"/>
              <a:ext cx="238325" cy="180000"/>
            </a:xfrm>
            <a:custGeom>
              <a:rect b="b" l="l" r="r" t="t"/>
              <a:pathLst>
                <a:path extrusionOk="0" h="7200" w="9533">
                  <a:moveTo>
                    <a:pt x="4760" y="1"/>
                  </a:moveTo>
                  <a:cubicBezTo>
                    <a:pt x="4738" y="1"/>
                    <a:pt x="4716" y="1"/>
                    <a:pt x="4693" y="1"/>
                  </a:cubicBezTo>
                  <a:cubicBezTo>
                    <a:pt x="1520" y="55"/>
                    <a:pt x="1" y="3934"/>
                    <a:pt x="2279" y="6131"/>
                  </a:cubicBezTo>
                  <a:cubicBezTo>
                    <a:pt x="2955" y="6847"/>
                    <a:pt x="3857" y="7200"/>
                    <a:pt x="4759" y="7200"/>
                  </a:cubicBezTo>
                  <a:cubicBezTo>
                    <a:pt x="5702" y="7200"/>
                    <a:pt x="6644" y="6813"/>
                    <a:pt x="7324" y="6050"/>
                  </a:cubicBezTo>
                  <a:cubicBezTo>
                    <a:pt x="9533" y="3787"/>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46"/>
            <p:cNvSpPr/>
            <p:nvPr/>
          </p:nvSpPr>
          <p:spPr>
            <a:xfrm>
              <a:off x="210025" y="1182575"/>
              <a:ext cx="238325" cy="179650"/>
            </a:xfrm>
            <a:custGeom>
              <a:rect b="b" l="l" r="r" t="t"/>
              <a:pathLst>
                <a:path extrusionOk="0" h="7186" w="9533">
                  <a:moveTo>
                    <a:pt x="4719" y="1"/>
                  </a:moveTo>
                  <a:cubicBezTo>
                    <a:pt x="1590" y="1"/>
                    <a:pt x="0" y="3787"/>
                    <a:pt x="2209" y="6050"/>
                  </a:cubicBezTo>
                  <a:cubicBezTo>
                    <a:pt x="2896" y="6806"/>
                    <a:pt x="3828" y="7186"/>
                    <a:pt x="4759" y="7186"/>
                  </a:cubicBezTo>
                  <a:cubicBezTo>
                    <a:pt x="5665" y="7186"/>
                    <a:pt x="6572" y="6826"/>
                    <a:pt x="7254" y="6104"/>
                  </a:cubicBezTo>
                  <a:cubicBezTo>
                    <a:pt x="9532" y="3880"/>
                    <a:pt x="7986" y="28"/>
                    <a:pt x="4786" y="1"/>
                  </a:cubicBezTo>
                  <a:cubicBezTo>
                    <a:pt x="4763" y="1"/>
                    <a:pt x="4741" y="1"/>
                    <a:pt x="471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46"/>
            <p:cNvSpPr/>
            <p:nvPr/>
          </p:nvSpPr>
          <p:spPr>
            <a:xfrm>
              <a:off x="839100" y="552650"/>
              <a:ext cx="238525" cy="179800"/>
            </a:xfrm>
            <a:custGeom>
              <a:rect b="b" l="l" r="r" t="t"/>
              <a:pathLst>
                <a:path extrusionOk="0" h="7192" w="9541">
                  <a:moveTo>
                    <a:pt x="4787" y="0"/>
                  </a:moveTo>
                  <a:cubicBezTo>
                    <a:pt x="1609" y="0"/>
                    <a:pt x="1" y="3806"/>
                    <a:pt x="2217" y="6076"/>
                  </a:cubicBezTo>
                  <a:cubicBezTo>
                    <a:pt x="2905" y="6819"/>
                    <a:pt x="3843" y="7192"/>
                    <a:pt x="4778" y="7192"/>
                  </a:cubicBezTo>
                  <a:cubicBezTo>
                    <a:pt x="5687" y="7192"/>
                    <a:pt x="6593" y="6839"/>
                    <a:pt x="7262" y="6130"/>
                  </a:cubicBezTo>
                  <a:cubicBezTo>
                    <a:pt x="9540" y="3906"/>
                    <a:pt x="7994"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46"/>
            <p:cNvSpPr/>
            <p:nvPr/>
          </p:nvSpPr>
          <p:spPr>
            <a:xfrm>
              <a:off x="209825" y="1811850"/>
              <a:ext cx="238525" cy="180325"/>
            </a:xfrm>
            <a:custGeom>
              <a:rect b="b" l="l" r="r" t="t"/>
              <a:pathLst>
                <a:path extrusionOk="0" h="7213" w="9541">
                  <a:moveTo>
                    <a:pt x="4760" y="1"/>
                  </a:moveTo>
                  <a:cubicBezTo>
                    <a:pt x="1609" y="1"/>
                    <a:pt x="1" y="3806"/>
                    <a:pt x="2217" y="6077"/>
                  </a:cubicBezTo>
                  <a:cubicBezTo>
                    <a:pt x="2904" y="6833"/>
                    <a:pt x="3836" y="7213"/>
                    <a:pt x="4767" y="7213"/>
                  </a:cubicBezTo>
                  <a:cubicBezTo>
                    <a:pt x="5673" y="7213"/>
                    <a:pt x="6580" y="6853"/>
                    <a:pt x="7262" y="6131"/>
                  </a:cubicBezTo>
                  <a:cubicBezTo>
                    <a:pt x="9540" y="3907"/>
                    <a:pt x="7994" y="28"/>
                    <a:pt x="4794" y="1"/>
                  </a:cubicBezTo>
                  <a:cubicBezTo>
                    <a:pt x="4783" y="1"/>
                    <a:pt x="4771"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46"/>
            <p:cNvSpPr/>
            <p:nvPr/>
          </p:nvSpPr>
          <p:spPr>
            <a:xfrm>
              <a:off x="857225" y="1181075"/>
              <a:ext cx="201400" cy="181050"/>
            </a:xfrm>
            <a:custGeom>
              <a:rect b="b" l="l" r="r" t="t"/>
              <a:pathLst>
                <a:path extrusionOk="0" h="7242" w="8056">
                  <a:moveTo>
                    <a:pt x="4032" y="1"/>
                  </a:moveTo>
                  <a:cubicBezTo>
                    <a:pt x="3183" y="1"/>
                    <a:pt x="2335" y="327"/>
                    <a:pt x="1628" y="983"/>
                  </a:cubicBezTo>
                  <a:cubicBezTo>
                    <a:pt x="136" y="2394"/>
                    <a:pt x="0" y="4564"/>
                    <a:pt x="1411" y="6056"/>
                  </a:cubicBezTo>
                  <a:cubicBezTo>
                    <a:pt x="2095" y="6840"/>
                    <a:pt x="3057" y="7242"/>
                    <a:pt x="4024" y="7242"/>
                  </a:cubicBezTo>
                  <a:cubicBezTo>
                    <a:pt x="4897" y="7242"/>
                    <a:pt x="5774" y="6914"/>
                    <a:pt x="6456" y="6245"/>
                  </a:cubicBezTo>
                  <a:cubicBezTo>
                    <a:pt x="7975" y="4944"/>
                    <a:pt x="8056" y="2638"/>
                    <a:pt x="6673" y="1200"/>
                  </a:cubicBezTo>
                  <a:cubicBezTo>
                    <a:pt x="5917" y="402"/>
                    <a:pt x="4974" y="1"/>
                    <a:pt x="403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46"/>
            <p:cNvSpPr/>
            <p:nvPr/>
          </p:nvSpPr>
          <p:spPr>
            <a:xfrm>
              <a:off x="1468850" y="551525"/>
              <a:ext cx="238325" cy="180175"/>
            </a:xfrm>
            <a:custGeom>
              <a:rect b="b" l="l" r="r" t="t"/>
              <a:pathLst>
                <a:path extrusionOk="0" h="7207" w="9533">
                  <a:moveTo>
                    <a:pt x="4768" y="1"/>
                  </a:moveTo>
                  <a:cubicBezTo>
                    <a:pt x="3870" y="1"/>
                    <a:pt x="2968" y="347"/>
                    <a:pt x="2279" y="1049"/>
                  </a:cubicBezTo>
                  <a:cubicBezTo>
                    <a:pt x="1" y="3273"/>
                    <a:pt x="1520" y="7152"/>
                    <a:pt x="4720" y="7206"/>
                  </a:cubicBezTo>
                  <a:cubicBezTo>
                    <a:pt x="4743" y="7206"/>
                    <a:pt x="4765" y="7206"/>
                    <a:pt x="4787" y="7206"/>
                  </a:cubicBezTo>
                  <a:cubicBezTo>
                    <a:pt x="7917" y="7206"/>
                    <a:pt x="9533" y="3393"/>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46"/>
            <p:cNvSpPr/>
            <p:nvPr/>
          </p:nvSpPr>
          <p:spPr>
            <a:xfrm>
              <a:off x="3988000" y="1811875"/>
              <a:ext cx="238700" cy="180050"/>
            </a:xfrm>
            <a:custGeom>
              <a:rect b="b" l="l" r="r" t="t"/>
              <a:pathLst>
                <a:path extrusionOk="0" h="7202" w="9548">
                  <a:moveTo>
                    <a:pt x="4801" y="0"/>
                  </a:moveTo>
                  <a:cubicBezTo>
                    <a:pt x="1600" y="0"/>
                    <a:pt x="0" y="3825"/>
                    <a:pt x="2251" y="6103"/>
                  </a:cubicBezTo>
                  <a:cubicBezTo>
                    <a:pt x="2929" y="6835"/>
                    <a:pt x="3852" y="7201"/>
                    <a:pt x="4774" y="7201"/>
                  </a:cubicBezTo>
                  <a:cubicBezTo>
                    <a:pt x="5696" y="7201"/>
                    <a:pt x="6618" y="6835"/>
                    <a:pt x="7296" y="6103"/>
                  </a:cubicBezTo>
                  <a:cubicBezTo>
                    <a:pt x="9548" y="3879"/>
                    <a:pt x="7974"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46"/>
            <p:cNvSpPr/>
            <p:nvPr/>
          </p:nvSpPr>
          <p:spPr>
            <a:xfrm>
              <a:off x="4617650" y="1182575"/>
              <a:ext cx="239000" cy="179750"/>
            </a:xfrm>
            <a:custGeom>
              <a:rect b="b" l="l" r="r" t="t"/>
              <a:pathLst>
                <a:path extrusionOk="0" h="7190" w="9560">
                  <a:moveTo>
                    <a:pt x="4773" y="1"/>
                  </a:moveTo>
                  <a:cubicBezTo>
                    <a:pt x="1643" y="1"/>
                    <a:pt x="1" y="3761"/>
                    <a:pt x="2209" y="6050"/>
                  </a:cubicBezTo>
                  <a:cubicBezTo>
                    <a:pt x="2886" y="6810"/>
                    <a:pt x="3823" y="7189"/>
                    <a:pt x="4763" y="7189"/>
                  </a:cubicBezTo>
                  <a:cubicBezTo>
                    <a:pt x="5668" y="7189"/>
                    <a:pt x="6575" y="6837"/>
                    <a:pt x="7254" y="6131"/>
                  </a:cubicBezTo>
                  <a:cubicBezTo>
                    <a:pt x="9560" y="3934"/>
                    <a:pt x="8014" y="55"/>
                    <a:pt x="4840" y="1"/>
                  </a:cubicBezTo>
                  <a:cubicBezTo>
                    <a:pt x="4818" y="1"/>
                    <a:pt x="479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46"/>
            <p:cNvSpPr/>
            <p:nvPr/>
          </p:nvSpPr>
          <p:spPr>
            <a:xfrm>
              <a:off x="5247400" y="551550"/>
              <a:ext cx="238525" cy="180150"/>
            </a:xfrm>
            <a:custGeom>
              <a:rect b="b" l="l" r="r" t="t"/>
              <a:pathLst>
                <a:path extrusionOk="0" h="7206" w="9541">
                  <a:moveTo>
                    <a:pt x="4742" y="0"/>
                  </a:moveTo>
                  <a:cubicBezTo>
                    <a:pt x="3819" y="0"/>
                    <a:pt x="2898" y="366"/>
                    <a:pt x="2217" y="1102"/>
                  </a:cubicBezTo>
                  <a:cubicBezTo>
                    <a:pt x="1" y="3372"/>
                    <a:pt x="1609" y="7205"/>
                    <a:pt x="4788" y="7205"/>
                  </a:cubicBezTo>
                  <a:cubicBezTo>
                    <a:pt x="4799" y="7205"/>
                    <a:pt x="4810" y="7205"/>
                    <a:pt x="4821" y="7205"/>
                  </a:cubicBezTo>
                  <a:cubicBezTo>
                    <a:pt x="7995" y="7151"/>
                    <a:pt x="9541" y="3299"/>
                    <a:pt x="7262" y="1075"/>
                  </a:cubicBezTo>
                  <a:cubicBezTo>
                    <a:pt x="6574" y="360"/>
                    <a:pt x="5657" y="0"/>
                    <a:pt x="474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46"/>
            <p:cNvSpPr/>
            <p:nvPr/>
          </p:nvSpPr>
          <p:spPr>
            <a:xfrm>
              <a:off x="4617950" y="1811875"/>
              <a:ext cx="238700" cy="180050"/>
            </a:xfrm>
            <a:custGeom>
              <a:rect b="b" l="l" r="r" t="t"/>
              <a:pathLst>
                <a:path extrusionOk="0" h="7202" w="9548">
                  <a:moveTo>
                    <a:pt x="4747" y="0"/>
                  </a:moveTo>
                  <a:cubicBezTo>
                    <a:pt x="1573" y="27"/>
                    <a:pt x="0" y="3879"/>
                    <a:pt x="2251" y="6103"/>
                  </a:cubicBezTo>
                  <a:cubicBezTo>
                    <a:pt x="2943" y="6835"/>
                    <a:pt x="3865" y="7201"/>
                    <a:pt x="4784" y="7201"/>
                  </a:cubicBezTo>
                  <a:cubicBezTo>
                    <a:pt x="5703" y="7201"/>
                    <a:pt x="6618" y="6835"/>
                    <a:pt x="7296" y="6103"/>
                  </a:cubicBezTo>
                  <a:cubicBezTo>
                    <a:pt x="9548" y="3825"/>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46"/>
            <p:cNvSpPr/>
            <p:nvPr/>
          </p:nvSpPr>
          <p:spPr>
            <a:xfrm>
              <a:off x="5265525" y="1181050"/>
              <a:ext cx="202100" cy="181225"/>
            </a:xfrm>
            <a:custGeom>
              <a:rect b="b" l="l" r="r" t="t"/>
              <a:pathLst>
                <a:path extrusionOk="0" h="7249" w="8084">
                  <a:moveTo>
                    <a:pt x="4026" y="0"/>
                  </a:moveTo>
                  <a:cubicBezTo>
                    <a:pt x="3208" y="0"/>
                    <a:pt x="2393" y="309"/>
                    <a:pt x="1709" y="930"/>
                  </a:cubicBezTo>
                  <a:cubicBezTo>
                    <a:pt x="163" y="2314"/>
                    <a:pt x="0" y="4429"/>
                    <a:pt x="1357" y="5975"/>
                  </a:cubicBezTo>
                  <a:cubicBezTo>
                    <a:pt x="2110" y="6817"/>
                    <a:pt x="3087" y="7248"/>
                    <a:pt x="4067" y="7248"/>
                  </a:cubicBezTo>
                  <a:cubicBezTo>
                    <a:pt x="4888" y="7248"/>
                    <a:pt x="5709" y="6946"/>
                    <a:pt x="6402" y="6328"/>
                  </a:cubicBezTo>
                  <a:cubicBezTo>
                    <a:pt x="7893" y="4972"/>
                    <a:pt x="8083" y="2775"/>
                    <a:pt x="6727" y="1283"/>
                  </a:cubicBezTo>
                  <a:cubicBezTo>
                    <a:pt x="5963" y="431"/>
                    <a:pt x="4992"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46"/>
            <p:cNvSpPr/>
            <p:nvPr/>
          </p:nvSpPr>
          <p:spPr>
            <a:xfrm>
              <a:off x="5896150" y="551300"/>
              <a:ext cx="200750" cy="180975"/>
            </a:xfrm>
            <a:custGeom>
              <a:rect b="b" l="l" r="r" t="t"/>
              <a:pathLst>
                <a:path extrusionOk="0" h="7239" w="8030">
                  <a:moveTo>
                    <a:pt x="4008" y="1"/>
                  </a:moveTo>
                  <a:cubicBezTo>
                    <a:pt x="3158" y="1"/>
                    <a:pt x="2309" y="334"/>
                    <a:pt x="1601" y="1004"/>
                  </a:cubicBezTo>
                  <a:cubicBezTo>
                    <a:pt x="82" y="2414"/>
                    <a:pt x="1" y="4557"/>
                    <a:pt x="1384" y="6049"/>
                  </a:cubicBezTo>
                  <a:cubicBezTo>
                    <a:pt x="2129" y="6837"/>
                    <a:pt x="3086" y="7239"/>
                    <a:pt x="4043" y="7239"/>
                  </a:cubicBezTo>
                  <a:cubicBezTo>
                    <a:pt x="4898" y="7239"/>
                    <a:pt x="5752" y="6918"/>
                    <a:pt x="6456" y="6266"/>
                  </a:cubicBezTo>
                  <a:cubicBezTo>
                    <a:pt x="7948" y="4937"/>
                    <a:pt x="8029"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46"/>
            <p:cNvSpPr/>
            <p:nvPr/>
          </p:nvSpPr>
          <p:spPr>
            <a:xfrm>
              <a:off x="5247225" y="1811875"/>
              <a:ext cx="238700" cy="180550"/>
            </a:xfrm>
            <a:custGeom>
              <a:rect b="b" l="l" r="r" t="t"/>
              <a:pathLst>
                <a:path extrusionOk="0" h="7222" w="9548">
                  <a:moveTo>
                    <a:pt x="4774" y="0"/>
                  </a:moveTo>
                  <a:cubicBezTo>
                    <a:pt x="1600" y="0"/>
                    <a:pt x="0" y="3852"/>
                    <a:pt x="2251" y="6103"/>
                  </a:cubicBezTo>
                  <a:cubicBezTo>
                    <a:pt x="2929" y="6849"/>
                    <a:pt x="3852" y="7222"/>
                    <a:pt x="4774" y="7222"/>
                  </a:cubicBezTo>
                  <a:cubicBezTo>
                    <a:pt x="5696" y="7222"/>
                    <a:pt x="6618" y="6849"/>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46"/>
            <p:cNvSpPr/>
            <p:nvPr/>
          </p:nvSpPr>
          <p:spPr>
            <a:xfrm>
              <a:off x="5877750" y="1181150"/>
              <a:ext cx="238125" cy="179850"/>
            </a:xfrm>
            <a:custGeom>
              <a:rect b="b" l="l" r="r" t="t"/>
              <a:pathLst>
                <a:path extrusionOk="0" h="7194" w="9525">
                  <a:moveTo>
                    <a:pt x="4741" y="0"/>
                  </a:moveTo>
                  <a:cubicBezTo>
                    <a:pt x="3797" y="0"/>
                    <a:pt x="2854" y="380"/>
                    <a:pt x="2174" y="1143"/>
                  </a:cubicBezTo>
                  <a:cubicBezTo>
                    <a:pt x="0" y="3425"/>
                    <a:pt x="1597" y="7193"/>
                    <a:pt x="4732" y="7193"/>
                  </a:cubicBezTo>
                  <a:cubicBezTo>
                    <a:pt x="4765" y="7193"/>
                    <a:pt x="4799" y="7193"/>
                    <a:pt x="4832" y="7192"/>
                  </a:cubicBezTo>
                  <a:cubicBezTo>
                    <a:pt x="8006" y="7138"/>
                    <a:pt x="9525" y="3259"/>
                    <a:pt x="7219" y="1035"/>
                  </a:cubicBezTo>
                  <a:cubicBezTo>
                    <a:pt x="6544" y="346"/>
                    <a:pt x="5642" y="0"/>
                    <a:pt x="474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46"/>
            <p:cNvSpPr/>
            <p:nvPr/>
          </p:nvSpPr>
          <p:spPr>
            <a:xfrm>
              <a:off x="6506450" y="551525"/>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6"/>
                    <a:pt x="4765" y="7206"/>
                    <a:pt x="4787" y="7206"/>
                  </a:cubicBezTo>
                  <a:cubicBezTo>
                    <a:pt x="7943" y="7206"/>
                    <a:pt x="9559" y="3420"/>
                    <a:pt x="7351" y="1130"/>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46"/>
            <p:cNvSpPr/>
            <p:nvPr/>
          </p:nvSpPr>
          <p:spPr>
            <a:xfrm>
              <a:off x="5896150" y="1810525"/>
              <a:ext cx="201425" cy="181225"/>
            </a:xfrm>
            <a:custGeom>
              <a:rect b="b" l="l" r="r" t="t"/>
              <a:pathLst>
                <a:path extrusionOk="0" h="7249" w="8057">
                  <a:moveTo>
                    <a:pt x="4008" y="0"/>
                  </a:moveTo>
                  <a:cubicBezTo>
                    <a:pt x="3158" y="0"/>
                    <a:pt x="2309" y="334"/>
                    <a:pt x="1601" y="1003"/>
                  </a:cubicBezTo>
                  <a:cubicBezTo>
                    <a:pt x="109" y="2414"/>
                    <a:pt x="1" y="4584"/>
                    <a:pt x="1384" y="6048"/>
                  </a:cubicBezTo>
                  <a:cubicBezTo>
                    <a:pt x="2083" y="6847"/>
                    <a:pt x="3051" y="7248"/>
                    <a:pt x="4022" y="7248"/>
                  </a:cubicBezTo>
                  <a:cubicBezTo>
                    <a:pt x="4897" y="7248"/>
                    <a:pt x="5774" y="6922"/>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46"/>
            <p:cNvSpPr/>
            <p:nvPr/>
          </p:nvSpPr>
          <p:spPr>
            <a:xfrm>
              <a:off x="6507125" y="1180950"/>
              <a:ext cx="238125" cy="180725"/>
            </a:xfrm>
            <a:custGeom>
              <a:rect b="b" l="l" r="r" t="t"/>
              <a:pathLst>
                <a:path extrusionOk="0" h="7229" w="9525">
                  <a:moveTo>
                    <a:pt x="4753" y="1"/>
                  </a:moveTo>
                  <a:cubicBezTo>
                    <a:pt x="3889" y="1"/>
                    <a:pt x="3028" y="347"/>
                    <a:pt x="2306" y="1043"/>
                  </a:cubicBezTo>
                  <a:cubicBezTo>
                    <a:pt x="0" y="3240"/>
                    <a:pt x="1492" y="7146"/>
                    <a:pt x="4666" y="7227"/>
                  </a:cubicBezTo>
                  <a:cubicBezTo>
                    <a:pt x="4699" y="7228"/>
                    <a:pt x="4732" y="7228"/>
                    <a:pt x="4765" y="7228"/>
                  </a:cubicBezTo>
                  <a:cubicBezTo>
                    <a:pt x="7874" y="7228"/>
                    <a:pt x="9525" y="3460"/>
                    <a:pt x="7351" y="1178"/>
                  </a:cubicBezTo>
                  <a:cubicBezTo>
                    <a:pt x="6595" y="394"/>
                    <a:pt x="5673" y="1"/>
                    <a:pt x="475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46"/>
            <p:cNvSpPr/>
            <p:nvPr/>
          </p:nvSpPr>
          <p:spPr>
            <a:xfrm>
              <a:off x="6506825" y="1811100"/>
              <a:ext cx="239000" cy="179825"/>
            </a:xfrm>
            <a:custGeom>
              <a:rect b="b" l="l" r="r" t="t"/>
              <a:pathLst>
                <a:path extrusionOk="0" h="7193" w="9560">
                  <a:moveTo>
                    <a:pt x="4786" y="0"/>
                  </a:moveTo>
                  <a:cubicBezTo>
                    <a:pt x="3846" y="0"/>
                    <a:pt x="2903" y="380"/>
                    <a:pt x="2209" y="1143"/>
                  </a:cubicBezTo>
                  <a:cubicBezTo>
                    <a:pt x="1" y="3406"/>
                    <a:pt x="1617" y="7192"/>
                    <a:pt x="4773" y="7192"/>
                  </a:cubicBezTo>
                  <a:cubicBezTo>
                    <a:pt x="4795" y="7192"/>
                    <a:pt x="4818" y="7192"/>
                    <a:pt x="4840" y="7192"/>
                  </a:cubicBezTo>
                  <a:cubicBezTo>
                    <a:pt x="8014"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46"/>
            <p:cNvSpPr/>
            <p:nvPr/>
          </p:nvSpPr>
          <p:spPr>
            <a:xfrm>
              <a:off x="3988175" y="552650"/>
              <a:ext cx="238525" cy="179800"/>
            </a:xfrm>
            <a:custGeom>
              <a:rect b="b" l="l" r="r" t="t"/>
              <a:pathLst>
                <a:path extrusionOk="0" h="7192" w="9541">
                  <a:moveTo>
                    <a:pt x="4787" y="0"/>
                  </a:moveTo>
                  <a:cubicBezTo>
                    <a:pt x="1609" y="0"/>
                    <a:pt x="1" y="3806"/>
                    <a:pt x="2217" y="6076"/>
                  </a:cubicBezTo>
                  <a:cubicBezTo>
                    <a:pt x="2905" y="6819"/>
                    <a:pt x="3836" y="7192"/>
                    <a:pt x="4768" y="7192"/>
                  </a:cubicBezTo>
                  <a:cubicBezTo>
                    <a:pt x="5674" y="7192"/>
                    <a:pt x="6580" y="6839"/>
                    <a:pt x="7262" y="6130"/>
                  </a:cubicBezTo>
                  <a:cubicBezTo>
                    <a:pt x="9541" y="3906"/>
                    <a:pt x="7995"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46"/>
            <p:cNvSpPr/>
            <p:nvPr/>
          </p:nvSpPr>
          <p:spPr>
            <a:xfrm>
              <a:off x="4006975" y="1181075"/>
              <a:ext cx="201425" cy="181050"/>
            </a:xfrm>
            <a:custGeom>
              <a:rect b="b" l="l" r="r" t="t"/>
              <a:pathLst>
                <a:path extrusionOk="0" h="7242" w="8057">
                  <a:moveTo>
                    <a:pt x="4006" y="1"/>
                  </a:moveTo>
                  <a:cubicBezTo>
                    <a:pt x="3156" y="1"/>
                    <a:pt x="2308" y="327"/>
                    <a:pt x="1601" y="983"/>
                  </a:cubicBezTo>
                  <a:cubicBezTo>
                    <a:pt x="109" y="2394"/>
                    <a:pt x="0" y="4564"/>
                    <a:pt x="1384" y="6056"/>
                  </a:cubicBezTo>
                  <a:cubicBezTo>
                    <a:pt x="2082" y="6840"/>
                    <a:pt x="3051" y="7242"/>
                    <a:pt x="4021" y="7242"/>
                  </a:cubicBezTo>
                  <a:cubicBezTo>
                    <a:pt x="4897" y="7242"/>
                    <a:pt x="5774" y="6914"/>
                    <a:pt x="6456" y="6245"/>
                  </a:cubicBezTo>
                  <a:cubicBezTo>
                    <a:pt x="7948" y="4944"/>
                    <a:pt x="8056" y="2638"/>
                    <a:pt x="6646" y="1200"/>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46"/>
            <p:cNvSpPr/>
            <p:nvPr/>
          </p:nvSpPr>
          <p:spPr>
            <a:xfrm>
              <a:off x="4617950" y="551525"/>
              <a:ext cx="238325" cy="180175"/>
            </a:xfrm>
            <a:custGeom>
              <a:rect b="b" l="l" r="r" t="t"/>
              <a:pathLst>
                <a:path extrusionOk="0" h="7207" w="9533">
                  <a:moveTo>
                    <a:pt x="4747" y="1"/>
                  </a:moveTo>
                  <a:cubicBezTo>
                    <a:pt x="3849" y="1"/>
                    <a:pt x="2954" y="347"/>
                    <a:pt x="2279" y="1049"/>
                  </a:cubicBezTo>
                  <a:cubicBezTo>
                    <a:pt x="0" y="3273"/>
                    <a:pt x="1519" y="7152"/>
                    <a:pt x="4693" y="7206"/>
                  </a:cubicBezTo>
                  <a:cubicBezTo>
                    <a:pt x="4715" y="7206"/>
                    <a:pt x="4737" y="7206"/>
                    <a:pt x="4759" y="7206"/>
                  </a:cubicBezTo>
                  <a:cubicBezTo>
                    <a:pt x="7916" y="7206"/>
                    <a:pt x="9532" y="3393"/>
                    <a:pt x="7324" y="1130"/>
                  </a:cubicBezTo>
                  <a:cubicBezTo>
                    <a:pt x="6630" y="381"/>
                    <a:pt x="5687" y="1"/>
                    <a:pt x="474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46"/>
            <p:cNvSpPr/>
            <p:nvPr/>
          </p:nvSpPr>
          <p:spPr>
            <a:xfrm>
              <a:off x="2098125" y="3073125"/>
              <a:ext cx="238525" cy="179725"/>
            </a:xfrm>
            <a:custGeom>
              <a:rect b="b" l="l" r="r" t="t"/>
              <a:pathLst>
                <a:path extrusionOk="0" h="7189" w="9541">
                  <a:moveTo>
                    <a:pt x="4759" y="0"/>
                  </a:moveTo>
                  <a:cubicBezTo>
                    <a:pt x="3849" y="0"/>
                    <a:pt x="2937" y="360"/>
                    <a:pt x="2252" y="1085"/>
                  </a:cubicBezTo>
                  <a:cubicBezTo>
                    <a:pt x="1" y="3337"/>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46"/>
            <p:cNvSpPr/>
            <p:nvPr/>
          </p:nvSpPr>
          <p:spPr>
            <a:xfrm>
              <a:off x="2728075" y="2443400"/>
              <a:ext cx="238150" cy="180200"/>
            </a:xfrm>
            <a:custGeom>
              <a:rect b="b" l="l" r="r" t="t"/>
              <a:pathLst>
                <a:path extrusionOk="0" h="7208" w="9526">
                  <a:moveTo>
                    <a:pt x="4761" y="0"/>
                  </a:moveTo>
                  <a:cubicBezTo>
                    <a:pt x="3895" y="0"/>
                    <a:pt x="3028" y="340"/>
                    <a:pt x="2306" y="1022"/>
                  </a:cubicBezTo>
                  <a:cubicBezTo>
                    <a:pt x="1" y="3219"/>
                    <a:pt x="1493" y="7125"/>
                    <a:pt x="4693" y="7206"/>
                  </a:cubicBezTo>
                  <a:cubicBezTo>
                    <a:pt x="4727" y="7207"/>
                    <a:pt x="4760" y="7208"/>
                    <a:pt x="4793" y="7208"/>
                  </a:cubicBezTo>
                  <a:cubicBezTo>
                    <a:pt x="7902" y="7208"/>
                    <a:pt x="9525" y="3439"/>
                    <a:pt x="7351" y="1158"/>
                  </a:cubicBezTo>
                  <a:cubicBezTo>
                    <a:pt x="6609" y="387"/>
                    <a:pt x="5686"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46"/>
            <p:cNvSpPr/>
            <p:nvPr/>
          </p:nvSpPr>
          <p:spPr>
            <a:xfrm>
              <a:off x="839100" y="4963650"/>
              <a:ext cx="238525" cy="179975"/>
            </a:xfrm>
            <a:custGeom>
              <a:rect b="b" l="l" r="r" t="t"/>
              <a:pathLst>
                <a:path extrusionOk="0" h="7199" w="9541">
                  <a:moveTo>
                    <a:pt x="4760" y="0"/>
                  </a:moveTo>
                  <a:cubicBezTo>
                    <a:pt x="1582" y="0"/>
                    <a:pt x="1" y="3833"/>
                    <a:pt x="2244" y="6076"/>
                  </a:cubicBezTo>
                  <a:cubicBezTo>
                    <a:pt x="2925" y="6826"/>
                    <a:pt x="3853" y="7198"/>
                    <a:pt x="4779" y="7198"/>
                  </a:cubicBezTo>
                  <a:cubicBezTo>
                    <a:pt x="5697" y="7198"/>
                    <a:pt x="6614" y="6832"/>
                    <a:pt x="7289" y="6103"/>
                  </a:cubicBezTo>
                  <a:cubicBezTo>
                    <a:pt x="9540" y="3852"/>
                    <a:pt x="7967" y="0"/>
                    <a:pt x="4794"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46"/>
            <p:cNvSpPr/>
            <p:nvPr/>
          </p:nvSpPr>
          <p:spPr>
            <a:xfrm>
              <a:off x="1469250" y="4333675"/>
              <a:ext cx="238325" cy="180100"/>
            </a:xfrm>
            <a:custGeom>
              <a:rect b="b" l="l" r="r" t="t"/>
              <a:pathLst>
                <a:path extrusionOk="0" h="7204" w="9533">
                  <a:moveTo>
                    <a:pt x="4746" y="1"/>
                  </a:moveTo>
                  <a:cubicBezTo>
                    <a:pt x="1616" y="1"/>
                    <a:pt x="0" y="3788"/>
                    <a:pt x="2182" y="6050"/>
                  </a:cubicBezTo>
                  <a:cubicBezTo>
                    <a:pt x="2865" y="6817"/>
                    <a:pt x="3813" y="7204"/>
                    <a:pt x="4765" y="7204"/>
                  </a:cubicBezTo>
                  <a:cubicBezTo>
                    <a:pt x="5665" y="7204"/>
                    <a:pt x="6568" y="6857"/>
                    <a:pt x="7254" y="6159"/>
                  </a:cubicBezTo>
                  <a:cubicBezTo>
                    <a:pt x="9532" y="3934"/>
                    <a:pt x="8013" y="56"/>
                    <a:pt x="4813" y="1"/>
                  </a:cubicBezTo>
                  <a:cubicBezTo>
                    <a:pt x="4791"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46"/>
            <p:cNvSpPr/>
            <p:nvPr/>
          </p:nvSpPr>
          <p:spPr>
            <a:xfrm>
              <a:off x="2098325" y="3702975"/>
              <a:ext cx="239200" cy="179825"/>
            </a:xfrm>
            <a:custGeom>
              <a:rect b="b" l="l" r="r" t="t"/>
              <a:pathLst>
                <a:path extrusionOk="0" h="7193" w="9568">
                  <a:moveTo>
                    <a:pt x="4771" y="1"/>
                  </a:moveTo>
                  <a:cubicBezTo>
                    <a:pt x="3843" y="1"/>
                    <a:pt x="2918" y="374"/>
                    <a:pt x="2244" y="1116"/>
                  </a:cubicBezTo>
                  <a:cubicBezTo>
                    <a:pt x="1" y="3387"/>
                    <a:pt x="1609" y="7192"/>
                    <a:pt x="4787" y="7192"/>
                  </a:cubicBezTo>
                  <a:cubicBezTo>
                    <a:pt x="4798" y="7192"/>
                    <a:pt x="4810" y="7192"/>
                    <a:pt x="4821" y="7192"/>
                  </a:cubicBezTo>
                  <a:cubicBezTo>
                    <a:pt x="7994" y="7165"/>
                    <a:pt x="9568" y="3286"/>
                    <a:pt x="7262" y="1062"/>
                  </a:cubicBezTo>
                  <a:cubicBezTo>
                    <a:pt x="6580" y="353"/>
                    <a:pt x="567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46"/>
            <p:cNvSpPr/>
            <p:nvPr/>
          </p:nvSpPr>
          <p:spPr>
            <a:xfrm>
              <a:off x="2747075" y="3072975"/>
              <a:ext cx="201425" cy="182050"/>
            </a:xfrm>
            <a:custGeom>
              <a:rect b="b" l="l" r="r" t="t"/>
              <a:pathLst>
                <a:path extrusionOk="0" h="7282" w="8057">
                  <a:moveTo>
                    <a:pt x="4005" y="0"/>
                  </a:moveTo>
                  <a:cubicBezTo>
                    <a:pt x="3156" y="0"/>
                    <a:pt x="2308" y="327"/>
                    <a:pt x="1601" y="983"/>
                  </a:cubicBezTo>
                  <a:cubicBezTo>
                    <a:pt x="82" y="2393"/>
                    <a:pt x="0" y="4536"/>
                    <a:pt x="1384" y="6028"/>
                  </a:cubicBezTo>
                  <a:cubicBezTo>
                    <a:pt x="2097" y="6858"/>
                    <a:pt x="3093" y="7282"/>
                    <a:pt x="4092" y="7282"/>
                  </a:cubicBezTo>
                  <a:cubicBezTo>
                    <a:pt x="4954" y="7282"/>
                    <a:pt x="5819" y="6967"/>
                    <a:pt x="6510" y="6326"/>
                  </a:cubicBezTo>
                  <a:cubicBezTo>
                    <a:pt x="8002" y="4970"/>
                    <a:pt x="8056" y="2637"/>
                    <a:pt x="6646" y="1200"/>
                  </a:cubicBezTo>
                  <a:cubicBezTo>
                    <a:pt x="5890" y="401"/>
                    <a:pt x="4947" y="0"/>
                    <a:pt x="400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46"/>
            <p:cNvSpPr/>
            <p:nvPr/>
          </p:nvSpPr>
          <p:spPr>
            <a:xfrm>
              <a:off x="3358025" y="2443400"/>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7"/>
                    <a:pt x="4738" y="7207"/>
                    <a:pt x="4761" y="7207"/>
                  </a:cubicBezTo>
                  <a:cubicBezTo>
                    <a:pt x="7917" y="7207"/>
                    <a:pt x="9533" y="3420"/>
                    <a:pt x="7324" y="1131"/>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46"/>
            <p:cNvSpPr/>
            <p:nvPr/>
          </p:nvSpPr>
          <p:spPr>
            <a:xfrm>
              <a:off x="1468850" y="4962975"/>
              <a:ext cx="238725" cy="180400"/>
            </a:xfrm>
            <a:custGeom>
              <a:rect b="b" l="l" r="r" t="t"/>
              <a:pathLst>
                <a:path extrusionOk="0" h="7216" w="9549">
                  <a:moveTo>
                    <a:pt x="4748" y="0"/>
                  </a:moveTo>
                  <a:cubicBezTo>
                    <a:pt x="1574" y="27"/>
                    <a:pt x="1" y="3879"/>
                    <a:pt x="2252" y="6130"/>
                  </a:cubicBezTo>
                  <a:cubicBezTo>
                    <a:pt x="2937" y="6856"/>
                    <a:pt x="3849" y="7215"/>
                    <a:pt x="4763" y="7215"/>
                  </a:cubicBezTo>
                  <a:cubicBezTo>
                    <a:pt x="5693" y="7215"/>
                    <a:pt x="6626" y="6842"/>
                    <a:pt x="7324" y="6103"/>
                  </a:cubicBezTo>
                  <a:cubicBezTo>
                    <a:pt x="9548" y="3852"/>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46"/>
            <p:cNvSpPr/>
            <p:nvPr/>
          </p:nvSpPr>
          <p:spPr>
            <a:xfrm>
              <a:off x="2116450" y="4332375"/>
              <a:ext cx="202775" cy="181000"/>
            </a:xfrm>
            <a:custGeom>
              <a:rect b="b" l="l" r="r" t="t"/>
              <a:pathLst>
                <a:path extrusionOk="0" h="7240" w="8111">
                  <a:moveTo>
                    <a:pt x="4023" y="1"/>
                  </a:moveTo>
                  <a:cubicBezTo>
                    <a:pt x="3204" y="1"/>
                    <a:pt x="2389" y="303"/>
                    <a:pt x="1709" y="921"/>
                  </a:cubicBezTo>
                  <a:cubicBezTo>
                    <a:pt x="163" y="2305"/>
                    <a:pt x="0" y="4448"/>
                    <a:pt x="1356" y="5966"/>
                  </a:cubicBezTo>
                  <a:cubicBezTo>
                    <a:pt x="2109" y="6808"/>
                    <a:pt x="3087" y="7240"/>
                    <a:pt x="4067" y="7240"/>
                  </a:cubicBezTo>
                  <a:cubicBezTo>
                    <a:pt x="4887" y="7240"/>
                    <a:pt x="5709" y="6937"/>
                    <a:pt x="6401" y="6319"/>
                  </a:cubicBezTo>
                  <a:cubicBezTo>
                    <a:pt x="7920" y="4990"/>
                    <a:pt x="8110" y="2793"/>
                    <a:pt x="6754" y="1274"/>
                  </a:cubicBezTo>
                  <a:cubicBezTo>
                    <a:pt x="5986"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46"/>
            <p:cNvSpPr/>
            <p:nvPr/>
          </p:nvSpPr>
          <p:spPr>
            <a:xfrm>
              <a:off x="2747075" y="3702650"/>
              <a:ext cx="201425" cy="180725"/>
            </a:xfrm>
            <a:custGeom>
              <a:rect b="b" l="l" r="r" t="t"/>
              <a:pathLst>
                <a:path extrusionOk="0" h="7229" w="8057">
                  <a:moveTo>
                    <a:pt x="3994" y="0"/>
                  </a:moveTo>
                  <a:cubicBezTo>
                    <a:pt x="3149" y="0"/>
                    <a:pt x="2305" y="328"/>
                    <a:pt x="1601" y="994"/>
                  </a:cubicBezTo>
                  <a:cubicBezTo>
                    <a:pt x="82" y="2431"/>
                    <a:pt x="0" y="4547"/>
                    <a:pt x="1384" y="6039"/>
                  </a:cubicBezTo>
                  <a:cubicBezTo>
                    <a:pt x="2129" y="6827"/>
                    <a:pt x="3086" y="7229"/>
                    <a:pt x="4043" y="7229"/>
                  </a:cubicBezTo>
                  <a:cubicBezTo>
                    <a:pt x="4897" y="7229"/>
                    <a:pt x="5752" y="6908"/>
                    <a:pt x="6456" y="6256"/>
                  </a:cubicBezTo>
                  <a:cubicBezTo>
                    <a:pt x="7948" y="4954"/>
                    <a:pt x="8056" y="2621"/>
                    <a:pt x="6646" y="1211"/>
                  </a:cubicBezTo>
                  <a:cubicBezTo>
                    <a:pt x="5887" y="409"/>
                    <a:pt x="4939" y="0"/>
                    <a:pt x="39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46"/>
            <p:cNvSpPr/>
            <p:nvPr/>
          </p:nvSpPr>
          <p:spPr>
            <a:xfrm>
              <a:off x="3357750" y="3073100"/>
              <a:ext cx="239000" cy="179750"/>
            </a:xfrm>
            <a:custGeom>
              <a:rect b="b" l="l" r="r" t="t"/>
              <a:pathLst>
                <a:path extrusionOk="0" h="7190" w="9560">
                  <a:moveTo>
                    <a:pt x="4772" y="1"/>
                  </a:moveTo>
                  <a:cubicBezTo>
                    <a:pt x="3836" y="1"/>
                    <a:pt x="2900" y="381"/>
                    <a:pt x="2209" y="1141"/>
                  </a:cubicBezTo>
                  <a:cubicBezTo>
                    <a:pt x="0" y="3403"/>
                    <a:pt x="1616" y="7190"/>
                    <a:pt x="4773" y="7190"/>
                  </a:cubicBezTo>
                  <a:cubicBezTo>
                    <a:pt x="4795" y="7190"/>
                    <a:pt x="4818" y="7190"/>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46"/>
            <p:cNvSpPr/>
            <p:nvPr/>
          </p:nvSpPr>
          <p:spPr>
            <a:xfrm>
              <a:off x="2098125" y="4963650"/>
              <a:ext cx="238725" cy="180050"/>
            </a:xfrm>
            <a:custGeom>
              <a:rect b="b" l="l" r="r" t="t"/>
              <a:pathLst>
                <a:path extrusionOk="0" h="7202" w="9549">
                  <a:moveTo>
                    <a:pt x="4775" y="0"/>
                  </a:moveTo>
                  <a:cubicBezTo>
                    <a:pt x="1601" y="0"/>
                    <a:pt x="1" y="3852"/>
                    <a:pt x="2252" y="6103"/>
                  </a:cubicBezTo>
                  <a:cubicBezTo>
                    <a:pt x="2930" y="6836"/>
                    <a:pt x="3852" y="7202"/>
                    <a:pt x="4775" y="7202"/>
                  </a:cubicBezTo>
                  <a:cubicBezTo>
                    <a:pt x="5697" y="7202"/>
                    <a:pt x="6619" y="6836"/>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46"/>
            <p:cNvSpPr/>
            <p:nvPr/>
          </p:nvSpPr>
          <p:spPr>
            <a:xfrm>
              <a:off x="2728475" y="4332575"/>
              <a:ext cx="238325" cy="180175"/>
            </a:xfrm>
            <a:custGeom>
              <a:rect b="b" l="l" r="r" t="t"/>
              <a:pathLst>
                <a:path extrusionOk="0" h="7207" w="9533">
                  <a:moveTo>
                    <a:pt x="4749" y="1"/>
                  </a:moveTo>
                  <a:cubicBezTo>
                    <a:pt x="3805" y="1"/>
                    <a:pt x="2862" y="381"/>
                    <a:pt x="2182" y="1130"/>
                  </a:cubicBezTo>
                  <a:cubicBezTo>
                    <a:pt x="0" y="3420"/>
                    <a:pt x="1616" y="7207"/>
                    <a:pt x="4773" y="7207"/>
                  </a:cubicBezTo>
                  <a:cubicBezTo>
                    <a:pt x="4795" y="7207"/>
                    <a:pt x="4818" y="7207"/>
                    <a:pt x="4840" y="7206"/>
                  </a:cubicBezTo>
                  <a:cubicBezTo>
                    <a:pt x="8014" y="7125"/>
                    <a:pt x="9532" y="3246"/>
                    <a:pt x="7227" y="1049"/>
                  </a:cubicBezTo>
                  <a:cubicBezTo>
                    <a:pt x="6551"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46"/>
            <p:cNvSpPr/>
            <p:nvPr/>
          </p:nvSpPr>
          <p:spPr>
            <a:xfrm>
              <a:off x="3358025" y="3702975"/>
              <a:ext cx="238325" cy="179825"/>
            </a:xfrm>
            <a:custGeom>
              <a:rect b="b" l="l" r="r" t="t"/>
              <a:pathLst>
                <a:path extrusionOk="0" h="7193" w="9533">
                  <a:moveTo>
                    <a:pt x="4768" y="0"/>
                  </a:moveTo>
                  <a:cubicBezTo>
                    <a:pt x="3870" y="0"/>
                    <a:pt x="2968" y="346"/>
                    <a:pt x="2279" y="1035"/>
                  </a:cubicBezTo>
                  <a:cubicBezTo>
                    <a:pt x="1" y="3259"/>
                    <a:pt x="1520" y="7138"/>
                    <a:pt x="4693" y="7192"/>
                  </a:cubicBezTo>
                  <a:cubicBezTo>
                    <a:pt x="4716" y="7193"/>
                    <a:pt x="4738" y="7193"/>
                    <a:pt x="4761" y="7193"/>
                  </a:cubicBezTo>
                  <a:cubicBezTo>
                    <a:pt x="7917" y="7193"/>
                    <a:pt x="9533" y="3406"/>
                    <a:pt x="7324" y="1144"/>
                  </a:cubicBezTo>
                  <a:cubicBezTo>
                    <a:pt x="6644" y="380"/>
                    <a:pt x="5709" y="0"/>
                    <a:pt x="476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46"/>
            <p:cNvSpPr/>
            <p:nvPr/>
          </p:nvSpPr>
          <p:spPr>
            <a:xfrm>
              <a:off x="2747075" y="4962125"/>
              <a:ext cx="201425" cy="181050"/>
            </a:xfrm>
            <a:custGeom>
              <a:rect b="b" l="l" r="r" t="t"/>
              <a:pathLst>
                <a:path extrusionOk="0" h="7242" w="8057">
                  <a:moveTo>
                    <a:pt x="4005" y="1"/>
                  </a:moveTo>
                  <a:cubicBezTo>
                    <a:pt x="3156" y="1"/>
                    <a:pt x="2308" y="328"/>
                    <a:pt x="1601" y="984"/>
                  </a:cubicBezTo>
                  <a:cubicBezTo>
                    <a:pt x="109" y="2394"/>
                    <a:pt x="0" y="4564"/>
                    <a:pt x="1384" y="6056"/>
                  </a:cubicBezTo>
                  <a:cubicBezTo>
                    <a:pt x="2082" y="6840"/>
                    <a:pt x="3051" y="7242"/>
                    <a:pt x="4021" y="7242"/>
                  </a:cubicBezTo>
                  <a:cubicBezTo>
                    <a:pt x="4897" y="7242"/>
                    <a:pt x="5774" y="6915"/>
                    <a:pt x="6456" y="6246"/>
                  </a:cubicBezTo>
                  <a:cubicBezTo>
                    <a:pt x="7948" y="4944"/>
                    <a:pt x="8056" y="2638"/>
                    <a:pt x="6646" y="1201"/>
                  </a:cubicBezTo>
                  <a:cubicBezTo>
                    <a:pt x="5890" y="402"/>
                    <a:pt x="4947" y="1"/>
                    <a:pt x="400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46"/>
            <p:cNvSpPr/>
            <p:nvPr/>
          </p:nvSpPr>
          <p:spPr>
            <a:xfrm>
              <a:off x="3358025" y="4332300"/>
              <a:ext cx="238150" cy="180475"/>
            </a:xfrm>
            <a:custGeom>
              <a:rect b="b" l="l" r="r" t="t"/>
              <a:pathLst>
                <a:path extrusionOk="0" h="7219" w="9526">
                  <a:moveTo>
                    <a:pt x="4750" y="1"/>
                  </a:moveTo>
                  <a:cubicBezTo>
                    <a:pt x="3888" y="1"/>
                    <a:pt x="3025" y="341"/>
                    <a:pt x="2306" y="1033"/>
                  </a:cubicBezTo>
                  <a:cubicBezTo>
                    <a:pt x="1" y="3230"/>
                    <a:pt x="1493" y="7136"/>
                    <a:pt x="4666" y="7217"/>
                  </a:cubicBezTo>
                  <a:cubicBezTo>
                    <a:pt x="4700" y="7218"/>
                    <a:pt x="4733" y="7218"/>
                    <a:pt x="4767" y="7218"/>
                  </a:cubicBezTo>
                  <a:cubicBezTo>
                    <a:pt x="7902" y="7218"/>
                    <a:pt x="9525" y="3450"/>
                    <a:pt x="7352" y="1169"/>
                  </a:cubicBezTo>
                  <a:cubicBezTo>
                    <a:pt x="6606" y="395"/>
                    <a:pt x="5678" y="1"/>
                    <a:pt x="475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46"/>
            <p:cNvSpPr/>
            <p:nvPr/>
          </p:nvSpPr>
          <p:spPr>
            <a:xfrm>
              <a:off x="3357750" y="4962275"/>
              <a:ext cx="239000" cy="179750"/>
            </a:xfrm>
            <a:custGeom>
              <a:rect b="b" l="l" r="r" t="t"/>
              <a:pathLst>
                <a:path extrusionOk="0" h="7190" w="9560">
                  <a:moveTo>
                    <a:pt x="4772" y="1"/>
                  </a:moveTo>
                  <a:cubicBezTo>
                    <a:pt x="3836" y="1"/>
                    <a:pt x="2900" y="381"/>
                    <a:pt x="2209" y="1140"/>
                  </a:cubicBezTo>
                  <a:cubicBezTo>
                    <a:pt x="0" y="3403"/>
                    <a:pt x="1616" y="7190"/>
                    <a:pt x="4773" y="7190"/>
                  </a:cubicBezTo>
                  <a:cubicBezTo>
                    <a:pt x="4795" y="7190"/>
                    <a:pt x="4818" y="7189"/>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46"/>
            <p:cNvSpPr/>
            <p:nvPr/>
          </p:nvSpPr>
          <p:spPr>
            <a:xfrm>
              <a:off x="229975" y="2443400"/>
              <a:ext cx="198700" cy="179600"/>
            </a:xfrm>
            <a:custGeom>
              <a:rect b="b" l="l" r="r" t="t"/>
              <a:pathLst>
                <a:path extrusionOk="0" h="7184" w="7948">
                  <a:moveTo>
                    <a:pt x="3927" y="0"/>
                  </a:moveTo>
                  <a:cubicBezTo>
                    <a:pt x="3061" y="0"/>
                    <a:pt x="2201" y="340"/>
                    <a:pt x="1492" y="1022"/>
                  </a:cubicBezTo>
                  <a:cubicBezTo>
                    <a:pt x="55" y="2378"/>
                    <a:pt x="1" y="4657"/>
                    <a:pt x="1357" y="6067"/>
                  </a:cubicBezTo>
                  <a:cubicBezTo>
                    <a:pt x="2058" y="6810"/>
                    <a:pt x="3005" y="7184"/>
                    <a:pt x="3956" y="7184"/>
                  </a:cubicBezTo>
                  <a:cubicBezTo>
                    <a:pt x="4844" y="7184"/>
                    <a:pt x="5735" y="6858"/>
                    <a:pt x="6429" y="6203"/>
                  </a:cubicBezTo>
                  <a:lnTo>
                    <a:pt x="6402" y="6203"/>
                  </a:lnTo>
                  <a:cubicBezTo>
                    <a:pt x="7894" y="4874"/>
                    <a:pt x="7948" y="2541"/>
                    <a:pt x="6537" y="1158"/>
                  </a:cubicBezTo>
                  <a:cubicBezTo>
                    <a:pt x="5781" y="387"/>
                    <a:pt x="4851" y="0"/>
                    <a:pt x="392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46"/>
            <p:cNvSpPr/>
            <p:nvPr/>
          </p:nvSpPr>
          <p:spPr>
            <a:xfrm>
              <a:off x="209625" y="3073800"/>
              <a:ext cx="238725" cy="180050"/>
            </a:xfrm>
            <a:custGeom>
              <a:rect b="b" l="l" r="r" t="t"/>
              <a:pathLst>
                <a:path extrusionOk="0" h="7202" w="9549">
                  <a:moveTo>
                    <a:pt x="4775" y="0"/>
                  </a:moveTo>
                  <a:cubicBezTo>
                    <a:pt x="1574" y="0"/>
                    <a:pt x="1" y="3852"/>
                    <a:pt x="2252" y="6103"/>
                  </a:cubicBezTo>
                  <a:cubicBezTo>
                    <a:pt x="2930" y="6836"/>
                    <a:pt x="3852" y="7202"/>
                    <a:pt x="4775" y="7202"/>
                  </a:cubicBezTo>
                  <a:cubicBezTo>
                    <a:pt x="5697" y="7202"/>
                    <a:pt x="6619" y="6836"/>
                    <a:pt x="7297" y="6103"/>
                  </a:cubicBezTo>
                  <a:cubicBezTo>
                    <a:pt x="9548" y="3852"/>
                    <a:pt x="7948"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46"/>
            <p:cNvSpPr/>
            <p:nvPr/>
          </p:nvSpPr>
          <p:spPr>
            <a:xfrm>
              <a:off x="857225" y="2443200"/>
              <a:ext cx="202100" cy="180775"/>
            </a:xfrm>
            <a:custGeom>
              <a:rect b="b" l="l" r="r" t="t"/>
              <a:pathLst>
                <a:path extrusionOk="0" h="7231" w="8084">
                  <a:moveTo>
                    <a:pt x="4034" y="1"/>
                  </a:moveTo>
                  <a:cubicBezTo>
                    <a:pt x="3217" y="1"/>
                    <a:pt x="2401" y="304"/>
                    <a:pt x="1709" y="922"/>
                  </a:cubicBezTo>
                  <a:cubicBezTo>
                    <a:pt x="190" y="2278"/>
                    <a:pt x="0" y="4448"/>
                    <a:pt x="1356" y="5967"/>
                  </a:cubicBezTo>
                  <a:cubicBezTo>
                    <a:pt x="2083" y="6797"/>
                    <a:pt x="3070" y="7231"/>
                    <a:pt x="4063" y="7231"/>
                  </a:cubicBezTo>
                  <a:cubicBezTo>
                    <a:pt x="4886" y="7231"/>
                    <a:pt x="5713" y="6934"/>
                    <a:pt x="6401" y="6319"/>
                  </a:cubicBezTo>
                  <a:cubicBezTo>
                    <a:pt x="7893" y="4990"/>
                    <a:pt x="8083" y="2766"/>
                    <a:pt x="6754" y="1274"/>
                  </a:cubicBezTo>
                  <a:cubicBezTo>
                    <a:pt x="5986" y="433"/>
                    <a:pt x="5010" y="1"/>
                    <a:pt x="403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46"/>
            <p:cNvSpPr/>
            <p:nvPr/>
          </p:nvSpPr>
          <p:spPr>
            <a:xfrm>
              <a:off x="209625" y="3703725"/>
              <a:ext cx="238325" cy="180100"/>
            </a:xfrm>
            <a:custGeom>
              <a:rect b="b" l="l" r="r" t="t"/>
              <a:pathLst>
                <a:path extrusionOk="0" h="7204" w="9533">
                  <a:moveTo>
                    <a:pt x="4760" y="1"/>
                  </a:moveTo>
                  <a:cubicBezTo>
                    <a:pt x="4738" y="1"/>
                    <a:pt x="4716" y="1"/>
                    <a:pt x="4693" y="1"/>
                  </a:cubicBezTo>
                  <a:cubicBezTo>
                    <a:pt x="1520" y="56"/>
                    <a:pt x="1" y="3934"/>
                    <a:pt x="2279" y="6159"/>
                  </a:cubicBezTo>
                  <a:cubicBezTo>
                    <a:pt x="2952" y="6857"/>
                    <a:pt x="3848" y="7204"/>
                    <a:pt x="4745" y="7204"/>
                  </a:cubicBezTo>
                  <a:cubicBezTo>
                    <a:pt x="5693" y="7204"/>
                    <a:pt x="6641" y="6817"/>
                    <a:pt x="7324" y="6050"/>
                  </a:cubicBezTo>
                  <a:cubicBezTo>
                    <a:pt x="9533" y="3788"/>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46"/>
            <p:cNvSpPr/>
            <p:nvPr/>
          </p:nvSpPr>
          <p:spPr>
            <a:xfrm>
              <a:off x="838900" y="3073100"/>
              <a:ext cx="238150" cy="179775"/>
            </a:xfrm>
            <a:custGeom>
              <a:rect b="b" l="l" r="r" t="t"/>
              <a:pathLst>
                <a:path extrusionOk="0" h="7191" w="9526">
                  <a:moveTo>
                    <a:pt x="4788" y="1"/>
                  </a:moveTo>
                  <a:cubicBezTo>
                    <a:pt x="3886" y="1"/>
                    <a:pt x="2985" y="354"/>
                    <a:pt x="2306" y="1059"/>
                  </a:cubicBezTo>
                  <a:cubicBezTo>
                    <a:pt x="1" y="3256"/>
                    <a:pt x="1520" y="7135"/>
                    <a:pt x="4693" y="7189"/>
                  </a:cubicBezTo>
                  <a:cubicBezTo>
                    <a:pt x="4727" y="7190"/>
                    <a:pt x="4760" y="7190"/>
                    <a:pt x="4793" y="7190"/>
                  </a:cubicBezTo>
                  <a:cubicBezTo>
                    <a:pt x="7928" y="7190"/>
                    <a:pt x="9525" y="3395"/>
                    <a:pt x="7351" y="1141"/>
                  </a:cubicBezTo>
                  <a:cubicBezTo>
                    <a:pt x="6661" y="381"/>
                    <a:pt x="5724" y="1"/>
                    <a:pt x="478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46"/>
            <p:cNvSpPr/>
            <p:nvPr/>
          </p:nvSpPr>
          <p:spPr>
            <a:xfrm>
              <a:off x="1468175" y="2443250"/>
              <a:ext cx="239200" cy="180325"/>
            </a:xfrm>
            <a:custGeom>
              <a:rect b="b" l="l" r="r" t="t"/>
              <a:pathLst>
                <a:path extrusionOk="0" h="7213" w="9568">
                  <a:moveTo>
                    <a:pt x="4787" y="1"/>
                  </a:moveTo>
                  <a:cubicBezTo>
                    <a:pt x="3881" y="1"/>
                    <a:pt x="2975" y="360"/>
                    <a:pt x="2306" y="1082"/>
                  </a:cubicBezTo>
                  <a:cubicBezTo>
                    <a:pt x="1" y="3306"/>
                    <a:pt x="1574" y="7185"/>
                    <a:pt x="4747" y="7212"/>
                  </a:cubicBezTo>
                  <a:cubicBezTo>
                    <a:pt x="4759" y="7212"/>
                    <a:pt x="4770" y="7212"/>
                    <a:pt x="4781" y="7212"/>
                  </a:cubicBezTo>
                  <a:cubicBezTo>
                    <a:pt x="7959" y="7212"/>
                    <a:pt x="9567" y="3407"/>
                    <a:pt x="7324" y="1137"/>
                  </a:cubicBezTo>
                  <a:cubicBezTo>
                    <a:pt x="6650" y="380"/>
                    <a:pt x="5719"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46"/>
            <p:cNvSpPr/>
            <p:nvPr/>
          </p:nvSpPr>
          <p:spPr>
            <a:xfrm>
              <a:off x="209825" y="4333700"/>
              <a:ext cx="238525" cy="179800"/>
            </a:xfrm>
            <a:custGeom>
              <a:rect b="b" l="l" r="r" t="t"/>
              <a:pathLst>
                <a:path extrusionOk="0" h="7192" w="9541">
                  <a:moveTo>
                    <a:pt x="4760" y="0"/>
                  </a:moveTo>
                  <a:cubicBezTo>
                    <a:pt x="1609" y="0"/>
                    <a:pt x="1" y="3806"/>
                    <a:pt x="2217" y="6076"/>
                  </a:cubicBezTo>
                  <a:cubicBezTo>
                    <a:pt x="2905" y="6819"/>
                    <a:pt x="3836" y="7192"/>
                    <a:pt x="4768" y="7192"/>
                  </a:cubicBezTo>
                  <a:cubicBezTo>
                    <a:pt x="5674" y="7192"/>
                    <a:pt x="6580" y="6839"/>
                    <a:pt x="7262" y="6130"/>
                  </a:cubicBezTo>
                  <a:cubicBezTo>
                    <a:pt x="9540" y="3906"/>
                    <a:pt x="7994" y="28"/>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46"/>
            <p:cNvSpPr/>
            <p:nvPr/>
          </p:nvSpPr>
          <p:spPr>
            <a:xfrm>
              <a:off x="839100" y="3703750"/>
              <a:ext cx="238525" cy="180325"/>
            </a:xfrm>
            <a:custGeom>
              <a:rect b="b" l="l" r="r" t="t"/>
              <a:pathLst>
                <a:path extrusionOk="0" h="7213" w="9541">
                  <a:moveTo>
                    <a:pt x="4787" y="0"/>
                  </a:moveTo>
                  <a:cubicBezTo>
                    <a:pt x="1609" y="0"/>
                    <a:pt x="1" y="3806"/>
                    <a:pt x="2217" y="6076"/>
                  </a:cubicBezTo>
                  <a:cubicBezTo>
                    <a:pt x="2904" y="6832"/>
                    <a:pt x="3843" y="7212"/>
                    <a:pt x="4778" y="7212"/>
                  </a:cubicBezTo>
                  <a:cubicBezTo>
                    <a:pt x="5687" y="7212"/>
                    <a:pt x="6593" y="6853"/>
                    <a:pt x="7262" y="6130"/>
                  </a:cubicBezTo>
                  <a:cubicBezTo>
                    <a:pt x="9540" y="3906"/>
                    <a:pt x="7994"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46"/>
            <p:cNvSpPr/>
            <p:nvPr/>
          </p:nvSpPr>
          <p:spPr>
            <a:xfrm>
              <a:off x="1487175" y="3072975"/>
              <a:ext cx="200725" cy="180925"/>
            </a:xfrm>
            <a:custGeom>
              <a:rect b="b" l="l" r="r" t="t"/>
              <a:pathLst>
                <a:path extrusionOk="0" h="7237" w="8029">
                  <a:moveTo>
                    <a:pt x="4026" y="0"/>
                  </a:moveTo>
                  <a:cubicBezTo>
                    <a:pt x="3176" y="0"/>
                    <a:pt x="2321" y="327"/>
                    <a:pt x="1600" y="983"/>
                  </a:cubicBezTo>
                  <a:cubicBezTo>
                    <a:pt x="82" y="2393"/>
                    <a:pt x="0" y="4536"/>
                    <a:pt x="1383" y="6028"/>
                  </a:cubicBezTo>
                  <a:cubicBezTo>
                    <a:pt x="2095" y="6827"/>
                    <a:pt x="3088" y="7237"/>
                    <a:pt x="4085" y="7237"/>
                  </a:cubicBezTo>
                  <a:cubicBezTo>
                    <a:pt x="4949" y="7237"/>
                    <a:pt x="5817" y="6929"/>
                    <a:pt x="6510" y="6299"/>
                  </a:cubicBezTo>
                  <a:cubicBezTo>
                    <a:pt x="7975" y="4943"/>
                    <a:pt x="8029" y="2637"/>
                    <a:pt x="6646" y="1200"/>
                  </a:cubicBezTo>
                  <a:cubicBezTo>
                    <a:pt x="5904" y="401"/>
                    <a:pt x="4968"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46"/>
            <p:cNvSpPr/>
            <p:nvPr/>
          </p:nvSpPr>
          <p:spPr>
            <a:xfrm>
              <a:off x="2098125" y="2443175"/>
              <a:ext cx="238525" cy="179725"/>
            </a:xfrm>
            <a:custGeom>
              <a:rect b="b" l="l" r="r" t="t"/>
              <a:pathLst>
                <a:path extrusionOk="0" h="7189" w="9541">
                  <a:moveTo>
                    <a:pt x="4759" y="0"/>
                  </a:moveTo>
                  <a:cubicBezTo>
                    <a:pt x="3849" y="0"/>
                    <a:pt x="2937" y="360"/>
                    <a:pt x="2252" y="1085"/>
                  </a:cubicBezTo>
                  <a:cubicBezTo>
                    <a:pt x="1" y="3309"/>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46"/>
            <p:cNvSpPr/>
            <p:nvPr/>
          </p:nvSpPr>
          <p:spPr>
            <a:xfrm>
              <a:off x="209825" y="4962975"/>
              <a:ext cx="238525" cy="180325"/>
            </a:xfrm>
            <a:custGeom>
              <a:rect b="b" l="l" r="r" t="t"/>
              <a:pathLst>
                <a:path extrusionOk="0" h="7213" w="9541">
                  <a:moveTo>
                    <a:pt x="4760" y="0"/>
                  </a:moveTo>
                  <a:cubicBezTo>
                    <a:pt x="1609" y="0"/>
                    <a:pt x="1" y="3833"/>
                    <a:pt x="2217" y="6076"/>
                  </a:cubicBezTo>
                  <a:cubicBezTo>
                    <a:pt x="2904" y="6832"/>
                    <a:pt x="3836" y="7212"/>
                    <a:pt x="4767" y="7212"/>
                  </a:cubicBezTo>
                  <a:cubicBezTo>
                    <a:pt x="5673" y="7212"/>
                    <a:pt x="6580" y="6853"/>
                    <a:pt x="7262" y="6130"/>
                  </a:cubicBezTo>
                  <a:cubicBezTo>
                    <a:pt x="9540" y="3906"/>
                    <a:pt x="7994" y="55"/>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46"/>
            <p:cNvSpPr/>
            <p:nvPr/>
          </p:nvSpPr>
          <p:spPr>
            <a:xfrm>
              <a:off x="857225" y="4332350"/>
              <a:ext cx="201400" cy="180975"/>
            </a:xfrm>
            <a:custGeom>
              <a:rect b="b" l="l" r="r" t="t"/>
              <a:pathLst>
                <a:path extrusionOk="0" h="7239" w="8056">
                  <a:moveTo>
                    <a:pt x="4035" y="1"/>
                  </a:moveTo>
                  <a:cubicBezTo>
                    <a:pt x="3185" y="1"/>
                    <a:pt x="2336" y="334"/>
                    <a:pt x="1628" y="1004"/>
                  </a:cubicBezTo>
                  <a:cubicBezTo>
                    <a:pt x="136" y="2387"/>
                    <a:pt x="0" y="4557"/>
                    <a:pt x="1411" y="6049"/>
                  </a:cubicBezTo>
                  <a:cubicBezTo>
                    <a:pt x="2098" y="6837"/>
                    <a:pt x="3066" y="7239"/>
                    <a:pt x="4038" y="7239"/>
                  </a:cubicBezTo>
                  <a:cubicBezTo>
                    <a:pt x="4906" y="7239"/>
                    <a:pt x="5777" y="6918"/>
                    <a:pt x="6456" y="6266"/>
                  </a:cubicBezTo>
                  <a:cubicBezTo>
                    <a:pt x="7975" y="4937"/>
                    <a:pt x="8056" y="2631"/>
                    <a:pt x="6673" y="1221"/>
                  </a:cubicBezTo>
                  <a:cubicBezTo>
                    <a:pt x="5918" y="409"/>
                    <a:pt x="4975"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46"/>
            <p:cNvSpPr/>
            <p:nvPr/>
          </p:nvSpPr>
          <p:spPr>
            <a:xfrm>
              <a:off x="1468850" y="3702900"/>
              <a:ext cx="238325" cy="179900"/>
            </a:xfrm>
            <a:custGeom>
              <a:rect b="b" l="l" r="r" t="t"/>
              <a:pathLst>
                <a:path extrusionOk="0" h="7196" w="9533">
                  <a:moveTo>
                    <a:pt x="4780" y="0"/>
                  </a:moveTo>
                  <a:cubicBezTo>
                    <a:pt x="3878" y="0"/>
                    <a:pt x="2971" y="346"/>
                    <a:pt x="2279" y="1038"/>
                  </a:cubicBezTo>
                  <a:cubicBezTo>
                    <a:pt x="1" y="3262"/>
                    <a:pt x="1520" y="7141"/>
                    <a:pt x="4720" y="7195"/>
                  </a:cubicBezTo>
                  <a:cubicBezTo>
                    <a:pt x="4743" y="7196"/>
                    <a:pt x="4765" y="7196"/>
                    <a:pt x="4787" y="7196"/>
                  </a:cubicBezTo>
                  <a:cubicBezTo>
                    <a:pt x="7917" y="7196"/>
                    <a:pt x="9533" y="3409"/>
                    <a:pt x="7324" y="1119"/>
                  </a:cubicBezTo>
                  <a:cubicBezTo>
                    <a:pt x="6647" y="373"/>
                    <a:pt x="5717" y="0"/>
                    <a:pt x="478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46"/>
            <p:cNvSpPr/>
            <p:nvPr/>
          </p:nvSpPr>
          <p:spPr>
            <a:xfrm>
              <a:off x="5247225" y="3073125"/>
              <a:ext cx="239175" cy="179725"/>
            </a:xfrm>
            <a:custGeom>
              <a:rect b="b" l="l" r="r" t="t"/>
              <a:pathLst>
                <a:path extrusionOk="0" h="7189" w="9567">
                  <a:moveTo>
                    <a:pt x="4765" y="0"/>
                  </a:moveTo>
                  <a:cubicBezTo>
                    <a:pt x="3855" y="0"/>
                    <a:pt x="2950" y="360"/>
                    <a:pt x="2278" y="1085"/>
                  </a:cubicBezTo>
                  <a:cubicBezTo>
                    <a:pt x="0" y="3337"/>
                    <a:pt x="1573" y="7188"/>
                    <a:pt x="4774" y="7188"/>
                  </a:cubicBezTo>
                  <a:cubicBezTo>
                    <a:pt x="4785" y="7188"/>
                    <a:pt x="4796" y="7188"/>
                    <a:pt x="4807" y="7188"/>
                  </a:cubicBezTo>
                  <a:cubicBezTo>
                    <a:pt x="7959" y="7188"/>
                    <a:pt x="9567"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46"/>
            <p:cNvSpPr/>
            <p:nvPr/>
          </p:nvSpPr>
          <p:spPr>
            <a:xfrm>
              <a:off x="5877175" y="2443400"/>
              <a:ext cx="238125" cy="180200"/>
            </a:xfrm>
            <a:custGeom>
              <a:rect b="b" l="l" r="r" t="t"/>
              <a:pathLst>
                <a:path extrusionOk="0" h="7208" w="9525">
                  <a:moveTo>
                    <a:pt x="4761" y="0"/>
                  </a:moveTo>
                  <a:cubicBezTo>
                    <a:pt x="3895" y="0"/>
                    <a:pt x="3027" y="340"/>
                    <a:pt x="2306" y="1022"/>
                  </a:cubicBezTo>
                  <a:cubicBezTo>
                    <a:pt x="0" y="3219"/>
                    <a:pt x="1492" y="7125"/>
                    <a:pt x="4665" y="7206"/>
                  </a:cubicBezTo>
                  <a:cubicBezTo>
                    <a:pt x="4699" y="7207"/>
                    <a:pt x="4732" y="7208"/>
                    <a:pt x="4766" y="7208"/>
                  </a:cubicBezTo>
                  <a:cubicBezTo>
                    <a:pt x="7901" y="7208"/>
                    <a:pt x="9525" y="3439"/>
                    <a:pt x="7351" y="1158"/>
                  </a:cubicBezTo>
                  <a:cubicBezTo>
                    <a:pt x="6608" y="387"/>
                    <a:pt x="5685"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46"/>
            <p:cNvSpPr/>
            <p:nvPr/>
          </p:nvSpPr>
          <p:spPr>
            <a:xfrm>
              <a:off x="3988175" y="4963650"/>
              <a:ext cx="238525" cy="179975"/>
            </a:xfrm>
            <a:custGeom>
              <a:rect b="b" l="l" r="r" t="t"/>
              <a:pathLst>
                <a:path extrusionOk="0" h="7199" w="9541">
                  <a:moveTo>
                    <a:pt x="4760" y="0"/>
                  </a:moveTo>
                  <a:cubicBezTo>
                    <a:pt x="1582" y="0"/>
                    <a:pt x="1" y="3833"/>
                    <a:pt x="2244" y="6076"/>
                  </a:cubicBezTo>
                  <a:cubicBezTo>
                    <a:pt x="2926" y="6826"/>
                    <a:pt x="3853" y="7198"/>
                    <a:pt x="4780" y="7198"/>
                  </a:cubicBezTo>
                  <a:cubicBezTo>
                    <a:pt x="5697" y="7198"/>
                    <a:pt x="6614" y="6832"/>
                    <a:pt x="7289" y="6103"/>
                  </a:cubicBezTo>
                  <a:cubicBezTo>
                    <a:pt x="9541" y="3852"/>
                    <a:pt x="7967" y="0"/>
                    <a:pt x="4794" y="0"/>
                  </a:cubicBezTo>
                  <a:cubicBezTo>
                    <a:pt x="4783" y="0"/>
                    <a:pt x="4772"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46"/>
            <p:cNvSpPr/>
            <p:nvPr/>
          </p:nvSpPr>
          <p:spPr>
            <a:xfrm>
              <a:off x="4617650" y="4333675"/>
              <a:ext cx="239000" cy="180100"/>
            </a:xfrm>
            <a:custGeom>
              <a:rect b="b" l="l" r="r" t="t"/>
              <a:pathLst>
                <a:path extrusionOk="0" h="7204" w="9560">
                  <a:moveTo>
                    <a:pt x="4773" y="1"/>
                  </a:moveTo>
                  <a:cubicBezTo>
                    <a:pt x="1643" y="1"/>
                    <a:pt x="1" y="3788"/>
                    <a:pt x="2209" y="6050"/>
                  </a:cubicBezTo>
                  <a:cubicBezTo>
                    <a:pt x="2892" y="6817"/>
                    <a:pt x="3840" y="7204"/>
                    <a:pt x="4788" y="7204"/>
                  </a:cubicBezTo>
                  <a:cubicBezTo>
                    <a:pt x="5685" y="7204"/>
                    <a:pt x="6582" y="6857"/>
                    <a:pt x="7254" y="6159"/>
                  </a:cubicBezTo>
                  <a:cubicBezTo>
                    <a:pt x="9560" y="3934"/>
                    <a:pt x="8014" y="56"/>
                    <a:pt x="4840" y="1"/>
                  </a:cubicBezTo>
                  <a:cubicBezTo>
                    <a:pt x="4818" y="1"/>
                    <a:pt x="4796"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46"/>
            <p:cNvSpPr/>
            <p:nvPr/>
          </p:nvSpPr>
          <p:spPr>
            <a:xfrm>
              <a:off x="5247400" y="3702975"/>
              <a:ext cx="238525" cy="179825"/>
            </a:xfrm>
            <a:custGeom>
              <a:rect b="b" l="l" r="r" t="t"/>
              <a:pathLst>
                <a:path extrusionOk="0" h="7193" w="9541">
                  <a:moveTo>
                    <a:pt x="4768" y="1"/>
                  </a:moveTo>
                  <a:cubicBezTo>
                    <a:pt x="3836" y="1"/>
                    <a:pt x="2905" y="374"/>
                    <a:pt x="2217" y="1116"/>
                  </a:cubicBezTo>
                  <a:cubicBezTo>
                    <a:pt x="1" y="3387"/>
                    <a:pt x="1609" y="7192"/>
                    <a:pt x="4787" y="7192"/>
                  </a:cubicBezTo>
                  <a:cubicBezTo>
                    <a:pt x="4799" y="7192"/>
                    <a:pt x="4810" y="7192"/>
                    <a:pt x="4821" y="7192"/>
                  </a:cubicBezTo>
                  <a:cubicBezTo>
                    <a:pt x="7995" y="7165"/>
                    <a:pt x="9541" y="3286"/>
                    <a:pt x="7262" y="1062"/>
                  </a:cubicBezTo>
                  <a:cubicBezTo>
                    <a:pt x="6580" y="353"/>
                    <a:pt x="5674"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46"/>
            <p:cNvSpPr/>
            <p:nvPr/>
          </p:nvSpPr>
          <p:spPr>
            <a:xfrm>
              <a:off x="5896150" y="3072975"/>
              <a:ext cx="202775" cy="183550"/>
            </a:xfrm>
            <a:custGeom>
              <a:rect b="b" l="l" r="r" t="t"/>
              <a:pathLst>
                <a:path extrusionOk="0" h="7342" w="8111">
                  <a:moveTo>
                    <a:pt x="4006" y="0"/>
                  </a:moveTo>
                  <a:cubicBezTo>
                    <a:pt x="3156" y="0"/>
                    <a:pt x="2308" y="327"/>
                    <a:pt x="1601" y="983"/>
                  </a:cubicBezTo>
                  <a:cubicBezTo>
                    <a:pt x="82" y="2393"/>
                    <a:pt x="1" y="4536"/>
                    <a:pt x="1384" y="6028"/>
                  </a:cubicBezTo>
                  <a:cubicBezTo>
                    <a:pt x="2090" y="6896"/>
                    <a:pt x="3109" y="7341"/>
                    <a:pt x="4135" y="7341"/>
                  </a:cubicBezTo>
                  <a:cubicBezTo>
                    <a:pt x="5000" y="7341"/>
                    <a:pt x="5870" y="7025"/>
                    <a:pt x="6565" y="6380"/>
                  </a:cubicBezTo>
                  <a:cubicBezTo>
                    <a:pt x="8084" y="4997"/>
                    <a:pt x="8111" y="2637"/>
                    <a:pt x="6646" y="1200"/>
                  </a:cubicBezTo>
                  <a:cubicBezTo>
                    <a:pt x="5890" y="401"/>
                    <a:pt x="4947" y="0"/>
                    <a:pt x="400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46"/>
            <p:cNvSpPr/>
            <p:nvPr/>
          </p:nvSpPr>
          <p:spPr>
            <a:xfrm>
              <a:off x="6506450" y="2443400"/>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7"/>
                    <a:pt x="4765" y="7207"/>
                    <a:pt x="4787" y="7207"/>
                  </a:cubicBezTo>
                  <a:cubicBezTo>
                    <a:pt x="7943" y="7207"/>
                    <a:pt x="9559" y="3420"/>
                    <a:pt x="7351" y="1131"/>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46"/>
            <p:cNvSpPr/>
            <p:nvPr/>
          </p:nvSpPr>
          <p:spPr>
            <a:xfrm>
              <a:off x="4617950" y="4962975"/>
              <a:ext cx="238700" cy="180400"/>
            </a:xfrm>
            <a:custGeom>
              <a:rect b="b" l="l" r="r" t="t"/>
              <a:pathLst>
                <a:path extrusionOk="0" h="7216" w="9548">
                  <a:moveTo>
                    <a:pt x="4747" y="0"/>
                  </a:moveTo>
                  <a:cubicBezTo>
                    <a:pt x="1573" y="27"/>
                    <a:pt x="0" y="3879"/>
                    <a:pt x="2251" y="6130"/>
                  </a:cubicBezTo>
                  <a:cubicBezTo>
                    <a:pt x="2937" y="6856"/>
                    <a:pt x="3848" y="7215"/>
                    <a:pt x="4759" y="7215"/>
                  </a:cubicBezTo>
                  <a:cubicBezTo>
                    <a:pt x="5686" y="7215"/>
                    <a:pt x="6612" y="6842"/>
                    <a:pt x="7296" y="6103"/>
                  </a:cubicBezTo>
                  <a:cubicBezTo>
                    <a:pt x="9548" y="3852"/>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46"/>
            <p:cNvSpPr/>
            <p:nvPr/>
          </p:nvSpPr>
          <p:spPr>
            <a:xfrm>
              <a:off x="5265525" y="4332375"/>
              <a:ext cx="202100" cy="181000"/>
            </a:xfrm>
            <a:custGeom>
              <a:rect b="b" l="l" r="r" t="t"/>
              <a:pathLst>
                <a:path extrusionOk="0" h="7240" w="8084">
                  <a:moveTo>
                    <a:pt x="4012" y="1"/>
                  </a:moveTo>
                  <a:cubicBezTo>
                    <a:pt x="3198" y="1"/>
                    <a:pt x="2389" y="303"/>
                    <a:pt x="1709" y="921"/>
                  </a:cubicBezTo>
                  <a:cubicBezTo>
                    <a:pt x="163" y="2305"/>
                    <a:pt x="0" y="4448"/>
                    <a:pt x="1357" y="5966"/>
                  </a:cubicBezTo>
                  <a:cubicBezTo>
                    <a:pt x="2110" y="6808"/>
                    <a:pt x="3087" y="7240"/>
                    <a:pt x="4067" y="7240"/>
                  </a:cubicBezTo>
                  <a:cubicBezTo>
                    <a:pt x="4888" y="7240"/>
                    <a:pt x="5709" y="6937"/>
                    <a:pt x="6402" y="6319"/>
                  </a:cubicBezTo>
                  <a:cubicBezTo>
                    <a:pt x="7893" y="4990"/>
                    <a:pt x="8083" y="2793"/>
                    <a:pt x="6727" y="1274"/>
                  </a:cubicBezTo>
                  <a:cubicBezTo>
                    <a:pt x="5959"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46"/>
            <p:cNvSpPr/>
            <p:nvPr/>
          </p:nvSpPr>
          <p:spPr>
            <a:xfrm>
              <a:off x="5896150" y="3702650"/>
              <a:ext cx="200750" cy="180725"/>
            </a:xfrm>
            <a:custGeom>
              <a:rect b="b" l="l" r="r" t="t"/>
              <a:pathLst>
                <a:path extrusionOk="0" h="7229" w="8030">
                  <a:moveTo>
                    <a:pt x="3995" y="0"/>
                  </a:moveTo>
                  <a:cubicBezTo>
                    <a:pt x="3149" y="0"/>
                    <a:pt x="2305" y="328"/>
                    <a:pt x="1601" y="994"/>
                  </a:cubicBezTo>
                  <a:cubicBezTo>
                    <a:pt x="82" y="2431"/>
                    <a:pt x="1" y="4547"/>
                    <a:pt x="1384" y="6039"/>
                  </a:cubicBezTo>
                  <a:cubicBezTo>
                    <a:pt x="2129" y="6827"/>
                    <a:pt x="3086" y="7229"/>
                    <a:pt x="4043" y="7229"/>
                  </a:cubicBezTo>
                  <a:cubicBezTo>
                    <a:pt x="4898" y="7229"/>
                    <a:pt x="5752" y="6908"/>
                    <a:pt x="6456" y="6256"/>
                  </a:cubicBezTo>
                  <a:cubicBezTo>
                    <a:pt x="7948" y="4954"/>
                    <a:pt x="8029" y="2648"/>
                    <a:pt x="6646" y="1211"/>
                  </a:cubicBezTo>
                  <a:cubicBezTo>
                    <a:pt x="5887" y="409"/>
                    <a:pt x="4940" y="0"/>
                    <a:pt x="399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46"/>
            <p:cNvSpPr/>
            <p:nvPr/>
          </p:nvSpPr>
          <p:spPr>
            <a:xfrm>
              <a:off x="6506825" y="3073100"/>
              <a:ext cx="239000" cy="179750"/>
            </a:xfrm>
            <a:custGeom>
              <a:rect b="b" l="l" r="r" t="t"/>
              <a:pathLst>
                <a:path extrusionOk="0" h="7190" w="9560">
                  <a:moveTo>
                    <a:pt x="4773" y="1"/>
                  </a:moveTo>
                  <a:cubicBezTo>
                    <a:pt x="3837" y="1"/>
                    <a:pt x="2900" y="381"/>
                    <a:pt x="2209" y="1141"/>
                  </a:cubicBezTo>
                  <a:cubicBezTo>
                    <a:pt x="1" y="3403"/>
                    <a:pt x="1617" y="7190"/>
                    <a:pt x="4773" y="7190"/>
                  </a:cubicBezTo>
                  <a:cubicBezTo>
                    <a:pt x="4795" y="7190"/>
                    <a:pt x="4818" y="7190"/>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46"/>
            <p:cNvSpPr/>
            <p:nvPr/>
          </p:nvSpPr>
          <p:spPr>
            <a:xfrm>
              <a:off x="5247225" y="4963650"/>
              <a:ext cx="238700" cy="180050"/>
            </a:xfrm>
            <a:custGeom>
              <a:rect b="b" l="l" r="r" t="t"/>
              <a:pathLst>
                <a:path extrusionOk="0" h="7202" w="9548">
                  <a:moveTo>
                    <a:pt x="4774" y="0"/>
                  </a:moveTo>
                  <a:cubicBezTo>
                    <a:pt x="1600" y="0"/>
                    <a:pt x="0" y="3852"/>
                    <a:pt x="2251" y="6103"/>
                  </a:cubicBezTo>
                  <a:cubicBezTo>
                    <a:pt x="2929" y="6836"/>
                    <a:pt x="3852" y="7202"/>
                    <a:pt x="4774" y="7202"/>
                  </a:cubicBezTo>
                  <a:cubicBezTo>
                    <a:pt x="5696" y="7202"/>
                    <a:pt x="6618" y="6836"/>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46"/>
            <p:cNvSpPr/>
            <p:nvPr/>
          </p:nvSpPr>
          <p:spPr>
            <a:xfrm>
              <a:off x="5877550" y="4332575"/>
              <a:ext cx="238325" cy="180175"/>
            </a:xfrm>
            <a:custGeom>
              <a:rect b="b" l="l" r="r" t="t"/>
              <a:pathLst>
                <a:path extrusionOk="0" h="7207" w="9533">
                  <a:moveTo>
                    <a:pt x="4749" y="1"/>
                  </a:moveTo>
                  <a:cubicBezTo>
                    <a:pt x="3805" y="1"/>
                    <a:pt x="2862" y="381"/>
                    <a:pt x="2182" y="1130"/>
                  </a:cubicBezTo>
                  <a:cubicBezTo>
                    <a:pt x="1" y="3420"/>
                    <a:pt x="1617" y="7207"/>
                    <a:pt x="4773" y="7207"/>
                  </a:cubicBezTo>
                  <a:cubicBezTo>
                    <a:pt x="4795" y="7207"/>
                    <a:pt x="4818" y="7207"/>
                    <a:pt x="4840" y="7206"/>
                  </a:cubicBezTo>
                  <a:cubicBezTo>
                    <a:pt x="8014" y="7125"/>
                    <a:pt x="9533" y="3246"/>
                    <a:pt x="7227" y="1049"/>
                  </a:cubicBezTo>
                  <a:cubicBezTo>
                    <a:pt x="6552"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46"/>
            <p:cNvSpPr/>
            <p:nvPr/>
          </p:nvSpPr>
          <p:spPr>
            <a:xfrm>
              <a:off x="6506450" y="3702975"/>
              <a:ext cx="239000" cy="179825"/>
            </a:xfrm>
            <a:custGeom>
              <a:rect b="b" l="l" r="r" t="t"/>
              <a:pathLst>
                <a:path extrusionOk="0" h="7193" w="9560">
                  <a:moveTo>
                    <a:pt x="4794" y="0"/>
                  </a:moveTo>
                  <a:cubicBezTo>
                    <a:pt x="3897" y="0"/>
                    <a:pt x="2994" y="346"/>
                    <a:pt x="2306" y="1035"/>
                  </a:cubicBezTo>
                  <a:cubicBezTo>
                    <a:pt x="0" y="3259"/>
                    <a:pt x="1546" y="7138"/>
                    <a:pt x="4720" y="7192"/>
                  </a:cubicBezTo>
                  <a:cubicBezTo>
                    <a:pt x="4742" y="7193"/>
                    <a:pt x="4765" y="7193"/>
                    <a:pt x="4787" y="7193"/>
                  </a:cubicBezTo>
                  <a:cubicBezTo>
                    <a:pt x="7943" y="7193"/>
                    <a:pt x="9559" y="3406"/>
                    <a:pt x="7351" y="1144"/>
                  </a:cubicBezTo>
                  <a:cubicBezTo>
                    <a:pt x="6671" y="380"/>
                    <a:pt x="5735" y="0"/>
                    <a:pt x="47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46"/>
            <p:cNvSpPr/>
            <p:nvPr/>
          </p:nvSpPr>
          <p:spPr>
            <a:xfrm>
              <a:off x="5896150" y="4962125"/>
              <a:ext cx="201425" cy="181050"/>
            </a:xfrm>
            <a:custGeom>
              <a:rect b="b" l="l" r="r" t="t"/>
              <a:pathLst>
                <a:path extrusionOk="0" h="7242" w="8057">
                  <a:moveTo>
                    <a:pt x="4006" y="1"/>
                  </a:moveTo>
                  <a:cubicBezTo>
                    <a:pt x="3156" y="1"/>
                    <a:pt x="2308" y="328"/>
                    <a:pt x="1601" y="984"/>
                  </a:cubicBezTo>
                  <a:cubicBezTo>
                    <a:pt x="109" y="2394"/>
                    <a:pt x="1" y="4564"/>
                    <a:pt x="1384" y="6056"/>
                  </a:cubicBezTo>
                  <a:cubicBezTo>
                    <a:pt x="2083" y="6840"/>
                    <a:pt x="3051" y="7242"/>
                    <a:pt x="4021" y="7242"/>
                  </a:cubicBezTo>
                  <a:cubicBezTo>
                    <a:pt x="4897" y="7242"/>
                    <a:pt x="5774" y="6915"/>
                    <a:pt x="6456" y="6246"/>
                  </a:cubicBezTo>
                  <a:cubicBezTo>
                    <a:pt x="7948" y="4944"/>
                    <a:pt x="8056" y="2638"/>
                    <a:pt x="6646" y="1201"/>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46"/>
            <p:cNvSpPr/>
            <p:nvPr/>
          </p:nvSpPr>
          <p:spPr>
            <a:xfrm>
              <a:off x="6507125" y="4332300"/>
              <a:ext cx="238125" cy="180475"/>
            </a:xfrm>
            <a:custGeom>
              <a:rect b="b" l="l" r="r" t="t"/>
              <a:pathLst>
                <a:path extrusionOk="0" h="7219" w="9525">
                  <a:moveTo>
                    <a:pt x="4739" y="1"/>
                  </a:moveTo>
                  <a:cubicBezTo>
                    <a:pt x="3881" y="1"/>
                    <a:pt x="3024" y="341"/>
                    <a:pt x="2306" y="1033"/>
                  </a:cubicBezTo>
                  <a:cubicBezTo>
                    <a:pt x="0" y="3230"/>
                    <a:pt x="1492" y="7136"/>
                    <a:pt x="4666" y="7217"/>
                  </a:cubicBezTo>
                  <a:cubicBezTo>
                    <a:pt x="4699" y="7218"/>
                    <a:pt x="4732" y="7218"/>
                    <a:pt x="4765" y="7218"/>
                  </a:cubicBezTo>
                  <a:cubicBezTo>
                    <a:pt x="7874" y="7218"/>
                    <a:pt x="9525" y="3450"/>
                    <a:pt x="7351" y="1169"/>
                  </a:cubicBezTo>
                  <a:cubicBezTo>
                    <a:pt x="6591" y="395"/>
                    <a:pt x="5664" y="1"/>
                    <a:pt x="473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46"/>
            <p:cNvSpPr/>
            <p:nvPr/>
          </p:nvSpPr>
          <p:spPr>
            <a:xfrm>
              <a:off x="6506825" y="4962275"/>
              <a:ext cx="239000" cy="179750"/>
            </a:xfrm>
            <a:custGeom>
              <a:rect b="b" l="l" r="r" t="t"/>
              <a:pathLst>
                <a:path extrusionOk="0" h="7190" w="9560">
                  <a:moveTo>
                    <a:pt x="4773" y="1"/>
                  </a:moveTo>
                  <a:cubicBezTo>
                    <a:pt x="3837" y="1"/>
                    <a:pt x="2900" y="381"/>
                    <a:pt x="2209" y="1140"/>
                  </a:cubicBezTo>
                  <a:cubicBezTo>
                    <a:pt x="1" y="3403"/>
                    <a:pt x="1617" y="7190"/>
                    <a:pt x="4773" y="7190"/>
                  </a:cubicBezTo>
                  <a:cubicBezTo>
                    <a:pt x="4795" y="7190"/>
                    <a:pt x="4818" y="7189"/>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46"/>
            <p:cNvSpPr/>
            <p:nvPr/>
          </p:nvSpPr>
          <p:spPr>
            <a:xfrm>
              <a:off x="4006300" y="2443200"/>
              <a:ext cx="202100" cy="180775"/>
            </a:xfrm>
            <a:custGeom>
              <a:rect b="b" l="l" r="r" t="t"/>
              <a:pathLst>
                <a:path extrusionOk="0" h="7231" w="8084">
                  <a:moveTo>
                    <a:pt x="4023" y="1"/>
                  </a:moveTo>
                  <a:cubicBezTo>
                    <a:pt x="3204" y="1"/>
                    <a:pt x="2389" y="304"/>
                    <a:pt x="1709" y="922"/>
                  </a:cubicBezTo>
                  <a:cubicBezTo>
                    <a:pt x="190" y="2278"/>
                    <a:pt x="0" y="4448"/>
                    <a:pt x="1329" y="5967"/>
                  </a:cubicBezTo>
                  <a:cubicBezTo>
                    <a:pt x="2056" y="6797"/>
                    <a:pt x="3051" y="7231"/>
                    <a:pt x="4052" y="7231"/>
                  </a:cubicBezTo>
                  <a:cubicBezTo>
                    <a:pt x="4881" y="7231"/>
                    <a:pt x="5714" y="6934"/>
                    <a:pt x="6402" y="6319"/>
                  </a:cubicBezTo>
                  <a:cubicBezTo>
                    <a:pt x="7893" y="4990"/>
                    <a:pt x="8083" y="2766"/>
                    <a:pt x="6754" y="1274"/>
                  </a:cubicBezTo>
                  <a:cubicBezTo>
                    <a:pt x="5987"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46"/>
            <p:cNvSpPr/>
            <p:nvPr/>
          </p:nvSpPr>
          <p:spPr>
            <a:xfrm>
              <a:off x="3988000" y="3073100"/>
              <a:ext cx="238125" cy="179775"/>
            </a:xfrm>
            <a:custGeom>
              <a:rect b="b" l="l" r="r" t="t"/>
              <a:pathLst>
                <a:path extrusionOk="0" h="7191" w="9525">
                  <a:moveTo>
                    <a:pt x="4787" y="1"/>
                  </a:moveTo>
                  <a:cubicBezTo>
                    <a:pt x="3885" y="1"/>
                    <a:pt x="2984" y="354"/>
                    <a:pt x="2306" y="1059"/>
                  </a:cubicBezTo>
                  <a:cubicBezTo>
                    <a:pt x="0" y="3256"/>
                    <a:pt x="1519" y="7135"/>
                    <a:pt x="4692" y="7189"/>
                  </a:cubicBezTo>
                  <a:cubicBezTo>
                    <a:pt x="4726" y="7190"/>
                    <a:pt x="4759" y="7190"/>
                    <a:pt x="4792" y="7190"/>
                  </a:cubicBezTo>
                  <a:cubicBezTo>
                    <a:pt x="7927" y="7190"/>
                    <a:pt x="9525" y="3395"/>
                    <a:pt x="7351" y="1141"/>
                  </a:cubicBezTo>
                  <a:cubicBezTo>
                    <a:pt x="6660" y="381"/>
                    <a:pt x="5723"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46"/>
            <p:cNvSpPr/>
            <p:nvPr/>
          </p:nvSpPr>
          <p:spPr>
            <a:xfrm>
              <a:off x="4617250" y="2443250"/>
              <a:ext cx="239200" cy="180325"/>
            </a:xfrm>
            <a:custGeom>
              <a:rect b="b" l="l" r="r" t="t"/>
              <a:pathLst>
                <a:path extrusionOk="0" h="7213" w="9568">
                  <a:moveTo>
                    <a:pt x="4791" y="1"/>
                  </a:moveTo>
                  <a:cubicBezTo>
                    <a:pt x="3881" y="1"/>
                    <a:pt x="2975" y="360"/>
                    <a:pt x="2307" y="1082"/>
                  </a:cubicBezTo>
                  <a:cubicBezTo>
                    <a:pt x="1" y="3306"/>
                    <a:pt x="1574" y="7185"/>
                    <a:pt x="4748" y="7212"/>
                  </a:cubicBezTo>
                  <a:cubicBezTo>
                    <a:pt x="4759" y="7212"/>
                    <a:pt x="4770" y="7212"/>
                    <a:pt x="4781" y="7212"/>
                  </a:cubicBezTo>
                  <a:cubicBezTo>
                    <a:pt x="7960" y="7212"/>
                    <a:pt x="9568" y="3407"/>
                    <a:pt x="7352" y="1137"/>
                  </a:cubicBezTo>
                  <a:cubicBezTo>
                    <a:pt x="6664" y="380"/>
                    <a:pt x="5726" y="1"/>
                    <a:pt x="479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46"/>
            <p:cNvSpPr/>
            <p:nvPr/>
          </p:nvSpPr>
          <p:spPr>
            <a:xfrm>
              <a:off x="3988175" y="3703750"/>
              <a:ext cx="238525" cy="180325"/>
            </a:xfrm>
            <a:custGeom>
              <a:rect b="b" l="l" r="r" t="t"/>
              <a:pathLst>
                <a:path extrusionOk="0" h="7213" w="9541">
                  <a:moveTo>
                    <a:pt x="4787" y="0"/>
                  </a:moveTo>
                  <a:cubicBezTo>
                    <a:pt x="1609" y="0"/>
                    <a:pt x="1" y="3806"/>
                    <a:pt x="2217" y="6076"/>
                  </a:cubicBezTo>
                  <a:cubicBezTo>
                    <a:pt x="2905" y="6832"/>
                    <a:pt x="3836" y="7212"/>
                    <a:pt x="4767" y="7212"/>
                  </a:cubicBezTo>
                  <a:cubicBezTo>
                    <a:pt x="5674" y="7212"/>
                    <a:pt x="6580" y="6853"/>
                    <a:pt x="7262" y="6130"/>
                  </a:cubicBezTo>
                  <a:cubicBezTo>
                    <a:pt x="9541" y="3906"/>
                    <a:pt x="7995"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46"/>
            <p:cNvSpPr/>
            <p:nvPr/>
          </p:nvSpPr>
          <p:spPr>
            <a:xfrm>
              <a:off x="4636250" y="3072975"/>
              <a:ext cx="201425" cy="180925"/>
            </a:xfrm>
            <a:custGeom>
              <a:rect b="b" l="l" r="r" t="t"/>
              <a:pathLst>
                <a:path extrusionOk="0" h="7237" w="8057">
                  <a:moveTo>
                    <a:pt x="4023" y="0"/>
                  </a:moveTo>
                  <a:cubicBezTo>
                    <a:pt x="3177" y="0"/>
                    <a:pt x="2335" y="327"/>
                    <a:pt x="1628" y="983"/>
                  </a:cubicBezTo>
                  <a:cubicBezTo>
                    <a:pt x="109" y="2393"/>
                    <a:pt x="0" y="4536"/>
                    <a:pt x="1411" y="6028"/>
                  </a:cubicBezTo>
                  <a:cubicBezTo>
                    <a:pt x="2123" y="6827"/>
                    <a:pt x="3107" y="7237"/>
                    <a:pt x="4097" y="7237"/>
                  </a:cubicBezTo>
                  <a:cubicBezTo>
                    <a:pt x="4955" y="7237"/>
                    <a:pt x="5817" y="6929"/>
                    <a:pt x="6510" y="6299"/>
                  </a:cubicBezTo>
                  <a:cubicBezTo>
                    <a:pt x="7975" y="4943"/>
                    <a:pt x="8056" y="2637"/>
                    <a:pt x="6673" y="1200"/>
                  </a:cubicBezTo>
                  <a:cubicBezTo>
                    <a:pt x="5903" y="401"/>
                    <a:pt x="4961" y="0"/>
                    <a:pt x="4023"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46"/>
            <p:cNvSpPr/>
            <p:nvPr/>
          </p:nvSpPr>
          <p:spPr>
            <a:xfrm>
              <a:off x="5247225" y="2443175"/>
              <a:ext cx="238500" cy="179725"/>
            </a:xfrm>
            <a:custGeom>
              <a:rect b="b" l="l" r="r" t="t"/>
              <a:pathLst>
                <a:path extrusionOk="0" h="7189" w="9540">
                  <a:moveTo>
                    <a:pt x="4765" y="0"/>
                  </a:moveTo>
                  <a:cubicBezTo>
                    <a:pt x="3855" y="0"/>
                    <a:pt x="2950" y="360"/>
                    <a:pt x="2278" y="1085"/>
                  </a:cubicBezTo>
                  <a:cubicBezTo>
                    <a:pt x="0" y="3309"/>
                    <a:pt x="1573" y="7188"/>
                    <a:pt x="4774" y="7188"/>
                  </a:cubicBezTo>
                  <a:cubicBezTo>
                    <a:pt x="4785" y="7188"/>
                    <a:pt x="4796" y="7188"/>
                    <a:pt x="4807" y="7188"/>
                  </a:cubicBezTo>
                  <a:cubicBezTo>
                    <a:pt x="7959" y="7188"/>
                    <a:pt x="9540"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46"/>
            <p:cNvSpPr/>
            <p:nvPr/>
          </p:nvSpPr>
          <p:spPr>
            <a:xfrm>
              <a:off x="4006975" y="4332350"/>
              <a:ext cx="201425" cy="181225"/>
            </a:xfrm>
            <a:custGeom>
              <a:rect b="b" l="l" r="r" t="t"/>
              <a:pathLst>
                <a:path extrusionOk="0" h="7249" w="8057">
                  <a:moveTo>
                    <a:pt x="4008" y="1"/>
                  </a:moveTo>
                  <a:cubicBezTo>
                    <a:pt x="3158" y="1"/>
                    <a:pt x="2309" y="334"/>
                    <a:pt x="1601" y="1004"/>
                  </a:cubicBezTo>
                  <a:cubicBezTo>
                    <a:pt x="109" y="2387"/>
                    <a:pt x="0" y="4557"/>
                    <a:pt x="1384" y="6049"/>
                  </a:cubicBezTo>
                  <a:cubicBezTo>
                    <a:pt x="2082" y="6847"/>
                    <a:pt x="3051" y="7249"/>
                    <a:pt x="4021" y="7249"/>
                  </a:cubicBezTo>
                  <a:cubicBezTo>
                    <a:pt x="4897" y="7249"/>
                    <a:pt x="5774" y="6922"/>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46"/>
            <p:cNvSpPr/>
            <p:nvPr/>
          </p:nvSpPr>
          <p:spPr>
            <a:xfrm>
              <a:off x="4617950" y="3702900"/>
              <a:ext cx="238325" cy="179900"/>
            </a:xfrm>
            <a:custGeom>
              <a:rect b="b" l="l" r="r" t="t"/>
              <a:pathLst>
                <a:path extrusionOk="0" h="7196" w="9533">
                  <a:moveTo>
                    <a:pt x="4759" y="0"/>
                  </a:moveTo>
                  <a:cubicBezTo>
                    <a:pt x="3858" y="0"/>
                    <a:pt x="2957" y="346"/>
                    <a:pt x="2279" y="1038"/>
                  </a:cubicBezTo>
                  <a:cubicBezTo>
                    <a:pt x="0" y="3262"/>
                    <a:pt x="1519" y="7141"/>
                    <a:pt x="4693" y="7195"/>
                  </a:cubicBezTo>
                  <a:cubicBezTo>
                    <a:pt x="4715" y="7196"/>
                    <a:pt x="4737" y="7196"/>
                    <a:pt x="4760" y="7196"/>
                  </a:cubicBezTo>
                  <a:cubicBezTo>
                    <a:pt x="7916" y="7196"/>
                    <a:pt x="9532" y="3409"/>
                    <a:pt x="7324" y="1119"/>
                  </a:cubicBezTo>
                  <a:cubicBezTo>
                    <a:pt x="6633" y="373"/>
                    <a:pt x="5695"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46"/>
            <p:cNvSpPr/>
            <p:nvPr/>
          </p:nvSpPr>
          <p:spPr>
            <a:xfrm>
              <a:off x="7141825" y="1811875"/>
              <a:ext cx="238700" cy="180050"/>
            </a:xfrm>
            <a:custGeom>
              <a:rect b="b" l="l" r="r" t="t"/>
              <a:pathLst>
                <a:path extrusionOk="0" h="7202" w="9548">
                  <a:moveTo>
                    <a:pt x="4774" y="0"/>
                  </a:moveTo>
                  <a:cubicBezTo>
                    <a:pt x="1600" y="0"/>
                    <a:pt x="0" y="3825"/>
                    <a:pt x="2224" y="6103"/>
                  </a:cubicBezTo>
                  <a:cubicBezTo>
                    <a:pt x="2902" y="6835"/>
                    <a:pt x="3825" y="7201"/>
                    <a:pt x="4750" y="7201"/>
                  </a:cubicBezTo>
                  <a:cubicBezTo>
                    <a:pt x="5676" y="7201"/>
                    <a:pt x="6605" y="6835"/>
                    <a:pt x="7296" y="6103"/>
                  </a:cubicBezTo>
                  <a:cubicBezTo>
                    <a:pt x="9548" y="3879"/>
                    <a:pt x="7975" y="27"/>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46"/>
            <p:cNvSpPr/>
            <p:nvPr/>
          </p:nvSpPr>
          <p:spPr>
            <a:xfrm>
              <a:off x="7142025" y="552650"/>
              <a:ext cx="238500" cy="179800"/>
            </a:xfrm>
            <a:custGeom>
              <a:rect b="b" l="l" r="r" t="t"/>
              <a:pathLst>
                <a:path extrusionOk="0" h="7192" w="9540">
                  <a:moveTo>
                    <a:pt x="4760" y="0"/>
                  </a:moveTo>
                  <a:cubicBezTo>
                    <a:pt x="1608" y="0"/>
                    <a:pt x="0" y="3806"/>
                    <a:pt x="2216" y="6076"/>
                  </a:cubicBezTo>
                  <a:cubicBezTo>
                    <a:pt x="2904" y="6819"/>
                    <a:pt x="3836" y="7192"/>
                    <a:pt x="4767" y="7192"/>
                  </a:cubicBezTo>
                  <a:cubicBezTo>
                    <a:pt x="5673" y="7192"/>
                    <a:pt x="6579" y="6839"/>
                    <a:pt x="7261" y="6130"/>
                  </a:cubicBezTo>
                  <a:cubicBezTo>
                    <a:pt x="9540" y="3906"/>
                    <a:pt x="7994" y="27"/>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46"/>
            <p:cNvSpPr/>
            <p:nvPr/>
          </p:nvSpPr>
          <p:spPr>
            <a:xfrm>
              <a:off x="7160125" y="1181075"/>
              <a:ext cx="201425" cy="181050"/>
            </a:xfrm>
            <a:custGeom>
              <a:rect b="b" l="l" r="r" t="t"/>
              <a:pathLst>
                <a:path extrusionOk="0" h="7242" w="8057">
                  <a:moveTo>
                    <a:pt x="4033" y="1"/>
                  </a:moveTo>
                  <a:cubicBezTo>
                    <a:pt x="3183" y="1"/>
                    <a:pt x="2336" y="327"/>
                    <a:pt x="1628" y="983"/>
                  </a:cubicBezTo>
                  <a:cubicBezTo>
                    <a:pt x="136" y="2394"/>
                    <a:pt x="1" y="4564"/>
                    <a:pt x="1411" y="6056"/>
                  </a:cubicBezTo>
                  <a:cubicBezTo>
                    <a:pt x="2095" y="6840"/>
                    <a:pt x="3065" y="7242"/>
                    <a:pt x="4035" y="7242"/>
                  </a:cubicBezTo>
                  <a:cubicBezTo>
                    <a:pt x="4910" y="7242"/>
                    <a:pt x="5787" y="6914"/>
                    <a:pt x="6456" y="6245"/>
                  </a:cubicBezTo>
                  <a:cubicBezTo>
                    <a:pt x="7975" y="4944"/>
                    <a:pt x="8056" y="2638"/>
                    <a:pt x="6673" y="1200"/>
                  </a:cubicBezTo>
                  <a:cubicBezTo>
                    <a:pt x="5917" y="402"/>
                    <a:pt x="4974" y="1"/>
                    <a:pt x="403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46"/>
            <p:cNvSpPr/>
            <p:nvPr/>
          </p:nvSpPr>
          <p:spPr>
            <a:xfrm>
              <a:off x="7141825" y="4962975"/>
              <a:ext cx="238700" cy="180150"/>
            </a:xfrm>
            <a:custGeom>
              <a:rect b="b" l="l" r="r" t="t"/>
              <a:pathLst>
                <a:path extrusionOk="0" h="7206" w="9548">
                  <a:moveTo>
                    <a:pt x="4801" y="0"/>
                  </a:moveTo>
                  <a:cubicBezTo>
                    <a:pt x="1600" y="0"/>
                    <a:pt x="0" y="3852"/>
                    <a:pt x="2251" y="6103"/>
                  </a:cubicBezTo>
                  <a:cubicBezTo>
                    <a:pt x="2933" y="6839"/>
                    <a:pt x="3854" y="7205"/>
                    <a:pt x="4777" y="7205"/>
                  </a:cubicBezTo>
                  <a:cubicBezTo>
                    <a:pt x="5691" y="7205"/>
                    <a:pt x="6608" y="6846"/>
                    <a:pt x="7296" y="6130"/>
                  </a:cubicBezTo>
                  <a:cubicBezTo>
                    <a:pt x="9548" y="3879"/>
                    <a:pt x="7975"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46"/>
            <p:cNvSpPr/>
            <p:nvPr/>
          </p:nvSpPr>
          <p:spPr>
            <a:xfrm>
              <a:off x="7160125" y="2443200"/>
              <a:ext cx="202100" cy="180775"/>
            </a:xfrm>
            <a:custGeom>
              <a:rect b="b" l="l" r="r" t="t"/>
              <a:pathLst>
                <a:path extrusionOk="0" h="7231" w="8084">
                  <a:moveTo>
                    <a:pt x="4012" y="1"/>
                  </a:moveTo>
                  <a:cubicBezTo>
                    <a:pt x="3198" y="1"/>
                    <a:pt x="2389" y="304"/>
                    <a:pt x="1709" y="922"/>
                  </a:cubicBezTo>
                  <a:cubicBezTo>
                    <a:pt x="190" y="2278"/>
                    <a:pt x="1" y="4448"/>
                    <a:pt x="1330" y="5967"/>
                  </a:cubicBezTo>
                  <a:cubicBezTo>
                    <a:pt x="2057" y="6797"/>
                    <a:pt x="3051" y="7231"/>
                    <a:pt x="4048" y="7231"/>
                  </a:cubicBezTo>
                  <a:cubicBezTo>
                    <a:pt x="4873" y="7231"/>
                    <a:pt x="5699" y="6934"/>
                    <a:pt x="6375" y="6319"/>
                  </a:cubicBezTo>
                  <a:cubicBezTo>
                    <a:pt x="7894" y="4990"/>
                    <a:pt x="8083" y="2766"/>
                    <a:pt x="6727" y="1274"/>
                  </a:cubicBezTo>
                  <a:cubicBezTo>
                    <a:pt x="5960"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46"/>
            <p:cNvSpPr/>
            <p:nvPr/>
          </p:nvSpPr>
          <p:spPr>
            <a:xfrm>
              <a:off x="7141825" y="3073100"/>
              <a:ext cx="238125" cy="179775"/>
            </a:xfrm>
            <a:custGeom>
              <a:rect b="b" l="l" r="r" t="t"/>
              <a:pathLst>
                <a:path extrusionOk="0" h="7191" w="9525">
                  <a:moveTo>
                    <a:pt x="4781" y="1"/>
                  </a:moveTo>
                  <a:cubicBezTo>
                    <a:pt x="3878" y="1"/>
                    <a:pt x="2971" y="354"/>
                    <a:pt x="2279" y="1059"/>
                  </a:cubicBezTo>
                  <a:cubicBezTo>
                    <a:pt x="0" y="3256"/>
                    <a:pt x="1519" y="7135"/>
                    <a:pt x="4693" y="7189"/>
                  </a:cubicBezTo>
                  <a:cubicBezTo>
                    <a:pt x="4726" y="7190"/>
                    <a:pt x="4759" y="7190"/>
                    <a:pt x="4792" y="7190"/>
                  </a:cubicBezTo>
                  <a:cubicBezTo>
                    <a:pt x="7927" y="7190"/>
                    <a:pt x="9525" y="3395"/>
                    <a:pt x="7324" y="1141"/>
                  </a:cubicBezTo>
                  <a:cubicBezTo>
                    <a:pt x="6647" y="381"/>
                    <a:pt x="5717" y="1"/>
                    <a:pt x="478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46"/>
            <p:cNvSpPr/>
            <p:nvPr/>
          </p:nvSpPr>
          <p:spPr>
            <a:xfrm>
              <a:off x="7142025" y="3703750"/>
              <a:ext cx="238500" cy="180325"/>
            </a:xfrm>
            <a:custGeom>
              <a:rect b="b" l="l" r="r" t="t"/>
              <a:pathLst>
                <a:path extrusionOk="0" h="7213" w="9540">
                  <a:moveTo>
                    <a:pt x="4760" y="0"/>
                  </a:moveTo>
                  <a:cubicBezTo>
                    <a:pt x="1608" y="0"/>
                    <a:pt x="0" y="3806"/>
                    <a:pt x="2216" y="6076"/>
                  </a:cubicBezTo>
                  <a:cubicBezTo>
                    <a:pt x="2904" y="6832"/>
                    <a:pt x="3835" y="7212"/>
                    <a:pt x="4767" y="7212"/>
                  </a:cubicBezTo>
                  <a:cubicBezTo>
                    <a:pt x="5673" y="7212"/>
                    <a:pt x="6579" y="6853"/>
                    <a:pt x="7261" y="6130"/>
                  </a:cubicBezTo>
                  <a:cubicBezTo>
                    <a:pt x="9540" y="3906"/>
                    <a:pt x="7994" y="28"/>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46"/>
            <p:cNvSpPr/>
            <p:nvPr/>
          </p:nvSpPr>
          <p:spPr>
            <a:xfrm>
              <a:off x="7160125" y="4332350"/>
              <a:ext cx="201425" cy="181225"/>
            </a:xfrm>
            <a:custGeom>
              <a:rect b="b" l="l" r="r" t="t"/>
              <a:pathLst>
                <a:path extrusionOk="0" h="7249" w="8057">
                  <a:moveTo>
                    <a:pt x="4035" y="1"/>
                  </a:moveTo>
                  <a:cubicBezTo>
                    <a:pt x="3185" y="1"/>
                    <a:pt x="2336" y="334"/>
                    <a:pt x="1628" y="1004"/>
                  </a:cubicBezTo>
                  <a:cubicBezTo>
                    <a:pt x="136" y="2387"/>
                    <a:pt x="1" y="4557"/>
                    <a:pt x="1411" y="6049"/>
                  </a:cubicBezTo>
                  <a:cubicBezTo>
                    <a:pt x="2095" y="6847"/>
                    <a:pt x="3065" y="7249"/>
                    <a:pt x="4035" y="7249"/>
                  </a:cubicBezTo>
                  <a:cubicBezTo>
                    <a:pt x="4911" y="7249"/>
                    <a:pt x="5787" y="6922"/>
                    <a:pt x="6456" y="6266"/>
                  </a:cubicBezTo>
                  <a:cubicBezTo>
                    <a:pt x="7975" y="4937"/>
                    <a:pt x="8056" y="2631"/>
                    <a:pt x="6673" y="1221"/>
                  </a:cubicBezTo>
                  <a:cubicBezTo>
                    <a:pt x="5918" y="409"/>
                    <a:pt x="4976"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5" name="Google Shape;245;p46"/>
          <p:cNvSpPr txBox="1"/>
          <p:nvPr>
            <p:ph type="title"/>
          </p:nvPr>
        </p:nvSpPr>
        <p:spPr>
          <a:xfrm>
            <a:off x="3522750" y="1059450"/>
            <a:ext cx="2098500" cy="1180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300"/>
              <a:buNone/>
              <a:defRPr sz="9600"/>
            </a:lvl1pPr>
            <a:lvl2pPr lvl="1" algn="ctr">
              <a:lnSpc>
                <a:spcPct val="100000"/>
              </a:lnSpc>
              <a:spcBef>
                <a:spcPts val="0"/>
              </a:spcBef>
              <a:spcAft>
                <a:spcPts val="0"/>
              </a:spcAft>
              <a:buSzPts val="6300"/>
              <a:buNone/>
              <a:defRPr sz="6300"/>
            </a:lvl2pPr>
            <a:lvl3pPr lvl="2" algn="ctr">
              <a:lnSpc>
                <a:spcPct val="100000"/>
              </a:lnSpc>
              <a:spcBef>
                <a:spcPts val="0"/>
              </a:spcBef>
              <a:spcAft>
                <a:spcPts val="0"/>
              </a:spcAft>
              <a:buSzPts val="6300"/>
              <a:buNone/>
              <a:defRPr sz="6300"/>
            </a:lvl3pPr>
            <a:lvl4pPr lvl="3" algn="ctr">
              <a:lnSpc>
                <a:spcPct val="100000"/>
              </a:lnSpc>
              <a:spcBef>
                <a:spcPts val="0"/>
              </a:spcBef>
              <a:spcAft>
                <a:spcPts val="0"/>
              </a:spcAft>
              <a:buSzPts val="6300"/>
              <a:buNone/>
              <a:defRPr sz="6300"/>
            </a:lvl4pPr>
            <a:lvl5pPr lvl="4" algn="ctr">
              <a:lnSpc>
                <a:spcPct val="100000"/>
              </a:lnSpc>
              <a:spcBef>
                <a:spcPts val="0"/>
              </a:spcBef>
              <a:spcAft>
                <a:spcPts val="0"/>
              </a:spcAft>
              <a:buSzPts val="6300"/>
              <a:buNone/>
              <a:defRPr sz="6300"/>
            </a:lvl5pPr>
            <a:lvl6pPr lvl="5" algn="ctr">
              <a:lnSpc>
                <a:spcPct val="100000"/>
              </a:lnSpc>
              <a:spcBef>
                <a:spcPts val="0"/>
              </a:spcBef>
              <a:spcAft>
                <a:spcPts val="0"/>
              </a:spcAft>
              <a:buSzPts val="6300"/>
              <a:buNone/>
              <a:defRPr sz="6300"/>
            </a:lvl6pPr>
            <a:lvl7pPr lvl="6" algn="ctr">
              <a:lnSpc>
                <a:spcPct val="100000"/>
              </a:lnSpc>
              <a:spcBef>
                <a:spcPts val="0"/>
              </a:spcBef>
              <a:spcAft>
                <a:spcPts val="0"/>
              </a:spcAft>
              <a:buSzPts val="6300"/>
              <a:buNone/>
              <a:defRPr sz="6300"/>
            </a:lvl7pPr>
            <a:lvl8pPr lvl="7" algn="ctr">
              <a:lnSpc>
                <a:spcPct val="100000"/>
              </a:lnSpc>
              <a:spcBef>
                <a:spcPts val="0"/>
              </a:spcBef>
              <a:spcAft>
                <a:spcPts val="0"/>
              </a:spcAft>
              <a:buSzPts val="6300"/>
              <a:buNone/>
              <a:defRPr sz="6300"/>
            </a:lvl8pPr>
            <a:lvl9pPr lvl="8" algn="ctr">
              <a:lnSpc>
                <a:spcPct val="100000"/>
              </a:lnSpc>
              <a:spcBef>
                <a:spcPts val="0"/>
              </a:spcBef>
              <a:spcAft>
                <a:spcPts val="0"/>
              </a:spcAft>
              <a:buSzPts val="6300"/>
              <a:buNone/>
              <a:defRPr sz="6300"/>
            </a:lvl9pPr>
          </a:lstStyle>
          <a:p/>
        </p:txBody>
      </p:sp>
      <p:sp>
        <p:nvSpPr>
          <p:cNvPr id="246" name="Google Shape;246;p46"/>
          <p:cNvSpPr txBox="1"/>
          <p:nvPr>
            <p:ph idx="2" type="title"/>
          </p:nvPr>
        </p:nvSpPr>
        <p:spPr>
          <a:xfrm>
            <a:off x="2440850" y="2282450"/>
            <a:ext cx="4262400" cy="532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400"/>
            </a:lvl1pPr>
            <a:lvl2pPr lvl="1" algn="l">
              <a:lnSpc>
                <a:spcPct val="100000"/>
              </a:lnSpc>
              <a:spcBef>
                <a:spcPts val="0"/>
              </a:spcBef>
              <a:spcAft>
                <a:spcPts val="0"/>
              </a:spcAft>
              <a:buSzPts val="2800"/>
              <a:buNone/>
              <a:defRPr sz="3400"/>
            </a:lvl2pPr>
            <a:lvl3pPr lvl="2" algn="l">
              <a:lnSpc>
                <a:spcPct val="100000"/>
              </a:lnSpc>
              <a:spcBef>
                <a:spcPts val="0"/>
              </a:spcBef>
              <a:spcAft>
                <a:spcPts val="0"/>
              </a:spcAft>
              <a:buSzPts val="2800"/>
              <a:buNone/>
              <a:defRPr sz="3400"/>
            </a:lvl3pPr>
            <a:lvl4pPr lvl="3" algn="l">
              <a:lnSpc>
                <a:spcPct val="100000"/>
              </a:lnSpc>
              <a:spcBef>
                <a:spcPts val="0"/>
              </a:spcBef>
              <a:spcAft>
                <a:spcPts val="0"/>
              </a:spcAft>
              <a:buSzPts val="2800"/>
              <a:buNone/>
              <a:defRPr sz="3400"/>
            </a:lvl4pPr>
            <a:lvl5pPr lvl="4" algn="l">
              <a:lnSpc>
                <a:spcPct val="100000"/>
              </a:lnSpc>
              <a:spcBef>
                <a:spcPts val="0"/>
              </a:spcBef>
              <a:spcAft>
                <a:spcPts val="0"/>
              </a:spcAft>
              <a:buSzPts val="2800"/>
              <a:buNone/>
              <a:defRPr sz="3400"/>
            </a:lvl5pPr>
            <a:lvl6pPr lvl="5" algn="l">
              <a:lnSpc>
                <a:spcPct val="100000"/>
              </a:lnSpc>
              <a:spcBef>
                <a:spcPts val="0"/>
              </a:spcBef>
              <a:spcAft>
                <a:spcPts val="0"/>
              </a:spcAft>
              <a:buSzPts val="2800"/>
              <a:buNone/>
              <a:defRPr sz="3400"/>
            </a:lvl6pPr>
            <a:lvl7pPr lvl="6" algn="l">
              <a:lnSpc>
                <a:spcPct val="100000"/>
              </a:lnSpc>
              <a:spcBef>
                <a:spcPts val="0"/>
              </a:spcBef>
              <a:spcAft>
                <a:spcPts val="0"/>
              </a:spcAft>
              <a:buSzPts val="2800"/>
              <a:buNone/>
              <a:defRPr sz="3400"/>
            </a:lvl7pPr>
            <a:lvl8pPr lvl="7" algn="l">
              <a:lnSpc>
                <a:spcPct val="100000"/>
              </a:lnSpc>
              <a:spcBef>
                <a:spcPts val="0"/>
              </a:spcBef>
              <a:spcAft>
                <a:spcPts val="0"/>
              </a:spcAft>
              <a:buSzPts val="2800"/>
              <a:buNone/>
              <a:defRPr sz="3400"/>
            </a:lvl8pPr>
            <a:lvl9pPr lvl="8" algn="l">
              <a:lnSpc>
                <a:spcPct val="100000"/>
              </a:lnSpc>
              <a:spcBef>
                <a:spcPts val="0"/>
              </a:spcBef>
              <a:spcAft>
                <a:spcPts val="0"/>
              </a:spcAft>
              <a:buSzPts val="2800"/>
              <a:buNone/>
              <a:defRPr sz="3400"/>
            </a:lvl9pPr>
          </a:lstStyle>
          <a:p/>
        </p:txBody>
      </p:sp>
      <p:grpSp>
        <p:nvGrpSpPr>
          <p:cNvPr id="247" name="Google Shape;247;p46"/>
          <p:cNvGrpSpPr/>
          <p:nvPr/>
        </p:nvGrpSpPr>
        <p:grpSpPr>
          <a:xfrm rot="3959244">
            <a:off x="-1369592" y="-747082"/>
            <a:ext cx="2836346" cy="2990614"/>
            <a:chOff x="235075" y="777725"/>
            <a:chExt cx="7186900" cy="4132775"/>
          </a:xfrm>
        </p:grpSpPr>
        <p:sp>
          <p:nvSpPr>
            <p:cNvPr id="248" name="Google Shape;248;p46"/>
            <p:cNvSpPr/>
            <p:nvPr/>
          </p:nvSpPr>
          <p:spPr>
            <a:xfrm>
              <a:off x="342575" y="932875"/>
              <a:ext cx="7079400" cy="3826525"/>
            </a:xfrm>
            <a:custGeom>
              <a:rect b="b" l="l" r="r" t="t"/>
              <a:pathLst>
                <a:path extrusionOk="0" h="153061" w="283176">
                  <a:moveTo>
                    <a:pt x="168404" y="0"/>
                  </a:moveTo>
                  <a:cubicBezTo>
                    <a:pt x="157709" y="0"/>
                    <a:pt x="146666" y="1269"/>
                    <a:pt x="137470" y="1958"/>
                  </a:cubicBezTo>
                  <a:cubicBezTo>
                    <a:pt x="99769" y="4776"/>
                    <a:pt x="61970" y="14736"/>
                    <a:pt x="30657" y="36550"/>
                  </a:cubicBezTo>
                  <a:cubicBezTo>
                    <a:pt x="16422" y="46461"/>
                    <a:pt x="2915" y="60284"/>
                    <a:pt x="1336" y="77580"/>
                  </a:cubicBezTo>
                  <a:cubicBezTo>
                    <a:pt x="0" y="92204"/>
                    <a:pt x="7774" y="106560"/>
                    <a:pt x="18778" y="116301"/>
                  </a:cubicBezTo>
                  <a:cubicBezTo>
                    <a:pt x="29807" y="126043"/>
                    <a:pt x="43726" y="131800"/>
                    <a:pt x="57670" y="136415"/>
                  </a:cubicBezTo>
                  <a:cubicBezTo>
                    <a:pt x="91058" y="147472"/>
                    <a:pt x="125903" y="153060"/>
                    <a:pt x="160873" y="153060"/>
                  </a:cubicBezTo>
                  <a:cubicBezTo>
                    <a:pt x="176382" y="153060"/>
                    <a:pt x="191917" y="151961"/>
                    <a:pt x="207359" y="149752"/>
                  </a:cubicBezTo>
                  <a:cubicBezTo>
                    <a:pt x="222226" y="147614"/>
                    <a:pt x="237360" y="144286"/>
                    <a:pt x="249871" y="135929"/>
                  </a:cubicBezTo>
                  <a:cubicBezTo>
                    <a:pt x="275062" y="119095"/>
                    <a:pt x="283175" y="80398"/>
                    <a:pt x="265102" y="56057"/>
                  </a:cubicBezTo>
                  <a:cubicBezTo>
                    <a:pt x="255968" y="43789"/>
                    <a:pt x="242097" y="36137"/>
                    <a:pt x="229125" y="28024"/>
                  </a:cubicBezTo>
                  <a:cubicBezTo>
                    <a:pt x="217003" y="20420"/>
                    <a:pt x="204881" y="7643"/>
                    <a:pt x="191278" y="3027"/>
                  </a:cubicBezTo>
                  <a:cubicBezTo>
                    <a:pt x="184502" y="737"/>
                    <a:pt x="176554" y="0"/>
                    <a:pt x="168404"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46"/>
            <p:cNvSpPr/>
            <p:nvPr/>
          </p:nvSpPr>
          <p:spPr>
            <a:xfrm>
              <a:off x="235075" y="777725"/>
              <a:ext cx="7126775" cy="4132775"/>
            </a:xfrm>
            <a:custGeom>
              <a:rect b="b" l="l" r="r" t="t"/>
              <a:pathLst>
                <a:path extrusionOk="0" h="165311" w="285071">
                  <a:moveTo>
                    <a:pt x="193683" y="2310"/>
                  </a:moveTo>
                  <a:lnTo>
                    <a:pt x="194120" y="2431"/>
                  </a:lnTo>
                  <a:lnTo>
                    <a:pt x="194557" y="2553"/>
                  </a:lnTo>
                  <a:lnTo>
                    <a:pt x="195456" y="2820"/>
                  </a:lnTo>
                  <a:lnTo>
                    <a:pt x="196198" y="3047"/>
                  </a:lnTo>
                  <a:lnTo>
                    <a:pt x="196198" y="3047"/>
                  </a:lnTo>
                  <a:cubicBezTo>
                    <a:pt x="196113" y="3020"/>
                    <a:pt x="196027" y="2993"/>
                    <a:pt x="195942" y="2966"/>
                  </a:cubicBezTo>
                  <a:lnTo>
                    <a:pt x="194825" y="2626"/>
                  </a:lnTo>
                  <a:cubicBezTo>
                    <a:pt x="194436" y="2504"/>
                    <a:pt x="194072" y="2383"/>
                    <a:pt x="193683" y="2310"/>
                  </a:cubicBezTo>
                  <a:close/>
                  <a:moveTo>
                    <a:pt x="196198" y="3047"/>
                  </a:moveTo>
                  <a:cubicBezTo>
                    <a:pt x="196309" y="3081"/>
                    <a:pt x="196421" y="3115"/>
                    <a:pt x="196532" y="3149"/>
                  </a:cubicBezTo>
                  <a:lnTo>
                    <a:pt x="196532" y="3149"/>
                  </a:lnTo>
                  <a:lnTo>
                    <a:pt x="196198" y="3047"/>
                  </a:lnTo>
                  <a:close/>
                  <a:moveTo>
                    <a:pt x="196532" y="3149"/>
                  </a:moveTo>
                  <a:lnTo>
                    <a:pt x="197205" y="3354"/>
                  </a:lnTo>
                  <a:cubicBezTo>
                    <a:pt x="197213" y="3356"/>
                    <a:pt x="197220" y="3358"/>
                    <a:pt x="197228" y="3360"/>
                  </a:cubicBezTo>
                  <a:lnTo>
                    <a:pt x="197228" y="3360"/>
                  </a:lnTo>
                  <a:cubicBezTo>
                    <a:pt x="196996" y="3288"/>
                    <a:pt x="196764" y="3219"/>
                    <a:pt x="196532" y="3149"/>
                  </a:cubicBezTo>
                  <a:close/>
                  <a:moveTo>
                    <a:pt x="197228" y="3360"/>
                  </a:moveTo>
                  <a:lnTo>
                    <a:pt x="197228" y="3360"/>
                  </a:lnTo>
                  <a:cubicBezTo>
                    <a:pt x="197350" y="3398"/>
                    <a:pt x="197472" y="3437"/>
                    <a:pt x="197593" y="3477"/>
                  </a:cubicBezTo>
                  <a:lnTo>
                    <a:pt x="197593" y="3477"/>
                  </a:lnTo>
                  <a:cubicBezTo>
                    <a:pt x="197473" y="3434"/>
                    <a:pt x="197353" y="3392"/>
                    <a:pt x="197228" y="3360"/>
                  </a:cubicBezTo>
                  <a:close/>
                  <a:moveTo>
                    <a:pt x="197593" y="3477"/>
                  </a:moveTo>
                  <a:lnTo>
                    <a:pt x="197593" y="3477"/>
                  </a:lnTo>
                  <a:cubicBezTo>
                    <a:pt x="197745" y="3533"/>
                    <a:pt x="197897" y="3593"/>
                    <a:pt x="198055" y="3646"/>
                  </a:cubicBezTo>
                  <a:lnTo>
                    <a:pt x="198930" y="3986"/>
                  </a:lnTo>
                  <a:cubicBezTo>
                    <a:pt x="199513" y="4205"/>
                    <a:pt x="200096" y="4423"/>
                    <a:pt x="200655" y="4666"/>
                  </a:cubicBezTo>
                  <a:cubicBezTo>
                    <a:pt x="200971" y="4803"/>
                    <a:pt x="201287" y="4943"/>
                    <a:pt x="201601" y="5085"/>
                  </a:cubicBezTo>
                  <a:lnTo>
                    <a:pt x="201601" y="5085"/>
                  </a:lnTo>
                  <a:lnTo>
                    <a:pt x="200412" y="4545"/>
                  </a:lnTo>
                  <a:lnTo>
                    <a:pt x="198201" y="3694"/>
                  </a:lnTo>
                  <a:cubicBezTo>
                    <a:pt x="197999" y="3616"/>
                    <a:pt x="197796" y="3545"/>
                    <a:pt x="197593" y="3477"/>
                  </a:cubicBezTo>
                  <a:close/>
                  <a:moveTo>
                    <a:pt x="201601" y="5085"/>
                  </a:moveTo>
                  <a:lnTo>
                    <a:pt x="201792" y="5172"/>
                  </a:lnTo>
                  <a:lnTo>
                    <a:pt x="201792" y="5172"/>
                  </a:lnTo>
                  <a:cubicBezTo>
                    <a:pt x="201728" y="5143"/>
                    <a:pt x="201665" y="5114"/>
                    <a:pt x="201601" y="5085"/>
                  </a:cubicBezTo>
                  <a:close/>
                  <a:moveTo>
                    <a:pt x="201792" y="5172"/>
                  </a:moveTo>
                  <a:cubicBezTo>
                    <a:pt x="202347" y="5425"/>
                    <a:pt x="202898" y="5687"/>
                    <a:pt x="203447" y="5957"/>
                  </a:cubicBezTo>
                  <a:lnTo>
                    <a:pt x="203447" y="5957"/>
                  </a:lnTo>
                  <a:cubicBezTo>
                    <a:pt x="203149" y="5808"/>
                    <a:pt x="202850" y="5661"/>
                    <a:pt x="202550" y="5516"/>
                  </a:cubicBezTo>
                  <a:lnTo>
                    <a:pt x="201792" y="5172"/>
                  </a:lnTo>
                  <a:close/>
                  <a:moveTo>
                    <a:pt x="203447" y="5957"/>
                  </a:moveTo>
                  <a:cubicBezTo>
                    <a:pt x="205025" y="6746"/>
                    <a:pt x="206570" y="7594"/>
                    <a:pt x="208082" y="8506"/>
                  </a:cubicBezTo>
                  <a:lnTo>
                    <a:pt x="208082" y="8506"/>
                  </a:lnTo>
                  <a:cubicBezTo>
                    <a:pt x="207745" y="8301"/>
                    <a:pt x="207407" y="8098"/>
                    <a:pt x="207068" y="7897"/>
                  </a:cubicBezTo>
                  <a:cubicBezTo>
                    <a:pt x="205877" y="7204"/>
                    <a:pt x="204670" y="6559"/>
                    <a:pt x="203447" y="5957"/>
                  </a:cubicBezTo>
                  <a:close/>
                  <a:moveTo>
                    <a:pt x="208082" y="8506"/>
                  </a:moveTo>
                  <a:cubicBezTo>
                    <a:pt x="208378" y="8686"/>
                    <a:pt x="208674" y="8868"/>
                    <a:pt x="208969" y="9051"/>
                  </a:cubicBezTo>
                  <a:lnTo>
                    <a:pt x="208969" y="9051"/>
                  </a:lnTo>
                  <a:cubicBezTo>
                    <a:pt x="208675" y="8867"/>
                    <a:pt x="208379" y="8685"/>
                    <a:pt x="208082" y="8506"/>
                  </a:cubicBezTo>
                  <a:close/>
                  <a:moveTo>
                    <a:pt x="274827" y="94613"/>
                  </a:moveTo>
                  <a:cubicBezTo>
                    <a:pt x="274825" y="94672"/>
                    <a:pt x="274822" y="94731"/>
                    <a:pt x="274819" y="94790"/>
                  </a:cubicBezTo>
                  <a:lnTo>
                    <a:pt x="274827" y="94613"/>
                  </a:lnTo>
                  <a:close/>
                  <a:moveTo>
                    <a:pt x="182036" y="164515"/>
                  </a:moveTo>
                  <a:cubicBezTo>
                    <a:pt x="182009" y="164557"/>
                    <a:pt x="182151" y="164591"/>
                    <a:pt x="182606" y="164606"/>
                  </a:cubicBezTo>
                  <a:cubicBezTo>
                    <a:pt x="182112" y="164589"/>
                    <a:pt x="181975" y="164562"/>
                    <a:pt x="182036" y="164515"/>
                  </a:cubicBezTo>
                  <a:close/>
                  <a:moveTo>
                    <a:pt x="171889" y="1"/>
                  </a:moveTo>
                  <a:cubicBezTo>
                    <a:pt x="169431" y="1"/>
                    <a:pt x="166985" y="62"/>
                    <a:pt x="164556" y="148"/>
                  </a:cubicBezTo>
                  <a:cubicBezTo>
                    <a:pt x="156370" y="512"/>
                    <a:pt x="148378" y="1314"/>
                    <a:pt x="140483" y="1872"/>
                  </a:cubicBezTo>
                  <a:cubicBezTo>
                    <a:pt x="132321" y="2456"/>
                    <a:pt x="124183" y="3379"/>
                    <a:pt x="116020" y="4666"/>
                  </a:cubicBezTo>
                  <a:lnTo>
                    <a:pt x="112960" y="5128"/>
                  </a:lnTo>
                  <a:cubicBezTo>
                    <a:pt x="111964" y="5298"/>
                    <a:pt x="110943" y="5516"/>
                    <a:pt x="109923" y="5686"/>
                  </a:cubicBezTo>
                  <a:lnTo>
                    <a:pt x="106887" y="6269"/>
                  </a:lnTo>
                  <a:lnTo>
                    <a:pt x="105380" y="6537"/>
                  </a:lnTo>
                  <a:lnTo>
                    <a:pt x="103850" y="6877"/>
                  </a:lnTo>
                  <a:cubicBezTo>
                    <a:pt x="101834" y="7314"/>
                    <a:pt x="99817" y="7727"/>
                    <a:pt x="97777" y="8188"/>
                  </a:cubicBezTo>
                  <a:lnTo>
                    <a:pt x="91704" y="9719"/>
                  </a:lnTo>
                  <a:cubicBezTo>
                    <a:pt x="90878" y="9913"/>
                    <a:pt x="90052" y="10180"/>
                    <a:pt x="89226" y="10423"/>
                  </a:cubicBezTo>
                  <a:lnTo>
                    <a:pt x="86797" y="11128"/>
                  </a:lnTo>
                  <a:lnTo>
                    <a:pt x="84416" y="11857"/>
                  </a:lnTo>
                  <a:cubicBezTo>
                    <a:pt x="83615" y="12099"/>
                    <a:pt x="82861" y="12391"/>
                    <a:pt x="82108" y="12634"/>
                  </a:cubicBezTo>
                  <a:lnTo>
                    <a:pt x="77614" y="14213"/>
                  </a:lnTo>
                  <a:cubicBezTo>
                    <a:pt x="76157" y="14747"/>
                    <a:pt x="74748" y="15355"/>
                    <a:pt x="73363" y="15889"/>
                  </a:cubicBezTo>
                  <a:lnTo>
                    <a:pt x="71323" y="16739"/>
                  </a:lnTo>
                  <a:lnTo>
                    <a:pt x="70327" y="17152"/>
                  </a:lnTo>
                  <a:lnTo>
                    <a:pt x="69331" y="17590"/>
                  </a:lnTo>
                  <a:lnTo>
                    <a:pt x="65517" y="19363"/>
                  </a:lnTo>
                  <a:lnTo>
                    <a:pt x="63671" y="20213"/>
                  </a:lnTo>
                  <a:lnTo>
                    <a:pt x="61922" y="21136"/>
                  </a:lnTo>
                  <a:lnTo>
                    <a:pt x="58521" y="22910"/>
                  </a:lnTo>
                  <a:lnTo>
                    <a:pt x="62772" y="21088"/>
                  </a:lnTo>
                  <a:lnTo>
                    <a:pt x="63841" y="20650"/>
                  </a:lnTo>
                  <a:lnTo>
                    <a:pt x="64909" y="20213"/>
                  </a:lnTo>
                  <a:lnTo>
                    <a:pt x="67072" y="19387"/>
                  </a:lnTo>
                  <a:lnTo>
                    <a:pt x="69234" y="18561"/>
                  </a:lnTo>
                  <a:cubicBezTo>
                    <a:pt x="69962" y="18270"/>
                    <a:pt x="70691" y="17978"/>
                    <a:pt x="71420" y="17735"/>
                  </a:cubicBezTo>
                  <a:lnTo>
                    <a:pt x="75817" y="16229"/>
                  </a:lnTo>
                  <a:cubicBezTo>
                    <a:pt x="76545" y="15962"/>
                    <a:pt x="77274" y="15695"/>
                    <a:pt x="78027" y="15476"/>
                  </a:cubicBezTo>
                  <a:lnTo>
                    <a:pt x="80238" y="14796"/>
                  </a:lnTo>
                  <a:cubicBezTo>
                    <a:pt x="81720" y="14334"/>
                    <a:pt x="83202" y="13873"/>
                    <a:pt x="84708" y="13411"/>
                  </a:cubicBezTo>
                  <a:lnTo>
                    <a:pt x="89202" y="12172"/>
                  </a:lnTo>
                  <a:lnTo>
                    <a:pt x="91461" y="11565"/>
                  </a:lnTo>
                  <a:lnTo>
                    <a:pt x="93744" y="11031"/>
                  </a:lnTo>
                  <a:lnTo>
                    <a:pt x="98287" y="9913"/>
                  </a:lnTo>
                  <a:cubicBezTo>
                    <a:pt x="99817" y="9597"/>
                    <a:pt x="101372" y="9282"/>
                    <a:pt x="102878" y="8942"/>
                  </a:cubicBezTo>
                  <a:lnTo>
                    <a:pt x="105186" y="8480"/>
                  </a:lnTo>
                  <a:cubicBezTo>
                    <a:pt x="105963" y="8310"/>
                    <a:pt x="106716" y="8188"/>
                    <a:pt x="107494" y="8043"/>
                  </a:cubicBezTo>
                  <a:lnTo>
                    <a:pt x="112134" y="7217"/>
                  </a:lnTo>
                  <a:cubicBezTo>
                    <a:pt x="118328" y="6197"/>
                    <a:pt x="124547" y="5322"/>
                    <a:pt x="130839" y="4715"/>
                  </a:cubicBezTo>
                  <a:lnTo>
                    <a:pt x="133195" y="4472"/>
                  </a:lnTo>
                  <a:lnTo>
                    <a:pt x="134361" y="4350"/>
                  </a:lnTo>
                  <a:lnTo>
                    <a:pt x="135551" y="4277"/>
                  </a:lnTo>
                  <a:lnTo>
                    <a:pt x="140264" y="3913"/>
                  </a:lnTo>
                  <a:lnTo>
                    <a:pt x="141454" y="3816"/>
                  </a:lnTo>
                  <a:lnTo>
                    <a:pt x="142596" y="3743"/>
                  </a:lnTo>
                  <a:lnTo>
                    <a:pt x="144928" y="3573"/>
                  </a:lnTo>
                  <a:lnTo>
                    <a:pt x="149568" y="3209"/>
                  </a:lnTo>
                  <a:cubicBezTo>
                    <a:pt x="155811" y="2747"/>
                    <a:pt x="162151" y="2261"/>
                    <a:pt x="168589" y="2140"/>
                  </a:cubicBezTo>
                  <a:lnTo>
                    <a:pt x="171018" y="2115"/>
                  </a:lnTo>
                  <a:cubicBezTo>
                    <a:pt x="171419" y="2103"/>
                    <a:pt x="171820" y="2097"/>
                    <a:pt x="172224" y="2097"/>
                  </a:cubicBezTo>
                  <a:cubicBezTo>
                    <a:pt x="172628" y="2097"/>
                    <a:pt x="173034" y="2103"/>
                    <a:pt x="173447" y="2115"/>
                  </a:cubicBezTo>
                  <a:lnTo>
                    <a:pt x="175877" y="2164"/>
                  </a:lnTo>
                  <a:cubicBezTo>
                    <a:pt x="176678" y="2188"/>
                    <a:pt x="177504" y="2237"/>
                    <a:pt x="178330" y="2261"/>
                  </a:cubicBezTo>
                  <a:lnTo>
                    <a:pt x="179545" y="2334"/>
                  </a:lnTo>
                  <a:cubicBezTo>
                    <a:pt x="179958" y="2358"/>
                    <a:pt x="180346" y="2407"/>
                    <a:pt x="180759" y="2431"/>
                  </a:cubicBezTo>
                  <a:lnTo>
                    <a:pt x="183237" y="2650"/>
                  </a:lnTo>
                  <a:lnTo>
                    <a:pt x="185691" y="2941"/>
                  </a:lnTo>
                  <a:cubicBezTo>
                    <a:pt x="186104" y="2990"/>
                    <a:pt x="186517" y="3039"/>
                    <a:pt x="186930" y="3111"/>
                  </a:cubicBezTo>
                  <a:lnTo>
                    <a:pt x="188168" y="3330"/>
                  </a:lnTo>
                  <a:lnTo>
                    <a:pt x="189407" y="3549"/>
                  </a:lnTo>
                  <a:cubicBezTo>
                    <a:pt x="189820" y="3622"/>
                    <a:pt x="190233" y="3694"/>
                    <a:pt x="190646" y="3792"/>
                  </a:cubicBezTo>
                  <a:lnTo>
                    <a:pt x="193124" y="4350"/>
                  </a:lnTo>
                  <a:cubicBezTo>
                    <a:pt x="193537" y="4447"/>
                    <a:pt x="193950" y="4569"/>
                    <a:pt x="194363" y="4690"/>
                  </a:cubicBezTo>
                  <a:lnTo>
                    <a:pt x="195602" y="5079"/>
                  </a:lnTo>
                  <a:lnTo>
                    <a:pt x="196841" y="5443"/>
                  </a:lnTo>
                  <a:lnTo>
                    <a:pt x="198055" y="5905"/>
                  </a:lnTo>
                  <a:cubicBezTo>
                    <a:pt x="201238" y="7144"/>
                    <a:pt x="204299" y="8650"/>
                    <a:pt x="207189" y="10448"/>
                  </a:cubicBezTo>
                  <a:cubicBezTo>
                    <a:pt x="212898" y="13921"/>
                    <a:pt x="217975" y="17954"/>
                    <a:pt x="222955" y="21865"/>
                  </a:cubicBezTo>
                  <a:cubicBezTo>
                    <a:pt x="225433" y="23808"/>
                    <a:pt x="227911" y="25752"/>
                    <a:pt x="230388" y="27574"/>
                  </a:cubicBezTo>
                  <a:cubicBezTo>
                    <a:pt x="231020" y="28035"/>
                    <a:pt x="231627" y="28472"/>
                    <a:pt x="232259" y="28910"/>
                  </a:cubicBezTo>
                  <a:lnTo>
                    <a:pt x="233206" y="29566"/>
                  </a:lnTo>
                  <a:lnTo>
                    <a:pt x="234154" y="30173"/>
                  </a:lnTo>
                  <a:cubicBezTo>
                    <a:pt x="235368" y="30999"/>
                    <a:pt x="236753" y="31849"/>
                    <a:pt x="238065" y="32675"/>
                  </a:cubicBezTo>
                  <a:cubicBezTo>
                    <a:pt x="240761" y="34351"/>
                    <a:pt x="243482" y="36027"/>
                    <a:pt x="246178" y="37752"/>
                  </a:cubicBezTo>
                  <a:cubicBezTo>
                    <a:pt x="248875" y="39477"/>
                    <a:pt x="251571" y="41250"/>
                    <a:pt x="254243" y="43145"/>
                  </a:cubicBezTo>
                  <a:cubicBezTo>
                    <a:pt x="256891" y="45040"/>
                    <a:pt x="259491" y="47032"/>
                    <a:pt x="262017" y="49194"/>
                  </a:cubicBezTo>
                  <a:cubicBezTo>
                    <a:pt x="264543" y="51356"/>
                    <a:pt x="266924" y="53712"/>
                    <a:pt x="269135" y="56214"/>
                  </a:cubicBezTo>
                  <a:lnTo>
                    <a:pt x="269961" y="57161"/>
                  </a:lnTo>
                  <a:cubicBezTo>
                    <a:pt x="270228" y="57477"/>
                    <a:pt x="270495" y="57817"/>
                    <a:pt x="270762" y="58133"/>
                  </a:cubicBezTo>
                  <a:lnTo>
                    <a:pt x="272317" y="60125"/>
                  </a:lnTo>
                  <a:lnTo>
                    <a:pt x="273774" y="62239"/>
                  </a:lnTo>
                  <a:cubicBezTo>
                    <a:pt x="274017" y="62579"/>
                    <a:pt x="274236" y="62943"/>
                    <a:pt x="274455" y="63307"/>
                  </a:cubicBezTo>
                  <a:lnTo>
                    <a:pt x="275111" y="64401"/>
                  </a:lnTo>
                  <a:cubicBezTo>
                    <a:pt x="276811" y="67340"/>
                    <a:pt x="278269" y="70401"/>
                    <a:pt x="279410" y="73607"/>
                  </a:cubicBezTo>
                  <a:cubicBezTo>
                    <a:pt x="280528" y="76790"/>
                    <a:pt x="281354" y="80069"/>
                    <a:pt x="281864" y="83397"/>
                  </a:cubicBezTo>
                  <a:lnTo>
                    <a:pt x="282082" y="84636"/>
                  </a:lnTo>
                  <a:cubicBezTo>
                    <a:pt x="282155" y="85049"/>
                    <a:pt x="282180" y="85462"/>
                    <a:pt x="282228" y="85875"/>
                  </a:cubicBezTo>
                  <a:lnTo>
                    <a:pt x="282350" y="87138"/>
                  </a:lnTo>
                  <a:cubicBezTo>
                    <a:pt x="282398" y="87551"/>
                    <a:pt x="282447" y="87964"/>
                    <a:pt x="282471" y="88377"/>
                  </a:cubicBezTo>
                  <a:lnTo>
                    <a:pt x="282617" y="90879"/>
                  </a:lnTo>
                  <a:lnTo>
                    <a:pt x="282641" y="93381"/>
                  </a:lnTo>
                  <a:cubicBezTo>
                    <a:pt x="282593" y="100037"/>
                    <a:pt x="281524" y="106620"/>
                    <a:pt x="279459" y="112961"/>
                  </a:cubicBezTo>
                  <a:lnTo>
                    <a:pt x="279094" y="114127"/>
                  </a:lnTo>
                  <a:cubicBezTo>
                    <a:pt x="278973" y="114515"/>
                    <a:pt x="278803" y="114904"/>
                    <a:pt x="278657" y="115293"/>
                  </a:cubicBezTo>
                  <a:lnTo>
                    <a:pt x="278220" y="116459"/>
                  </a:lnTo>
                  <a:cubicBezTo>
                    <a:pt x="278074" y="116847"/>
                    <a:pt x="277928" y="117236"/>
                    <a:pt x="277758" y="117600"/>
                  </a:cubicBezTo>
                  <a:lnTo>
                    <a:pt x="276787" y="119884"/>
                  </a:lnTo>
                  <a:lnTo>
                    <a:pt x="275718" y="122094"/>
                  </a:lnTo>
                  <a:cubicBezTo>
                    <a:pt x="274236" y="125058"/>
                    <a:pt x="272536" y="127876"/>
                    <a:pt x="270616" y="130572"/>
                  </a:cubicBezTo>
                  <a:cubicBezTo>
                    <a:pt x="277224" y="121171"/>
                    <a:pt x="281208" y="110191"/>
                    <a:pt x="282204" y="98774"/>
                  </a:cubicBezTo>
                  <a:cubicBezTo>
                    <a:pt x="282447" y="95835"/>
                    <a:pt x="282495" y="92895"/>
                    <a:pt x="282350" y="89980"/>
                  </a:cubicBezTo>
                  <a:cubicBezTo>
                    <a:pt x="282180" y="87017"/>
                    <a:pt x="281815" y="84077"/>
                    <a:pt x="281208" y="81162"/>
                  </a:cubicBezTo>
                  <a:cubicBezTo>
                    <a:pt x="280601" y="78247"/>
                    <a:pt x="279775" y="75381"/>
                    <a:pt x="278706" y="72587"/>
                  </a:cubicBezTo>
                  <a:cubicBezTo>
                    <a:pt x="277637" y="69769"/>
                    <a:pt x="276325" y="67073"/>
                    <a:pt x="274770" y="64498"/>
                  </a:cubicBezTo>
                  <a:cubicBezTo>
                    <a:pt x="274357" y="63842"/>
                    <a:pt x="273993" y="63186"/>
                    <a:pt x="273580" y="62579"/>
                  </a:cubicBezTo>
                  <a:lnTo>
                    <a:pt x="272293" y="60708"/>
                  </a:lnTo>
                  <a:cubicBezTo>
                    <a:pt x="272171" y="60562"/>
                    <a:pt x="272074" y="60417"/>
                    <a:pt x="271953" y="60271"/>
                  </a:cubicBezTo>
                  <a:lnTo>
                    <a:pt x="271612" y="59809"/>
                  </a:lnTo>
                  <a:lnTo>
                    <a:pt x="270932" y="58935"/>
                  </a:lnTo>
                  <a:lnTo>
                    <a:pt x="270228" y="58060"/>
                  </a:lnTo>
                  <a:cubicBezTo>
                    <a:pt x="270009" y="57769"/>
                    <a:pt x="269742" y="57502"/>
                    <a:pt x="269523" y="57210"/>
                  </a:cubicBezTo>
                  <a:cubicBezTo>
                    <a:pt x="267604" y="54951"/>
                    <a:pt x="265539" y="52837"/>
                    <a:pt x="263353" y="50845"/>
                  </a:cubicBezTo>
                  <a:cubicBezTo>
                    <a:pt x="259005" y="46910"/>
                    <a:pt x="254341" y="43534"/>
                    <a:pt x="249652" y="40424"/>
                  </a:cubicBezTo>
                  <a:cubicBezTo>
                    <a:pt x="244964" y="37339"/>
                    <a:pt x="240251" y="34448"/>
                    <a:pt x="235708" y="31558"/>
                  </a:cubicBezTo>
                  <a:cubicBezTo>
                    <a:pt x="231312" y="28764"/>
                    <a:pt x="227230" y="25533"/>
                    <a:pt x="223125" y="22254"/>
                  </a:cubicBezTo>
                  <a:cubicBezTo>
                    <a:pt x="220186" y="19922"/>
                    <a:pt x="217222" y="17565"/>
                    <a:pt x="214161" y="15330"/>
                  </a:cubicBezTo>
                  <a:cubicBezTo>
                    <a:pt x="211076" y="13023"/>
                    <a:pt x="207845" y="10933"/>
                    <a:pt x="204469" y="9039"/>
                  </a:cubicBezTo>
                  <a:lnTo>
                    <a:pt x="203181" y="8359"/>
                  </a:lnTo>
                  <a:cubicBezTo>
                    <a:pt x="202744" y="8140"/>
                    <a:pt x="202307" y="7897"/>
                    <a:pt x="201869" y="7703"/>
                  </a:cubicBezTo>
                  <a:lnTo>
                    <a:pt x="200509" y="7095"/>
                  </a:lnTo>
                  <a:cubicBezTo>
                    <a:pt x="200072" y="6901"/>
                    <a:pt x="199634" y="6658"/>
                    <a:pt x="199149" y="6488"/>
                  </a:cubicBezTo>
                  <a:lnTo>
                    <a:pt x="197764" y="5954"/>
                  </a:lnTo>
                  <a:cubicBezTo>
                    <a:pt x="197278" y="5784"/>
                    <a:pt x="196817" y="5589"/>
                    <a:pt x="196355" y="5468"/>
                  </a:cubicBezTo>
                  <a:lnTo>
                    <a:pt x="193513" y="4593"/>
                  </a:lnTo>
                  <a:cubicBezTo>
                    <a:pt x="189796" y="3670"/>
                    <a:pt x="186031" y="3014"/>
                    <a:pt x="182217" y="2698"/>
                  </a:cubicBezTo>
                  <a:cubicBezTo>
                    <a:pt x="178826" y="2386"/>
                    <a:pt x="175435" y="2258"/>
                    <a:pt x="172044" y="2258"/>
                  </a:cubicBezTo>
                  <a:cubicBezTo>
                    <a:pt x="171743" y="2258"/>
                    <a:pt x="171441" y="2259"/>
                    <a:pt x="171140" y="2261"/>
                  </a:cubicBezTo>
                  <a:cubicBezTo>
                    <a:pt x="167496" y="2285"/>
                    <a:pt x="163876" y="2480"/>
                    <a:pt x="160305" y="2674"/>
                  </a:cubicBezTo>
                  <a:cubicBezTo>
                    <a:pt x="156734" y="2868"/>
                    <a:pt x="153212" y="3184"/>
                    <a:pt x="149738" y="3476"/>
                  </a:cubicBezTo>
                  <a:lnTo>
                    <a:pt x="139341" y="4326"/>
                  </a:lnTo>
                  <a:lnTo>
                    <a:pt x="134094" y="4763"/>
                  </a:lnTo>
                  <a:lnTo>
                    <a:pt x="128847" y="5322"/>
                  </a:lnTo>
                  <a:cubicBezTo>
                    <a:pt x="127122" y="5492"/>
                    <a:pt x="125373" y="5735"/>
                    <a:pt x="123648" y="5954"/>
                  </a:cubicBezTo>
                  <a:cubicBezTo>
                    <a:pt x="121923" y="6197"/>
                    <a:pt x="120199" y="6391"/>
                    <a:pt x="118474" y="6682"/>
                  </a:cubicBezTo>
                  <a:lnTo>
                    <a:pt x="113300" y="7508"/>
                  </a:lnTo>
                  <a:cubicBezTo>
                    <a:pt x="111599" y="7824"/>
                    <a:pt x="109899" y="8164"/>
                    <a:pt x="108174" y="8456"/>
                  </a:cubicBezTo>
                  <a:lnTo>
                    <a:pt x="105623" y="8942"/>
                  </a:lnTo>
                  <a:lnTo>
                    <a:pt x="103073" y="9500"/>
                  </a:lnTo>
                  <a:lnTo>
                    <a:pt x="100546" y="10059"/>
                  </a:lnTo>
                  <a:cubicBezTo>
                    <a:pt x="99696" y="10253"/>
                    <a:pt x="98846" y="10399"/>
                    <a:pt x="97996" y="10618"/>
                  </a:cubicBezTo>
                  <a:lnTo>
                    <a:pt x="92967" y="11881"/>
                  </a:lnTo>
                  <a:lnTo>
                    <a:pt x="91704" y="12172"/>
                  </a:lnTo>
                  <a:lnTo>
                    <a:pt x="90441" y="12537"/>
                  </a:lnTo>
                  <a:lnTo>
                    <a:pt x="87963" y="13241"/>
                  </a:lnTo>
                  <a:cubicBezTo>
                    <a:pt x="84611" y="14116"/>
                    <a:pt x="81331" y="15233"/>
                    <a:pt x="78027" y="16253"/>
                  </a:cubicBezTo>
                  <a:cubicBezTo>
                    <a:pt x="76400" y="16812"/>
                    <a:pt x="74772" y="17395"/>
                    <a:pt x="73120" y="17978"/>
                  </a:cubicBezTo>
                  <a:cubicBezTo>
                    <a:pt x="72343" y="18270"/>
                    <a:pt x="71517" y="18537"/>
                    <a:pt x="70691" y="18828"/>
                  </a:cubicBezTo>
                  <a:lnTo>
                    <a:pt x="68262" y="19776"/>
                  </a:lnTo>
                  <a:lnTo>
                    <a:pt x="65833" y="20723"/>
                  </a:lnTo>
                  <a:cubicBezTo>
                    <a:pt x="65055" y="21063"/>
                    <a:pt x="64229" y="21355"/>
                    <a:pt x="63452" y="21719"/>
                  </a:cubicBezTo>
                  <a:lnTo>
                    <a:pt x="58666" y="23784"/>
                  </a:lnTo>
                  <a:lnTo>
                    <a:pt x="57646" y="24221"/>
                  </a:lnTo>
                  <a:cubicBezTo>
                    <a:pt x="57306" y="24367"/>
                    <a:pt x="56966" y="24537"/>
                    <a:pt x="56626" y="24707"/>
                  </a:cubicBezTo>
                  <a:lnTo>
                    <a:pt x="54585" y="25679"/>
                  </a:lnTo>
                  <a:lnTo>
                    <a:pt x="52520" y="26651"/>
                  </a:lnTo>
                  <a:lnTo>
                    <a:pt x="51500" y="27136"/>
                  </a:lnTo>
                  <a:cubicBezTo>
                    <a:pt x="51160" y="27282"/>
                    <a:pt x="50820" y="27452"/>
                    <a:pt x="50480" y="27622"/>
                  </a:cubicBezTo>
                  <a:lnTo>
                    <a:pt x="45791" y="30732"/>
                  </a:lnTo>
                  <a:cubicBezTo>
                    <a:pt x="45427" y="30975"/>
                    <a:pt x="45063" y="31217"/>
                    <a:pt x="44698" y="31460"/>
                  </a:cubicBezTo>
                  <a:lnTo>
                    <a:pt x="43678" y="32213"/>
                  </a:lnTo>
                  <a:lnTo>
                    <a:pt x="41710" y="33671"/>
                  </a:lnTo>
                  <a:lnTo>
                    <a:pt x="39961" y="35031"/>
                  </a:lnTo>
                  <a:lnTo>
                    <a:pt x="39160" y="35687"/>
                  </a:lnTo>
                  <a:cubicBezTo>
                    <a:pt x="38892" y="35882"/>
                    <a:pt x="38650" y="36124"/>
                    <a:pt x="38382" y="36343"/>
                  </a:cubicBezTo>
                  <a:cubicBezTo>
                    <a:pt x="37411" y="37218"/>
                    <a:pt x="36560" y="37995"/>
                    <a:pt x="35880" y="38699"/>
                  </a:cubicBezTo>
                  <a:cubicBezTo>
                    <a:pt x="34520" y="40084"/>
                    <a:pt x="33791" y="41056"/>
                    <a:pt x="34034" y="41396"/>
                  </a:cubicBezTo>
                  <a:cubicBezTo>
                    <a:pt x="34094" y="41474"/>
                    <a:pt x="34212" y="41515"/>
                    <a:pt x="34392" y="41515"/>
                  </a:cubicBezTo>
                  <a:cubicBezTo>
                    <a:pt x="34934" y="41515"/>
                    <a:pt x="36041" y="41142"/>
                    <a:pt x="37848" y="40303"/>
                  </a:cubicBezTo>
                  <a:cubicBezTo>
                    <a:pt x="38455" y="40011"/>
                    <a:pt x="39135" y="39671"/>
                    <a:pt x="39913" y="39282"/>
                  </a:cubicBezTo>
                  <a:cubicBezTo>
                    <a:pt x="40301" y="39112"/>
                    <a:pt x="40690" y="38894"/>
                    <a:pt x="41127" y="38675"/>
                  </a:cubicBezTo>
                  <a:lnTo>
                    <a:pt x="42488" y="38019"/>
                  </a:lnTo>
                  <a:cubicBezTo>
                    <a:pt x="43435" y="37558"/>
                    <a:pt x="44480" y="37023"/>
                    <a:pt x="45597" y="36440"/>
                  </a:cubicBezTo>
                  <a:lnTo>
                    <a:pt x="47370" y="35541"/>
                  </a:lnTo>
                  <a:lnTo>
                    <a:pt x="49338" y="34618"/>
                  </a:lnTo>
                  <a:lnTo>
                    <a:pt x="51500" y="33404"/>
                  </a:lnTo>
                  <a:lnTo>
                    <a:pt x="52715" y="32748"/>
                  </a:lnTo>
                  <a:cubicBezTo>
                    <a:pt x="53152" y="32529"/>
                    <a:pt x="53565" y="32286"/>
                    <a:pt x="54002" y="32068"/>
                  </a:cubicBezTo>
                  <a:lnTo>
                    <a:pt x="59274" y="29444"/>
                  </a:lnTo>
                  <a:lnTo>
                    <a:pt x="59881" y="29128"/>
                  </a:lnTo>
                  <a:lnTo>
                    <a:pt x="60488" y="28861"/>
                  </a:lnTo>
                  <a:lnTo>
                    <a:pt x="61654" y="28351"/>
                  </a:lnTo>
                  <a:lnTo>
                    <a:pt x="63598" y="27452"/>
                  </a:lnTo>
                  <a:lnTo>
                    <a:pt x="65395" y="26651"/>
                  </a:lnTo>
                  <a:cubicBezTo>
                    <a:pt x="65757" y="26575"/>
                    <a:pt x="66038" y="26542"/>
                    <a:pt x="66253" y="26542"/>
                  </a:cubicBezTo>
                  <a:cubicBezTo>
                    <a:pt x="66730" y="26542"/>
                    <a:pt x="66871" y="26707"/>
                    <a:pt x="66804" y="26942"/>
                  </a:cubicBezTo>
                  <a:cubicBezTo>
                    <a:pt x="66707" y="27258"/>
                    <a:pt x="66197" y="27817"/>
                    <a:pt x="65687" y="28375"/>
                  </a:cubicBezTo>
                  <a:cubicBezTo>
                    <a:pt x="83323" y="20820"/>
                    <a:pt x="102077" y="15986"/>
                    <a:pt x="121098" y="13241"/>
                  </a:cubicBezTo>
                  <a:lnTo>
                    <a:pt x="128239" y="12318"/>
                  </a:lnTo>
                  <a:cubicBezTo>
                    <a:pt x="130644" y="12075"/>
                    <a:pt x="133025" y="11808"/>
                    <a:pt x="135430" y="11565"/>
                  </a:cubicBezTo>
                  <a:lnTo>
                    <a:pt x="149908" y="10448"/>
                  </a:lnTo>
                  <a:cubicBezTo>
                    <a:pt x="154742" y="10059"/>
                    <a:pt x="159552" y="9695"/>
                    <a:pt x="164338" y="9476"/>
                  </a:cubicBezTo>
                  <a:cubicBezTo>
                    <a:pt x="166718" y="9354"/>
                    <a:pt x="169093" y="9294"/>
                    <a:pt x="171468" y="9294"/>
                  </a:cubicBezTo>
                  <a:cubicBezTo>
                    <a:pt x="173842" y="9294"/>
                    <a:pt x="176217" y="9354"/>
                    <a:pt x="178597" y="9476"/>
                  </a:cubicBezTo>
                  <a:cubicBezTo>
                    <a:pt x="179326" y="9500"/>
                    <a:pt x="180055" y="9573"/>
                    <a:pt x="180784" y="9646"/>
                  </a:cubicBezTo>
                  <a:lnTo>
                    <a:pt x="181877" y="9719"/>
                  </a:lnTo>
                  <a:cubicBezTo>
                    <a:pt x="182241" y="9743"/>
                    <a:pt x="182606" y="9767"/>
                    <a:pt x="182970" y="9840"/>
                  </a:cubicBezTo>
                  <a:lnTo>
                    <a:pt x="185132" y="10108"/>
                  </a:lnTo>
                  <a:lnTo>
                    <a:pt x="185666" y="10156"/>
                  </a:lnTo>
                  <a:cubicBezTo>
                    <a:pt x="185861" y="10180"/>
                    <a:pt x="186031" y="10229"/>
                    <a:pt x="186201" y="10253"/>
                  </a:cubicBezTo>
                  <a:lnTo>
                    <a:pt x="187270" y="10448"/>
                  </a:lnTo>
                  <a:lnTo>
                    <a:pt x="188339" y="10618"/>
                  </a:lnTo>
                  <a:cubicBezTo>
                    <a:pt x="188509" y="10666"/>
                    <a:pt x="188703" y="10691"/>
                    <a:pt x="188873" y="10715"/>
                  </a:cubicBezTo>
                  <a:lnTo>
                    <a:pt x="189407" y="10836"/>
                  </a:lnTo>
                  <a:lnTo>
                    <a:pt x="191472" y="11322"/>
                  </a:lnTo>
                  <a:cubicBezTo>
                    <a:pt x="191837" y="11419"/>
                    <a:pt x="192152" y="11541"/>
                    <a:pt x="192493" y="11638"/>
                  </a:cubicBezTo>
                  <a:lnTo>
                    <a:pt x="193513" y="11929"/>
                  </a:lnTo>
                  <a:lnTo>
                    <a:pt x="194533" y="12245"/>
                  </a:lnTo>
                  <a:cubicBezTo>
                    <a:pt x="194849" y="12367"/>
                    <a:pt x="195165" y="12488"/>
                    <a:pt x="195505" y="12610"/>
                  </a:cubicBezTo>
                  <a:cubicBezTo>
                    <a:pt x="196817" y="13071"/>
                    <a:pt x="198080" y="13678"/>
                    <a:pt x="199367" y="14286"/>
                  </a:cubicBezTo>
                  <a:lnTo>
                    <a:pt x="201262" y="15282"/>
                  </a:lnTo>
                  <a:cubicBezTo>
                    <a:pt x="201894" y="15622"/>
                    <a:pt x="202501" y="16011"/>
                    <a:pt x="203133" y="16351"/>
                  </a:cubicBezTo>
                  <a:cubicBezTo>
                    <a:pt x="205610" y="17832"/>
                    <a:pt x="208015" y="19460"/>
                    <a:pt x="210396" y="21209"/>
                  </a:cubicBezTo>
                  <a:cubicBezTo>
                    <a:pt x="215157" y="24707"/>
                    <a:pt x="219773" y="28545"/>
                    <a:pt x="224655" y="32238"/>
                  </a:cubicBezTo>
                  <a:cubicBezTo>
                    <a:pt x="225870" y="33137"/>
                    <a:pt x="227109" y="34060"/>
                    <a:pt x="228396" y="34934"/>
                  </a:cubicBezTo>
                  <a:lnTo>
                    <a:pt x="229344" y="35614"/>
                  </a:lnTo>
                  <a:lnTo>
                    <a:pt x="230316" y="36270"/>
                  </a:lnTo>
                  <a:cubicBezTo>
                    <a:pt x="230971" y="36683"/>
                    <a:pt x="231627" y="37145"/>
                    <a:pt x="232259" y="37533"/>
                  </a:cubicBezTo>
                  <a:lnTo>
                    <a:pt x="239838" y="42295"/>
                  </a:lnTo>
                  <a:cubicBezTo>
                    <a:pt x="242365" y="43898"/>
                    <a:pt x="244818" y="45477"/>
                    <a:pt x="247223" y="47129"/>
                  </a:cubicBezTo>
                  <a:cubicBezTo>
                    <a:pt x="248438" y="47955"/>
                    <a:pt x="249652" y="48781"/>
                    <a:pt x="250794" y="49631"/>
                  </a:cubicBezTo>
                  <a:cubicBezTo>
                    <a:pt x="251960" y="50505"/>
                    <a:pt x="253102" y="51356"/>
                    <a:pt x="254219" y="52254"/>
                  </a:cubicBezTo>
                  <a:cubicBezTo>
                    <a:pt x="258713" y="55825"/>
                    <a:pt x="262746" y="59761"/>
                    <a:pt x="266025" y="64158"/>
                  </a:cubicBezTo>
                  <a:cubicBezTo>
                    <a:pt x="267629" y="66344"/>
                    <a:pt x="269037" y="68676"/>
                    <a:pt x="270228" y="71105"/>
                  </a:cubicBezTo>
                  <a:cubicBezTo>
                    <a:pt x="271370" y="73559"/>
                    <a:pt x="272341" y="76109"/>
                    <a:pt x="273070" y="78709"/>
                  </a:cubicBezTo>
                  <a:cubicBezTo>
                    <a:pt x="274386" y="83525"/>
                    <a:pt x="274985" y="88486"/>
                    <a:pt x="274868" y="93457"/>
                  </a:cubicBezTo>
                  <a:lnTo>
                    <a:pt x="274868" y="93457"/>
                  </a:lnTo>
                  <a:lnTo>
                    <a:pt x="274868" y="91170"/>
                  </a:lnTo>
                  <a:lnTo>
                    <a:pt x="274843" y="90660"/>
                  </a:lnTo>
                  <a:lnTo>
                    <a:pt x="274746" y="88571"/>
                  </a:lnTo>
                  <a:lnTo>
                    <a:pt x="274528" y="86531"/>
                  </a:lnTo>
                  <a:cubicBezTo>
                    <a:pt x="274212" y="83786"/>
                    <a:pt x="273677" y="81089"/>
                    <a:pt x="272924" y="78417"/>
                  </a:cubicBezTo>
                  <a:cubicBezTo>
                    <a:pt x="272147" y="75794"/>
                    <a:pt x="271151" y="73243"/>
                    <a:pt x="269936" y="70789"/>
                  </a:cubicBezTo>
                  <a:lnTo>
                    <a:pt x="269013" y="68967"/>
                  </a:lnTo>
                  <a:lnTo>
                    <a:pt x="267944" y="67194"/>
                  </a:lnTo>
                  <a:lnTo>
                    <a:pt x="267701" y="66757"/>
                  </a:lnTo>
                  <a:lnTo>
                    <a:pt x="267386" y="66344"/>
                  </a:lnTo>
                  <a:lnTo>
                    <a:pt x="266778" y="65494"/>
                  </a:lnTo>
                  <a:lnTo>
                    <a:pt x="266195" y="64643"/>
                  </a:lnTo>
                  <a:lnTo>
                    <a:pt x="265564" y="63818"/>
                  </a:lnTo>
                  <a:lnTo>
                    <a:pt x="264932" y="62992"/>
                  </a:lnTo>
                  <a:cubicBezTo>
                    <a:pt x="264738" y="62724"/>
                    <a:pt x="264519" y="62457"/>
                    <a:pt x="264300" y="62190"/>
                  </a:cubicBezTo>
                  <a:lnTo>
                    <a:pt x="262940" y="60587"/>
                  </a:lnTo>
                  <a:cubicBezTo>
                    <a:pt x="261993" y="59566"/>
                    <a:pt x="261045" y="58522"/>
                    <a:pt x="260025" y="57550"/>
                  </a:cubicBezTo>
                  <a:cubicBezTo>
                    <a:pt x="257984" y="55582"/>
                    <a:pt x="255822" y="53712"/>
                    <a:pt x="253588" y="51963"/>
                  </a:cubicBezTo>
                  <a:cubicBezTo>
                    <a:pt x="249069" y="48416"/>
                    <a:pt x="244138" y="45210"/>
                    <a:pt x="239134" y="42027"/>
                  </a:cubicBezTo>
                  <a:lnTo>
                    <a:pt x="231554" y="37266"/>
                  </a:lnTo>
                  <a:cubicBezTo>
                    <a:pt x="228907" y="35566"/>
                    <a:pt x="226429" y="33768"/>
                    <a:pt x="224000" y="31922"/>
                  </a:cubicBezTo>
                  <a:cubicBezTo>
                    <a:pt x="219165" y="28229"/>
                    <a:pt x="214598" y="24440"/>
                    <a:pt x="209886" y="20990"/>
                  </a:cubicBezTo>
                  <a:cubicBezTo>
                    <a:pt x="207578" y="19290"/>
                    <a:pt x="205173" y="17687"/>
                    <a:pt x="202695" y="16205"/>
                  </a:cubicBezTo>
                  <a:cubicBezTo>
                    <a:pt x="201481" y="15476"/>
                    <a:pt x="200242" y="14845"/>
                    <a:pt x="199003" y="14189"/>
                  </a:cubicBezTo>
                  <a:lnTo>
                    <a:pt x="197108" y="13314"/>
                  </a:lnTo>
                  <a:cubicBezTo>
                    <a:pt x="196792" y="13168"/>
                    <a:pt x="196476" y="13071"/>
                    <a:pt x="196136" y="12925"/>
                  </a:cubicBezTo>
                  <a:lnTo>
                    <a:pt x="195189" y="12561"/>
                  </a:lnTo>
                  <a:cubicBezTo>
                    <a:pt x="194557" y="12318"/>
                    <a:pt x="193901" y="12099"/>
                    <a:pt x="193221" y="11905"/>
                  </a:cubicBezTo>
                  <a:lnTo>
                    <a:pt x="192225" y="11614"/>
                  </a:lnTo>
                  <a:lnTo>
                    <a:pt x="191739" y="11444"/>
                  </a:lnTo>
                  <a:lnTo>
                    <a:pt x="191229" y="11322"/>
                  </a:lnTo>
                  <a:lnTo>
                    <a:pt x="189189" y="10836"/>
                  </a:lnTo>
                  <a:cubicBezTo>
                    <a:pt x="188849" y="10763"/>
                    <a:pt x="188484" y="10691"/>
                    <a:pt x="188144" y="10642"/>
                  </a:cubicBezTo>
                  <a:lnTo>
                    <a:pt x="187100" y="10448"/>
                  </a:lnTo>
                  <a:cubicBezTo>
                    <a:pt x="185715" y="10180"/>
                    <a:pt x="184282" y="10035"/>
                    <a:pt x="182873" y="9840"/>
                  </a:cubicBezTo>
                  <a:cubicBezTo>
                    <a:pt x="182144" y="9767"/>
                    <a:pt x="181440" y="9719"/>
                    <a:pt x="180711" y="9646"/>
                  </a:cubicBezTo>
                  <a:cubicBezTo>
                    <a:pt x="180006" y="9597"/>
                    <a:pt x="179278" y="9500"/>
                    <a:pt x="178549" y="9500"/>
                  </a:cubicBezTo>
                  <a:cubicBezTo>
                    <a:pt x="176287" y="9385"/>
                    <a:pt x="174025" y="9330"/>
                    <a:pt x="171763" y="9330"/>
                  </a:cubicBezTo>
                  <a:cubicBezTo>
                    <a:pt x="169264" y="9330"/>
                    <a:pt x="166764" y="9397"/>
                    <a:pt x="164265" y="9525"/>
                  </a:cubicBezTo>
                  <a:cubicBezTo>
                    <a:pt x="159479" y="9767"/>
                    <a:pt x="154621" y="10156"/>
                    <a:pt x="149762" y="10569"/>
                  </a:cubicBezTo>
                  <a:cubicBezTo>
                    <a:pt x="147333" y="10788"/>
                    <a:pt x="144880" y="10982"/>
                    <a:pt x="142402" y="11176"/>
                  </a:cubicBezTo>
                  <a:lnTo>
                    <a:pt x="135163" y="11784"/>
                  </a:lnTo>
                  <a:lnTo>
                    <a:pt x="127924" y="12561"/>
                  </a:lnTo>
                  <a:lnTo>
                    <a:pt x="120709" y="13557"/>
                  </a:lnTo>
                  <a:cubicBezTo>
                    <a:pt x="101518" y="16424"/>
                    <a:pt x="82546" y="21476"/>
                    <a:pt x="64739" y="29347"/>
                  </a:cubicBezTo>
                  <a:cubicBezTo>
                    <a:pt x="64352" y="29816"/>
                    <a:pt x="64239" y="30165"/>
                    <a:pt x="64800" y="30165"/>
                  </a:cubicBezTo>
                  <a:cubicBezTo>
                    <a:pt x="64908" y="30165"/>
                    <a:pt x="65040" y="30152"/>
                    <a:pt x="65201" y="30124"/>
                  </a:cubicBezTo>
                  <a:cubicBezTo>
                    <a:pt x="66027" y="29979"/>
                    <a:pt x="66829" y="29760"/>
                    <a:pt x="67630" y="29468"/>
                  </a:cubicBezTo>
                  <a:cubicBezTo>
                    <a:pt x="68796" y="29128"/>
                    <a:pt x="70302" y="28618"/>
                    <a:pt x="72294" y="27914"/>
                  </a:cubicBezTo>
                  <a:lnTo>
                    <a:pt x="73436" y="27549"/>
                  </a:lnTo>
                  <a:cubicBezTo>
                    <a:pt x="73825" y="27404"/>
                    <a:pt x="74238" y="27258"/>
                    <a:pt x="74699" y="27112"/>
                  </a:cubicBezTo>
                  <a:cubicBezTo>
                    <a:pt x="75622" y="26821"/>
                    <a:pt x="76618" y="26480"/>
                    <a:pt x="77712" y="26116"/>
                  </a:cubicBezTo>
                  <a:cubicBezTo>
                    <a:pt x="78780" y="25752"/>
                    <a:pt x="79946" y="25339"/>
                    <a:pt x="81210" y="24926"/>
                  </a:cubicBezTo>
                  <a:lnTo>
                    <a:pt x="85194" y="23687"/>
                  </a:lnTo>
                  <a:lnTo>
                    <a:pt x="87356" y="22982"/>
                  </a:lnTo>
                  <a:lnTo>
                    <a:pt x="89590" y="22326"/>
                  </a:lnTo>
                  <a:cubicBezTo>
                    <a:pt x="91145" y="21889"/>
                    <a:pt x="92724" y="21428"/>
                    <a:pt x="94352" y="20966"/>
                  </a:cubicBezTo>
                  <a:lnTo>
                    <a:pt x="99405" y="19654"/>
                  </a:lnTo>
                  <a:lnTo>
                    <a:pt x="100716" y="19314"/>
                  </a:lnTo>
                  <a:lnTo>
                    <a:pt x="102028" y="19023"/>
                  </a:lnTo>
                  <a:lnTo>
                    <a:pt x="104700" y="18415"/>
                  </a:lnTo>
                  <a:lnTo>
                    <a:pt x="107421" y="17808"/>
                  </a:lnTo>
                  <a:lnTo>
                    <a:pt x="110166" y="17249"/>
                  </a:lnTo>
                  <a:lnTo>
                    <a:pt x="112935" y="16691"/>
                  </a:lnTo>
                  <a:lnTo>
                    <a:pt x="114320" y="16424"/>
                  </a:lnTo>
                  <a:lnTo>
                    <a:pt x="115705" y="16181"/>
                  </a:lnTo>
                  <a:lnTo>
                    <a:pt x="121292" y="15233"/>
                  </a:lnTo>
                  <a:lnTo>
                    <a:pt x="126831" y="14456"/>
                  </a:lnTo>
                  <a:lnTo>
                    <a:pt x="128191" y="14261"/>
                  </a:lnTo>
                  <a:lnTo>
                    <a:pt x="129551" y="14116"/>
                  </a:lnTo>
                  <a:lnTo>
                    <a:pt x="132248" y="13800"/>
                  </a:lnTo>
                  <a:lnTo>
                    <a:pt x="134871" y="13508"/>
                  </a:lnTo>
                  <a:cubicBezTo>
                    <a:pt x="135746" y="13411"/>
                    <a:pt x="136620" y="13338"/>
                    <a:pt x="137471" y="13266"/>
                  </a:cubicBezTo>
                  <a:lnTo>
                    <a:pt x="142426" y="12853"/>
                  </a:lnTo>
                  <a:lnTo>
                    <a:pt x="147163" y="12512"/>
                  </a:lnTo>
                  <a:cubicBezTo>
                    <a:pt x="151317" y="12245"/>
                    <a:pt x="155423" y="11929"/>
                    <a:pt x="159528" y="11711"/>
                  </a:cubicBezTo>
                  <a:cubicBezTo>
                    <a:pt x="163335" y="11486"/>
                    <a:pt x="167122" y="11344"/>
                    <a:pt x="170888" y="11344"/>
                  </a:cubicBezTo>
                  <a:cubicBezTo>
                    <a:pt x="171182" y="11344"/>
                    <a:pt x="171477" y="11345"/>
                    <a:pt x="171771" y="11346"/>
                  </a:cubicBezTo>
                  <a:cubicBezTo>
                    <a:pt x="175779" y="11346"/>
                    <a:pt x="179788" y="11589"/>
                    <a:pt x="183772" y="12075"/>
                  </a:cubicBezTo>
                  <a:cubicBezTo>
                    <a:pt x="187585" y="12512"/>
                    <a:pt x="191326" y="13411"/>
                    <a:pt x="194922" y="14747"/>
                  </a:cubicBezTo>
                  <a:cubicBezTo>
                    <a:pt x="198371" y="16083"/>
                    <a:pt x="201796" y="18002"/>
                    <a:pt x="205149" y="20262"/>
                  </a:cubicBezTo>
                  <a:cubicBezTo>
                    <a:pt x="208477" y="22497"/>
                    <a:pt x="211781" y="25047"/>
                    <a:pt x="215133" y="27671"/>
                  </a:cubicBezTo>
                  <a:cubicBezTo>
                    <a:pt x="218510" y="30319"/>
                    <a:pt x="221910" y="33064"/>
                    <a:pt x="225554" y="35711"/>
                  </a:cubicBezTo>
                  <a:cubicBezTo>
                    <a:pt x="226502" y="36343"/>
                    <a:pt x="227401" y="37023"/>
                    <a:pt x="228372" y="37655"/>
                  </a:cubicBezTo>
                  <a:lnTo>
                    <a:pt x="229805" y="38602"/>
                  </a:lnTo>
                  <a:lnTo>
                    <a:pt x="230534" y="39088"/>
                  </a:lnTo>
                  <a:lnTo>
                    <a:pt x="231214" y="39501"/>
                  </a:lnTo>
                  <a:lnTo>
                    <a:pt x="236729" y="42951"/>
                  </a:lnTo>
                  <a:cubicBezTo>
                    <a:pt x="240373" y="45234"/>
                    <a:pt x="243944" y="47493"/>
                    <a:pt x="247369" y="49850"/>
                  </a:cubicBezTo>
                  <a:cubicBezTo>
                    <a:pt x="250721" y="52157"/>
                    <a:pt x="253928" y="54659"/>
                    <a:pt x="256940" y="57356"/>
                  </a:cubicBezTo>
                  <a:cubicBezTo>
                    <a:pt x="259855" y="59955"/>
                    <a:pt x="262503" y="62846"/>
                    <a:pt x="264811" y="65980"/>
                  </a:cubicBezTo>
                  <a:cubicBezTo>
                    <a:pt x="266997" y="69040"/>
                    <a:pt x="268770" y="72368"/>
                    <a:pt x="270082" y="75891"/>
                  </a:cubicBezTo>
                  <a:lnTo>
                    <a:pt x="270349" y="76547"/>
                  </a:lnTo>
                  <a:cubicBezTo>
                    <a:pt x="270422" y="76765"/>
                    <a:pt x="270495" y="76984"/>
                    <a:pt x="270568" y="77202"/>
                  </a:cubicBezTo>
                  <a:lnTo>
                    <a:pt x="270981" y="78539"/>
                  </a:lnTo>
                  <a:cubicBezTo>
                    <a:pt x="271151" y="79000"/>
                    <a:pt x="271248" y="79462"/>
                    <a:pt x="271370" y="79899"/>
                  </a:cubicBezTo>
                  <a:lnTo>
                    <a:pt x="271734" y="81284"/>
                  </a:lnTo>
                  <a:lnTo>
                    <a:pt x="272050" y="82668"/>
                  </a:lnTo>
                  <a:cubicBezTo>
                    <a:pt x="272123" y="83130"/>
                    <a:pt x="272244" y="83591"/>
                    <a:pt x="272317" y="84053"/>
                  </a:cubicBezTo>
                  <a:lnTo>
                    <a:pt x="272536" y="85462"/>
                  </a:lnTo>
                  <a:lnTo>
                    <a:pt x="272633" y="86166"/>
                  </a:lnTo>
                  <a:cubicBezTo>
                    <a:pt x="272681" y="86385"/>
                    <a:pt x="272706" y="86628"/>
                    <a:pt x="272730" y="86871"/>
                  </a:cubicBezTo>
                  <a:cubicBezTo>
                    <a:pt x="273143" y="90636"/>
                    <a:pt x="273167" y="94426"/>
                    <a:pt x="272778" y="98215"/>
                  </a:cubicBezTo>
                  <a:cubicBezTo>
                    <a:pt x="272754" y="98677"/>
                    <a:pt x="272681" y="99138"/>
                    <a:pt x="272608" y="99624"/>
                  </a:cubicBezTo>
                  <a:lnTo>
                    <a:pt x="272414" y="101009"/>
                  </a:lnTo>
                  <a:cubicBezTo>
                    <a:pt x="272268" y="101956"/>
                    <a:pt x="272074" y="102879"/>
                    <a:pt x="271928" y="103802"/>
                  </a:cubicBezTo>
                  <a:cubicBezTo>
                    <a:pt x="271710" y="104750"/>
                    <a:pt x="271515" y="105649"/>
                    <a:pt x="271272" y="106572"/>
                  </a:cubicBezTo>
                  <a:lnTo>
                    <a:pt x="270884" y="107932"/>
                  </a:lnTo>
                  <a:cubicBezTo>
                    <a:pt x="270762" y="108369"/>
                    <a:pt x="270641" y="108831"/>
                    <a:pt x="270471" y="109268"/>
                  </a:cubicBezTo>
                  <a:cubicBezTo>
                    <a:pt x="269353" y="112815"/>
                    <a:pt x="267871" y="116264"/>
                    <a:pt x="266050" y="119519"/>
                  </a:cubicBezTo>
                  <a:lnTo>
                    <a:pt x="265564" y="120394"/>
                  </a:lnTo>
                  <a:lnTo>
                    <a:pt x="265029" y="121244"/>
                  </a:lnTo>
                  <a:lnTo>
                    <a:pt x="264495" y="122119"/>
                  </a:lnTo>
                  <a:lnTo>
                    <a:pt x="264252" y="122532"/>
                  </a:lnTo>
                  <a:lnTo>
                    <a:pt x="263960" y="122945"/>
                  </a:lnTo>
                  <a:lnTo>
                    <a:pt x="262843" y="124596"/>
                  </a:lnTo>
                  <a:lnTo>
                    <a:pt x="261628" y="126200"/>
                  </a:lnTo>
                  <a:cubicBezTo>
                    <a:pt x="260001" y="128289"/>
                    <a:pt x="258203" y="130257"/>
                    <a:pt x="256284" y="132054"/>
                  </a:cubicBezTo>
                  <a:cubicBezTo>
                    <a:pt x="254341" y="133828"/>
                    <a:pt x="252276" y="135431"/>
                    <a:pt x="250089" y="136864"/>
                  </a:cubicBezTo>
                  <a:lnTo>
                    <a:pt x="248389" y="137933"/>
                  </a:lnTo>
                  <a:lnTo>
                    <a:pt x="246616" y="138929"/>
                  </a:lnTo>
                  <a:lnTo>
                    <a:pt x="246178" y="139196"/>
                  </a:lnTo>
                  <a:lnTo>
                    <a:pt x="245741" y="139415"/>
                  </a:lnTo>
                  <a:lnTo>
                    <a:pt x="244818" y="139876"/>
                  </a:lnTo>
                  <a:lnTo>
                    <a:pt x="243919" y="140338"/>
                  </a:lnTo>
                  <a:lnTo>
                    <a:pt x="242996" y="140775"/>
                  </a:lnTo>
                  <a:lnTo>
                    <a:pt x="242049" y="141188"/>
                  </a:lnTo>
                  <a:lnTo>
                    <a:pt x="241587" y="141407"/>
                  </a:lnTo>
                  <a:lnTo>
                    <a:pt x="241126" y="141601"/>
                  </a:lnTo>
                  <a:lnTo>
                    <a:pt x="239231" y="142403"/>
                  </a:lnTo>
                  <a:lnTo>
                    <a:pt x="237287" y="143131"/>
                  </a:lnTo>
                  <a:cubicBezTo>
                    <a:pt x="236656" y="143399"/>
                    <a:pt x="235976" y="143593"/>
                    <a:pt x="235344" y="143836"/>
                  </a:cubicBezTo>
                  <a:cubicBezTo>
                    <a:pt x="232721" y="144735"/>
                    <a:pt x="230000" y="145512"/>
                    <a:pt x="227255" y="146192"/>
                  </a:cubicBezTo>
                  <a:cubicBezTo>
                    <a:pt x="224485" y="146872"/>
                    <a:pt x="221692" y="147455"/>
                    <a:pt x="218850" y="147990"/>
                  </a:cubicBezTo>
                  <a:cubicBezTo>
                    <a:pt x="216007" y="148500"/>
                    <a:pt x="213117" y="148986"/>
                    <a:pt x="210226" y="149374"/>
                  </a:cubicBezTo>
                  <a:cubicBezTo>
                    <a:pt x="194787" y="151592"/>
                    <a:pt x="179230" y="152704"/>
                    <a:pt x="163670" y="152704"/>
                  </a:cubicBezTo>
                  <a:cubicBezTo>
                    <a:pt x="155702" y="152704"/>
                    <a:pt x="147733" y="152412"/>
                    <a:pt x="139778" y="151828"/>
                  </a:cubicBezTo>
                  <a:lnTo>
                    <a:pt x="136742" y="151634"/>
                  </a:lnTo>
                  <a:lnTo>
                    <a:pt x="133705" y="151342"/>
                  </a:lnTo>
                  <a:lnTo>
                    <a:pt x="127608" y="150735"/>
                  </a:lnTo>
                  <a:cubicBezTo>
                    <a:pt x="125567" y="150492"/>
                    <a:pt x="123551" y="150225"/>
                    <a:pt x="121510" y="149958"/>
                  </a:cubicBezTo>
                  <a:lnTo>
                    <a:pt x="118450" y="149569"/>
                  </a:lnTo>
                  <a:cubicBezTo>
                    <a:pt x="117454" y="149423"/>
                    <a:pt x="116433" y="149253"/>
                    <a:pt x="115413" y="149107"/>
                  </a:cubicBezTo>
                  <a:lnTo>
                    <a:pt x="109316" y="148111"/>
                  </a:lnTo>
                  <a:cubicBezTo>
                    <a:pt x="107275" y="147747"/>
                    <a:pt x="105235" y="147358"/>
                    <a:pt x="103218" y="146970"/>
                  </a:cubicBezTo>
                  <a:lnTo>
                    <a:pt x="100182" y="146387"/>
                  </a:lnTo>
                  <a:cubicBezTo>
                    <a:pt x="99162" y="146192"/>
                    <a:pt x="98141" y="145949"/>
                    <a:pt x="97145" y="145731"/>
                  </a:cubicBezTo>
                  <a:lnTo>
                    <a:pt x="91072" y="144370"/>
                  </a:lnTo>
                  <a:cubicBezTo>
                    <a:pt x="89056" y="143884"/>
                    <a:pt x="87040" y="143374"/>
                    <a:pt x="85048" y="142864"/>
                  </a:cubicBezTo>
                  <a:lnTo>
                    <a:pt x="82036" y="142087"/>
                  </a:lnTo>
                  <a:cubicBezTo>
                    <a:pt x="81040" y="141820"/>
                    <a:pt x="80044" y="141528"/>
                    <a:pt x="79048" y="141237"/>
                  </a:cubicBezTo>
                  <a:lnTo>
                    <a:pt x="73096" y="139536"/>
                  </a:lnTo>
                  <a:cubicBezTo>
                    <a:pt x="71128" y="138929"/>
                    <a:pt x="69161" y="138273"/>
                    <a:pt x="67193" y="137666"/>
                  </a:cubicBezTo>
                  <a:cubicBezTo>
                    <a:pt x="63258" y="136451"/>
                    <a:pt x="59395" y="135115"/>
                    <a:pt x="55630" y="133682"/>
                  </a:cubicBezTo>
                  <a:cubicBezTo>
                    <a:pt x="51865" y="132249"/>
                    <a:pt x="48221" y="130694"/>
                    <a:pt x="44698" y="128993"/>
                  </a:cubicBezTo>
                  <a:cubicBezTo>
                    <a:pt x="41249" y="127342"/>
                    <a:pt x="37921" y="125471"/>
                    <a:pt x="34714" y="123358"/>
                  </a:cubicBezTo>
                  <a:cubicBezTo>
                    <a:pt x="33937" y="122847"/>
                    <a:pt x="33159" y="122337"/>
                    <a:pt x="32406" y="121779"/>
                  </a:cubicBezTo>
                  <a:lnTo>
                    <a:pt x="31289" y="120953"/>
                  </a:lnTo>
                  <a:cubicBezTo>
                    <a:pt x="30925" y="120685"/>
                    <a:pt x="30560" y="120394"/>
                    <a:pt x="30196" y="120127"/>
                  </a:cubicBezTo>
                  <a:cubicBezTo>
                    <a:pt x="29831" y="119835"/>
                    <a:pt x="29467" y="119568"/>
                    <a:pt x="29103" y="119252"/>
                  </a:cubicBezTo>
                  <a:lnTo>
                    <a:pt x="28058" y="118378"/>
                  </a:lnTo>
                  <a:cubicBezTo>
                    <a:pt x="27354" y="117795"/>
                    <a:pt x="26722" y="117187"/>
                    <a:pt x="26066" y="116580"/>
                  </a:cubicBezTo>
                  <a:cubicBezTo>
                    <a:pt x="23491" y="114151"/>
                    <a:pt x="21159" y="111479"/>
                    <a:pt x="19143" y="108588"/>
                  </a:cubicBezTo>
                  <a:cubicBezTo>
                    <a:pt x="17199" y="105770"/>
                    <a:pt x="15572" y="102782"/>
                    <a:pt x="14309" y="99624"/>
                  </a:cubicBezTo>
                  <a:cubicBezTo>
                    <a:pt x="13094" y="96612"/>
                    <a:pt x="12317" y="93478"/>
                    <a:pt x="11928" y="90247"/>
                  </a:cubicBezTo>
                  <a:lnTo>
                    <a:pt x="11807" y="89081"/>
                  </a:lnTo>
                  <a:cubicBezTo>
                    <a:pt x="11782" y="88887"/>
                    <a:pt x="11782" y="88693"/>
                    <a:pt x="11782" y="88523"/>
                  </a:cubicBezTo>
                  <a:lnTo>
                    <a:pt x="11758" y="87940"/>
                  </a:lnTo>
                  <a:lnTo>
                    <a:pt x="11734" y="86774"/>
                  </a:lnTo>
                  <a:cubicBezTo>
                    <a:pt x="11709" y="86385"/>
                    <a:pt x="11758" y="86021"/>
                    <a:pt x="11758" y="85632"/>
                  </a:cubicBezTo>
                  <a:cubicBezTo>
                    <a:pt x="11807" y="84101"/>
                    <a:pt x="11977" y="82571"/>
                    <a:pt x="12268" y="81065"/>
                  </a:cubicBezTo>
                  <a:cubicBezTo>
                    <a:pt x="13361" y="75065"/>
                    <a:pt x="16228" y="69478"/>
                    <a:pt x="19823" y="64571"/>
                  </a:cubicBezTo>
                  <a:cubicBezTo>
                    <a:pt x="21305" y="62530"/>
                    <a:pt x="22884" y="60562"/>
                    <a:pt x="24584" y="58692"/>
                  </a:cubicBezTo>
                  <a:cubicBezTo>
                    <a:pt x="26139" y="56967"/>
                    <a:pt x="27621" y="55485"/>
                    <a:pt x="28981" y="54149"/>
                  </a:cubicBezTo>
                  <a:cubicBezTo>
                    <a:pt x="31678" y="51501"/>
                    <a:pt x="33864" y="49534"/>
                    <a:pt x="35394" y="48100"/>
                  </a:cubicBezTo>
                  <a:cubicBezTo>
                    <a:pt x="36147" y="47372"/>
                    <a:pt x="36730" y="46789"/>
                    <a:pt x="37168" y="46327"/>
                  </a:cubicBezTo>
                  <a:cubicBezTo>
                    <a:pt x="37484" y="45987"/>
                    <a:pt x="37751" y="45623"/>
                    <a:pt x="37969" y="45210"/>
                  </a:cubicBezTo>
                  <a:cubicBezTo>
                    <a:pt x="38077" y="44940"/>
                    <a:pt x="37975" y="44805"/>
                    <a:pt x="37672" y="44805"/>
                  </a:cubicBezTo>
                  <a:cubicBezTo>
                    <a:pt x="37429" y="44805"/>
                    <a:pt x="37057" y="44891"/>
                    <a:pt x="36560" y="45064"/>
                  </a:cubicBezTo>
                  <a:cubicBezTo>
                    <a:pt x="34836" y="45720"/>
                    <a:pt x="33184" y="46546"/>
                    <a:pt x="31605" y="47517"/>
                  </a:cubicBezTo>
                  <a:cubicBezTo>
                    <a:pt x="28860" y="49145"/>
                    <a:pt x="26260" y="50967"/>
                    <a:pt x="23783" y="52983"/>
                  </a:cubicBezTo>
                  <a:cubicBezTo>
                    <a:pt x="20333" y="55753"/>
                    <a:pt x="17199" y="58886"/>
                    <a:pt x="14454" y="62311"/>
                  </a:cubicBezTo>
                  <a:cubicBezTo>
                    <a:pt x="12778" y="64352"/>
                    <a:pt x="11272" y="66538"/>
                    <a:pt x="9960" y="68822"/>
                  </a:cubicBezTo>
                  <a:cubicBezTo>
                    <a:pt x="9620" y="69429"/>
                    <a:pt x="9280" y="70061"/>
                    <a:pt x="8989" y="70692"/>
                  </a:cubicBezTo>
                  <a:cubicBezTo>
                    <a:pt x="8673" y="71324"/>
                    <a:pt x="8381" y="71980"/>
                    <a:pt x="8066" y="72636"/>
                  </a:cubicBezTo>
                  <a:cubicBezTo>
                    <a:pt x="7458" y="73996"/>
                    <a:pt x="6948" y="75381"/>
                    <a:pt x="6511" y="76814"/>
                  </a:cubicBezTo>
                  <a:lnTo>
                    <a:pt x="5466" y="76498"/>
                  </a:lnTo>
                  <a:cubicBezTo>
                    <a:pt x="5879" y="75065"/>
                    <a:pt x="6365" y="73680"/>
                    <a:pt x="6924" y="72295"/>
                  </a:cubicBezTo>
                  <a:cubicBezTo>
                    <a:pt x="7483" y="71008"/>
                    <a:pt x="8017" y="69769"/>
                    <a:pt x="8600" y="68652"/>
                  </a:cubicBezTo>
                  <a:cubicBezTo>
                    <a:pt x="9669" y="66611"/>
                    <a:pt x="10835" y="64643"/>
                    <a:pt x="12098" y="62749"/>
                  </a:cubicBezTo>
                  <a:cubicBezTo>
                    <a:pt x="13896" y="60149"/>
                    <a:pt x="15815" y="57623"/>
                    <a:pt x="17880" y="55218"/>
                  </a:cubicBezTo>
                  <a:cubicBezTo>
                    <a:pt x="19386" y="53420"/>
                    <a:pt x="20455" y="52206"/>
                    <a:pt x="21135" y="51356"/>
                  </a:cubicBezTo>
                  <a:cubicBezTo>
                    <a:pt x="21791" y="50505"/>
                    <a:pt x="22058" y="50020"/>
                    <a:pt x="22058" y="49728"/>
                  </a:cubicBezTo>
                  <a:cubicBezTo>
                    <a:pt x="22068" y="49503"/>
                    <a:pt x="21894" y="49429"/>
                    <a:pt x="21629" y="49429"/>
                  </a:cubicBezTo>
                  <a:cubicBezTo>
                    <a:pt x="21263" y="49429"/>
                    <a:pt x="20725" y="49571"/>
                    <a:pt x="20260" y="49655"/>
                  </a:cubicBezTo>
                  <a:cubicBezTo>
                    <a:pt x="20065" y="49697"/>
                    <a:pt x="19883" y="49725"/>
                    <a:pt x="19731" y="49725"/>
                  </a:cubicBezTo>
                  <a:cubicBezTo>
                    <a:pt x="19262" y="49725"/>
                    <a:pt x="19095" y="49451"/>
                    <a:pt x="19774" y="48441"/>
                  </a:cubicBezTo>
                  <a:lnTo>
                    <a:pt x="19774" y="48441"/>
                  </a:lnTo>
                  <a:cubicBezTo>
                    <a:pt x="15159" y="52789"/>
                    <a:pt x="10859" y="57672"/>
                    <a:pt x="7385" y="63283"/>
                  </a:cubicBezTo>
                  <a:cubicBezTo>
                    <a:pt x="6511" y="64692"/>
                    <a:pt x="5685" y="66125"/>
                    <a:pt x="4956" y="67631"/>
                  </a:cubicBezTo>
                  <a:cubicBezTo>
                    <a:pt x="4227" y="69162"/>
                    <a:pt x="3547" y="70668"/>
                    <a:pt x="2964" y="72271"/>
                  </a:cubicBezTo>
                  <a:cubicBezTo>
                    <a:pt x="2357" y="73850"/>
                    <a:pt x="1847" y="75478"/>
                    <a:pt x="1434" y="77130"/>
                  </a:cubicBezTo>
                  <a:cubicBezTo>
                    <a:pt x="1215" y="77956"/>
                    <a:pt x="997" y="78781"/>
                    <a:pt x="875" y="79632"/>
                  </a:cubicBezTo>
                  <a:cubicBezTo>
                    <a:pt x="729" y="80458"/>
                    <a:pt x="559" y="81308"/>
                    <a:pt x="462" y="82158"/>
                  </a:cubicBezTo>
                  <a:cubicBezTo>
                    <a:pt x="49" y="85583"/>
                    <a:pt x="1" y="89033"/>
                    <a:pt x="365" y="92458"/>
                  </a:cubicBezTo>
                  <a:cubicBezTo>
                    <a:pt x="754" y="95835"/>
                    <a:pt x="1507" y="99187"/>
                    <a:pt x="2576" y="102418"/>
                  </a:cubicBezTo>
                  <a:cubicBezTo>
                    <a:pt x="3620" y="105600"/>
                    <a:pt x="4980" y="108685"/>
                    <a:pt x="6608" y="111624"/>
                  </a:cubicBezTo>
                  <a:cubicBezTo>
                    <a:pt x="8211" y="114564"/>
                    <a:pt x="10033" y="117357"/>
                    <a:pt x="12098" y="120005"/>
                  </a:cubicBezTo>
                  <a:cubicBezTo>
                    <a:pt x="12608" y="120661"/>
                    <a:pt x="13264" y="121341"/>
                    <a:pt x="13920" y="122094"/>
                  </a:cubicBezTo>
                  <a:cubicBezTo>
                    <a:pt x="14576" y="122872"/>
                    <a:pt x="15353" y="123649"/>
                    <a:pt x="16155" y="124451"/>
                  </a:cubicBezTo>
                  <a:lnTo>
                    <a:pt x="16762" y="125058"/>
                  </a:lnTo>
                  <a:lnTo>
                    <a:pt x="17418" y="125665"/>
                  </a:lnTo>
                  <a:lnTo>
                    <a:pt x="18730" y="126880"/>
                  </a:lnTo>
                  <a:cubicBezTo>
                    <a:pt x="19191" y="127293"/>
                    <a:pt x="19653" y="127682"/>
                    <a:pt x="20115" y="128070"/>
                  </a:cubicBezTo>
                  <a:cubicBezTo>
                    <a:pt x="20576" y="128459"/>
                    <a:pt x="21038" y="128872"/>
                    <a:pt x="21523" y="129261"/>
                  </a:cubicBezTo>
                  <a:cubicBezTo>
                    <a:pt x="24900" y="131957"/>
                    <a:pt x="28471" y="134386"/>
                    <a:pt x="32212" y="136548"/>
                  </a:cubicBezTo>
                  <a:cubicBezTo>
                    <a:pt x="36245" y="138856"/>
                    <a:pt x="40399" y="140921"/>
                    <a:pt x="44674" y="142743"/>
                  </a:cubicBezTo>
                  <a:cubicBezTo>
                    <a:pt x="48901" y="144540"/>
                    <a:pt x="53152" y="146119"/>
                    <a:pt x="57379" y="147577"/>
                  </a:cubicBezTo>
                  <a:cubicBezTo>
                    <a:pt x="58423" y="147917"/>
                    <a:pt x="59492" y="148306"/>
                    <a:pt x="60561" y="148621"/>
                  </a:cubicBezTo>
                  <a:lnTo>
                    <a:pt x="63743" y="149642"/>
                  </a:lnTo>
                  <a:lnTo>
                    <a:pt x="66926" y="150638"/>
                  </a:lnTo>
                  <a:cubicBezTo>
                    <a:pt x="67970" y="150953"/>
                    <a:pt x="69039" y="151318"/>
                    <a:pt x="70108" y="151609"/>
                  </a:cubicBezTo>
                  <a:cubicBezTo>
                    <a:pt x="74383" y="152824"/>
                    <a:pt x="78635" y="154087"/>
                    <a:pt x="82934" y="155107"/>
                  </a:cubicBezTo>
                  <a:lnTo>
                    <a:pt x="86141" y="155909"/>
                  </a:lnTo>
                  <a:lnTo>
                    <a:pt x="87769" y="156346"/>
                  </a:lnTo>
                  <a:lnTo>
                    <a:pt x="89372" y="156711"/>
                  </a:lnTo>
                  <a:lnTo>
                    <a:pt x="95834" y="158144"/>
                  </a:lnTo>
                  <a:cubicBezTo>
                    <a:pt x="96392" y="158241"/>
                    <a:pt x="96927" y="158387"/>
                    <a:pt x="97461" y="158484"/>
                  </a:cubicBezTo>
                  <a:lnTo>
                    <a:pt x="99089" y="158800"/>
                  </a:lnTo>
                  <a:lnTo>
                    <a:pt x="102320" y="159407"/>
                  </a:lnTo>
                  <a:cubicBezTo>
                    <a:pt x="104506" y="159796"/>
                    <a:pt x="106644" y="160257"/>
                    <a:pt x="108830" y="160573"/>
                  </a:cubicBezTo>
                  <a:lnTo>
                    <a:pt x="115340" y="161618"/>
                  </a:lnTo>
                  <a:cubicBezTo>
                    <a:pt x="116409" y="161812"/>
                    <a:pt x="117502" y="161934"/>
                    <a:pt x="118595" y="162079"/>
                  </a:cubicBezTo>
                  <a:lnTo>
                    <a:pt x="121851" y="162492"/>
                  </a:lnTo>
                  <a:lnTo>
                    <a:pt x="125106" y="162930"/>
                  </a:lnTo>
                  <a:lnTo>
                    <a:pt x="125932" y="163027"/>
                  </a:lnTo>
                  <a:lnTo>
                    <a:pt x="126758" y="163124"/>
                  </a:lnTo>
                  <a:lnTo>
                    <a:pt x="128385" y="163270"/>
                  </a:lnTo>
                  <a:lnTo>
                    <a:pt x="134920" y="163950"/>
                  </a:lnTo>
                  <a:cubicBezTo>
                    <a:pt x="137082" y="164144"/>
                    <a:pt x="139268" y="164290"/>
                    <a:pt x="141454" y="164436"/>
                  </a:cubicBezTo>
                  <a:lnTo>
                    <a:pt x="144734" y="164679"/>
                  </a:lnTo>
                  <a:cubicBezTo>
                    <a:pt x="145827" y="164751"/>
                    <a:pt x="146920" y="164800"/>
                    <a:pt x="147989" y="164849"/>
                  </a:cubicBezTo>
                  <a:lnTo>
                    <a:pt x="154548" y="165140"/>
                  </a:lnTo>
                  <a:lnTo>
                    <a:pt x="161083" y="165262"/>
                  </a:lnTo>
                  <a:lnTo>
                    <a:pt x="164338" y="165310"/>
                  </a:lnTo>
                  <a:lnTo>
                    <a:pt x="167617" y="165262"/>
                  </a:lnTo>
                  <a:lnTo>
                    <a:pt x="174152" y="165189"/>
                  </a:lnTo>
                  <a:lnTo>
                    <a:pt x="180662" y="164897"/>
                  </a:lnTo>
                  <a:cubicBezTo>
                    <a:pt x="181755" y="164849"/>
                    <a:pt x="182824" y="164824"/>
                    <a:pt x="183917" y="164776"/>
                  </a:cubicBezTo>
                  <a:lnTo>
                    <a:pt x="187173" y="164533"/>
                  </a:lnTo>
                  <a:cubicBezTo>
                    <a:pt x="189335" y="164363"/>
                    <a:pt x="191497" y="164241"/>
                    <a:pt x="193659" y="164071"/>
                  </a:cubicBezTo>
                  <a:lnTo>
                    <a:pt x="200145" y="163415"/>
                  </a:lnTo>
                  <a:cubicBezTo>
                    <a:pt x="201213" y="163294"/>
                    <a:pt x="202307" y="163197"/>
                    <a:pt x="203375" y="163075"/>
                  </a:cubicBezTo>
                  <a:lnTo>
                    <a:pt x="206606" y="162662"/>
                  </a:lnTo>
                  <a:cubicBezTo>
                    <a:pt x="208744" y="162371"/>
                    <a:pt x="210882" y="162104"/>
                    <a:pt x="213044" y="161812"/>
                  </a:cubicBezTo>
                  <a:cubicBezTo>
                    <a:pt x="217344" y="161156"/>
                    <a:pt x="221668" y="160427"/>
                    <a:pt x="225992" y="159504"/>
                  </a:cubicBezTo>
                  <a:cubicBezTo>
                    <a:pt x="230364" y="158581"/>
                    <a:pt x="234688" y="157415"/>
                    <a:pt x="238915" y="155982"/>
                  </a:cubicBezTo>
                  <a:cubicBezTo>
                    <a:pt x="243263" y="154524"/>
                    <a:pt x="247466" y="152727"/>
                    <a:pt x="251523" y="150613"/>
                  </a:cubicBezTo>
                  <a:cubicBezTo>
                    <a:pt x="251766" y="150468"/>
                    <a:pt x="252033" y="150346"/>
                    <a:pt x="252276" y="150200"/>
                  </a:cubicBezTo>
                  <a:lnTo>
                    <a:pt x="253029" y="149763"/>
                  </a:lnTo>
                  <a:lnTo>
                    <a:pt x="254559" y="148913"/>
                  </a:lnTo>
                  <a:cubicBezTo>
                    <a:pt x="255555" y="148306"/>
                    <a:pt x="256527" y="147674"/>
                    <a:pt x="257499" y="147042"/>
                  </a:cubicBezTo>
                  <a:lnTo>
                    <a:pt x="258956" y="146022"/>
                  </a:lnTo>
                  <a:lnTo>
                    <a:pt x="259685" y="145488"/>
                  </a:lnTo>
                  <a:lnTo>
                    <a:pt x="260049" y="145245"/>
                  </a:lnTo>
                  <a:lnTo>
                    <a:pt x="260389" y="144953"/>
                  </a:lnTo>
                  <a:lnTo>
                    <a:pt x="261774" y="143860"/>
                  </a:lnTo>
                  <a:lnTo>
                    <a:pt x="262479" y="143301"/>
                  </a:lnTo>
                  <a:cubicBezTo>
                    <a:pt x="262697" y="143107"/>
                    <a:pt x="262916" y="142913"/>
                    <a:pt x="263134" y="142718"/>
                  </a:cubicBezTo>
                  <a:cubicBezTo>
                    <a:pt x="266657" y="139609"/>
                    <a:pt x="269839" y="136111"/>
                    <a:pt x="272560" y="132297"/>
                  </a:cubicBezTo>
                  <a:cubicBezTo>
                    <a:pt x="272924" y="131836"/>
                    <a:pt x="273240" y="131350"/>
                    <a:pt x="273556" y="130864"/>
                  </a:cubicBezTo>
                  <a:lnTo>
                    <a:pt x="274528" y="129406"/>
                  </a:lnTo>
                  <a:cubicBezTo>
                    <a:pt x="275159" y="128410"/>
                    <a:pt x="275718" y="127414"/>
                    <a:pt x="276325" y="126418"/>
                  </a:cubicBezTo>
                  <a:lnTo>
                    <a:pt x="277151" y="124864"/>
                  </a:lnTo>
                  <a:cubicBezTo>
                    <a:pt x="277418" y="124354"/>
                    <a:pt x="277710" y="123843"/>
                    <a:pt x="277953" y="123309"/>
                  </a:cubicBezTo>
                  <a:lnTo>
                    <a:pt x="278706" y="121754"/>
                  </a:lnTo>
                  <a:lnTo>
                    <a:pt x="279094" y="120953"/>
                  </a:lnTo>
                  <a:lnTo>
                    <a:pt x="279435" y="120151"/>
                  </a:lnTo>
                  <a:cubicBezTo>
                    <a:pt x="281256" y="115900"/>
                    <a:pt x="282665" y="111454"/>
                    <a:pt x="283637" y="106912"/>
                  </a:cubicBezTo>
                  <a:cubicBezTo>
                    <a:pt x="283686" y="106645"/>
                    <a:pt x="283759" y="106353"/>
                    <a:pt x="283807" y="106062"/>
                  </a:cubicBezTo>
                  <a:lnTo>
                    <a:pt x="283953" y="105211"/>
                  </a:lnTo>
                  <a:lnTo>
                    <a:pt x="284269" y="103487"/>
                  </a:lnTo>
                  <a:cubicBezTo>
                    <a:pt x="284439" y="102345"/>
                    <a:pt x="284560" y="101179"/>
                    <a:pt x="284730" y="100037"/>
                  </a:cubicBezTo>
                  <a:cubicBezTo>
                    <a:pt x="284803" y="98871"/>
                    <a:pt x="284925" y="97729"/>
                    <a:pt x="284973" y="96563"/>
                  </a:cubicBezTo>
                  <a:lnTo>
                    <a:pt x="285046" y="94814"/>
                  </a:lnTo>
                  <a:lnTo>
                    <a:pt x="285070" y="93940"/>
                  </a:lnTo>
                  <a:lnTo>
                    <a:pt x="285070" y="93065"/>
                  </a:lnTo>
                  <a:cubicBezTo>
                    <a:pt x="285070" y="88377"/>
                    <a:pt x="284536" y="83688"/>
                    <a:pt x="283491" y="79122"/>
                  </a:cubicBezTo>
                  <a:cubicBezTo>
                    <a:pt x="282423" y="74482"/>
                    <a:pt x="280771" y="70012"/>
                    <a:pt x="278560" y="65809"/>
                  </a:cubicBezTo>
                  <a:lnTo>
                    <a:pt x="277710" y="64230"/>
                  </a:lnTo>
                  <a:cubicBezTo>
                    <a:pt x="277443" y="63720"/>
                    <a:pt x="277127" y="63210"/>
                    <a:pt x="276811" y="62700"/>
                  </a:cubicBezTo>
                  <a:cubicBezTo>
                    <a:pt x="276495" y="62190"/>
                    <a:pt x="276179" y="61680"/>
                    <a:pt x="275864" y="61170"/>
                  </a:cubicBezTo>
                  <a:lnTo>
                    <a:pt x="274819" y="59712"/>
                  </a:lnTo>
                  <a:cubicBezTo>
                    <a:pt x="273459" y="57793"/>
                    <a:pt x="272001" y="55947"/>
                    <a:pt x="270422" y="54198"/>
                  </a:cubicBezTo>
                  <a:cubicBezTo>
                    <a:pt x="267313" y="50797"/>
                    <a:pt x="263936" y="47688"/>
                    <a:pt x="260292" y="44870"/>
                  </a:cubicBezTo>
                  <a:cubicBezTo>
                    <a:pt x="253199" y="39307"/>
                    <a:pt x="245668" y="34813"/>
                    <a:pt x="238502" y="30343"/>
                  </a:cubicBezTo>
                  <a:lnTo>
                    <a:pt x="237166" y="29517"/>
                  </a:lnTo>
                  <a:lnTo>
                    <a:pt x="236486" y="29104"/>
                  </a:lnTo>
                  <a:lnTo>
                    <a:pt x="235879" y="28691"/>
                  </a:lnTo>
                  <a:lnTo>
                    <a:pt x="234640" y="27889"/>
                  </a:lnTo>
                  <a:cubicBezTo>
                    <a:pt x="234227" y="27622"/>
                    <a:pt x="233838" y="27331"/>
                    <a:pt x="233425" y="27039"/>
                  </a:cubicBezTo>
                  <a:cubicBezTo>
                    <a:pt x="233012" y="26748"/>
                    <a:pt x="232599" y="26456"/>
                    <a:pt x="232186" y="26165"/>
                  </a:cubicBezTo>
                  <a:lnTo>
                    <a:pt x="230947" y="25242"/>
                  </a:lnTo>
                  <a:cubicBezTo>
                    <a:pt x="230121" y="24659"/>
                    <a:pt x="229295" y="24003"/>
                    <a:pt x="228469" y="23395"/>
                  </a:cubicBezTo>
                  <a:cubicBezTo>
                    <a:pt x="225166" y="20869"/>
                    <a:pt x="221813" y="18173"/>
                    <a:pt x="218315" y="15525"/>
                  </a:cubicBezTo>
                  <a:cubicBezTo>
                    <a:pt x="215309" y="13209"/>
                    <a:pt x="212185" y="11047"/>
                    <a:pt x="208969" y="9051"/>
                  </a:cubicBezTo>
                  <a:lnTo>
                    <a:pt x="208969" y="9051"/>
                  </a:lnTo>
                  <a:cubicBezTo>
                    <a:pt x="209456" y="9356"/>
                    <a:pt x="209940" y="9668"/>
                    <a:pt x="210420" y="9986"/>
                  </a:cubicBezTo>
                  <a:cubicBezTo>
                    <a:pt x="210736" y="10180"/>
                    <a:pt x="211028" y="10375"/>
                    <a:pt x="211343" y="10593"/>
                  </a:cubicBezTo>
                  <a:lnTo>
                    <a:pt x="212242" y="11201"/>
                  </a:lnTo>
                  <a:cubicBezTo>
                    <a:pt x="212849" y="11614"/>
                    <a:pt x="213457" y="12002"/>
                    <a:pt x="214040" y="12415"/>
                  </a:cubicBezTo>
                  <a:cubicBezTo>
                    <a:pt x="215206" y="13266"/>
                    <a:pt x="216372" y="14091"/>
                    <a:pt x="217489" y="14966"/>
                  </a:cubicBezTo>
                  <a:cubicBezTo>
                    <a:pt x="219748" y="16642"/>
                    <a:pt x="221910" y="18367"/>
                    <a:pt x="224072" y="20067"/>
                  </a:cubicBezTo>
                  <a:cubicBezTo>
                    <a:pt x="226210" y="21743"/>
                    <a:pt x="228299" y="23395"/>
                    <a:pt x="230413" y="24974"/>
                  </a:cubicBezTo>
                  <a:cubicBezTo>
                    <a:pt x="232526" y="26553"/>
                    <a:pt x="234591" y="27987"/>
                    <a:pt x="236729" y="29371"/>
                  </a:cubicBezTo>
                  <a:cubicBezTo>
                    <a:pt x="241271" y="32213"/>
                    <a:pt x="245911" y="35056"/>
                    <a:pt x="250551" y="38092"/>
                  </a:cubicBezTo>
                  <a:cubicBezTo>
                    <a:pt x="252883" y="39647"/>
                    <a:pt x="255191" y="41226"/>
                    <a:pt x="257450" y="42902"/>
                  </a:cubicBezTo>
                  <a:cubicBezTo>
                    <a:pt x="258592" y="43728"/>
                    <a:pt x="259709" y="44627"/>
                    <a:pt x="260827" y="45501"/>
                  </a:cubicBezTo>
                  <a:cubicBezTo>
                    <a:pt x="261385" y="45963"/>
                    <a:pt x="261944" y="46424"/>
                    <a:pt x="262503" y="46886"/>
                  </a:cubicBezTo>
                  <a:lnTo>
                    <a:pt x="263329" y="47566"/>
                  </a:lnTo>
                  <a:lnTo>
                    <a:pt x="264130" y="48295"/>
                  </a:lnTo>
                  <a:cubicBezTo>
                    <a:pt x="266317" y="50214"/>
                    <a:pt x="268382" y="52279"/>
                    <a:pt x="270325" y="54441"/>
                  </a:cubicBezTo>
                  <a:lnTo>
                    <a:pt x="271782" y="56117"/>
                  </a:lnTo>
                  <a:cubicBezTo>
                    <a:pt x="272244" y="56676"/>
                    <a:pt x="272706" y="57283"/>
                    <a:pt x="273167" y="57866"/>
                  </a:cubicBezTo>
                  <a:lnTo>
                    <a:pt x="273847" y="58740"/>
                  </a:lnTo>
                  <a:cubicBezTo>
                    <a:pt x="274066" y="59032"/>
                    <a:pt x="274260" y="59348"/>
                    <a:pt x="274503" y="59664"/>
                  </a:cubicBezTo>
                  <a:lnTo>
                    <a:pt x="275766" y="61510"/>
                  </a:lnTo>
                  <a:cubicBezTo>
                    <a:pt x="276544" y="62797"/>
                    <a:pt x="277370" y="64060"/>
                    <a:pt x="278050" y="65396"/>
                  </a:cubicBezTo>
                  <a:lnTo>
                    <a:pt x="278560" y="66392"/>
                  </a:lnTo>
                  <a:lnTo>
                    <a:pt x="278827" y="66903"/>
                  </a:lnTo>
                  <a:cubicBezTo>
                    <a:pt x="278900" y="67073"/>
                    <a:pt x="278997" y="67243"/>
                    <a:pt x="279070" y="67413"/>
                  </a:cubicBezTo>
                  <a:lnTo>
                    <a:pt x="279993" y="69453"/>
                  </a:lnTo>
                  <a:cubicBezTo>
                    <a:pt x="280309" y="70133"/>
                    <a:pt x="280552" y="70838"/>
                    <a:pt x="280844" y="71518"/>
                  </a:cubicBezTo>
                  <a:lnTo>
                    <a:pt x="281232" y="72563"/>
                  </a:lnTo>
                  <a:cubicBezTo>
                    <a:pt x="281378" y="72927"/>
                    <a:pt x="281475" y="73267"/>
                    <a:pt x="281597" y="73632"/>
                  </a:cubicBezTo>
                  <a:cubicBezTo>
                    <a:pt x="281815" y="74336"/>
                    <a:pt x="282058" y="75040"/>
                    <a:pt x="282277" y="75745"/>
                  </a:cubicBezTo>
                  <a:lnTo>
                    <a:pt x="282884" y="77907"/>
                  </a:lnTo>
                  <a:cubicBezTo>
                    <a:pt x="283589" y="80773"/>
                    <a:pt x="284099" y="83688"/>
                    <a:pt x="284390" y="86628"/>
                  </a:cubicBezTo>
                  <a:lnTo>
                    <a:pt x="284536" y="87721"/>
                  </a:lnTo>
                  <a:lnTo>
                    <a:pt x="284609" y="88838"/>
                  </a:lnTo>
                  <a:cubicBezTo>
                    <a:pt x="284657" y="89567"/>
                    <a:pt x="284706" y="90296"/>
                    <a:pt x="284730" y="91025"/>
                  </a:cubicBezTo>
                  <a:cubicBezTo>
                    <a:pt x="284755" y="92507"/>
                    <a:pt x="284779" y="93964"/>
                    <a:pt x="284706" y="95422"/>
                  </a:cubicBezTo>
                  <a:cubicBezTo>
                    <a:pt x="284682" y="96903"/>
                    <a:pt x="284512" y="98337"/>
                    <a:pt x="284414" y="99794"/>
                  </a:cubicBezTo>
                  <a:cubicBezTo>
                    <a:pt x="284317" y="100523"/>
                    <a:pt x="284220" y="101252"/>
                    <a:pt x="284123" y="101980"/>
                  </a:cubicBezTo>
                  <a:lnTo>
                    <a:pt x="284002" y="103074"/>
                  </a:lnTo>
                  <a:lnTo>
                    <a:pt x="283807" y="104142"/>
                  </a:lnTo>
                  <a:cubicBezTo>
                    <a:pt x="283321" y="107009"/>
                    <a:pt x="282641" y="109851"/>
                    <a:pt x="281791" y="112645"/>
                  </a:cubicBezTo>
                  <a:lnTo>
                    <a:pt x="281135" y="114734"/>
                  </a:lnTo>
                  <a:cubicBezTo>
                    <a:pt x="280892" y="115414"/>
                    <a:pt x="280625" y="116094"/>
                    <a:pt x="280382" y="116799"/>
                  </a:cubicBezTo>
                  <a:lnTo>
                    <a:pt x="279993" y="117819"/>
                  </a:lnTo>
                  <a:cubicBezTo>
                    <a:pt x="279872" y="118159"/>
                    <a:pt x="279726" y="118499"/>
                    <a:pt x="279580" y="118839"/>
                  </a:cubicBezTo>
                  <a:cubicBezTo>
                    <a:pt x="279289" y="119495"/>
                    <a:pt x="279022" y="120175"/>
                    <a:pt x="278706" y="120856"/>
                  </a:cubicBezTo>
                  <a:cubicBezTo>
                    <a:pt x="278074" y="122167"/>
                    <a:pt x="277491" y="123503"/>
                    <a:pt x="276762" y="124767"/>
                  </a:cubicBezTo>
                  <a:lnTo>
                    <a:pt x="276252" y="125738"/>
                  </a:lnTo>
                  <a:lnTo>
                    <a:pt x="275985" y="126224"/>
                  </a:lnTo>
                  <a:lnTo>
                    <a:pt x="275694" y="126710"/>
                  </a:lnTo>
                  <a:lnTo>
                    <a:pt x="274576" y="128580"/>
                  </a:lnTo>
                  <a:cubicBezTo>
                    <a:pt x="271442" y="133609"/>
                    <a:pt x="267604" y="138152"/>
                    <a:pt x="263159" y="142063"/>
                  </a:cubicBezTo>
                  <a:lnTo>
                    <a:pt x="262333" y="142816"/>
                  </a:lnTo>
                  <a:cubicBezTo>
                    <a:pt x="262041" y="143059"/>
                    <a:pt x="261750" y="143277"/>
                    <a:pt x="261458" y="143520"/>
                  </a:cubicBezTo>
                  <a:cubicBezTo>
                    <a:pt x="260875" y="144006"/>
                    <a:pt x="260292" y="144443"/>
                    <a:pt x="259709" y="144905"/>
                  </a:cubicBezTo>
                  <a:cubicBezTo>
                    <a:pt x="258495" y="145755"/>
                    <a:pt x="257280" y="146678"/>
                    <a:pt x="256017" y="147431"/>
                  </a:cubicBezTo>
                  <a:lnTo>
                    <a:pt x="255094" y="148014"/>
                  </a:lnTo>
                  <a:lnTo>
                    <a:pt x="254632" y="148330"/>
                  </a:lnTo>
                  <a:lnTo>
                    <a:pt x="254195" y="148621"/>
                  </a:lnTo>
                  <a:lnTo>
                    <a:pt x="252276" y="149715"/>
                  </a:lnTo>
                  <a:cubicBezTo>
                    <a:pt x="251644" y="150079"/>
                    <a:pt x="250988" y="150395"/>
                    <a:pt x="250357" y="150735"/>
                  </a:cubicBezTo>
                  <a:lnTo>
                    <a:pt x="249385" y="151245"/>
                  </a:lnTo>
                  <a:lnTo>
                    <a:pt x="248389" y="151707"/>
                  </a:lnTo>
                  <a:cubicBezTo>
                    <a:pt x="243166" y="154160"/>
                    <a:pt x="237749" y="156103"/>
                    <a:pt x="232162" y="157561"/>
                  </a:cubicBezTo>
                  <a:cubicBezTo>
                    <a:pt x="229417" y="158290"/>
                    <a:pt x="226672" y="158921"/>
                    <a:pt x="223902" y="159480"/>
                  </a:cubicBezTo>
                  <a:cubicBezTo>
                    <a:pt x="221133" y="160039"/>
                    <a:pt x="218364" y="160525"/>
                    <a:pt x="215619" y="160962"/>
                  </a:cubicBezTo>
                  <a:lnTo>
                    <a:pt x="213554" y="161278"/>
                  </a:lnTo>
                  <a:cubicBezTo>
                    <a:pt x="212849" y="161399"/>
                    <a:pt x="212169" y="161496"/>
                    <a:pt x="211465" y="161569"/>
                  </a:cubicBezTo>
                  <a:lnTo>
                    <a:pt x="207335" y="162128"/>
                  </a:lnTo>
                  <a:lnTo>
                    <a:pt x="203181" y="162662"/>
                  </a:lnTo>
                  <a:cubicBezTo>
                    <a:pt x="201796" y="162808"/>
                    <a:pt x="200412" y="162954"/>
                    <a:pt x="199027" y="163100"/>
                  </a:cubicBezTo>
                  <a:cubicBezTo>
                    <a:pt x="196234" y="163367"/>
                    <a:pt x="193464" y="163707"/>
                    <a:pt x="190646" y="163853"/>
                  </a:cubicBezTo>
                  <a:lnTo>
                    <a:pt x="186444" y="164168"/>
                  </a:lnTo>
                  <a:cubicBezTo>
                    <a:pt x="185059" y="164266"/>
                    <a:pt x="183650" y="164387"/>
                    <a:pt x="182241" y="164436"/>
                  </a:cubicBezTo>
                  <a:cubicBezTo>
                    <a:pt x="182897" y="164217"/>
                    <a:pt x="184816" y="163901"/>
                    <a:pt x="181561" y="163901"/>
                  </a:cubicBezTo>
                  <a:lnTo>
                    <a:pt x="183699" y="163804"/>
                  </a:lnTo>
                  <a:lnTo>
                    <a:pt x="185812" y="163610"/>
                  </a:lnTo>
                  <a:lnTo>
                    <a:pt x="190063" y="163270"/>
                  </a:lnTo>
                  <a:lnTo>
                    <a:pt x="192201" y="163075"/>
                  </a:lnTo>
                  <a:lnTo>
                    <a:pt x="193246" y="163002"/>
                  </a:lnTo>
                  <a:lnTo>
                    <a:pt x="194314" y="162881"/>
                  </a:lnTo>
                  <a:lnTo>
                    <a:pt x="198541" y="162419"/>
                  </a:lnTo>
                  <a:lnTo>
                    <a:pt x="202768" y="161958"/>
                  </a:lnTo>
                  <a:lnTo>
                    <a:pt x="206971" y="161375"/>
                  </a:lnTo>
                  <a:cubicBezTo>
                    <a:pt x="209764" y="160986"/>
                    <a:pt x="212558" y="160597"/>
                    <a:pt x="215352" y="160160"/>
                  </a:cubicBezTo>
                  <a:cubicBezTo>
                    <a:pt x="218145" y="159699"/>
                    <a:pt x="220939" y="159213"/>
                    <a:pt x="223732" y="158630"/>
                  </a:cubicBezTo>
                  <a:cubicBezTo>
                    <a:pt x="226526" y="158047"/>
                    <a:pt x="229320" y="157415"/>
                    <a:pt x="232089" y="156662"/>
                  </a:cubicBezTo>
                  <a:cubicBezTo>
                    <a:pt x="234858" y="155909"/>
                    <a:pt x="237603" y="155059"/>
                    <a:pt x="240324" y="154087"/>
                  </a:cubicBezTo>
                  <a:cubicBezTo>
                    <a:pt x="241028" y="153844"/>
                    <a:pt x="241684" y="153553"/>
                    <a:pt x="242365" y="153310"/>
                  </a:cubicBezTo>
                  <a:lnTo>
                    <a:pt x="243385" y="152921"/>
                  </a:lnTo>
                  <a:cubicBezTo>
                    <a:pt x="243725" y="152775"/>
                    <a:pt x="244065" y="152630"/>
                    <a:pt x="244381" y="152484"/>
                  </a:cubicBezTo>
                  <a:cubicBezTo>
                    <a:pt x="245061" y="152217"/>
                    <a:pt x="245717" y="151925"/>
                    <a:pt x="246397" y="151634"/>
                  </a:cubicBezTo>
                  <a:lnTo>
                    <a:pt x="248389" y="150711"/>
                  </a:lnTo>
                  <a:cubicBezTo>
                    <a:pt x="249045" y="150395"/>
                    <a:pt x="249677" y="150055"/>
                    <a:pt x="250332" y="149715"/>
                  </a:cubicBezTo>
                  <a:cubicBezTo>
                    <a:pt x="250988" y="149374"/>
                    <a:pt x="251644" y="149034"/>
                    <a:pt x="252276" y="148670"/>
                  </a:cubicBezTo>
                  <a:lnTo>
                    <a:pt x="254195" y="147553"/>
                  </a:lnTo>
                  <a:lnTo>
                    <a:pt x="256041" y="146387"/>
                  </a:lnTo>
                  <a:cubicBezTo>
                    <a:pt x="258543" y="144759"/>
                    <a:pt x="260924" y="142937"/>
                    <a:pt x="263134" y="140945"/>
                  </a:cubicBezTo>
                  <a:lnTo>
                    <a:pt x="263960" y="140192"/>
                  </a:lnTo>
                  <a:lnTo>
                    <a:pt x="264762" y="139415"/>
                  </a:lnTo>
                  <a:cubicBezTo>
                    <a:pt x="265272" y="138905"/>
                    <a:pt x="265831" y="138394"/>
                    <a:pt x="266341" y="137836"/>
                  </a:cubicBezTo>
                  <a:lnTo>
                    <a:pt x="267847" y="136208"/>
                  </a:lnTo>
                  <a:lnTo>
                    <a:pt x="268212" y="135795"/>
                  </a:lnTo>
                  <a:lnTo>
                    <a:pt x="268552" y="135358"/>
                  </a:lnTo>
                  <a:lnTo>
                    <a:pt x="269256" y="134508"/>
                  </a:lnTo>
                  <a:cubicBezTo>
                    <a:pt x="270228" y="133390"/>
                    <a:pt x="271078" y="132176"/>
                    <a:pt x="271953" y="130985"/>
                  </a:cubicBezTo>
                  <a:cubicBezTo>
                    <a:pt x="272778" y="129771"/>
                    <a:pt x="273629" y="128556"/>
                    <a:pt x="274382" y="127293"/>
                  </a:cubicBezTo>
                  <a:lnTo>
                    <a:pt x="274916" y="126346"/>
                  </a:lnTo>
                  <a:lnTo>
                    <a:pt x="275208" y="125860"/>
                  </a:lnTo>
                  <a:lnTo>
                    <a:pt x="275451" y="125374"/>
                  </a:lnTo>
                  <a:lnTo>
                    <a:pt x="276519" y="123455"/>
                  </a:lnTo>
                  <a:cubicBezTo>
                    <a:pt x="276860" y="122799"/>
                    <a:pt x="277151" y="122119"/>
                    <a:pt x="277491" y="121463"/>
                  </a:cubicBezTo>
                  <a:lnTo>
                    <a:pt x="277953" y="120467"/>
                  </a:lnTo>
                  <a:lnTo>
                    <a:pt x="278390" y="119471"/>
                  </a:lnTo>
                  <a:cubicBezTo>
                    <a:pt x="279556" y="116774"/>
                    <a:pt x="280552" y="114005"/>
                    <a:pt x="281378" y="111187"/>
                  </a:cubicBezTo>
                  <a:lnTo>
                    <a:pt x="281961" y="109074"/>
                  </a:lnTo>
                  <a:cubicBezTo>
                    <a:pt x="282131" y="108369"/>
                    <a:pt x="282277" y="107641"/>
                    <a:pt x="282447" y="106936"/>
                  </a:cubicBezTo>
                  <a:lnTo>
                    <a:pt x="282690" y="105867"/>
                  </a:lnTo>
                  <a:lnTo>
                    <a:pt x="282884" y="104774"/>
                  </a:lnTo>
                  <a:cubicBezTo>
                    <a:pt x="283006" y="104045"/>
                    <a:pt x="283151" y="103341"/>
                    <a:pt x="283248" y="102612"/>
                  </a:cubicBezTo>
                  <a:cubicBezTo>
                    <a:pt x="283686" y="99697"/>
                    <a:pt x="283929" y="96758"/>
                    <a:pt x="283977" y="93818"/>
                  </a:cubicBezTo>
                  <a:cubicBezTo>
                    <a:pt x="284026" y="90879"/>
                    <a:pt x="283856" y="87915"/>
                    <a:pt x="283491" y="85000"/>
                  </a:cubicBezTo>
                  <a:cubicBezTo>
                    <a:pt x="283394" y="84247"/>
                    <a:pt x="283273" y="83518"/>
                    <a:pt x="283151" y="82790"/>
                  </a:cubicBezTo>
                  <a:lnTo>
                    <a:pt x="282981" y="81697"/>
                  </a:lnTo>
                  <a:lnTo>
                    <a:pt x="282763" y="80603"/>
                  </a:lnTo>
                  <a:cubicBezTo>
                    <a:pt x="282593" y="79875"/>
                    <a:pt x="282471" y="79146"/>
                    <a:pt x="282277" y="78417"/>
                  </a:cubicBezTo>
                  <a:lnTo>
                    <a:pt x="281694" y="76255"/>
                  </a:lnTo>
                  <a:cubicBezTo>
                    <a:pt x="281621" y="75891"/>
                    <a:pt x="281499" y="75551"/>
                    <a:pt x="281378" y="75186"/>
                  </a:cubicBezTo>
                  <a:lnTo>
                    <a:pt x="281038" y="74117"/>
                  </a:lnTo>
                  <a:lnTo>
                    <a:pt x="280698" y="73049"/>
                  </a:lnTo>
                  <a:cubicBezTo>
                    <a:pt x="280576" y="72708"/>
                    <a:pt x="280431" y="72344"/>
                    <a:pt x="280285" y="72004"/>
                  </a:cubicBezTo>
                  <a:cubicBezTo>
                    <a:pt x="280018" y="71324"/>
                    <a:pt x="279750" y="70595"/>
                    <a:pt x="279483" y="69915"/>
                  </a:cubicBezTo>
                  <a:lnTo>
                    <a:pt x="278536" y="67874"/>
                  </a:lnTo>
                  <a:cubicBezTo>
                    <a:pt x="278244" y="67170"/>
                    <a:pt x="277880" y="66514"/>
                    <a:pt x="277515" y="65858"/>
                  </a:cubicBezTo>
                  <a:cubicBezTo>
                    <a:pt x="277175" y="65178"/>
                    <a:pt x="276835" y="64498"/>
                    <a:pt x="276447" y="63866"/>
                  </a:cubicBezTo>
                  <a:lnTo>
                    <a:pt x="275256" y="61923"/>
                  </a:lnTo>
                  <a:cubicBezTo>
                    <a:pt x="274843" y="61291"/>
                    <a:pt x="274406" y="60684"/>
                    <a:pt x="273993" y="60052"/>
                  </a:cubicBezTo>
                  <a:cubicBezTo>
                    <a:pt x="273774" y="59736"/>
                    <a:pt x="273556" y="59445"/>
                    <a:pt x="273337" y="59129"/>
                  </a:cubicBezTo>
                  <a:lnTo>
                    <a:pt x="272657" y="58255"/>
                  </a:lnTo>
                  <a:cubicBezTo>
                    <a:pt x="272171" y="57672"/>
                    <a:pt x="271758" y="57064"/>
                    <a:pt x="271272" y="56506"/>
                  </a:cubicBezTo>
                  <a:lnTo>
                    <a:pt x="269815" y="54805"/>
                  </a:lnTo>
                  <a:cubicBezTo>
                    <a:pt x="269572" y="54514"/>
                    <a:pt x="269329" y="54246"/>
                    <a:pt x="269062" y="53979"/>
                  </a:cubicBezTo>
                  <a:lnTo>
                    <a:pt x="268309" y="53178"/>
                  </a:lnTo>
                  <a:cubicBezTo>
                    <a:pt x="267313" y="52084"/>
                    <a:pt x="266244" y="51113"/>
                    <a:pt x="265199" y="50068"/>
                  </a:cubicBezTo>
                  <a:cubicBezTo>
                    <a:pt x="264106" y="49096"/>
                    <a:pt x="263037" y="48100"/>
                    <a:pt x="261920" y="47202"/>
                  </a:cubicBezTo>
                  <a:cubicBezTo>
                    <a:pt x="257474" y="43461"/>
                    <a:pt x="252762" y="40230"/>
                    <a:pt x="248049" y="37193"/>
                  </a:cubicBezTo>
                  <a:cubicBezTo>
                    <a:pt x="245693" y="35687"/>
                    <a:pt x="243361" y="34230"/>
                    <a:pt x="241004" y="32772"/>
                  </a:cubicBezTo>
                  <a:lnTo>
                    <a:pt x="237506" y="30610"/>
                  </a:lnTo>
                  <a:lnTo>
                    <a:pt x="236656" y="30076"/>
                  </a:lnTo>
                  <a:lnTo>
                    <a:pt x="236219" y="29784"/>
                  </a:lnTo>
                  <a:lnTo>
                    <a:pt x="235806" y="29541"/>
                  </a:lnTo>
                  <a:lnTo>
                    <a:pt x="234178" y="28472"/>
                  </a:lnTo>
                  <a:cubicBezTo>
                    <a:pt x="229878" y="25557"/>
                    <a:pt x="225627" y="22156"/>
                    <a:pt x="221206" y="18731"/>
                  </a:cubicBezTo>
                  <a:cubicBezTo>
                    <a:pt x="218971" y="17031"/>
                    <a:pt x="216712" y="15306"/>
                    <a:pt x="214331" y="13630"/>
                  </a:cubicBezTo>
                  <a:cubicBezTo>
                    <a:pt x="213190" y="12804"/>
                    <a:pt x="211951" y="12002"/>
                    <a:pt x="210736" y="11176"/>
                  </a:cubicBezTo>
                  <a:cubicBezTo>
                    <a:pt x="209473" y="10399"/>
                    <a:pt x="208210" y="9622"/>
                    <a:pt x="206898" y="8844"/>
                  </a:cubicBezTo>
                  <a:cubicBezTo>
                    <a:pt x="205610" y="8067"/>
                    <a:pt x="204226" y="7387"/>
                    <a:pt x="202865" y="6707"/>
                  </a:cubicBezTo>
                  <a:cubicBezTo>
                    <a:pt x="201456" y="6051"/>
                    <a:pt x="200072" y="5395"/>
                    <a:pt x="198541" y="4885"/>
                  </a:cubicBezTo>
                  <a:lnTo>
                    <a:pt x="197424" y="4472"/>
                  </a:lnTo>
                  <a:cubicBezTo>
                    <a:pt x="197059" y="4326"/>
                    <a:pt x="196695" y="4229"/>
                    <a:pt x="196306" y="4132"/>
                  </a:cubicBezTo>
                  <a:lnTo>
                    <a:pt x="194047" y="3476"/>
                  </a:lnTo>
                  <a:cubicBezTo>
                    <a:pt x="193318" y="3257"/>
                    <a:pt x="192541" y="3111"/>
                    <a:pt x="191812" y="2941"/>
                  </a:cubicBezTo>
                  <a:cubicBezTo>
                    <a:pt x="191059" y="2796"/>
                    <a:pt x="190306" y="2601"/>
                    <a:pt x="189553" y="2504"/>
                  </a:cubicBezTo>
                  <a:lnTo>
                    <a:pt x="189747" y="1435"/>
                  </a:lnTo>
                  <a:lnTo>
                    <a:pt x="188144" y="1168"/>
                  </a:lnTo>
                  <a:cubicBezTo>
                    <a:pt x="187610" y="1071"/>
                    <a:pt x="187051" y="949"/>
                    <a:pt x="186541" y="901"/>
                  </a:cubicBezTo>
                  <a:lnTo>
                    <a:pt x="183334" y="512"/>
                  </a:lnTo>
                  <a:lnTo>
                    <a:pt x="180152" y="245"/>
                  </a:lnTo>
                  <a:cubicBezTo>
                    <a:pt x="179107" y="172"/>
                    <a:pt x="178063" y="148"/>
                    <a:pt x="176994" y="99"/>
                  </a:cubicBezTo>
                  <a:cubicBezTo>
                    <a:pt x="175288" y="30"/>
                    <a:pt x="173586" y="1"/>
                    <a:pt x="17188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0" name="Google Shape;250;p46"/>
          <p:cNvSpPr txBox="1"/>
          <p:nvPr>
            <p:ph idx="1" type="subTitle"/>
          </p:nvPr>
        </p:nvSpPr>
        <p:spPr>
          <a:xfrm>
            <a:off x="3121350" y="2948000"/>
            <a:ext cx="2901300" cy="833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l">
              <a:lnSpc>
                <a:spcPct val="100000"/>
              </a:lnSpc>
              <a:spcBef>
                <a:spcPts val="1600"/>
              </a:spcBef>
              <a:spcAft>
                <a:spcPts val="0"/>
              </a:spcAft>
              <a:buSzPts val="1400"/>
              <a:buNone/>
              <a:defRPr sz="1600"/>
            </a:lvl2pPr>
            <a:lvl3pPr lvl="2" algn="l">
              <a:lnSpc>
                <a:spcPct val="100000"/>
              </a:lnSpc>
              <a:spcBef>
                <a:spcPts val="1600"/>
              </a:spcBef>
              <a:spcAft>
                <a:spcPts val="0"/>
              </a:spcAft>
              <a:buSzPts val="1400"/>
              <a:buNone/>
              <a:defRPr sz="1600"/>
            </a:lvl3pPr>
            <a:lvl4pPr lvl="3" algn="l">
              <a:lnSpc>
                <a:spcPct val="100000"/>
              </a:lnSpc>
              <a:spcBef>
                <a:spcPts val="1600"/>
              </a:spcBef>
              <a:spcAft>
                <a:spcPts val="0"/>
              </a:spcAft>
              <a:buSzPts val="1400"/>
              <a:buNone/>
              <a:defRPr sz="1600"/>
            </a:lvl4pPr>
            <a:lvl5pPr lvl="4" algn="l">
              <a:lnSpc>
                <a:spcPct val="100000"/>
              </a:lnSpc>
              <a:spcBef>
                <a:spcPts val="1600"/>
              </a:spcBef>
              <a:spcAft>
                <a:spcPts val="0"/>
              </a:spcAft>
              <a:buSzPts val="1400"/>
              <a:buNone/>
              <a:defRPr sz="1600"/>
            </a:lvl5pPr>
            <a:lvl6pPr lvl="5" algn="l">
              <a:lnSpc>
                <a:spcPct val="100000"/>
              </a:lnSpc>
              <a:spcBef>
                <a:spcPts val="1600"/>
              </a:spcBef>
              <a:spcAft>
                <a:spcPts val="0"/>
              </a:spcAft>
              <a:buSzPts val="1400"/>
              <a:buNone/>
              <a:defRPr sz="1600"/>
            </a:lvl6pPr>
            <a:lvl7pPr lvl="6" algn="l">
              <a:lnSpc>
                <a:spcPct val="100000"/>
              </a:lnSpc>
              <a:spcBef>
                <a:spcPts val="1600"/>
              </a:spcBef>
              <a:spcAft>
                <a:spcPts val="0"/>
              </a:spcAft>
              <a:buSzPts val="1400"/>
              <a:buNone/>
              <a:defRPr sz="1600"/>
            </a:lvl7pPr>
            <a:lvl8pPr lvl="7" algn="l">
              <a:lnSpc>
                <a:spcPct val="100000"/>
              </a:lnSpc>
              <a:spcBef>
                <a:spcPts val="1600"/>
              </a:spcBef>
              <a:spcAft>
                <a:spcPts val="0"/>
              </a:spcAft>
              <a:buSzPts val="1400"/>
              <a:buNone/>
              <a:defRPr sz="1600"/>
            </a:lvl8pPr>
            <a:lvl9pPr lvl="8" algn="l">
              <a:lnSpc>
                <a:spcPct val="100000"/>
              </a:lnSpc>
              <a:spcBef>
                <a:spcPts val="1600"/>
              </a:spcBef>
              <a:spcAft>
                <a:spcPts val="1600"/>
              </a:spcAft>
              <a:buSzPts val="1400"/>
              <a:buNone/>
              <a:defRPr sz="1600"/>
            </a:lvl9pPr>
          </a:lstStyle>
          <a:p/>
        </p:txBody>
      </p:sp>
      <p:grpSp>
        <p:nvGrpSpPr>
          <p:cNvPr id="251" name="Google Shape;251;p46"/>
          <p:cNvGrpSpPr/>
          <p:nvPr/>
        </p:nvGrpSpPr>
        <p:grpSpPr>
          <a:xfrm rot="4930936">
            <a:off x="-1543549" y="1828654"/>
            <a:ext cx="4860850" cy="3522966"/>
            <a:chOff x="879525" y="238350"/>
            <a:chExt cx="5929900" cy="5134125"/>
          </a:xfrm>
        </p:grpSpPr>
        <p:sp>
          <p:nvSpPr>
            <p:cNvPr id="252" name="Google Shape;252;p46"/>
            <p:cNvSpPr/>
            <p:nvPr/>
          </p:nvSpPr>
          <p:spPr>
            <a:xfrm>
              <a:off x="879525" y="350950"/>
              <a:ext cx="5929900" cy="4895750"/>
            </a:xfrm>
            <a:custGeom>
              <a:rect b="b" l="l" r="r" t="t"/>
              <a:pathLst>
                <a:path extrusionOk="0" h="195830" w="237196">
                  <a:moveTo>
                    <a:pt x="182493" y="0"/>
                  </a:moveTo>
                  <a:cubicBezTo>
                    <a:pt x="160794" y="0"/>
                    <a:pt x="136857" y="13684"/>
                    <a:pt x="125770" y="46667"/>
                  </a:cubicBezTo>
                  <a:cubicBezTo>
                    <a:pt x="112501" y="86475"/>
                    <a:pt x="99703" y="101135"/>
                    <a:pt x="82683" y="101135"/>
                  </a:cubicBezTo>
                  <a:cubicBezTo>
                    <a:pt x="77764" y="101135"/>
                    <a:pt x="72494" y="99911"/>
                    <a:pt x="66757" y="97716"/>
                  </a:cubicBezTo>
                  <a:cubicBezTo>
                    <a:pt x="59909" y="95081"/>
                    <a:pt x="53433" y="93896"/>
                    <a:pt x="47460" y="93896"/>
                  </a:cubicBezTo>
                  <a:cubicBezTo>
                    <a:pt x="17332" y="93896"/>
                    <a:pt x="1" y="124030"/>
                    <a:pt x="12313" y="150071"/>
                  </a:cubicBezTo>
                  <a:cubicBezTo>
                    <a:pt x="19223" y="164795"/>
                    <a:pt x="29540" y="168076"/>
                    <a:pt x="41648" y="168076"/>
                  </a:cubicBezTo>
                  <a:cubicBezTo>
                    <a:pt x="51382" y="168076"/>
                    <a:pt x="62272" y="165955"/>
                    <a:pt x="73479" y="165955"/>
                  </a:cubicBezTo>
                  <a:cubicBezTo>
                    <a:pt x="86528" y="165955"/>
                    <a:pt x="100005" y="168830"/>
                    <a:pt x="112584" y="181275"/>
                  </a:cubicBezTo>
                  <a:cubicBezTo>
                    <a:pt x="123109" y="191650"/>
                    <a:pt x="135906" y="195830"/>
                    <a:pt x="148277" y="195830"/>
                  </a:cubicBezTo>
                  <a:cubicBezTo>
                    <a:pt x="168129" y="195830"/>
                    <a:pt x="186885" y="185066"/>
                    <a:pt x="193400" y="171875"/>
                  </a:cubicBezTo>
                  <a:cubicBezTo>
                    <a:pt x="213115" y="132315"/>
                    <a:pt x="187003" y="136231"/>
                    <a:pt x="220818" y="61420"/>
                  </a:cubicBezTo>
                  <a:cubicBezTo>
                    <a:pt x="237196" y="25134"/>
                    <a:pt x="211900" y="0"/>
                    <a:pt x="182493" y="0"/>
                  </a:cubicBezTo>
                  <a:close/>
                </a:path>
              </a:pathLst>
            </a:custGeom>
            <a:solidFill>
              <a:srgbClr val="F0A9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46"/>
            <p:cNvSpPr/>
            <p:nvPr/>
          </p:nvSpPr>
          <p:spPr>
            <a:xfrm>
              <a:off x="945800" y="238350"/>
              <a:ext cx="5695725" cy="5134125"/>
            </a:xfrm>
            <a:custGeom>
              <a:rect b="b" l="l" r="r" t="t"/>
              <a:pathLst>
                <a:path extrusionOk="0" h="205365" w="227829">
                  <a:moveTo>
                    <a:pt x="206027" y="18003"/>
                  </a:moveTo>
                  <a:lnTo>
                    <a:pt x="206027" y="18003"/>
                  </a:lnTo>
                  <a:cubicBezTo>
                    <a:pt x="208273" y="19839"/>
                    <a:pt x="210274" y="21959"/>
                    <a:pt x="212031" y="24275"/>
                  </a:cubicBezTo>
                  <a:lnTo>
                    <a:pt x="210464" y="22056"/>
                  </a:lnTo>
                  <a:lnTo>
                    <a:pt x="208506" y="20097"/>
                  </a:lnTo>
                  <a:cubicBezTo>
                    <a:pt x="207853" y="19445"/>
                    <a:pt x="207070" y="18922"/>
                    <a:pt x="206417" y="18270"/>
                  </a:cubicBezTo>
                  <a:cubicBezTo>
                    <a:pt x="206283" y="18181"/>
                    <a:pt x="206154" y="18092"/>
                    <a:pt x="206027" y="18003"/>
                  </a:cubicBezTo>
                  <a:close/>
                  <a:moveTo>
                    <a:pt x="180437" y="1544"/>
                  </a:moveTo>
                  <a:cubicBezTo>
                    <a:pt x="180872" y="1544"/>
                    <a:pt x="181307" y="1548"/>
                    <a:pt x="181741" y="1558"/>
                  </a:cubicBezTo>
                  <a:cubicBezTo>
                    <a:pt x="188008" y="1819"/>
                    <a:pt x="194144" y="3255"/>
                    <a:pt x="199889" y="5605"/>
                  </a:cubicBezTo>
                  <a:cubicBezTo>
                    <a:pt x="205633" y="8086"/>
                    <a:pt x="210856" y="11611"/>
                    <a:pt x="215164" y="16181"/>
                  </a:cubicBezTo>
                  <a:cubicBezTo>
                    <a:pt x="219473" y="20881"/>
                    <a:pt x="222606" y="26495"/>
                    <a:pt x="224304" y="32501"/>
                  </a:cubicBezTo>
                  <a:cubicBezTo>
                    <a:pt x="224695" y="33806"/>
                    <a:pt x="224956" y="34981"/>
                    <a:pt x="225087" y="36287"/>
                  </a:cubicBezTo>
                  <a:cubicBezTo>
                    <a:pt x="225146" y="36584"/>
                    <a:pt x="225199" y="36875"/>
                    <a:pt x="225247" y="37162"/>
                  </a:cubicBezTo>
                  <a:lnTo>
                    <a:pt x="225247" y="37162"/>
                  </a:lnTo>
                  <a:cubicBezTo>
                    <a:pt x="225195" y="36909"/>
                    <a:pt x="225141" y="36660"/>
                    <a:pt x="225087" y="36417"/>
                  </a:cubicBezTo>
                  <a:cubicBezTo>
                    <a:pt x="224956" y="35112"/>
                    <a:pt x="224695" y="33806"/>
                    <a:pt x="224304" y="32631"/>
                  </a:cubicBezTo>
                  <a:cubicBezTo>
                    <a:pt x="222606" y="26495"/>
                    <a:pt x="219342" y="20881"/>
                    <a:pt x="214903" y="16181"/>
                  </a:cubicBezTo>
                  <a:cubicBezTo>
                    <a:pt x="210595" y="11611"/>
                    <a:pt x="205242" y="8086"/>
                    <a:pt x="199366" y="5736"/>
                  </a:cubicBezTo>
                  <a:cubicBezTo>
                    <a:pt x="193028" y="3172"/>
                    <a:pt x="186263" y="1890"/>
                    <a:pt x="179494" y="1890"/>
                  </a:cubicBezTo>
                  <a:cubicBezTo>
                    <a:pt x="173853" y="1890"/>
                    <a:pt x="168210" y="2780"/>
                    <a:pt x="162810" y="4561"/>
                  </a:cubicBezTo>
                  <a:cubicBezTo>
                    <a:pt x="156934" y="6388"/>
                    <a:pt x="151320" y="9261"/>
                    <a:pt x="146228" y="12786"/>
                  </a:cubicBezTo>
                  <a:cubicBezTo>
                    <a:pt x="141398" y="16442"/>
                    <a:pt x="136959" y="20750"/>
                    <a:pt x="133172" y="25581"/>
                  </a:cubicBezTo>
                  <a:cubicBezTo>
                    <a:pt x="131644" y="27547"/>
                    <a:pt x="130115" y="29604"/>
                    <a:pt x="128739" y="31752"/>
                  </a:cubicBezTo>
                  <a:lnTo>
                    <a:pt x="128739" y="31752"/>
                  </a:lnTo>
                  <a:lnTo>
                    <a:pt x="129386" y="30673"/>
                  </a:lnTo>
                  <a:cubicBezTo>
                    <a:pt x="129778" y="30020"/>
                    <a:pt x="130300" y="29367"/>
                    <a:pt x="130692" y="28714"/>
                  </a:cubicBezTo>
                  <a:lnTo>
                    <a:pt x="133433" y="25059"/>
                  </a:lnTo>
                  <a:cubicBezTo>
                    <a:pt x="137350" y="20228"/>
                    <a:pt x="141789" y="15919"/>
                    <a:pt x="146751" y="12264"/>
                  </a:cubicBezTo>
                  <a:cubicBezTo>
                    <a:pt x="151842" y="8739"/>
                    <a:pt x="157457" y="5997"/>
                    <a:pt x="163462" y="4169"/>
                  </a:cubicBezTo>
                  <a:cubicBezTo>
                    <a:pt x="168922" y="2349"/>
                    <a:pt x="174720" y="1544"/>
                    <a:pt x="180437" y="1544"/>
                  </a:cubicBezTo>
                  <a:close/>
                  <a:moveTo>
                    <a:pt x="225608" y="40063"/>
                  </a:moveTo>
                  <a:cubicBezTo>
                    <a:pt x="225608" y="40067"/>
                    <a:pt x="225609" y="40070"/>
                    <a:pt x="225609" y="40073"/>
                  </a:cubicBezTo>
                  <a:lnTo>
                    <a:pt x="225740" y="43859"/>
                  </a:lnTo>
                  <a:lnTo>
                    <a:pt x="225735" y="43990"/>
                  </a:lnTo>
                  <a:lnTo>
                    <a:pt x="225609" y="40204"/>
                  </a:lnTo>
                  <a:cubicBezTo>
                    <a:pt x="225609" y="40157"/>
                    <a:pt x="225609" y="40110"/>
                    <a:pt x="225608" y="40063"/>
                  </a:cubicBezTo>
                  <a:close/>
                  <a:moveTo>
                    <a:pt x="127845" y="33228"/>
                  </a:moveTo>
                  <a:cubicBezTo>
                    <a:pt x="127202" y="34465"/>
                    <a:pt x="126349" y="35702"/>
                    <a:pt x="125730" y="36940"/>
                  </a:cubicBezTo>
                  <a:lnTo>
                    <a:pt x="123772" y="40987"/>
                  </a:lnTo>
                  <a:lnTo>
                    <a:pt x="122728" y="43076"/>
                  </a:lnTo>
                  <a:lnTo>
                    <a:pt x="121944" y="45165"/>
                  </a:lnTo>
                  <a:lnTo>
                    <a:pt x="120671" y="48298"/>
                  </a:lnTo>
                  <a:lnTo>
                    <a:pt x="121944" y="44904"/>
                  </a:lnTo>
                  <a:cubicBezTo>
                    <a:pt x="122205" y="44121"/>
                    <a:pt x="122466" y="43468"/>
                    <a:pt x="122858" y="42684"/>
                  </a:cubicBezTo>
                  <a:lnTo>
                    <a:pt x="123772" y="40726"/>
                  </a:lnTo>
                  <a:lnTo>
                    <a:pt x="125861" y="36548"/>
                  </a:lnTo>
                  <a:cubicBezTo>
                    <a:pt x="126414" y="35441"/>
                    <a:pt x="127155" y="34334"/>
                    <a:pt x="127845" y="33228"/>
                  </a:cubicBezTo>
                  <a:close/>
                  <a:moveTo>
                    <a:pt x="225723" y="44365"/>
                  </a:moveTo>
                  <a:lnTo>
                    <a:pt x="225609" y="47776"/>
                  </a:lnTo>
                  <a:cubicBezTo>
                    <a:pt x="225479" y="48951"/>
                    <a:pt x="225348" y="50257"/>
                    <a:pt x="225087" y="51432"/>
                  </a:cubicBezTo>
                  <a:cubicBezTo>
                    <a:pt x="224826" y="52738"/>
                    <a:pt x="224695" y="54043"/>
                    <a:pt x="224304" y="55218"/>
                  </a:cubicBezTo>
                  <a:cubicBezTo>
                    <a:pt x="224565" y="54043"/>
                    <a:pt x="224826" y="52868"/>
                    <a:pt x="224956" y="51562"/>
                  </a:cubicBezTo>
                  <a:lnTo>
                    <a:pt x="225348" y="49735"/>
                  </a:lnTo>
                  <a:cubicBezTo>
                    <a:pt x="225479" y="49082"/>
                    <a:pt x="225479" y="48429"/>
                    <a:pt x="225479" y="47907"/>
                  </a:cubicBezTo>
                  <a:lnTo>
                    <a:pt x="225723" y="44365"/>
                  </a:lnTo>
                  <a:close/>
                  <a:moveTo>
                    <a:pt x="118815" y="53361"/>
                  </a:moveTo>
                  <a:lnTo>
                    <a:pt x="118815" y="53361"/>
                  </a:lnTo>
                  <a:cubicBezTo>
                    <a:pt x="118357" y="54687"/>
                    <a:pt x="117899" y="55997"/>
                    <a:pt x="117375" y="57307"/>
                  </a:cubicBezTo>
                  <a:lnTo>
                    <a:pt x="118815" y="53361"/>
                  </a:lnTo>
                  <a:close/>
                  <a:moveTo>
                    <a:pt x="178999" y="7417"/>
                  </a:moveTo>
                  <a:cubicBezTo>
                    <a:pt x="181891" y="7417"/>
                    <a:pt x="184798" y="7683"/>
                    <a:pt x="187616" y="8216"/>
                  </a:cubicBezTo>
                  <a:cubicBezTo>
                    <a:pt x="194405" y="9261"/>
                    <a:pt x="200803" y="11872"/>
                    <a:pt x="206286" y="16050"/>
                  </a:cubicBezTo>
                  <a:cubicBezTo>
                    <a:pt x="211509" y="19967"/>
                    <a:pt x="215556" y="25320"/>
                    <a:pt x="217906" y="31456"/>
                  </a:cubicBezTo>
                  <a:cubicBezTo>
                    <a:pt x="218522" y="33158"/>
                    <a:pt x="218997" y="34900"/>
                    <a:pt x="219339" y="36666"/>
                  </a:cubicBezTo>
                  <a:lnTo>
                    <a:pt x="219339" y="36666"/>
                  </a:lnTo>
                  <a:cubicBezTo>
                    <a:pt x="218667" y="33287"/>
                    <a:pt x="217483" y="30031"/>
                    <a:pt x="215817" y="27017"/>
                  </a:cubicBezTo>
                  <a:cubicBezTo>
                    <a:pt x="212945" y="22056"/>
                    <a:pt x="208897" y="17747"/>
                    <a:pt x="204067" y="14744"/>
                  </a:cubicBezTo>
                  <a:cubicBezTo>
                    <a:pt x="196724" y="10010"/>
                    <a:pt x="188167" y="7564"/>
                    <a:pt x="179558" y="7564"/>
                  </a:cubicBezTo>
                  <a:cubicBezTo>
                    <a:pt x="176532" y="7564"/>
                    <a:pt x="173500" y="7866"/>
                    <a:pt x="170513" y="8477"/>
                  </a:cubicBezTo>
                  <a:cubicBezTo>
                    <a:pt x="164637" y="9522"/>
                    <a:pt x="159023" y="11741"/>
                    <a:pt x="153931" y="14744"/>
                  </a:cubicBezTo>
                  <a:cubicBezTo>
                    <a:pt x="148840" y="17747"/>
                    <a:pt x="144270" y="21664"/>
                    <a:pt x="140484" y="26234"/>
                  </a:cubicBezTo>
                  <a:lnTo>
                    <a:pt x="139048" y="27800"/>
                  </a:lnTo>
                  <a:cubicBezTo>
                    <a:pt x="138525" y="28323"/>
                    <a:pt x="138003" y="28975"/>
                    <a:pt x="137611" y="29628"/>
                  </a:cubicBezTo>
                  <a:lnTo>
                    <a:pt x="135000" y="33284"/>
                  </a:lnTo>
                  <a:cubicBezTo>
                    <a:pt x="134086" y="34459"/>
                    <a:pt x="133433" y="35765"/>
                    <a:pt x="132650" y="37070"/>
                  </a:cubicBezTo>
                  <a:lnTo>
                    <a:pt x="131475" y="39029"/>
                  </a:lnTo>
                  <a:cubicBezTo>
                    <a:pt x="131083" y="39681"/>
                    <a:pt x="130822" y="40334"/>
                    <a:pt x="130431" y="41118"/>
                  </a:cubicBezTo>
                  <a:lnTo>
                    <a:pt x="128603" y="45165"/>
                  </a:lnTo>
                  <a:cubicBezTo>
                    <a:pt x="127950" y="46471"/>
                    <a:pt x="127428" y="47907"/>
                    <a:pt x="126905" y="49343"/>
                  </a:cubicBezTo>
                  <a:cubicBezTo>
                    <a:pt x="125861" y="52085"/>
                    <a:pt x="124816" y="55088"/>
                    <a:pt x="123772" y="58091"/>
                  </a:cubicBezTo>
                  <a:cubicBezTo>
                    <a:pt x="121552" y="63966"/>
                    <a:pt x="119333" y="69841"/>
                    <a:pt x="116722" y="75455"/>
                  </a:cubicBezTo>
                  <a:cubicBezTo>
                    <a:pt x="114111" y="81200"/>
                    <a:pt x="110977" y="86814"/>
                    <a:pt x="107321" y="92036"/>
                  </a:cubicBezTo>
                  <a:cubicBezTo>
                    <a:pt x="113327" y="82897"/>
                    <a:pt x="118288" y="73105"/>
                    <a:pt x="121814" y="62791"/>
                  </a:cubicBezTo>
                  <a:cubicBezTo>
                    <a:pt x="123903" y="57699"/>
                    <a:pt x="125469" y="52215"/>
                    <a:pt x="127428" y="47385"/>
                  </a:cubicBezTo>
                  <a:lnTo>
                    <a:pt x="128211" y="45426"/>
                  </a:lnTo>
                  <a:cubicBezTo>
                    <a:pt x="128472" y="44773"/>
                    <a:pt x="128733" y="44251"/>
                    <a:pt x="128994" y="43598"/>
                  </a:cubicBezTo>
                  <a:lnTo>
                    <a:pt x="130692" y="39943"/>
                  </a:lnTo>
                  <a:cubicBezTo>
                    <a:pt x="131345" y="38768"/>
                    <a:pt x="131997" y="37592"/>
                    <a:pt x="132650" y="36417"/>
                  </a:cubicBezTo>
                  <a:cubicBezTo>
                    <a:pt x="133303" y="35242"/>
                    <a:pt x="133956" y="34067"/>
                    <a:pt x="134739" y="33023"/>
                  </a:cubicBezTo>
                  <a:cubicBezTo>
                    <a:pt x="136175" y="30803"/>
                    <a:pt x="137873" y="28584"/>
                    <a:pt x="139570" y="26625"/>
                  </a:cubicBezTo>
                  <a:cubicBezTo>
                    <a:pt x="140484" y="25711"/>
                    <a:pt x="141267" y="24536"/>
                    <a:pt x="142312" y="23622"/>
                  </a:cubicBezTo>
                  <a:lnTo>
                    <a:pt x="145053" y="21011"/>
                  </a:lnTo>
                  <a:cubicBezTo>
                    <a:pt x="148970" y="17486"/>
                    <a:pt x="153409" y="14483"/>
                    <a:pt x="158109" y="12264"/>
                  </a:cubicBezTo>
                  <a:cubicBezTo>
                    <a:pt x="162810" y="10044"/>
                    <a:pt x="167771" y="8608"/>
                    <a:pt x="172863" y="7825"/>
                  </a:cubicBezTo>
                  <a:cubicBezTo>
                    <a:pt x="174876" y="7553"/>
                    <a:pt x="176934" y="7417"/>
                    <a:pt x="178999" y="7417"/>
                  </a:cubicBezTo>
                  <a:close/>
                  <a:moveTo>
                    <a:pt x="23240" y="110054"/>
                  </a:moveTo>
                  <a:lnTo>
                    <a:pt x="23240" y="110054"/>
                  </a:lnTo>
                  <a:cubicBezTo>
                    <a:pt x="23203" y="110129"/>
                    <a:pt x="23176" y="110194"/>
                    <a:pt x="23170" y="110238"/>
                  </a:cubicBezTo>
                  <a:lnTo>
                    <a:pt x="23170" y="110238"/>
                  </a:lnTo>
                  <a:cubicBezTo>
                    <a:pt x="23161" y="110214"/>
                    <a:pt x="23191" y="110152"/>
                    <a:pt x="23240" y="110054"/>
                  </a:cubicBezTo>
                  <a:close/>
                  <a:moveTo>
                    <a:pt x="179863" y="1"/>
                  </a:moveTo>
                  <a:cubicBezTo>
                    <a:pt x="174698" y="1"/>
                    <a:pt x="169541" y="694"/>
                    <a:pt x="164507" y="2080"/>
                  </a:cubicBezTo>
                  <a:cubicBezTo>
                    <a:pt x="155629" y="4561"/>
                    <a:pt x="147403" y="9000"/>
                    <a:pt x="140484" y="15136"/>
                  </a:cubicBezTo>
                  <a:cubicBezTo>
                    <a:pt x="133825" y="21272"/>
                    <a:pt x="128342" y="28453"/>
                    <a:pt x="124164" y="36548"/>
                  </a:cubicBezTo>
                  <a:cubicBezTo>
                    <a:pt x="123250" y="38506"/>
                    <a:pt x="122205" y="40595"/>
                    <a:pt x="121291" y="42554"/>
                  </a:cubicBezTo>
                  <a:lnTo>
                    <a:pt x="118941" y="48821"/>
                  </a:lnTo>
                  <a:cubicBezTo>
                    <a:pt x="117375" y="52738"/>
                    <a:pt x="116200" y="56524"/>
                    <a:pt x="114633" y="60441"/>
                  </a:cubicBezTo>
                  <a:cubicBezTo>
                    <a:pt x="111891" y="67752"/>
                    <a:pt x="108496" y="74933"/>
                    <a:pt x="104580" y="81853"/>
                  </a:cubicBezTo>
                  <a:cubicBezTo>
                    <a:pt x="101838" y="86553"/>
                    <a:pt x="98574" y="90861"/>
                    <a:pt x="94657" y="94517"/>
                  </a:cubicBezTo>
                  <a:cubicBezTo>
                    <a:pt x="91132" y="97781"/>
                    <a:pt x="86562" y="99739"/>
                    <a:pt x="81862" y="100131"/>
                  </a:cubicBezTo>
                  <a:cubicBezTo>
                    <a:pt x="81332" y="100158"/>
                    <a:pt x="80803" y="100171"/>
                    <a:pt x="80275" y="100171"/>
                  </a:cubicBezTo>
                  <a:cubicBezTo>
                    <a:pt x="75610" y="100171"/>
                    <a:pt x="71071" y="99149"/>
                    <a:pt x="66848" y="97389"/>
                  </a:cubicBezTo>
                  <a:lnTo>
                    <a:pt x="62409" y="95823"/>
                  </a:lnTo>
                  <a:cubicBezTo>
                    <a:pt x="60842" y="95431"/>
                    <a:pt x="59275" y="95039"/>
                    <a:pt x="57708" y="94517"/>
                  </a:cubicBezTo>
                  <a:cubicBezTo>
                    <a:pt x="54444" y="93734"/>
                    <a:pt x="51311" y="93342"/>
                    <a:pt x="48047" y="93081"/>
                  </a:cubicBezTo>
                  <a:cubicBezTo>
                    <a:pt x="46915" y="93037"/>
                    <a:pt x="45798" y="93008"/>
                    <a:pt x="44691" y="93008"/>
                  </a:cubicBezTo>
                  <a:cubicBezTo>
                    <a:pt x="42476" y="93008"/>
                    <a:pt x="40300" y="93124"/>
                    <a:pt x="38124" y="93472"/>
                  </a:cubicBezTo>
                  <a:cubicBezTo>
                    <a:pt x="34730" y="93995"/>
                    <a:pt x="31466" y="94778"/>
                    <a:pt x="28332" y="95953"/>
                  </a:cubicBezTo>
                  <a:cubicBezTo>
                    <a:pt x="25068" y="97259"/>
                    <a:pt x="22065" y="98825"/>
                    <a:pt x="19324" y="100653"/>
                  </a:cubicBezTo>
                  <a:cubicBezTo>
                    <a:pt x="16582" y="102612"/>
                    <a:pt x="13971" y="104831"/>
                    <a:pt x="11751" y="107442"/>
                  </a:cubicBezTo>
                  <a:cubicBezTo>
                    <a:pt x="7182" y="112404"/>
                    <a:pt x="3918" y="118410"/>
                    <a:pt x="2220" y="124938"/>
                  </a:cubicBezTo>
                  <a:cubicBezTo>
                    <a:pt x="392" y="131466"/>
                    <a:pt x="1" y="138255"/>
                    <a:pt x="1176" y="144783"/>
                  </a:cubicBezTo>
                  <a:cubicBezTo>
                    <a:pt x="1959" y="149353"/>
                    <a:pt x="3395" y="153792"/>
                    <a:pt x="5484" y="157839"/>
                  </a:cubicBezTo>
                  <a:cubicBezTo>
                    <a:pt x="7573" y="162147"/>
                    <a:pt x="10446" y="166064"/>
                    <a:pt x="13971" y="169328"/>
                  </a:cubicBezTo>
                  <a:cubicBezTo>
                    <a:pt x="17626" y="172723"/>
                    <a:pt x="22065" y="175073"/>
                    <a:pt x="27027" y="176248"/>
                  </a:cubicBezTo>
                  <a:cubicBezTo>
                    <a:pt x="31017" y="177187"/>
                    <a:pt x="35219" y="177704"/>
                    <a:pt x="39347" y="177704"/>
                  </a:cubicBezTo>
                  <a:cubicBezTo>
                    <a:pt x="39811" y="177704"/>
                    <a:pt x="40274" y="177697"/>
                    <a:pt x="40736" y="177684"/>
                  </a:cubicBezTo>
                  <a:cubicBezTo>
                    <a:pt x="49614" y="177423"/>
                    <a:pt x="57839" y="176117"/>
                    <a:pt x="65673" y="175726"/>
                  </a:cubicBezTo>
                  <a:cubicBezTo>
                    <a:pt x="67169" y="175626"/>
                    <a:pt x="68665" y="175583"/>
                    <a:pt x="70161" y="175583"/>
                  </a:cubicBezTo>
                  <a:cubicBezTo>
                    <a:pt x="72582" y="175583"/>
                    <a:pt x="75002" y="175695"/>
                    <a:pt x="77423" y="175856"/>
                  </a:cubicBezTo>
                  <a:cubicBezTo>
                    <a:pt x="81079" y="176248"/>
                    <a:pt x="84734" y="177031"/>
                    <a:pt x="88260" y="178206"/>
                  </a:cubicBezTo>
                  <a:cubicBezTo>
                    <a:pt x="95179" y="180426"/>
                    <a:pt x="101316" y="184343"/>
                    <a:pt x="106538" y="189565"/>
                  </a:cubicBezTo>
                  <a:cubicBezTo>
                    <a:pt x="112544" y="195571"/>
                    <a:pt x="119986" y="200141"/>
                    <a:pt x="128211" y="202752"/>
                  </a:cubicBezTo>
                  <a:cubicBezTo>
                    <a:pt x="133720" y="204526"/>
                    <a:pt x="139495" y="205365"/>
                    <a:pt x="145299" y="205365"/>
                  </a:cubicBezTo>
                  <a:cubicBezTo>
                    <a:pt x="147611" y="205365"/>
                    <a:pt x="149928" y="205232"/>
                    <a:pt x="152234" y="204971"/>
                  </a:cubicBezTo>
                  <a:cubicBezTo>
                    <a:pt x="159676" y="204188"/>
                    <a:pt x="166857" y="201968"/>
                    <a:pt x="173516" y="198443"/>
                  </a:cubicBezTo>
                  <a:cubicBezTo>
                    <a:pt x="178346" y="195963"/>
                    <a:pt x="182785" y="192829"/>
                    <a:pt x="186572" y="189043"/>
                  </a:cubicBezTo>
                  <a:cubicBezTo>
                    <a:pt x="189052" y="186562"/>
                    <a:pt x="191011" y="183821"/>
                    <a:pt x="192577" y="180818"/>
                  </a:cubicBezTo>
                  <a:cubicBezTo>
                    <a:pt x="192969" y="179904"/>
                    <a:pt x="193361" y="179120"/>
                    <a:pt x="193752" y="178206"/>
                  </a:cubicBezTo>
                  <a:cubicBezTo>
                    <a:pt x="193883" y="177815"/>
                    <a:pt x="193883" y="177293"/>
                    <a:pt x="194014" y="176901"/>
                  </a:cubicBezTo>
                  <a:cubicBezTo>
                    <a:pt x="193963" y="176700"/>
                    <a:pt x="193874" y="176595"/>
                    <a:pt x="193746" y="176595"/>
                  </a:cubicBezTo>
                  <a:cubicBezTo>
                    <a:pt x="193542" y="176595"/>
                    <a:pt x="193240" y="176861"/>
                    <a:pt x="192838" y="177423"/>
                  </a:cubicBezTo>
                  <a:cubicBezTo>
                    <a:pt x="189705" y="181732"/>
                    <a:pt x="186049" y="185387"/>
                    <a:pt x="181871" y="188521"/>
                  </a:cubicBezTo>
                  <a:cubicBezTo>
                    <a:pt x="173777" y="194265"/>
                    <a:pt x="164376" y="197921"/>
                    <a:pt x="154584" y="199227"/>
                  </a:cubicBezTo>
                  <a:lnTo>
                    <a:pt x="154454" y="198443"/>
                  </a:lnTo>
                  <a:cubicBezTo>
                    <a:pt x="159284" y="197660"/>
                    <a:pt x="163854" y="196354"/>
                    <a:pt x="168293" y="194396"/>
                  </a:cubicBezTo>
                  <a:cubicBezTo>
                    <a:pt x="170904" y="193221"/>
                    <a:pt x="173646" y="191785"/>
                    <a:pt x="175996" y="190087"/>
                  </a:cubicBezTo>
                  <a:cubicBezTo>
                    <a:pt x="177302" y="189174"/>
                    <a:pt x="178607" y="188260"/>
                    <a:pt x="179652" y="187085"/>
                  </a:cubicBezTo>
                  <a:cubicBezTo>
                    <a:pt x="180305" y="186432"/>
                    <a:pt x="180696" y="186040"/>
                    <a:pt x="180696" y="185779"/>
                  </a:cubicBezTo>
                  <a:cubicBezTo>
                    <a:pt x="180725" y="185581"/>
                    <a:pt x="180569" y="185518"/>
                    <a:pt x="180326" y="185518"/>
                  </a:cubicBezTo>
                  <a:cubicBezTo>
                    <a:pt x="179899" y="185518"/>
                    <a:pt x="179203" y="185713"/>
                    <a:pt x="178766" y="185713"/>
                  </a:cubicBezTo>
                  <a:cubicBezTo>
                    <a:pt x="178306" y="185713"/>
                    <a:pt x="178134" y="185496"/>
                    <a:pt x="178868" y="184604"/>
                  </a:cubicBezTo>
                  <a:lnTo>
                    <a:pt x="178868" y="184604"/>
                  </a:lnTo>
                  <a:cubicBezTo>
                    <a:pt x="170252" y="191524"/>
                    <a:pt x="159546" y="195571"/>
                    <a:pt x="148578" y="195963"/>
                  </a:cubicBezTo>
                  <a:cubicBezTo>
                    <a:pt x="147699" y="196016"/>
                    <a:pt x="146820" y="196042"/>
                    <a:pt x="145943" y="196042"/>
                  </a:cubicBezTo>
                  <a:cubicBezTo>
                    <a:pt x="136018" y="196042"/>
                    <a:pt x="126337" y="192670"/>
                    <a:pt x="118419" y="186432"/>
                  </a:cubicBezTo>
                  <a:cubicBezTo>
                    <a:pt x="117375" y="185648"/>
                    <a:pt x="116069" y="184604"/>
                    <a:pt x="114763" y="183298"/>
                  </a:cubicBezTo>
                  <a:lnTo>
                    <a:pt x="109802" y="178859"/>
                  </a:lnTo>
                  <a:cubicBezTo>
                    <a:pt x="106538" y="175987"/>
                    <a:pt x="102882" y="173637"/>
                    <a:pt x="99096" y="171678"/>
                  </a:cubicBezTo>
                  <a:cubicBezTo>
                    <a:pt x="94788" y="169459"/>
                    <a:pt x="90218" y="167892"/>
                    <a:pt x="85648" y="166978"/>
                  </a:cubicBezTo>
                  <a:cubicBezTo>
                    <a:pt x="81079" y="165934"/>
                    <a:pt x="76379" y="165542"/>
                    <a:pt x="71809" y="165542"/>
                  </a:cubicBezTo>
                  <a:cubicBezTo>
                    <a:pt x="71379" y="165536"/>
                    <a:pt x="70950" y="165533"/>
                    <a:pt x="70521" y="165533"/>
                  </a:cubicBezTo>
                  <a:cubicBezTo>
                    <a:pt x="61847" y="165533"/>
                    <a:pt x="53535" y="166748"/>
                    <a:pt x="45697" y="167370"/>
                  </a:cubicBezTo>
                  <a:cubicBezTo>
                    <a:pt x="43592" y="167504"/>
                    <a:pt x="41504" y="167594"/>
                    <a:pt x="39466" y="167594"/>
                  </a:cubicBezTo>
                  <a:cubicBezTo>
                    <a:pt x="33541" y="167594"/>
                    <a:pt x="28037" y="166826"/>
                    <a:pt x="23763" y="164106"/>
                  </a:cubicBezTo>
                  <a:cubicBezTo>
                    <a:pt x="20760" y="162147"/>
                    <a:pt x="18279" y="159536"/>
                    <a:pt x="16451" y="156533"/>
                  </a:cubicBezTo>
                  <a:cubicBezTo>
                    <a:pt x="14493" y="153400"/>
                    <a:pt x="12926" y="150005"/>
                    <a:pt x="12012" y="146350"/>
                  </a:cubicBezTo>
                  <a:cubicBezTo>
                    <a:pt x="9923" y="139169"/>
                    <a:pt x="10315" y="131466"/>
                    <a:pt x="12926" y="124546"/>
                  </a:cubicBezTo>
                  <a:cubicBezTo>
                    <a:pt x="15668" y="117626"/>
                    <a:pt x="20629" y="111751"/>
                    <a:pt x="27027" y="107965"/>
                  </a:cubicBezTo>
                  <a:cubicBezTo>
                    <a:pt x="32353" y="104812"/>
                    <a:pt x="38403" y="103199"/>
                    <a:pt x="44575" y="103199"/>
                  </a:cubicBezTo>
                  <a:cubicBezTo>
                    <a:pt x="45816" y="103199"/>
                    <a:pt x="47062" y="103264"/>
                    <a:pt x="48308" y="103395"/>
                  </a:cubicBezTo>
                  <a:cubicBezTo>
                    <a:pt x="52094" y="103656"/>
                    <a:pt x="55881" y="104440"/>
                    <a:pt x="59536" y="105615"/>
                  </a:cubicBezTo>
                  <a:lnTo>
                    <a:pt x="65412" y="107704"/>
                  </a:lnTo>
                  <a:cubicBezTo>
                    <a:pt x="67500" y="108487"/>
                    <a:pt x="69720" y="109140"/>
                    <a:pt x="71940" y="109531"/>
                  </a:cubicBezTo>
                  <a:cubicBezTo>
                    <a:pt x="74524" y="110106"/>
                    <a:pt x="77187" y="110404"/>
                    <a:pt x="79843" y="110404"/>
                  </a:cubicBezTo>
                  <a:cubicBezTo>
                    <a:pt x="82017" y="110404"/>
                    <a:pt x="84185" y="110204"/>
                    <a:pt x="86301" y="109793"/>
                  </a:cubicBezTo>
                  <a:cubicBezTo>
                    <a:pt x="88782" y="109270"/>
                    <a:pt x="91132" y="108487"/>
                    <a:pt x="93351" y="107442"/>
                  </a:cubicBezTo>
                  <a:cubicBezTo>
                    <a:pt x="95571" y="106398"/>
                    <a:pt x="97660" y="105092"/>
                    <a:pt x="99488" y="103526"/>
                  </a:cubicBezTo>
                  <a:cubicBezTo>
                    <a:pt x="103143" y="100523"/>
                    <a:pt x="106277" y="97128"/>
                    <a:pt x="108888" y="93342"/>
                  </a:cubicBezTo>
                  <a:cubicBezTo>
                    <a:pt x="111499" y="89817"/>
                    <a:pt x="113719" y="86031"/>
                    <a:pt x="115677" y="82114"/>
                  </a:cubicBezTo>
                  <a:cubicBezTo>
                    <a:pt x="119594" y="74411"/>
                    <a:pt x="122858" y="66446"/>
                    <a:pt x="125730" y="58352"/>
                  </a:cubicBezTo>
                  <a:lnTo>
                    <a:pt x="127819" y="52346"/>
                  </a:lnTo>
                  <a:lnTo>
                    <a:pt x="129908" y="46862"/>
                  </a:lnTo>
                  <a:cubicBezTo>
                    <a:pt x="131475" y="43207"/>
                    <a:pt x="133172" y="39681"/>
                    <a:pt x="135261" y="36287"/>
                  </a:cubicBezTo>
                  <a:cubicBezTo>
                    <a:pt x="139178" y="29628"/>
                    <a:pt x="144531" y="23753"/>
                    <a:pt x="150667" y="19183"/>
                  </a:cubicBezTo>
                  <a:cubicBezTo>
                    <a:pt x="156804" y="14483"/>
                    <a:pt x="163985" y="11480"/>
                    <a:pt x="171557" y="10175"/>
                  </a:cubicBezTo>
                  <a:lnTo>
                    <a:pt x="172993" y="9914"/>
                  </a:lnTo>
                  <a:lnTo>
                    <a:pt x="174429" y="9652"/>
                  </a:lnTo>
                  <a:lnTo>
                    <a:pt x="177171" y="9391"/>
                  </a:lnTo>
                  <a:lnTo>
                    <a:pt x="181480" y="9391"/>
                  </a:lnTo>
                  <a:cubicBezTo>
                    <a:pt x="182002" y="9391"/>
                    <a:pt x="182524" y="9522"/>
                    <a:pt x="182916" y="9522"/>
                  </a:cubicBezTo>
                  <a:lnTo>
                    <a:pt x="185788" y="9783"/>
                  </a:lnTo>
                  <a:lnTo>
                    <a:pt x="188661" y="10305"/>
                  </a:lnTo>
                  <a:lnTo>
                    <a:pt x="190097" y="10436"/>
                  </a:lnTo>
                  <a:lnTo>
                    <a:pt x="191402" y="10828"/>
                  </a:lnTo>
                  <a:lnTo>
                    <a:pt x="194144" y="11611"/>
                  </a:lnTo>
                  <a:cubicBezTo>
                    <a:pt x="197669" y="12917"/>
                    <a:pt x="201064" y="14614"/>
                    <a:pt x="204197" y="16703"/>
                  </a:cubicBezTo>
                  <a:cubicBezTo>
                    <a:pt x="204847" y="17136"/>
                    <a:pt x="205407" y="17570"/>
                    <a:pt x="206027" y="18003"/>
                  </a:cubicBezTo>
                  <a:lnTo>
                    <a:pt x="206027" y="18003"/>
                  </a:lnTo>
                  <a:cubicBezTo>
                    <a:pt x="204602" y="16838"/>
                    <a:pt x="203078" y="15787"/>
                    <a:pt x="201455" y="14875"/>
                  </a:cubicBezTo>
                  <a:cubicBezTo>
                    <a:pt x="197278" y="12525"/>
                    <a:pt x="192708" y="10828"/>
                    <a:pt x="187877" y="9914"/>
                  </a:cubicBezTo>
                  <a:cubicBezTo>
                    <a:pt x="185134" y="9469"/>
                    <a:pt x="182392" y="9235"/>
                    <a:pt x="179649" y="9235"/>
                  </a:cubicBezTo>
                  <a:cubicBezTo>
                    <a:pt x="177561" y="9235"/>
                    <a:pt x="175473" y="9370"/>
                    <a:pt x="173385" y="9652"/>
                  </a:cubicBezTo>
                  <a:cubicBezTo>
                    <a:pt x="168554" y="10305"/>
                    <a:pt x="163854" y="11741"/>
                    <a:pt x="159415" y="13700"/>
                  </a:cubicBezTo>
                  <a:cubicBezTo>
                    <a:pt x="154976" y="15789"/>
                    <a:pt x="150929" y="18400"/>
                    <a:pt x="147142" y="21664"/>
                  </a:cubicBezTo>
                  <a:lnTo>
                    <a:pt x="144531" y="24145"/>
                  </a:lnTo>
                  <a:lnTo>
                    <a:pt x="143226" y="25450"/>
                  </a:lnTo>
                  <a:lnTo>
                    <a:pt x="141920" y="26756"/>
                  </a:lnTo>
                  <a:lnTo>
                    <a:pt x="139570" y="29628"/>
                  </a:lnTo>
                  <a:lnTo>
                    <a:pt x="137350" y="32631"/>
                  </a:lnTo>
                  <a:cubicBezTo>
                    <a:pt x="135914" y="34720"/>
                    <a:pt x="134609" y="36940"/>
                    <a:pt x="133303" y="39159"/>
                  </a:cubicBezTo>
                  <a:cubicBezTo>
                    <a:pt x="132781" y="40204"/>
                    <a:pt x="132258" y="41248"/>
                    <a:pt x="131736" y="42423"/>
                  </a:cubicBezTo>
                  <a:lnTo>
                    <a:pt x="130039" y="45818"/>
                  </a:lnTo>
                  <a:cubicBezTo>
                    <a:pt x="129125" y="48037"/>
                    <a:pt x="128211" y="50257"/>
                    <a:pt x="127428" y="52738"/>
                  </a:cubicBezTo>
                  <a:cubicBezTo>
                    <a:pt x="126514" y="55349"/>
                    <a:pt x="125600" y="57829"/>
                    <a:pt x="124686" y="60441"/>
                  </a:cubicBezTo>
                  <a:cubicBezTo>
                    <a:pt x="121161" y="70624"/>
                    <a:pt x="116461" y="80547"/>
                    <a:pt x="110847" y="89947"/>
                  </a:cubicBezTo>
                  <a:cubicBezTo>
                    <a:pt x="107844" y="94778"/>
                    <a:pt x="104057" y="99217"/>
                    <a:pt x="99618" y="103003"/>
                  </a:cubicBezTo>
                  <a:cubicBezTo>
                    <a:pt x="97268" y="104831"/>
                    <a:pt x="94657" y="106529"/>
                    <a:pt x="91785" y="107704"/>
                  </a:cubicBezTo>
                  <a:cubicBezTo>
                    <a:pt x="88912" y="108879"/>
                    <a:pt x="85909" y="109662"/>
                    <a:pt x="82776" y="109923"/>
                  </a:cubicBezTo>
                  <a:cubicBezTo>
                    <a:pt x="81868" y="109982"/>
                    <a:pt x="80964" y="110012"/>
                    <a:pt x="80062" y="110012"/>
                  </a:cubicBezTo>
                  <a:cubicBezTo>
                    <a:pt x="75000" y="110012"/>
                    <a:pt x="70047" y="109085"/>
                    <a:pt x="65281" y="107312"/>
                  </a:cubicBezTo>
                  <a:cubicBezTo>
                    <a:pt x="62409" y="106398"/>
                    <a:pt x="60189" y="105484"/>
                    <a:pt x="57839" y="104831"/>
                  </a:cubicBezTo>
                  <a:cubicBezTo>
                    <a:pt x="56664" y="104440"/>
                    <a:pt x="55489" y="104178"/>
                    <a:pt x="54183" y="103917"/>
                  </a:cubicBezTo>
                  <a:cubicBezTo>
                    <a:pt x="53008" y="103656"/>
                    <a:pt x="51833" y="103395"/>
                    <a:pt x="50658" y="103265"/>
                  </a:cubicBezTo>
                  <a:cubicBezTo>
                    <a:pt x="48758" y="102956"/>
                    <a:pt x="46848" y="102805"/>
                    <a:pt x="44945" y="102805"/>
                  </a:cubicBezTo>
                  <a:cubicBezTo>
                    <a:pt x="37175" y="102805"/>
                    <a:pt x="29534" y="105334"/>
                    <a:pt x="23241" y="110054"/>
                  </a:cubicBezTo>
                  <a:cubicBezTo>
                    <a:pt x="23484" y="109810"/>
                    <a:pt x="24083" y="109262"/>
                    <a:pt x="23932" y="109262"/>
                  </a:cubicBezTo>
                  <a:cubicBezTo>
                    <a:pt x="23840" y="109262"/>
                    <a:pt x="23474" y="109463"/>
                    <a:pt x="22588" y="110054"/>
                  </a:cubicBezTo>
                  <a:cubicBezTo>
                    <a:pt x="28973" y="104946"/>
                    <a:pt x="36919" y="102180"/>
                    <a:pt x="45083" y="102180"/>
                  </a:cubicBezTo>
                  <a:cubicBezTo>
                    <a:pt x="46936" y="102180"/>
                    <a:pt x="48799" y="102322"/>
                    <a:pt x="50658" y="102612"/>
                  </a:cubicBezTo>
                  <a:cubicBezTo>
                    <a:pt x="51833" y="102742"/>
                    <a:pt x="53139" y="103003"/>
                    <a:pt x="54314" y="103265"/>
                  </a:cubicBezTo>
                  <a:cubicBezTo>
                    <a:pt x="55619" y="103526"/>
                    <a:pt x="56795" y="103787"/>
                    <a:pt x="58100" y="104178"/>
                  </a:cubicBezTo>
                  <a:cubicBezTo>
                    <a:pt x="60581" y="104831"/>
                    <a:pt x="62800" y="105745"/>
                    <a:pt x="65673" y="106790"/>
                  </a:cubicBezTo>
                  <a:cubicBezTo>
                    <a:pt x="70432" y="108450"/>
                    <a:pt x="75378" y="109359"/>
                    <a:pt x="80433" y="109359"/>
                  </a:cubicBezTo>
                  <a:cubicBezTo>
                    <a:pt x="81341" y="109359"/>
                    <a:pt x="82253" y="109330"/>
                    <a:pt x="83168" y="109270"/>
                  </a:cubicBezTo>
                  <a:cubicBezTo>
                    <a:pt x="86301" y="108879"/>
                    <a:pt x="89304" y="108095"/>
                    <a:pt x="92176" y="106790"/>
                  </a:cubicBezTo>
                  <a:cubicBezTo>
                    <a:pt x="94918" y="105615"/>
                    <a:pt x="97529" y="103917"/>
                    <a:pt x="99749" y="101959"/>
                  </a:cubicBezTo>
                  <a:cubicBezTo>
                    <a:pt x="102099" y="100001"/>
                    <a:pt x="104057" y="97912"/>
                    <a:pt x="105885" y="95692"/>
                  </a:cubicBezTo>
                  <a:cubicBezTo>
                    <a:pt x="107713" y="93472"/>
                    <a:pt x="109280" y="91122"/>
                    <a:pt x="110847" y="88642"/>
                  </a:cubicBezTo>
                  <a:cubicBezTo>
                    <a:pt x="116461" y="79241"/>
                    <a:pt x="121030" y="69188"/>
                    <a:pt x="124686" y="58743"/>
                  </a:cubicBezTo>
                  <a:cubicBezTo>
                    <a:pt x="125600" y="56263"/>
                    <a:pt x="126383" y="53521"/>
                    <a:pt x="127428" y="51171"/>
                  </a:cubicBezTo>
                  <a:lnTo>
                    <a:pt x="128733" y="47646"/>
                  </a:lnTo>
                  <a:lnTo>
                    <a:pt x="129517" y="45818"/>
                  </a:lnTo>
                  <a:lnTo>
                    <a:pt x="130300" y="44121"/>
                  </a:lnTo>
                  <a:cubicBezTo>
                    <a:pt x="131345" y="41770"/>
                    <a:pt x="132520" y="39420"/>
                    <a:pt x="133825" y="37331"/>
                  </a:cubicBezTo>
                  <a:cubicBezTo>
                    <a:pt x="134478" y="36156"/>
                    <a:pt x="135131" y="35112"/>
                    <a:pt x="135784" y="34067"/>
                  </a:cubicBezTo>
                  <a:lnTo>
                    <a:pt x="138003" y="30934"/>
                  </a:lnTo>
                  <a:lnTo>
                    <a:pt x="139178" y="29367"/>
                  </a:lnTo>
                  <a:lnTo>
                    <a:pt x="140353" y="27931"/>
                  </a:lnTo>
                  <a:lnTo>
                    <a:pt x="142703" y="25320"/>
                  </a:lnTo>
                  <a:lnTo>
                    <a:pt x="145445" y="22709"/>
                  </a:lnTo>
                  <a:cubicBezTo>
                    <a:pt x="145967" y="22186"/>
                    <a:pt x="146359" y="21795"/>
                    <a:pt x="146881" y="21403"/>
                  </a:cubicBezTo>
                  <a:lnTo>
                    <a:pt x="148317" y="20228"/>
                  </a:lnTo>
                  <a:cubicBezTo>
                    <a:pt x="152234" y="17094"/>
                    <a:pt x="156543" y="14483"/>
                    <a:pt x="161112" y="12655"/>
                  </a:cubicBezTo>
                  <a:cubicBezTo>
                    <a:pt x="163462" y="11741"/>
                    <a:pt x="165812" y="10828"/>
                    <a:pt x="168293" y="10305"/>
                  </a:cubicBezTo>
                  <a:lnTo>
                    <a:pt x="171949" y="9522"/>
                  </a:lnTo>
                  <a:cubicBezTo>
                    <a:pt x="173124" y="9261"/>
                    <a:pt x="174429" y="9261"/>
                    <a:pt x="175604" y="9130"/>
                  </a:cubicBezTo>
                  <a:cubicBezTo>
                    <a:pt x="177050" y="9019"/>
                    <a:pt x="178485" y="8960"/>
                    <a:pt x="179909" y="8960"/>
                  </a:cubicBezTo>
                  <a:cubicBezTo>
                    <a:pt x="183503" y="8960"/>
                    <a:pt x="187029" y="9333"/>
                    <a:pt x="190488" y="10175"/>
                  </a:cubicBezTo>
                  <a:cubicBezTo>
                    <a:pt x="200280" y="12264"/>
                    <a:pt x="208897" y="18139"/>
                    <a:pt x="214381" y="26625"/>
                  </a:cubicBezTo>
                  <a:lnTo>
                    <a:pt x="213598" y="27017"/>
                  </a:lnTo>
                  <a:cubicBezTo>
                    <a:pt x="217123" y="33023"/>
                    <a:pt x="218689" y="39812"/>
                    <a:pt x="218037" y="46601"/>
                  </a:cubicBezTo>
                  <a:cubicBezTo>
                    <a:pt x="217906" y="48429"/>
                    <a:pt x="217645" y="50126"/>
                    <a:pt x="217253" y="51824"/>
                  </a:cubicBezTo>
                  <a:cubicBezTo>
                    <a:pt x="216992" y="53651"/>
                    <a:pt x="216470" y="55349"/>
                    <a:pt x="215948" y="57046"/>
                  </a:cubicBezTo>
                  <a:cubicBezTo>
                    <a:pt x="215425" y="58743"/>
                    <a:pt x="214773" y="60441"/>
                    <a:pt x="214120" y="62138"/>
                  </a:cubicBezTo>
                  <a:cubicBezTo>
                    <a:pt x="213467" y="63705"/>
                    <a:pt x="212553" y="65663"/>
                    <a:pt x="211770" y="67491"/>
                  </a:cubicBezTo>
                  <a:cubicBezTo>
                    <a:pt x="205242" y="81983"/>
                    <a:pt x="199236" y="97128"/>
                    <a:pt x="195841" y="113448"/>
                  </a:cubicBezTo>
                  <a:lnTo>
                    <a:pt x="195319" y="115929"/>
                  </a:lnTo>
                  <a:cubicBezTo>
                    <a:pt x="195189" y="116843"/>
                    <a:pt x="195058" y="117626"/>
                    <a:pt x="194927" y="118410"/>
                  </a:cubicBezTo>
                  <a:cubicBezTo>
                    <a:pt x="194666" y="120107"/>
                    <a:pt x="194405" y="121674"/>
                    <a:pt x="194275" y="123371"/>
                  </a:cubicBezTo>
                  <a:lnTo>
                    <a:pt x="194014" y="128202"/>
                  </a:lnTo>
                  <a:lnTo>
                    <a:pt x="194014" y="132641"/>
                  </a:lnTo>
                  <a:cubicBezTo>
                    <a:pt x="194014" y="138647"/>
                    <a:pt x="194405" y="143738"/>
                    <a:pt x="194405" y="148308"/>
                  </a:cubicBezTo>
                  <a:cubicBezTo>
                    <a:pt x="194927" y="142824"/>
                    <a:pt x="194666" y="136819"/>
                    <a:pt x="195058" y="130552"/>
                  </a:cubicBezTo>
                  <a:cubicBezTo>
                    <a:pt x="195319" y="124415"/>
                    <a:pt x="196233" y="118148"/>
                    <a:pt x="197669" y="112143"/>
                  </a:cubicBezTo>
                  <a:cubicBezTo>
                    <a:pt x="200542" y="100131"/>
                    <a:pt x="204589" y="88381"/>
                    <a:pt x="209420" y="77022"/>
                  </a:cubicBezTo>
                  <a:lnTo>
                    <a:pt x="213206" y="68535"/>
                  </a:lnTo>
                  <a:lnTo>
                    <a:pt x="215034" y="64227"/>
                  </a:lnTo>
                  <a:lnTo>
                    <a:pt x="216731" y="60180"/>
                  </a:lnTo>
                  <a:cubicBezTo>
                    <a:pt x="218820" y="54827"/>
                    <a:pt x="219864" y="49082"/>
                    <a:pt x="219995" y="43337"/>
                  </a:cubicBezTo>
                  <a:cubicBezTo>
                    <a:pt x="219995" y="42482"/>
                    <a:pt x="219963" y="41630"/>
                    <a:pt x="219900" y="40782"/>
                  </a:cubicBezTo>
                  <a:lnTo>
                    <a:pt x="219900" y="40782"/>
                  </a:lnTo>
                  <a:cubicBezTo>
                    <a:pt x="220164" y="44070"/>
                    <a:pt x="220004" y="47393"/>
                    <a:pt x="219473" y="50649"/>
                  </a:cubicBezTo>
                  <a:cubicBezTo>
                    <a:pt x="219212" y="52215"/>
                    <a:pt x="218820" y="53782"/>
                    <a:pt x="218428" y="55349"/>
                  </a:cubicBezTo>
                  <a:lnTo>
                    <a:pt x="217775" y="57699"/>
                  </a:lnTo>
                  <a:lnTo>
                    <a:pt x="217384" y="58874"/>
                  </a:lnTo>
                  <a:cubicBezTo>
                    <a:pt x="217253" y="59266"/>
                    <a:pt x="217123" y="59657"/>
                    <a:pt x="216992" y="60049"/>
                  </a:cubicBezTo>
                  <a:cubicBezTo>
                    <a:pt x="216339" y="61485"/>
                    <a:pt x="215687" y="63052"/>
                    <a:pt x="215164" y="64619"/>
                  </a:cubicBezTo>
                  <a:lnTo>
                    <a:pt x="213075" y="69319"/>
                  </a:lnTo>
                  <a:cubicBezTo>
                    <a:pt x="207331" y="81853"/>
                    <a:pt x="202630" y="94778"/>
                    <a:pt x="199105" y="107965"/>
                  </a:cubicBezTo>
                  <a:cubicBezTo>
                    <a:pt x="197408" y="114623"/>
                    <a:pt x="196233" y="121543"/>
                    <a:pt x="195841" y="128332"/>
                  </a:cubicBezTo>
                  <a:cubicBezTo>
                    <a:pt x="195189" y="135252"/>
                    <a:pt x="195711" y="142172"/>
                    <a:pt x="195189" y="148308"/>
                  </a:cubicBezTo>
                  <a:cubicBezTo>
                    <a:pt x="195058" y="149744"/>
                    <a:pt x="194927" y="151050"/>
                    <a:pt x="194797" y="152355"/>
                  </a:cubicBezTo>
                  <a:lnTo>
                    <a:pt x="194014" y="156403"/>
                  </a:lnTo>
                  <a:cubicBezTo>
                    <a:pt x="193752" y="158100"/>
                    <a:pt x="193361" y="159797"/>
                    <a:pt x="192969" y="161364"/>
                  </a:cubicBezTo>
                  <a:cubicBezTo>
                    <a:pt x="192708" y="162931"/>
                    <a:pt x="192186" y="164498"/>
                    <a:pt x="191794" y="165803"/>
                  </a:cubicBezTo>
                  <a:cubicBezTo>
                    <a:pt x="191272" y="168675"/>
                    <a:pt x="190358" y="171026"/>
                    <a:pt x="189836" y="172853"/>
                  </a:cubicBezTo>
                  <a:cubicBezTo>
                    <a:pt x="189444" y="174551"/>
                    <a:pt x="189183" y="175726"/>
                    <a:pt x="189574" y="175856"/>
                  </a:cubicBezTo>
                  <a:cubicBezTo>
                    <a:pt x="189593" y="175865"/>
                    <a:pt x="189614" y="175870"/>
                    <a:pt x="189637" y="175870"/>
                  </a:cubicBezTo>
                  <a:cubicBezTo>
                    <a:pt x="189948" y="175870"/>
                    <a:pt x="190710" y="175048"/>
                    <a:pt x="191925" y="172984"/>
                  </a:cubicBezTo>
                  <a:cubicBezTo>
                    <a:pt x="194144" y="169328"/>
                    <a:pt x="195972" y="165542"/>
                    <a:pt x="197278" y="161495"/>
                  </a:cubicBezTo>
                  <a:cubicBezTo>
                    <a:pt x="197800" y="159797"/>
                    <a:pt x="198191" y="158100"/>
                    <a:pt x="198453" y="156403"/>
                  </a:cubicBezTo>
                  <a:cubicBezTo>
                    <a:pt x="198714" y="155358"/>
                    <a:pt x="198844" y="154444"/>
                    <a:pt x="198975" y="153400"/>
                  </a:cubicBezTo>
                  <a:cubicBezTo>
                    <a:pt x="199236" y="152486"/>
                    <a:pt x="199236" y="151441"/>
                    <a:pt x="199366" y="150528"/>
                  </a:cubicBezTo>
                  <a:cubicBezTo>
                    <a:pt x="199628" y="148700"/>
                    <a:pt x="199628" y="147002"/>
                    <a:pt x="199628" y="145827"/>
                  </a:cubicBezTo>
                  <a:lnTo>
                    <a:pt x="199628" y="143869"/>
                  </a:lnTo>
                  <a:cubicBezTo>
                    <a:pt x="199783" y="142934"/>
                    <a:pt x="199960" y="142578"/>
                    <a:pt x="200140" y="142578"/>
                  </a:cubicBezTo>
                  <a:cubicBezTo>
                    <a:pt x="200414" y="142578"/>
                    <a:pt x="200697" y="143396"/>
                    <a:pt x="200933" y="144261"/>
                  </a:cubicBezTo>
                  <a:cubicBezTo>
                    <a:pt x="201064" y="139430"/>
                    <a:pt x="200933" y="134730"/>
                    <a:pt x="201194" y="130030"/>
                  </a:cubicBezTo>
                  <a:cubicBezTo>
                    <a:pt x="201325" y="127679"/>
                    <a:pt x="201455" y="125329"/>
                    <a:pt x="201847" y="122979"/>
                  </a:cubicBezTo>
                  <a:cubicBezTo>
                    <a:pt x="202239" y="120760"/>
                    <a:pt x="202500" y="118410"/>
                    <a:pt x="203022" y="116060"/>
                  </a:cubicBezTo>
                  <a:cubicBezTo>
                    <a:pt x="204850" y="106790"/>
                    <a:pt x="207592" y="97781"/>
                    <a:pt x="210986" y="88903"/>
                  </a:cubicBezTo>
                  <a:cubicBezTo>
                    <a:pt x="212814" y="84464"/>
                    <a:pt x="214511" y="80155"/>
                    <a:pt x="216339" y="75716"/>
                  </a:cubicBezTo>
                  <a:cubicBezTo>
                    <a:pt x="218297" y="71278"/>
                    <a:pt x="220255" y="67101"/>
                    <a:pt x="222083" y="62402"/>
                  </a:cubicBezTo>
                  <a:lnTo>
                    <a:pt x="222083" y="62402"/>
                  </a:lnTo>
                  <a:cubicBezTo>
                    <a:pt x="220255" y="67101"/>
                    <a:pt x="218428" y="71409"/>
                    <a:pt x="216470" y="75847"/>
                  </a:cubicBezTo>
                  <a:cubicBezTo>
                    <a:pt x="214511" y="80155"/>
                    <a:pt x="212814" y="84725"/>
                    <a:pt x="211117" y="89164"/>
                  </a:cubicBezTo>
                  <a:cubicBezTo>
                    <a:pt x="207722" y="98042"/>
                    <a:pt x="204981" y="107312"/>
                    <a:pt x="203153" y="116712"/>
                  </a:cubicBezTo>
                  <a:cubicBezTo>
                    <a:pt x="202761" y="119062"/>
                    <a:pt x="202239" y="121412"/>
                    <a:pt x="202108" y="123763"/>
                  </a:cubicBezTo>
                  <a:cubicBezTo>
                    <a:pt x="201978" y="126113"/>
                    <a:pt x="201586" y="128463"/>
                    <a:pt x="201586" y="130813"/>
                  </a:cubicBezTo>
                  <a:cubicBezTo>
                    <a:pt x="201325" y="135644"/>
                    <a:pt x="201455" y="140474"/>
                    <a:pt x="201325" y="145436"/>
                  </a:cubicBezTo>
                  <a:cubicBezTo>
                    <a:pt x="201466" y="145789"/>
                    <a:pt x="201607" y="146027"/>
                    <a:pt x="201749" y="146027"/>
                  </a:cubicBezTo>
                  <a:cubicBezTo>
                    <a:pt x="201868" y="146027"/>
                    <a:pt x="201988" y="145855"/>
                    <a:pt x="202108" y="145436"/>
                  </a:cubicBezTo>
                  <a:cubicBezTo>
                    <a:pt x="202500" y="142824"/>
                    <a:pt x="202761" y="140344"/>
                    <a:pt x="202761" y="137863"/>
                  </a:cubicBezTo>
                  <a:cubicBezTo>
                    <a:pt x="202892" y="134860"/>
                    <a:pt x="202892" y="130291"/>
                    <a:pt x="203544" y="124546"/>
                  </a:cubicBezTo>
                  <a:cubicBezTo>
                    <a:pt x="204328" y="118018"/>
                    <a:pt x="205633" y="111620"/>
                    <a:pt x="207461" y="105354"/>
                  </a:cubicBezTo>
                  <a:cubicBezTo>
                    <a:pt x="208245" y="101828"/>
                    <a:pt x="209550" y="98303"/>
                    <a:pt x="210725" y="94778"/>
                  </a:cubicBezTo>
                  <a:cubicBezTo>
                    <a:pt x="211770" y="91122"/>
                    <a:pt x="213206" y="87728"/>
                    <a:pt x="214511" y="84333"/>
                  </a:cubicBezTo>
                  <a:cubicBezTo>
                    <a:pt x="215687" y="80939"/>
                    <a:pt x="217253" y="77544"/>
                    <a:pt x="218559" y="74541"/>
                  </a:cubicBezTo>
                  <a:cubicBezTo>
                    <a:pt x="219212" y="72974"/>
                    <a:pt x="219864" y="71408"/>
                    <a:pt x="220517" y="69972"/>
                  </a:cubicBezTo>
                  <a:cubicBezTo>
                    <a:pt x="221170" y="68535"/>
                    <a:pt x="221823" y="67099"/>
                    <a:pt x="222345" y="65663"/>
                  </a:cubicBezTo>
                  <a:cubicBezTo>
                    <a:pt x="226131" y="57568"/>
                    <a:pt x="227829" y="48690"/>
                    <a:pt x="227306" y="39681"/>
                  </a:cubicBezTo>
                  <a:cubicBezTo>
                    <a:pt x="227176" y="38637"/>
                    <a:pt x="227045" y="37462"/>
                    <a:pt x="226784" y="36287"/>
                  </a:cubicBezTo>
                  <a:cubicBezTo>
                    <a:pt x="226654" y="35242"/>
                    <a:pt x="226523" y="34067"/>
                    <a:pt x="226131" y="32892"/>
                  </a:cubicBezTo>
                  <a:cubicBezTo>
                    <a:pt x="224956" y="28453"/>
                    <a:pt x="222998" y="24145"/>
                    <a:pt x="220517" y="20228"/>
                  </a:cubicBezTo>
                  <a:cubicBezTo>
                    <a:pt x="219864" y="19183"/>
                    <a:pt x="219081" y="18400"/>
                    <a:pt x="218298" y="17356"/>
                  </a:cubicBezTo>
                  <a:lnTo>
                    <a:pt x="217253" y="16050"/>
                  </a:lnTo>
                  <a:lnTo>
                    <a:pt x="216078" y="14744"/>
                  </a:lnTo>
                  <a:cubicBezTo>
                    <a:pt x="209550" y="8086"/>
                    <a:pt x="201194" y="3386"/>
                    <a:pt x="192055" y="1297"/>
                  </a:cubicBezTo>
                  <a:cubicBezTo>
                    <a:pt x="188023" y="433"/>
                    <a:pt x="183940" y="1"/>
                    <a:pt x="179863" y="1"/>
                  </a:cubicBezTo>
                  <a:close/>
                </a:path>
              </a:pathLst>
            </a:custGeom>
            <a:solidFill>
              <a:srgbClr val="F0A9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p:cSld name="CUSTOM_20">
    <p:spTree>
      <p:nvGrpSpPr>
        <p:cNvPr id="254" name="Shape 254"/>
        <p:cNvGrpSpPr/>
        <p:nvPr/>
      </p:nvGrpSpPr>
      <p:grpSpPr>
        <a:xfrm>
          <a:off x="0" y="0"/>
          <a:ext cx="0" cy="0"/>
          <a:chOff x="0" y="0"/>
          <a:chExt cx="0" cy="0"/>
        </a:xfrm>
      </p:grpSpPr>
      <p:grpSp>
        <p:nvGrpSpPr>
          <p:cNvPr id="255" name="Google Shape;255;p47"/>
          <p:cNvGrpSpPr/>
          <p:nvPr/>
        </p:nvGrpSpPr>
        <p:grpSpPr>
          <a:xfrm>
            <a:off x="8174113" y="689784"/>
            <a:ext cx="1252756" cy="791730"/>
            <a:chOff x="209625" y="551300"/>
            <a:chExt cx="7170900" cy="4592400"/>
          </a:xfrm>
        </p:grpSpPr>
        <p:sp>
          <p:nvSpPr>
            <p:cNvPr id="256" name="Google Shape;256;p47"/>
            <p:cNvSpPr/>
            <p:nvPr/>
          </p:nvSpPr>
          <p:spPr>
            <a:xfrm>
              <a:off x="838900" y="1811875"/>
              <a:ext cx="238725" cy="180050"/>
            </a:xfrm>
            <a:custGeom>
              <a:rect b="b" l="l" r="r" t="t"/>
              <a:pathLst>
                <a:path extrusionOk="0" h="7202" w="9549">
                  <a:moveTo>
                    <a:pt x="4802" y="0"/>
                  </a:moveTo>
                  <a:cubicBezTo>
                    <a:pt x="1601" y="0"/>
                    <a:pt x="1" y="3825"/>
                    <a:pt x="2252" y="6103"/>
                  </a:cubicBezTo>
                  <a:cubicBezTo>
                    <a:pt x="2930" y="6835"/>
                    <a:pt x="3852" y="7201"/>
                    <a:pt x="4775" y="7201"/>
                  </a:cubicBezTo>
                  <a:cubicBezTo>
                    <a:pt x="5697" y="7201"/>
                    <a:pt x="6619" y="6835"/>
                    <a:pt x="7297" y="6103"/>
                  </a:cubicBezTo>
                  <a:cubicBezTo>
                    <a:pt x="9548" y="3879"/>
                    <a:pt x="7975" y="27"/>
                    <a:pt x="480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47"/>
            <p:cNvSpPr/>
            <p:nvPr/>
          </p:nvSpPr>
          <p:spPr>
            <a:xfrm>
              <a:off x="1469250" y="1182575"/>
              <a:ext cx="238325" cy="179750"/>
            </a:xfrm>
            <a:custGeom>
              <a:rect b="b" l="l" r="r" t="t"/>
              <a:pathLst>
                <a:path extrusionOk="0" h="7190" w="9533">
                  <a:moveTo>
                    <a:pt x="4746" y="1"/>
                  </a:moveTo>
                  <a:cubicBezTo>
                    <a:pt x="1616" y="1"/>
                    <a:pt x="0" y="3761"/>
                    <a:pt x="2182" y="6050"/>
                  </a:cubicBezTo>
                  <a:cubicBezTo>
                    <a:pt x="2859" y="6810"/>
                    <a:pt x="3796" y="7189"/>
                    <a:pt x="4739" y="7189"/>
                  </a:cubicBezTo>
                  <a:cubicBezTo>
                    <a:pt x="5648" y="7189"/>
                    <a:pt x="6562" y="6837"/>
                    <a:pt x="7254" y="6131"/>
                  </a:cubicBezTo>
                  <a:cubicBezTo>
                    <a:pt x="9532" y="3934"/>
                    <a:pt x="8013" y="55"/>
                    <a:pt x="4813" y="1"/>
                  </a:cubicBezTo>
                  <a:cubicBezTo>
                    <a:pt x="4790"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47"/>
            <p:cNvSpPr/>
            <p:nvPr/>
          </p:nvSpPr>
          <p:spPr>
            <a:xfrm>
              <a:off x="2098325" y="551550"/>
              <a:ext cx="239200" cy="180150"/>
            </a:xfrm>
            <a:custGeom>
              <a:rect b="b" l="l" r="r" t="t"/>
              <a:pathLst>
                <a:path extrusionOk="0" h="7206" w="9568">
                  <a:moveTo>
                    <a:pt x="4746" y="0"/>
                  </a:moveTo>
                  <a:cubicBezTo>
                    <a:pt x="3826" y="0"/>
                    <a:pt x="2912" y="366"/>
                    <a:pt x="2244" y="1102"/>
                  </a:cubicBezTo>
                  <a:cubicBezTo>
                    <a:pt x="1" y="3372"/>
                    <a:pt x="1609" y="7205"/>
                    <a:pt x="4787" y="7205"/>
                  </a:cubicBezTo>
                  <a:cubicBezTo>
                    <a:pt x="4798" y="7205"/>
                    <a:pt x="4810" y="7205"/>
                    <a:pt x="4821" y="7205"/>
                  </a:cubicBezTo>
                  <a:cubicBezTo>
                    <a:pt x="7994" y="7151"/>
                    <a:pt x="9568" y="3299"/>
                    <a:pt x="7262" y="1075"/>
                  </a:cubicBezTo>
                  <a:cubicBezTo>
                    <a:pt x="6574" y="360"/>
                    <a:pt x="5657" y="0"/>
                    <a:pt x="474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47"/>
            <p:cNvSpPr/>
            <p:nvPr/>
          </p:nvSpPr>
          <p:spPr>
            <a:xfrm>
              <a:off x="1468850" y="1811875"/>
              <a:ext cx="238725" cy="180050"/>
            </a:xfrm>
            <a:custGeom>
              <a:rect b="b" l="l" r="r" t="t"/>
              <a:pathLst>
                <a:path extrusionOk="0" h="7202" w="9549">
                  <a:moveTo>
                    <a:pt x="4748" y="0"/>
                  </a:moveTo>
                  <a:cubicBezTo>
                    <a:pt x="1574" y="27"/>
                    <a:pt x="1" y="3879"/>
                    <a:pt x="2252" y="6103"/>
                  </a:cubicBezTo>
                  <a:cubicBezTo>
                    <a:pt x="2944" y="6835"/>
                    <a:pt x="3866" y="7201"/>
                    <a:pt x="4788" y="7201"/>
                  </a:cubicBezTo>
                  <a:cubicBezTo>
                    <a:pt x="5710" y="7201"/>
                    <a:pt x="6633" y="6835"/>
                    <a:pt x="7324" y="6103"/>
                  </a:cubicBezTo>
                  <a:cubicBezTo>
                    <a:pt x="9548" y="3825"/>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47"/>
            <p:cNvSpPr/>
            <p:nvPr/>
          </p:nvSpPr>
          <p:spPr>
            <a:xfrm>
              <a:off x="2116450" y="1181050"/>
              <a:ext cx="202775" cy="181225"/>
            </a:xfrm>
            <a:custGeom>
              <a:rect b="b" l="l" r="r" t="t"/>
              <a:pathLst>
                <a:path extrusionOk="0" h="7249" w="8111">
                  <a:moveTo>
                    <a:pt x="4037" y="0"/>
                  </a:moveTo>
                  <a:cubicBezTo>
                    <a:pt x="3213" y="0"/>
                    <a:pt x="2393" y="309"/>
                    <a:pt x="1709" y="930"/>
                  </a:cubicBezTo>
                  <a:cubicBezTo>
                    <a:pt x="163" y="2314"/>
                    <a:pt x="0" y="4429"/>
                    <a:pt x="1356" y="5975"/>
                  </a:cubicBezTo>
                  <a:cubicBezTo>
                    <a:pt x="2109" y="6817"/>
                    <a:pt x="3087" y="7248"/>
                    <a:pt x="4067" y="7248"/>
                  </a:cubicBezTo>
                  <a:cubicBezTo>
                    <a:pt x="4887" y="7248"/>
                    <a:pt x="5709" y="6946"/>
                    <a:pt x="6401" y="6328"/>
                  </a:cubicBezTo>
                  <a:cubicBezTo>
                    <a:pt x="7920" y="4972"/>
                    <a:pt x="8110" y="2775"/>
                    <a:pt x="6754" y="1283"/>
                  </a:cubicBezTo>
                  <a:cubicBezTo>
                    <a:pt x="5990" y="431"/>
                    <a:pt x="5011" y="0"/>
                    <a:pt x="403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47"/>
            <p:cNvSpPr/>
            <p:nvPr/>
          </p:nvSpPr>
          <p:spPr>
            <a:xfrm>
              <a:off x="2747075" y="551300"/>
              <a:ext cx="201425" cy="180975"/>
            </a:xfrm>
            <a:custGeom>
              <a:rect b="b" l="l" r="r" t="t"/>
              <a:pathLst>
                <a:path extrusionOk="0" h="7239" w="8057">
                  <a:moveTo>
                    <a:pt x="4008" y="1"/>
                  </a:moveTo>
                  <a:cubicBezTo>
                    <a:pt x="3158" y="1"/>
                    <a:pt x="2309" y="334"/>
                    <a:pt x="1601" y="1004"/>
                  </a:cubicBezTo>
                  <a:cubicBezTo>
                    <a:pt x="82" y="2414"/>
                    <a:pt x="0" y="4557"/>
                    <a:pt x="1384" y="6049"/>
                  </a:cubicBezTo>
                  <a:cubicBezTo>
                    <a:pt x="2129" y="6837"/>
                    <a:pt x="3086" y="7239"/>
                    <a:pt x="4043" y="7239"/>
                  </a:cubicBezTo>
                  <a:cubicBezTo>
                    <a:pt x="4897" y="7239"/>
                    <a:pt x="5752" y="6918"/>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47"/>
            <p:cNvSpPr/>
            <p:nvPr/>
          </p:nvSpPr>
          <p:spPr>
            <a:xfrm>
              <a:off x="2098125" y="1811875"/>
              <a:ext cx="238725" cy="180550"/>
            </a:xfrm>
            <a:custGeom>
              <a:rect b="b" l="l" r="r" t="t"/>
              <a:pathLst>
                <a:path extrusionOk="0" h="7222" w="9549">
                  <a:moveTo>
                    <a:pt x="4775" y="0"/>
                  </a:moveTo>
                  <a:cubicBezTo>
                    <a:pt x="1601" y="0"/>
                    <a:pt x="1" y="3852"/>
                    <a:pt x="2252" y="6103"/>
                  </a:cubicBezTo>
                  <a:cubicBezTo>
                    <a:pt x="2930" y="6849"/>
                    <a:pt x="3852" y="7222"/>
                    <a:pt x="4775" y="7222"/>
                  </a:cubicBezTo>
                  <a:cubicBezTo>
                    <a:pt x="5697" y="7222"/>
                    <a:pt x="6619" y="6849"/>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47"/>
            <p:cNvSpPr/>
            <p:nvPr/>
          </p:nvSpPr>
          <p:spPr>
            <a:xfrm>
              <a:off x="2728000" y="1181375"/>
              <a:ext cx="238800" cy="179625"/>
            </a:xfrm>
            <a:custGeom>
              <a:rect b="b" l="l" r="r" t="t"/>
              <a:pathLst>
                <a:path extrusionOk="0" h="7185" w="9552">
                  <a:moveTo>
                    <a:pt x="4771" y="1"/>
                  </a:moveTo>
                  <a:cubicBezTo>
                    <a:pt x="3826" y="1"/>
                    <a:pt x="2884" y="381"/>
                    <a:pt x="2201" y="1134"/>
                  </a:cubicBezTo>
                  <a:cubicBezTo>
                    <a:pt x="0" y="3416"/>
                    <a:pt x="1624" y="7184"/>
                    <a:pt x="4759" y="7184"/>
                  </a:cubicBezTo>
                  <a:cubicBezTo>
                    <a:pt x="4792" y="7184"/>
                    <a:pt x="4825" y="7184"/>
                    <a:pt x="4859" y="7183"/>
                  </a:cubicBezTo>
                  <a:cubicBezTo>
                    <a:pt x="8033" y="7129"/>
                    <a:pt x="9551" y="3223"/>
                    <a:pt x="7246" y="1026"/>
                  </a:cubicBezTo>
                  <a:cubicBezTo>
                    <a:pt x="6561" y="340"/>
                    <a:pt x="566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47"/>
            <p:cNvSpPr/>
            <p:nvPr/>
          </p:nvSpPr>
          <p:spPr>
            <a:xfrm>
              <a:off x="3358025" y="551525"/>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6"/>
                    <a:pt x="4738" y="7206"/>
                    <a:pt x="4761" y="7206"/>
                  </a:cubicBezTo>
                  <a:cubicBezTo>
                    <a:pt x="7917" y="7206"/>
                    <a:pt x="9533" y="3420"/>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47"/>
            <p:cNvSpPr/>
            <p:nvPr/>
          </p:nvSpPr>
          <p:spPr>
            <a:xfrm>
              <a:off x="2747075" y="1810525"/>
              <a:ext cx="201425" cy="180975"/>
            </a:xfrm>
            <a:custGeom>
              <a:rect b="b" l="l" r="r" t="t"/>
              <a:pathLst>
                <a:path extrusionOk="0" h="7239" w="8057">
                  <a:moveTo>
                    <a:pt x="4008" y="0"/>
                  </a:moveTo>
                  <a:cubicBezTo>
                    <a:pt x="3158" y="0"/>
                    <a:pt x="2309" y="334"/>
                    <a:pt x="1601" y="1003"/>
                  </a:cubicBezTo>
                  <a:cubicBezTo>
                    <a:pt x="109" y="2414"/>
                    <a:pt x="0" y="4584"/>
                    <a:pt x="1384" y="6048"/>
                  </a:cubicBezTo>
                  <a:cubicBezTo>
                    <a:pt x="2086" y="6837"/>
                    <a:pt x="3060" y="7239"/>
                    <a:pt x="4036" y="7239"/>
                  </a:cubicBezTo>
                  <a:cubicBezTo>
                    <a:pt x="4906" y="7239"/>
                    <a:pt x="5778" y="6918"/>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47"/>
            <p:cNvSpPr/>
            <p:nvPr/>
          </p:nvSpPr>
          <p:spPr>
            <a:xfrm>
              <a:off x="3358025" y="1180950"/>
              <a:ext cx="238150" cy="180725"/>
            </a:xfrm>
            <a:custGeom>
              <a:rect b="b" l="l" r="r" t="t"/>
              <a:pathLst>
                <a:path extrusionOk="0" h="7229" w="9526">
                  <a:moveTo>
                    <a:pt x="4763" y="1"/>
                  </a:moveTo>
                  <a:cubicBezTo>
                    <a:pt x="3897" y="1"/>
                    <a:pt x="3028" y="347"/>
                    <a:pt x="2306" y="1043"/>
                  </a:cubicBezTo>
                  <a:cubicBezTo>
                    <a:pt x="1" y="3240"/>
                    <a:pt x="1493" y="7146"/>
                    <a:pt x="4666" y="7227"/>
                  </a:cubicBezTo>
                  <a:cubicBezTo>
                    <a:pt x="4700" y="7228"/>
                    <a:pt x="4733" y="7228"/>
                    <a:pt x="4767" y="7228"/>
                  </a:cubicBezTo>
                  <a:cubicBezTo>
                    <a:pt x="7902" y="7228"/>
                    <a:pt x="9525" y="3460"/>
                    <a:pt x="7352" y="1178"/>
                  </a:cubicBezTo>
                  <a:cubicBezTo>
                    <a:pt x="6610" y="394"/>
                    <a:pt x="5687" y="1"/>
                    <a:pt x="476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47"/>
            <p:cNvSpPr/>
            <p:nvPr/>
          </p:nvSpPr>
          <p:spPr>
            <a:xfrm>
              <a:off x="3357750" y="1811100"/>
              <a:ext cx="239000" cy="179825"/>
            </a:xfrm>
            <a:custGeom>
              <a:rect b="b" l="l" r="r" t="t"/>
              <a:pathLst>
                <a:path extrusionOk="0" h="7193" w="9560">
                  <a:moveTo>
                    <a:pt x="4786" y="0"/>
                  </a:moveTo>
                  <a:cubicBezTo>
                    <a:pt x="3845" y="0"/>
                    <a:pt x="2903" y="380"/>
                    <a:pt x="2209" y="1143"/>
                  </a:cubicBezTo>
                  <a:cubicBezTo>
                    <a:pt x="0" y="3406"/>
                    <a:pt x="1616" y="7192"/>
                    <a:pt x="4773" y="7192"/>
                  </a:cubicBezTo>
                  <a:cubicBezTo>
                    <a:pt x="4795" y="7192"/>
                    <a:pt x="4818" y="7192"/>
                    <a:pt x="4840" y="7192"/>
                  </a:cubicBezTo>
                  <a:cubicBezTo>
                    <a:pt x="8013"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47"/>
            <p:cNvSpPr/>
            <p:nvPr/>
          </p:nvSpPr>
          <p:spPr>
            <a:xfrm>
              <a:off x="209625" y="552625"/>
              <a:ext cx="238325" cy="180000"/>
            </a:xfrm>
            <a:custGeom>
              <a:rect b="b" l="l" r="r" t="t"/>
              <a:pathLst>
                <a:path extrusionOk="0" h="7200" w="9533">
                  <a:moveTo>
                    <a:pt x="4760" y="1"/>
                  </a:moveTo>
                  <a:cubicBezTo>
                    <a:pt x="4738" y="1"/>
                    <a:pt x="4716" y="1"/>
                    <a:pt x="4693" y="1"/>
                  </a:cubicBezTo>
                  <a:cubicBezTo>
                    <a:pt x="1520" y="55"/>
                    <a:pt x="1" y="3934"/>
                    <a:pt x="2279" y="6131"/>
                  </a:cubicBezTo>
                  <a:cubicBezTo>
                    <a:pt x="2955" y="6847"/>
                    <a:pt x="3857" y="7200"/>
                    <a:pt x="4759" y="7200"/>
                  </a:cubicBezTo>
                  <a:cubicBezTo>
                    <a:pt x="5702" y="7200"/>
                    <a:pt x="6644" y="6813"/>
                    <a:pt x="7324" y="6050"/>
                  </a:cubicBezTo>
                  <a:cubicBezTo>
                    <a:pt x="9533" y="3787"/>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47"/>
            <p:cNvSpPr/>
            <p:nvPr/>
          </p:nvSpPr>
          <p:spPr>
            <a:xfrm>
              <a:off x="210025" y="1182575"/>
              <a:ext cx="238325" cy="179650"/>
            </a:xfrm>
            <a:custGeom>
              <a:rect b="b" l="l" r="r" t="t"/>
              <a:pathLst>
                <a:path extrusionOk="0" h="7186" w="9533">
                  <a:moveTo>
                    <a:pt x="4719" y="1"/>
                  </a:moveTo>
                  <a:cubicBezTo>
                    <a:pt x="1590" y="1"/>
                    <a:pt x="0" y="3787"/>
                    <a:pt x="2209" y="6050"/>
                  </a:cubicBezTo>
                  <a:cubicBezTo>
                    <a:pt x="2896" y="6806"/>
                    <a:pt x="3828" y="7186"/>
                    <a:pt x="4759" y="7186"/>
                  </a:cubicBezTo>
                  <a:cubicBezTo>
                    <a:pt x="5665" y="7186"/>
                    <a:pt x="6572" y="6826"/>
                    <a:pt x="7254" y="6104"/>
                  </a:cubicBezTo>
                  <a:cubicBezTo>
                    <a:pt x="9532" y="3880"/>
                    <a:pt x="7986" y="28"/>
                    <a:pt x="4786" y="1"/>
                  </a:cubicBezTo>
                  <a:cubicBezTo>
                    <a:pt x="4763" y="1"/>
                    <a:pt x="4741" y="1"/>
                    <a:pt x="471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47"/>
            <p:cNvSpPr/>
            <p:nvPr/>
          </p:nvSpPr>
          <p:spPr>
            <a:xfrm>
              <a:off x="839100" y="552650"/>
              <a:ext cx="238525" cy="179800"/>
            </a:xfrm>
            <a:custGeom>
              <a:rect b="b" l="l" r="r" t="t"/>
              <a:pathLst>
                <a:path extrusionOk="0" h="7192" w="9541">
                  <a:moveTo>
                    <a:pt x="4787" y="0"/>
                  </a:moveTo>
                  <a:cubicBezTo>
                    <a:pt x="1609" y="0"/>
                    <a:pt x="1" y="3806"/>
                    <a:pt x="2217" y="6076"/>
                  </a:cubicBezTo>
                  <a:cubicBezTo>
                    <a:pt x="2905" y="6819"/>
                    <a:pt x="3843" y="7192"/>
                    <a:pt x="4778" y="7192"/>
                  </a:cubicBezTo>
                  <a:cubicBezTo>
                    <a:pt x="5687" y="7192"/>
                    <a:pt x="6593" y="6839"/>
                    <a:pt x="7262" y="6130"/>
                  </a:cubicBezTo>
                  <a:cubicBezTo>
                    <a:pt x="9540" y="3906"/>
                    <a:pt x="7994"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47"/>
            <p:cNvSpPr/>
            <p:nvPr/>
          </p:nvSpPr>
          <p:spPr>
            <a:xfrm>
              <a:off x="209825" y="1811850"/>
              <a:ext cx="238525" cy="180325"/>
            </a:xfrm>
            <a:custGeom>
              <a:rect b="b" l="l" r="r" t="t"/>
              <a:pathLst>
                <a:path extrusionOk="0" h="7213" w="9541">
                  <a:moveTo>
                    <a:pt x="4760" y="1"/>
                  </a:moveTo>
                  <a:cubicBezTo>
                    <a:pt x="1609" y="1"/>
                    <a:pt x="1" y="3806"/>
                    <a:pt x="2217" y="6077"/>
                  </a:cubicBezTo>
                  <a:cubicBezTo>
                    <a:pt x="2904" y="6833"/>
                    <a:pt x="3836" y="7213"/>
                    <a:pt x="4767" y="7213"/>
                  </a:cubicBezTo>
                  <a:cubicBezTo>
                    <a:pt x="5673" y="7213"/>
                    <a:pt x="6580" y="6853"/>
                    <a:pt x="7262" y="6131"/>
                  </a:cubicBezTo>
                  <a:cubicBezTo>
                    <a:pt x="9540" y="3907"/>
                    <a:pt x="7994" y="28"/>
                    <a:pt x="4794" y="1"/>
                  </a:cubicBezTo>
                  <a:cubicBezTo>
                    <a:pt x="4783" y="1"/>
                    <a:pt x="4771"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47"/>
            <p:cNvSpPr/>
            <p:nvPr/>
          </p:nvSpPr>
          <p:spPr>
            <a:xfrm>
              <a:off x="857225" y="1181075"/>
              <a:ext cx="201400" cy="181050"/>
            </a:xfrm>
            <a:custGeom>
              <a:rect b="b" l="l" r="r" t="t"/>
              <a:pathLst>
                <a:path extrusionOk="0" h="7242" w="8056">
                  <a:moveTo>
                    <a:pt x="4032" y="1"/>
                  </a:moveTo>
                  <a:cubicBezTo>
                    <a:pt x="3183" y="1"/>
                    <a:pt x="2335" y="327"/>
                    <a:pt x="1628" y="983"/>
                  </a:cubicBezTo>
                  <a:cubicBezTo>
                    <a:pt x="136" y="2394"/>
                    <a:pt x="0" y="4564"/>
                    <a:pt x="1411" y="6056"/>
                  </a:cubicBezTo>
                  <a:cubicBezTo>
                    <a:pt x="2095" y="6840"/>
                    <a:pt x="3057" y="7242"/>
                    <a:pt x="4024" y="7242"/>
                  </a:cubicBezTo>
                  <a:cubicBezTo>
                    <a:pt x="4897" y="7242"/>
                    <a:pt x="5774" y="6914"/>
                    <a:pt x="6456" y="6245"/>
                  </a:cubicBezTo>
                  <a:cubicBezTo>
                    <a:pt x="7975" y="4944"/>
                    <a:pt x="8056" y="2638"/>
                    <a:pt x="6673" y="1200"/>
                  </a:cubicBezTo>
                  <a:cubicBezTo>
                    <a:pt x="5917" y="402"/>
                    <a:pt x="4974" y="1"/>
                    <a:pt x="403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47"/>
            <p:cNvSpPr/>
            <p:nvPr/>
          </p:nvSpPr>
          <p:spPr>
            <a:xfrm>
              <a:off x="1468850" y="551525"/>
              <a:ext cx="238325" cy="180175"/>
            </a:xfrm>
            <a:custGeom>
              <a:rect b="b" l="l" r="r" t="t"/>
              <a:pathLst>
                <a:path extrusionOk="0" h="7207" w="9533">
                  <a:moveTo>
                    <a:pt x="4768" y="1"/>
                  </a:moveTo>
                  <a:cubicBezTo>
                    <a:pt x="3870" y="1"/>
                    <a:pt x="2968" y="347"/>
                    <a:pt x="2279" y="1049"/>
                  </a:cubicBezTo>
                  <a:cubicBezTo>
                    <a:pt x="1" y="3273"/>
                    <a:pt x="1520" y="7152"/>
                    <a:pt x="4720" y="7206"/>
                  </a:cubicBezTo>
                  <a:cubicBezTo>
                    <a:pt x="4743" y="7206"/>
                    <a:pt x="4765" y="7206"/>
                    <a:pt x="4787" y="7206"/>
                  </a:cubicBezTo>
                  <a:cubicBezTo>
                    <a:pt x="7917" y="7206"/>
                    <a:pt x="9533" y="3393"/>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47"/>
            <p:cNvSpPr/>
            <p:nvPr/>
          </p:nvSpPr>
          <p:spPr>
            <a:xfrm>
              <a:off x="3988000" y="1811875"/>
              <a:ext cx="238700" cy="180050"/>
            </a:xfrm>
            <a:custGeom>
              <a:rect b="b" l="l" r="r" t="t"/>
              <a:pathLst>
                <a:path extrusionOk="0" h="7202" w="9548">
                  <a:moveTo>
                    <a:pt x="4801" y="0"/>
                  </a:moveTo>
                  <a:cubicBezTo>
                    <a:pt x="1600" y="0"/>
                    <a:pt x="0" y="3825"/>
                    <a:pt x="2251" y="6103"/>
                  </a:cubicBezTo>
                  <a:cubicBezTo>
                    <a:pt x="2929" y="6835"/>
                    <a:pt x="3852" y="7201"/>
                    <a:pt x="4774" y="7201"/>
                  </a:cubicBezTo>
                  <a:cubicBezTo>
                    <a:pt x="5696" y="7201"/>
                    <a:pt x="6618" y="6835"/>
                    <a:pt x="7296" y="6103"/>
                  </a:cubicBezTo>
                  <a:cubicBezTo>
                    <a:pt x="9548" y="3879"/>
                    <a:pt x="7974"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47"/>
            <p:cNvSpPr/>
            <p:nvPr/>
          </p:nvSpPr>
          <p:spPr>
            <a:xfrm>
              <a:off x="4617650" y="1182575"/>
              <a:ext cx="239000" cy="179750"/>
            </a:xfrm>
            <a:custGeom>
              <a:rect b="b" l="l" r="r" t="t"/>
              <a:pathLst>
                <a:path extrusionOk="0" h="7190" w="9560">
                  <a:moveTo>
                    <a:pt x="4773" y="1"/>
                  </a:moveTo>
                  <a:cubicBezTo>
                    <a:pt x="1643" y="1"/>
                    <a:pt x="1" y="3761"/>
                    <a:pt x="2209" y="6050"/>
                  </a:cubicBezTo>
                  <a:cubicBezTo>
                    <a:pt x="2886" y="6810"/>
                    <a:pt x="3823" y="7189"/>
                    <a:pt x="4763" y="7189"/>
                  </a:cubicBezTo>
                  <a:cubicBezTo>
                    <a:pt x="5668" y="7189"/>
                    <a:pt x="6575" y="6837"/>
                    <a:pt x="7254" y="6131"/>
                  </a:cubicBezTo>
                  <a:cubicBezTo>
                    <a:pt x="9560" y="3934"/>
                    <a:pt x="8014" y="55"/>
                    <a:pt x="4840" y="1"/>
                  </a:cubicBezTo>
                  <a:cubicBezTo>
                    <a:pt x="4818" y="1"/>
                    <a:pt x="479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47"/>
            <p:cNvSpPr/>
            <p:nvPr/>
          </p:nvSpPr>
          <p:spPr>
            <a:xfrm>
              <a:off x="5247400" y="551550"/>
              <a:ext cx="238525" cy="180150"/>
            </a:xfrm>
            <a:custGeom>
              <a:rect b="b" l="l" r="r" t="t"/>
              <a:pathLst>
                <a:path extrusionOk="0" h="7206" w="9541">
                  <a:moveTo>
                    <a:pt x="4742" y="0"/>
                  </a:moveTo>
                  <a:cubicBezTo>
                    <a:pt x="3819" y="0"/>
                    <a:pt x="2898" y="366"/>
                    <a:pt x="2217" y="1102"/>
                  </a:cubicBezTo>
                  <a:cubicBezTo>
                    <a:pt x="1" y="3372"/>
                    <a:pt x="1609" y="7205"/>
                    <a:pt x="4788" y="7205"/>
                  </a:cubicBezTo>
                  <a:cubicBezTo>
                    <a:pt x="4799" y="7205"/>
                    <a:pt x="4810" y="7205"/>
                    <a:pt x="4821" y="7205"/>
                  </a:cubicBezTo>
                  <a:cubicBezTo>
                    <a:pt x="7995" y="7151"/>
                    <a:pt x="9541" y="3299"/>
                    <a:pt x="7262" y="1075"/>
                  </a:cubicBezTo>
                  <a:cubicBezTo>
                    <a:pt x="6574" y="360"/>
                    <a:pt x="5657" y="0"/>
                    <a:pt x="474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47"/>
            <p:cNvSpPr/>
            <p:nvPr/>
          </p:nvSpPr>
          <p:spPr>
            <a:xfrm>
              <a:off x="4617950" y="1811875"/>
              <a:ext cx="238700" cy="180050"/>
            </a:xfrm>
            <a:custGeom>
              <a:rect b="b" l="l" r="r" t="t"/>
              <a:pathLst>
                <a:path extrusionOk="0" h="7202" w="9548">
                  <a:moveTo>
                    <a:pt x="4747" y="0"/>
                  </a:moveTo>
                  <a:cubicBezTo>
                    <a:pt x="1573" y="27"/>
                    <a:pt x="0" y="3879"/>
                    <a:pt x="2251" y="6103"/>
                  </a:cubicBezTo>
                  <a:cubicBezTo>
                    <a:pt x="2943" y="6835"/>
                    <a:pt x="3865" y="7201"/>
                    <a:pt x="4784" y="7201"/>
                  </a:cubicBezTo>
                  <a:cubicBezTo>
                    <a:pt x="5703" y="7201"/>
                    <a:pt x="6618" y="6835"/>
                    <a:pt x="7296" y="6103"/>
                  </a:cubicBezTo>
                  <a:cubicBezTo>
                    <a:pt x="9548" y="3825"/>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47"/>
            <p:cNvSpPr/>
            <p:nvPr/>
          </p:nvSpPr>
          <p:spPr>
            <a:xfrm>
              <a:off x="5265525" y="1181050"/>
              <a:ext cx="202100" cy="181225"/>
            </a:xfrm>
            <a:custGeom>
              <a:rect b="b" l="l" r="r" t="t"/>
              <a:pathLst>
                <a:path extrusionOk="0" h="7249" w="8084">
                  <a:moveTo>
                    <a:pt x="4026" y="0"/>
                  </a:moveTo>
                  <a:cubicBezTo>
                    <a:pt x="3208" y="0"/>
                    <a:pt x="2393" y="309"/>
                    <a:pt x="1709" y="930"/>
                  </a:cubicBezTo>
                  <a:cubicBezTo>
                    <a:pt x="163" y="2314"/>
                    <a:pt x="0" y="4429"/>
                    <a:pt x="1357" y="5975"/>
                  </a:cubicBezTo>
                  <a:cubicBezTo>
                    <a:pt x="2110" y="6817"/>
                    <a:pt x="3087" y="7248"/>
                    <a:pt x="4067" y="7248"/>
                  </a:cubicBezTo>
                  <a:cubicBezTo>
                    <a:pt x="4888" y="7248"/>
                    <a:pt x="5709" y="6946"/>
                    <a:pt x="6402" y="6328"/>
                  </a:cubicBezTo>
                  <a:cubicBezTo>
                    <a:pt x="7893" y="4972"/>
                    <a:pt x="8083" y="2775"/>
                    <a:pt x="6727" y="1283"/>
                  </a:cubicBezTo>
                  <a:cubicBezTo>
                    <a:pt x="5963" y="431"/>
                    <a:pt x="4992"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47"/>
            <p:cNvSpPr/>
            <p:nvPr/>
          </p:nvSpPr>
          <p:spPr>
            <a:xfrm>
              <a:off x="5896150" y="551300"/>
              <a:ext cx="200750" cy="180975"/>
            </a:xfrm>
            <a:custGeom>
              <a:rect b="b" l="l" r="r" t="t"/>
              <a:pathLst>
                <a:path extrusionOk="0" h="7239" w="8030">
                  <a:moveTo>
                    <a:pt x="4008" y="1"/>
                  </a:moveTo>
                  <a:cubicBezTo>
                    <a:pt x="3158" y="1"/>
                    <a:pt x="2309" y="334"/>
                    <a:pt x="1601" y="1004"/>
                  </a:cubicBezTo>
                  <a:cubicBezTo>
                    <a:pt x="82" y="2414"/>
                    <a:pt x="1" y="4557"/>
                    <a:pt x="1384" y="6049"/>
                  </a:cubicBezTo>
                  <a:cubicBezTo>
                    <a:pt x="2129" y="6837"/>
                    <a:pt x="3086" y="7239"/>
                    <a:pt x="4043" y="7239"/>
                  </a:cubicBezTo>
                  <a:cubicBezTo>
                    <a:pt x="4898" y="7239"/>
                    <a:pt x="5752" y="6918"/>
                    <a:pt x="6456" y="6266"/>
                  </a:cubicBezTo>
                  <a:cubicBezTo>
                    <a:pt x="7948" y="4937"/>
                    <a:pt x="8029"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47"/>
            <p:cNvSpPr/>
            <p:nvPr/>
          </p:nvSpPr>
          <p:spPr>
            <a:xfrm>
              <a:off x="5247225" y="1811875"/>
              <a:ext cx="238700" cy="180550"/>
            </a:xfrm>
            <a:custGeom>
              <a:rect b="b" l="l" r="r" t="t"/>
              <a:pathLst>
                <a:path extrusionOk="0" h="7222" w="9548">
                  <a:moveTo>
                    <a:pt x="4774" y="0"/>
                  </a:moveTo>
                  <a:cubicBezTo>
                    <a:pt x="1600" y="0"/>
                    <a:pt x="0" y="3852"/>
                    <a:pt x="2251" y="6103"/>
                  </a:cubicBezTo>
                  <a:cubicBezTo>
                    <a:pt x="2929" y="6849"/>
                    <a:pt x="3852" y="7222"/>
                    <a:pt x="4774" y="7222"/>
                  </a:cubicBezTo>
                  <a:cubicBezTo>
                    <a:pt x="5696" y="7222"/>
                    <a:pt x="6618" y="6849"/>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47"/>
            <p:cNvSpPr/>
            <p:nvPr/>
          </p:nvSpPr>
          <p:spPr>
            <a:xfrm>
              <a:off x="5877750" y="1181150"/>
              <a:ext cx="238125" cy="179850"/>
            </a:xfrm>
            <a:custGeom>
              <a:rect b="b" l="l" r="r" t="t"/>
              <a:pathLst>
                <a:path extrusionOk="0" h="7194" w="9525">
                  <a:moveTo>
                    <a:pt x="4741" y="0"/>
                  </a:moveTo>
                  <a:cubicBezTo>
                    <a:pt x="3797" y="0"/>
                    <a:pt x="2854" y="380"/>
                    <a:pt x="2174" y="1143"/>
                  </a:cubicBezTo>
                  <a:cubicBezTo>
                    <a:pt x="0" y="3425"/>
                    <a:pt x="1597" y="7193"/>
                    <a:pt x="4732" y="7193"/>
                  </a:cubicBezTo>
                  <a:cubicBezTo>
                    <a:pt x="4765" y="7193"/>
                    <a:pt x="4799" y="7193"/>
                    <a:pt x="4832" y="7192"/>
                  </a:cubicBezTo>
                  <a:cubicBezTo>
                    <a:pt x="8006" y="7138"/>
                    <a:pt x="9525" y="3259"/>
                    <a:pt x="7219" y="1035"/>
                  </a:cubicBezTo>
                  <a:cubicBezTo>
                    <a:pt x="6544" y="346"/>
                    <a:pt x="5642" y="0"/>
                    <a:pt x="474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47"/>
            <p:cNvSpPr/>
            <p:nvPr/>
          </p:nvSpPr>
          <p:spPr>
            <a:xfrm>
              <a:off x="6506450" y="551525"/>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6"/>
                    <a:pt x="4765" y="7206"/>
                    <a:pt x="4787" y="7206"/>
                  </a:cubicBezTo>
                  <a:cubicBezTo>
                    <a:pt x="7943" y="7206"/>
                    <a:pt x="9559" y="3420"/>
                    <a:pt x="7351" y="1130"/>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47"/>
            <p:cNvSpPr/>
            <p:nvPr/>
          </p:nvSpPr>
          <p:spPr>
            <a:xfrm>
              <a:off x="5896150" y="1810525"/>
              <a:ext cx="201425" cy="181225"/>
            </a:xfrm>
            <a:custGeom>
              <a:rect b="b" l="l" r="r" t="t"/>
              <a:pathLst>
                <a:path extrusionOk="0" h="7249" w="8057">
                  <a:moveTo>
                    <a:pt x="4008" y="0"/>
                  </a:moveTo>
                  <a:cubicBezTo>
                    <a:pt x="3158" y="0"/>
                    <a:pt x="2309" y="334"/>
                    <a:pt x="1601" y="1003"/>
                  </a:cubicBezTo>
                  <a:cubicBezTo>
                    <a:pt x="109" y="2414"/>
                    <a:pt x="1" y="4584"/>
                    <a:pt x="1384" y="6048"/>
                  </a:cubicBezTo>
                  <a:cubicBezTo>
                    <a:pt x="2083" y="6847"/>
                    <a:pt x="3051" y="7248"/>
                    <a:pt x="4022" y="7248"/>
                  </a:cubicBezTo>
                  <a:cubicBezTo>
                    <a:pt x="4897" y="7248"/>
                    <a:pt x="5774" y="6922"/>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47"/>
            <p:cNvSpPr/>
            <p:nvPr/>
          </p:nvSpPr>
          <p:spPr>
            <a:xfrm>
              <a:off x="6507125" y="1180950"/>
              <a:ext cx="238125" cy="180725"/>
            </a:xfrm>
            <a:custGeom>
              <a:rect b="b" l="l" r="r" t="t"/>
              <a:pathLst>
                <a:path extrusionOk="0" h="7229" w="9525">
                  <a:moveTo>
                    <a:pt x="4753" y="1"/>
                  </a:moveTo>
                  <a:cubicBezTo>
                    <a:pt x="3889" y="1"/>
                    <a:pt x="3028" y="347"/>
                    <a:pt x="2306" y="1043"/>
                  </a:cubicBezTo>
                  <a:cubicBezTo>
                    <a:pt x="0" y="3240"/>
                    <a:pt x="1492" y="7146"/>
                    <a:pt x="4666" y="7227"/>
                  </a:cubicBezTo>
                  <a:cubicBezTo>
                    <a:pt x="4699" y="7228"/>
                    <a:pt x="4732" y="7228"/>
                    <a:pt x="4765" y="7228"/>
                  </a:cubicBezTo>
                  <a:cubicBezTo>
                    <a:pt x="7874" y="7228"/>
                    <a:pt x="9525" y="3460"/>
                    <a:pt x="7351" y="1178"/>
                  </a:cubicBezTo>
                  <a:cubicBezTo>
                    <a:pt x="6595" y="394"/>
                    <a:pt x="5673" y="1"/>
                    <a:pt x="475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47"/>
            <p:cNvSpPr/>
            <p:nvPr/>
          </p:nvSpPr>
          <p:spPr>
            <a:xfrm>
              <a:off x="6506825" y="1811100"/>
              <a:ext cx="239000" cy="179825"/>
            </a:xfrm>
            <a:custGeom>
              <a:rect b="b" l="l" r="r" t="t"/>
              <a:pathLst>
                <a:path extrusionOk="0" h="7193" w="9560">
                  <a:moveTo>
                    <a:pt x="4786" y="0"/>
                  </a:moveTo>
                  <a:cubicBezTo>
                    <a:pt x="3846" y="0"/>
                    <a:pt x="2903" y="380"/>
                    <a:pt x="2209" y="1143"/>
                  </a:cubicBezTo>
                  <a:cubicBezTo>
                    <a:pt x="1" y="3406"/>
                    <a:pt x="1617" y="7192"/>
                    <a:pt x="4773" y="7192"/>
                  </a:cubicBezTo>
                  <a:cubicBezTo>
                    <a:pt x="4795" y="7192"/>
                    <a:pt x="4818" y="7192"/>
                    <a:pt x="4840" y="7192"/>
                  </a:cubicBezTo>
                  <a:cubicBezTo>
                    <a:pt x="8014"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47"/>
            <p:cNvSpPr/>
            <p:nvPr/>
          </p:nvSpPr>
          <p:spPr>
            <a:xfrm>
              <a:off x="3988175" y="552650"/>
              <a:ext cx="238525" cy="179800"/>
            </a:xfrm>
            <a:custGeom>
              <a:rect b="b" l="l" r="r" t="t"/>
              <a:pathLst>
                <a:path extrusionOk="0" h="7192" w="9541">
                  <a:moveTo>
                    <a:pt x="4787" y="0"/>
                  </a:moveTo>
                  <a:cubicBezTo>
                    <a:pt x="1609" y="0"/>
                    <a:pt x="1" y="3806"/>
                    <a:pt x="2217" y="6076"/>
                  </a:cubicBezTo>
                  <a:cubicBezTo>
                    <a:pt x="2905" y="6819"/>
                    <a:pt x="3836" y="7192"/>
                    <a:pt x="4768" y="7192"/>
                  </a:cubicBezTo>
                  <a:cubicBezTo>
                    <a:pt x="5674" y="7192"/>
                    <a:pt x="6580" y="6839"/>
                    <a:pt x="7262" y="6130"/>
                  </a:cubicBezTo>
                  <a:cubicBezTo>
                    <a:pt x="9541" y="3906"/>
                    <a:pt x="7995"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47"/>
            <p:cNvSpPr/>
            <p:nvPr/>
          </p:nvSpPr>
          <p:spPr>
            <a:xfrm>
              <a:off x="4006975" y="1181075"/>
              <a:ext cx="201425" cy="181050"/>
            </a:xfrm>
            <a:custGeom>
              <a:rect b="b" l="l" r="r" t="t"/>
              <a:pathLst>
                <a:path extrusionOk="0" h="7242" w="8057">
                  <a:moveTo>
                    <a:pt x="4006" y="1"/>
                  </a:moveTo>
                  <a:cubicBezTo>
                    <a:pt x="3156" y="1"/>
                    <a:pt x="2308" y="327"/>
                    <a:pt x="1601" y="983"/>
                  </a:cubicBezTo>
                  <a:cubicBezTo>
                    <a:pt x="109" y="2394"/>
                    <a:pt x="0" y="4564"/>
                    <a:pt x="1384" y="6056"/>
                  </a:cubicBezTo>
                  <a:cubicBezTo>
                    <a:pt x="2082" y="6840"/>
                    <a:pt x="3051" y="7242"/>
                    <a:pt x="4021" y="7242"/>
                  </a:cubicBezTo>
                  <a:cubicBezTo>
                    <a:pt x="4897" y="7242"/>
                    <a:pt x="5774" y="6914"/>
                    <a:pt x="6456" y="6245"/>
                  </a:cubicBezTo>
                  <a:cubicBezTo>
                    <a:pt x="7948" y="4944"/>
                    <a:pt x="8056" y="2638"/>
                    <a:pt x="6646" y="1200"/>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47"/>
            <p:cNvSpPr/>
            <p:nvPr/>
          </p:nvSpPr>
          <p:spPr>
            <a:xfrm>
              <a:off x="4617950" y="551525"/>
              <a:ext cx="238325" cy="180175"/>
            </a:xfrm>
            <a:custGeom>
              <a:rect b="b" l="l" r="r" t="t"/>
              <a:pathLst>
                <a:path extrusionOk="0" h="7207" w="9533">
                  <a:moveTo>
                    <a:pt x="4747" y="1"/>
                  </a:moveTo>
                  <a:cubicBezTo>
                    <a:pt x="3849" y="1"/>
                    <a:pt x="2954" y="347"/>
                    <a:pt x="2279" y="1049"/>
                  </a:cubicBezTo>
                  <a:cubicBezTo>
                    <a:pt x="0" y="3273"/>
                    <a:pt x="1519" y="7152"/>
                    <a:pt x="4693" y="7206"/>
                  </a:cubicBezTo>
                  <a:cubicBezTo>
                    <a:pt x="4715" y="7206"/>
                    <a:pt x="4737" y="7206"/>
                    <a:pt x="4759" y="7206"/>
                  </a:cubicBezTo>
                  <a:cubicBezTo>
                    <a:pt x="7916" y="7206"/>
                    <a:pt x="9532" y="3393"/>
                    <a:pt x="7324" y="1130"/>
                  </a:cubicBezTo>
                  <a:cubicBezTo>
                    <a:pt x="6630" y="381"/>
                    <a:pt x="5687" y="1"/>
                    <a:pt x="474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47"/>
            <p:cNvSpPr/>
            <p:nvPr/>
          </p:nvSpPr>
          <p:spPr>
            <a:xfrm>
              <a:off x="2098125" y="3073125"/>
              <a:ext cx="238525" cy="179725"/>
            </a:xfrm>
            <a:custGeom>
              <a:rect b="b" l="l" r="r" t="t"/>
              <a:pathLst>
                <a:path extrusionOk="0" h="7189" w="9541">
                  <a:moveTo>
                    <a:pt x="4759" y="0"/>
                  </a:moveTo>
                  <a:cubicBezTo>
                    <a:pt x="3849" y="0"/>
                    <a:pt x="2937" y="360"/>
                    <a:pt x="2252" y="1085"/>
                  </a:cubicBezTo>
                  <a:cubicBezTo>
                    <a:pt x="1" y="3337"/>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47"/>
            <p:cNvSpPr/>
            <p:nvPr/>
          </p:nvSpPr>
          <p:spPr>
            <a:xfrm>
              <a:off x="2728075" y="2443400"/>
              <a:ext cx="238150" cy="180200"/>
            </a:xfrm>
            <a:custGeom>
              <a:rect b="b" l="l" r="r" t="t"/>
              <a:pathLst>
                <a:path extrusionOk="0" h="7208" w="9526">
                  <a:moveTo>
                    <a:pt x="4761" y="0"/>
                  </a:moveTo>
                  <a:cubicBezTo>
                    <a:pt x="3895" y="0"/>
                    <a:pt x="3028" y="340"/>
                    <a:pt x="2306" y="1022"/>
                  </a:cubicBezTo>
                  <a:cubicBezTo>
                    <a:pt x="1" y="3219"/>
                    <a:pt x="1493" y="7125"/>
                    <a:pt x="4693" y="7206"/>
                  </a:cubicBezTo>
                  <a:cubicBezTo>
                    <a:pt x="4727" y="7207"/>
                    <a:pt x="4760" y="7208"/>
                    <a:pt x="4793" y="7208"/>
                  </a:cubicBezTo>
                  <a:cubicBezTo>
                    <a:pt x="7902" y="7208"/>
                    <a:pt x="9525" y="3439"/>
                    <a:pt x="7351" y="1158"/>
                  </a:cubicBezTo>
                  <a:cubicBezTo>
                    <a:pt x="6609" y="387"/>
                    <a:pt x="5686"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47"/>
            <p:cNvSpPr/>
            <p:nvPr/>
          </p:nvSpPr>
          <p:spPr>
            <a:xfrm>
              <a:off x="839100" y="4963650"/>
              <a:ext cx="238525" cy="179975"/>
            </a:xfrm>
            <a:custGeom>
              <a:rect b="b" l="l" r="r" t="t"/>
              <a:pathLst>
                <a:path extrusionOk="0" h="7199" w="9541">
                  <a:moveTo>
                    <a:pt x="4760" y="0"/>
                  </a:moveTo>
                  <a:cubicBezTo>
                    <a:pt x="1582" y="0"/>
                    <a:pt x="1" y="3833"/>
                    <a:pt x="2244" y="6076"/>
                  </a:cubicBezTo>
                  <a:cubicBezTo>
                    <a:pt x="2925" y="6826"/>
                    <a:pt x="3853" y="7198"/>
                    <a:pt x="4779" y="7198"/>
                  </a:cubicBezTo>
                  <a:cubicBezTo>
                    <a:pt x="5697" y="7198"/>
                    <a:pt x="6614" y="6832"/>
                    <a:pt x="7289" y="6103"/>
                  </a:cubicBezTo>
                  <a:cubicBezTo>
                    <a:pt x="9540" y="3852"/>
                    <a:pt x="7967" y="0"/>
                    <a:pt x="4794"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47"/>
            <p:cNvSpPr/>
            <p:nvPr/>
          </p:nvSpPr>
          <p:spPr>
            <a:xfrm>
              <a:off x="1469250" y="4333675"/>
              <a:ext cx="238325" cy="180100"/>
            </a:xfrm>
            <a:custGeom>
              <a:rect b="b" l="l" r="r" t="t"/>
              <a:pathLst>
                <a:path extrusionOk="0" h="7204" w="9533">
                  <a:moveTo>
                    <a:pt x="4746" y="1"/>
                  </a:moveTo>
                  <a:cubicBezTo>
                    <a:pt x="1616" y="1"/>
                    <a:pt x="0" y="3788"/>
                    <a:pt x="2182" y="6050"/>
                  </a:cubicBezTo>
                  <a:cubicBezTo>
                    <a:pt x="2865" y="6817"/>
                    <a:pt x="3813" y="7204"/>
                    <a:pt x="4765" y="7204"/>
                  </a:cubicBezTo>
                  <a:cubicBezTo>
                    <a:pt x="5665" y="7204"/>
                    <a:pt x="6568" y="6857"/>
                    <a:pt x="7254" y="6159"/>
                  </a:cubicBezTo>
                  <a:cubicBezTo>
                    <a:pt x="9532" y="3934"/>
                    <a:pt x="8013" y="56"/>
                    <a:pt x="4813" y="1"/>
                  </a:cubicBezTo>
                  <a:cubicBezTo>
                    <a:pt x="4791"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47"/>
            <p:cNvSpPr/>
            <p:nvPr/>
          </p:nvSpPr>
          <p:spPr>
            <a:xfrm>
              <a:off x="2098325" y="3702975"/>
              <a:ext cx="239200" cy="179825"/>
            </a:xfrm>
            <a:custGeom>
              <a:rect b="b" l="l" r="r" t="t"/>
              <a:pathLst>
                <a:path extrusionOk="0" h="7193" w="9568">
                  <a:moveTo>
                    <a:pt x="4771" y="1"/>
                  </a:moveTo>
                  <a:cubicBezTo>
                    <a:pt x="3843" y="1"/>
                    <a:pt x="2918" y="374"/>
                    <a:pt x="2244" y="1116"/>
                  </a:cubicBezTo>
                  <a:cubicBezTo>
                    <a:pt x="1" y="3387"/>
                    <a:pt x="1609" y="7192"/>
                    <a:pt x="4787" y="7192"/>
                  </a:cubicBezTo>
                  <a:cubicBezTo>
                    <a:pt x="4798" y="7192"/>
                    <a:pt x="4810" y="7192"/>
                    <a:pt x="4821" y="7192"/>
                  </a:cubicBezTo>
                  <a:cubicBezTo>
                    <a:pt x="7994" y="7165"/>
                    <a:pt x="9568" y="3286"/>
                    <a:pt x="7262" y="1062"/>
                  </a:cubicBezTo>
                  <a:cubicBezTo>
                    <a:pt x="6580" y="353"/>
                    <a:pt x="567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47"/>
            <p:cNvSpPr/>
            <p:nvPr/>
          </p:nvSpPr>
          <p:spPr>
            <a:xfrm>
              <a:off x="2747075" y="3072975"/>
              <a:ext cx="201425" cy="182050"/>
            </a:xfrm>
            <a:custGeom>
              <a:rect b="b" l="l" r="r" t="t"/>
              <a:pathLst>
                <a:path extrusionOk="0" h="7282" w="8057">
                  <a:moveTo>
                    <a:pt x="4005" y="0"/>
                  </a:moveTo>
                  <a:cubicBezTo>
                    <a:pt x="3156" y="0"/>
                    <a:pt x="2308" y="327"/>
                    <a:pt x="1601" y="983"/>
                  </a:cubicBezTo>
                  <a:cubicBezTo>
                    <a:pt x="82" y="2393"/>
                    <a:pt x="0" y="4536"/>
                    <a:pt x="1384" y="6028"/>
                  </a:cubicBezTo>
                  <a:cubicBezTo>
                    <a:pt x="2097" y="6858"/>
                    <a:pt x="3093" y="7282"/>
                    <a:pt x="4092" y="7282"/>
                  </a:cubicBezTo>
                  <a:cubicBezTo>
                    <a:pt x="4954" y="7282"/>
                    <a:pt x="5819" y="6967"/>
                    <a:pt x="6510" y="6326"/>
                  </a:cubicBezTo>
                  <a:cubicBezTo>
                    <a:pt x="8002" y="4970"/>
                    <a:pt x="8056" y="2637"/>
                    <a:pt x="6646" y="1200"/>
                  </a:cubicBezTo>
                  <a:cubicBezTo>
                    <a:pt x="5890" y="401"/>
                    <a:pt x="4947" y="0"/>
                    <a:pt x="400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47"/>
            <p:cNvSpPr/>
            <p:nvPr/>
          </p:nvSpPr>
          <p:spPr>
            <a:xfrm>
              <a:off x="3358025" y="2443400"/>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7"/>
                    <a:pt x="4738" y="7207"/>
                    <a:pt x="4761" y="7207"/>
                  </a:cubicBezTo>
                  <a:cubicBezTo>
                    <a:pt x="7917" y="7207"/>
                    <a:pt x="9533" y="3420"/>
                    <a:pt x="7324" y="1131"/>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47"/>
            <p:cNvSpPr/>
            <p:nvPr/>
          </p:nvSpPr>
          <p:spPr>
            <a:xfrm>
              <a:off x="1468850" y="4962975"/>
              <a:ext cx="238725" cy="180400"/>
            </a:xfrm>
            <a:custGeom>
              <a:rect b="b" l="l" r="r" t="t"/>
              <a:pathLst>
                <a:path extrusionOk="0" h="7216" w="9549">
                  <a:moveTo>
                    <a:pt x="4748" y="0"/>
                  </a:moveTo>
                  <a:cubicBezTo>
                    <a:pt x="1574" y="27"/>
                    <a:pt x="1" y="3879"/>
                    <a:pt x="2252" y="6130"/>
                  </a:cubicBezTo>
                  <a:cubicBezTo>
                    <a:pt x="2937" y="6856"/>
                    <a:pt x="3849" y="7215"/>
                    <a:pt x="4763" y="7215"/>
                  </a:cubicBezTo>
                  <a:cubicBezTo>
                    <a:pt x="5693" y="7215"/>
                    <a:pt x="6626" y="6842"/>
                    <a:pt x="7324" y="6103"/>
                  </a:cubicBezTo>
                  <a:cubicBezTo>
                    <a:pt x="9548" y="3852"/>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47"/>
            <p:cNvSpPr/>
            <p:nvPr/>
          </p:nvSpPr>
          <p:spPr>
            <a:xfrm>
              <a:off x="2116450" y="4332375"/>
              <a:ext cx="202775" cy="181000"/>
            </a:xfrm>
            <a:custGeom>
              <a:rect b="b" l="l" r="r" t="t"/>
              <a:pathLst>
                <a:path extrusionOk="0" h="7240" w="8111">
                  <a:moveTo>
                    <a:pt x="4023" y="1"/>
                  </a:moveTo>
                  <a:cubicBezTo>
                    <a:pt x="3204" y="1"/>
                    <a:pt x="2389" y="303"/>
                    <a:pt x="1709" y="921"/>
                  </a:cubicBezTo>
                  <a:cubicBezTo>
                    <a:pt x="163" y="2305"/>
                    <a:pt x="0" y="4448"/>
                    <a:pt x="1356" y="5966"/>
                  </a:cubicBezTo>
                  <a:cubicBezTo>
                    <a:pt x="2109" y="6808"/>
                    <a:pt x="3087" y="7240"/>
                    <a:pt x="4067" y="7240"/>
                  </a:cubicBezTo>
                  <a:cubicBezTo>
                    <a:pt x="4887" y="7240"/>
                    <a:pt x="5709" y="6937"/>
                    <a:pt x="6401" y="6319"/>
                  </a:cubicBezTo>
                  <a:cubicBezTo>
                    <a:pt x="7920" y="4990"/>
                    <a:pt x="8110" y="2793"/>
                    <a:pt x="6754" y="1274"/>
                  </a:cubicBezTo>
                  <a:cubicBezTo>
                    <a:pt x="5986"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47"/>
            <p:cNvSpPr/>
            <p:nvPr/>
          </p:nvSpPr>
          <p:spPr>
            <a:xfrm>
              <a:off x="2747075" y="3702650"/>
              <a:ext cx="201425" cy="180725"/>
            </a:xfrm>
            <a:custGeom>
              <a:rect b="b" l="l" r="r" t="t"/>
              <a:pathLst>
                <a:path extrusionOk="0" h="7229" w="8057">
                  <a:moveTo>
                    <a:pt x="3994" y="0"/>
                  </a:moveTo>
                  <a:cubicBezTo>
                    <a:pt x="3149" y="0"/>
                    <a:pt x="2305" y="328"/>
                    <a:pt x="1601" y="994"/>
                  </a:cubicBezTo>
                  <a:cubicBezTo>
                    <a:pt x="82" y="2431"/>
                    <a:pt x="0" y="4547"/>
                    <a:pt x="1384" y="6039"/>
                  </a:cubicBezTo>
                  <a:cubicBezTo>
                    <a:pt x="2129" y="6827"/>
                    <a:pt x="3086" y="7229"/>
                    <a:pt x="4043" y="7229"/>
                  </a:cubicBezTo>
                  <a:cubicBezTo>
                    <a:pt x="4897" y="7229"/>
                    <a:pt x="5752" y="6908"/>
                    <a:pt x="6456" y="6256"/>
                  </a:cubicBezTo>
                  <a:cubicBezTo>
                    <a:pt x="7948" y="4954"/>
                    <a:pt x="8056" y="2621"/>
                    <a:pt x="6646" y="1211"/>
                  </a:cubicBezTo>
                  <a:cubicBezTo>
                    <a:pt x="5887" y="409"/>
                    <a:pt x="4939" y="0"/>
                    <a:pt x="39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47"/>
            <p:cNvSpPr/>
            <p:nvPr/>
          </p:nvSpPr>
          <p:spPr>
            <a:xfrm>
              <a:off x="3357750" y="3073100"/>
              <a:ext cx="239000" cy="179750"/>
            </a:xfrm>
            <a:custGeom>
              <a:rect b="b" l="l" r="r" t="t"/>
              <a:pathLst>
                <a:path extrusionOk="0" h="7190" w="9560">
                  <a:moveTo>
                    <a:pt x="4772" y="1"/>
                  </a:moveTo>
                  <a:cubicBezTo>
                    <a:pt x="3836" y="1"/>
                    <a:pt x="2900" y="381"/>
                    <a:pt x="2209" y="1141"/>
                  </a:cubicBezTo>
                  <a:cubicBezTo>
                    <a:pt x="0" y="3403"/>
                    <a:pt x="1616" y="7190"/>
                    <a:pt x="4773" y="7190"/>
                  </a:cubicBezTo>
                  <a:cubicBezTo>
                    <a:pt x="4795" y="7190"/>
                    <a:pt x="4818" y="7190"/>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47"/>
            <p:cNvSpPr/>
            <p:nvPr/>
          </p:nvSpPr>
          <p:spPr>
            <a:xfrm>
              <a:off x="2098125" y="4963650"/>
              <a:ext cx="238725" cy="180050"/>
            </a:xfrm>
            <a:custGeom>
              <a:rect b="b" l="l" r="r" t="t"/>
              <a:pathLst>
                <a:path extrusionOk="0" h="7202" w="9549">
                  <a:moveTo>
                    <a:pt x="4775" y="0"/>
                  </a:moveTo>
                  <a:cubicBezTo>
                    <a:pt x="1601" y="0"/>
                    <a:pt x="1" y="3852"/>
                    <a:pt x="2252" y="6103"/>
                  </a:cubicBezTo>
                  <a:cubicBezTo>
                    <a:pt x="2930" y="6836"/>
                    <a:pt x="3852" y="7202"/>
                    <a:pt x="4775" y="7202"/>
                  </a:cubicBezTo>
                  <a:cubicBezTo>
                    <a:pt x="5697" y="7202"/>
                    <a:pt x="6619" y="6836"/>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47"/>
            <p:cNvSpPr/>
            <p:nvPr/>
          </p:nvSpPr>
          <p:spPr>
            <a:xfrm>
              <a:off x="2728475" y="4332575"/>
              <a:ext cx="238325" cy="180175"/>
            </a:xfrm>
            <a:custGeom>
              <a:rect b="b" l="l" r="r" t="t"/>
              <a:pathLst>
                <a:path extrusionOk="0" h="7207" w="9533">
                  <a:moveTo>
                    <a:pt x="4749" y="1"/>
                  </a:moveTo>
                  <a:cubicBezTo>
                    <a:pt x="3805" y="1"/>
                    <a:pt x="2862" y="381"/>
                    <a:pt x="2182" y="1130"/>
                  </a:cubicBezTo>
                  <a:cubicBezTo>
                    <a:pt x="0" y="3420"/>
                    <a:pt x="1616" y="7207"/>
                    <a:pt x="4773" y="7207"/>
                  </a:cubicBezTo>
                  <a:cubicBezTo>
                    <a:pt x="4795" y="7207"/>
                    <a:pt x="4818" y="7207"/>
                    <a:pt x="4840" y="7206"/>
                  </a:cubicBezTo>
                  <a:cubicBezTo>
                    <a:pt x="8014" y="7125"/>
                    <a:pt x="9532" y="3246"/>
                    <a:pt x="7227" y="1049"/>
                  </a:cubicBezTo>
                  <a:cubicBezTo>
                    <a:pt x="6551"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47"/>
            <p:cNvSpPr/>
            <p:nvPr/>
          </p:nvSpPr>
          <p:spPr>
            <a:xfrm>
              <a:off x="3358025" y="3702975"/>
              <a:ext cx="238325" cy="179825"/>
            </a:xfrm>
            <a:custGeom>
              <a:rect b="b" l="l" r="r" t="t"/>
              <a:pathLst>
                <a:path extrusionOk="0" h="7193" w="9533">
                  <a:moveTo>
                    <a:pt x="4768" y="0"/>
                  </a:moveTo>
                  <a:cubicBezTo>
                    <a:pt x="3870" y="0"/>
                    <a:pt x="2968" y="346"/>
                    <a:pt x="2279" y="1035"/>
                  </a:cubicBezTo>
                  <a:cubicBezTo>
                    <a:pt x="1" y="3259"/>
                    <a:pt x="1520" y="7138"/>
                    <a:pt x="4693" y="7192"/>
                  </a:cubicBezTo>
                  <a:cubicBezTo>
                    <a:pt x="4716" y="7193"/>
                    <a:pt x="4738" y="7193"/>
                    <a:pt x="4761" y="7193"/>
                  </a:cubicBezTo>
                  <a:cubicBezTo>
                    <a:pt x="7917" y="7193"/>
                    <a:pt x="9533" y="3406"/>
                    <a:pt x="7324" y="1144"/>
                  </a:cubicBezTo>
                  <a:cubicBezTo>
                    <a:pt x="6644" y="380"/>
                    <a:pt x="5709" y="0"/>
                    <a:pt x="476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7"/>
            <p:cNvSpPr/>
            <p:nvPr/>
          </p:nvSpPr>
          <p:spPr>
            <a:xfrm>
              <a:off x="2747075" y="4962125"/>
              <a:ext cx="201425" cy="181050"/>
            </a:xfrm>
            <a:custGeom>
              <a:rect b="b" l="l" r="r" t="t"/>
              <a:pathLst>
                <a:path extrusionOk="0" h="7242" w="8057">
                  <a:moveTo>
                    <a:pt x="4005" y="1"/>
                  </a:moveTo>
                  <a:cubicBezTo>
                    <a:pt x="3156" y="1"/>
                    <a:pt x="2308" y="328"/>
                    <a:pt x="1601" y="984"/>
                  </a:cubicBezTo>
                  <a:cubicBezTo>
                    <a:pt x="109" y="2394"/>
                    <a:pt x="0" y="4564"/>
                    <a:pt x="1384" y="6056"/>
                  </a:cubicBezTo>
                  <a:cubicBezTo>
                    <a:pt x="2082" y="6840"/>
                    <a:pt x="3051" y="7242"/>
                    <a:pt x="4021" y="7242"/>
                  </a:cubicBezTo>
                  <a:cubicBezTo>
                    <a:pt x="4897" y="7242"/>
                    <a:pt x="5774" y="6915"/>
                    <a:pt x="6456" y="6246"/>
                  </a:cubicBezTo>
                  <a:cubicBezTo>
                    <a:pt x="7948" y="4944"/>
                    <a:pt x="8056" y="2638"/>
                    <a:pt x="6646" y="1201"/>
                  </a:cubicBezTo>
                  <a:cubicBezTo>
                    <a:pt x="5890" y="402"/>
                    <a:pt x="4947" y="1"/>
                    <a:pt x="400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47"/>
            <p:cNvSpPr/>
            <p:nvPr/>
          </p:nvSpPr>
          <p:spPr>
            <a:xfrm>
              <a:off x="3358025" y="4332300"/>
              <a:ext cx="238150" cy="180475"/>
            </a:xfrm>
            <a:custGeom>
              <a:rect b="b" l="l" r="r" t="t"/>
              <a:pathLst>
                <a:path extrusionOk="0" h="7219" w="9526">
                  <a:moveTo>
                    <a:pt x="4750" y="1"/>
                  </a:moveTo>
                  <a:cubicBezTo>
                    <a:pt x="3888" y="1"/>
                    <a:pt x="3025" y="341"/>
                    <a:pt x="2306" y="1033"/>
                  </a:cubicBezTo>
                  <a:cubicBezTo>
                    <a:pt x="1" y="3230"/>
                    <a:pt x="1493" y="7136"/>
                    <a:pt x="4666" y="7217"/>
                  </a:cubicBezTo>
                  <a:cubicBezTo>
                    <a:pt x="4700" y="7218"/>
                    <a:pt x="4733" y="7218"/>
                    <a:pt x="4767" y="7218"/>
                  </a:cubicBezTo>
                  <a:cubicBezTo>
                    <a:pt x="7902" y="7218"/>
                    <a:pt x="9525" y="3450"/>
                    <a:pt x="7352" y="1169"/>
                  </a:cubicBezTo>
                  <a:cubicBezTo>
                    <a:pt x="6606" y="395"/>
                    <a:pt x="5678" y="1"/>
                    <a:pt x="475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47"/>
            <p:cNvSpPr/>
            <p:nvPr/>
          </p:nvSpPr>
          <p:spPr>
            <a:xfrm>
              <a:off x="3357750" y="4962275"/>
              <a:ext cx="239000" cy="179750"/>
            </a:xfrm>
            <a:custGeom>
              <a:rect b="b" l="l" r="r" t="t"/>
              <a:pathLst>
                <a:path extrusionOk="0" h="7190" w="9560">
                  <a:moveTo>
                    <a:pt x="4772" y="1"/>
                  </a:moveTo>
                  <a:cubicBezTo>
                    <a:pt x="3836" y="1"/>
                    <a:pt x="2900" y="381"/>
                    <a:pt x="2209" y="1140"/>
                  </a:cubicBezTo>
                  <a:cubicBezTo>
                    <a:pt x="0" y="3403"/>
                    <a:pt x="1616" y="7190"/>
                    <a:pt x="4773" y="7190"/>
                  </a:cubicBezTo>
                  <a:cubicBezTo>
                    <a:pt x="4795" y="7190"/>
                    <a:pt x="4818" y="7189"/>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47"/>
            <p:cNvSpPr/>
            <p:nvPr/>
          </p:nvSpPr>
          <p:spPr>
            <a:xfrm>
              <a:off x="229975" y="2443400"/>
              <a:ext cx="198700" cy="179600"/>
            </a:xfrm>
            <a:custGeom>
              <a:rect b="b" l="l" r="r" t="t"/>
              <a:pathLst>
                <a:path extrusionOk="0" h="7184" w="7948">
                  <a:moveTo>
                    <a:pt x="3927" y="0"/>
                  </a:moveTo>
                  <a:cubicBezTo>
                    <a:pt x="3061" y="0"/>
                    <a:pt x="2201" y="340"/>
                    <a:pt x="1492" y="1022"/>
                  </a:cubicBezTo>
                  <a:cubicBezTo>
                    <a:pt x="55" y="2378"/>
                    <a:pt x="1" y="4657"/>
                    <a:pt x="1357" y="6067"/>
                  </a:cubicBezTo>
                  <a:cubicBezTo>
                    <a:pt x="2058" y="6810"/>
                    <a:pt x="3005" y="7184"/>
                    <a:pt x="3956" y="7184"/>
                  </a:cubicBezTo>
                  <a:cubicBezTo>
                    <a:pt x="4844" y="7184"/>
                    <a:pt x="5735" y="6858"/>
                    <a:pt x="6429" y="6203"/>
                  </a:cubicBezTo>
                  <a:lnTo>
                    <a:pt x="6402" y="6203"/>
                  </a:lnTo>
                  <a:cubicBezTo>
                    <a:pt x="7894" y="4874"/>
                    <a:pt x="7948" y="2541"/>
                    <a:pt x="6537" y="1158"/>
                  </a:cubicBezTo>
                  <a:cubicBezTo>
                    <a:pt x="5781" y="387"/>
                    <a:pt x="4851" y="0"/>
                    <a:pt x="392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47"/>
            <p:cNvSpPr/>
            <p:nvPr/>
          </p:nvSpPr>
          <p:spPr>
            <a:xfrm>
              <a:off x="209625" y="3073800"/>
              <a:ext cx="238725" cy="180050"/>
            </a:xfrm>
            <a:custGeom>
              <a:rect b="b" l="l" r="r" t="t"/>
              <a:pathLst>
                <a:path extrusionOk="0" h="7202" w="9549">
                  <a:moveTo>
                    <a:pt x="4775" y="0"/>
                  </a:moveTo>
                  <a:cubicBezTo>
                    <a:pt x="1574" y="0"/>
                    <a:pt x="1" y="3852"/>
                    <a:pt x="2252" y="6103"/>
                  </a:cubicBezTo>
                  <a:cubicBezTo>
                    <a:pt x="2930" y="6836"/>
                    <a:pt x="3852" y="7202"/>
                    <a:pt x="4775" y="7202"/>
                  </a:cubicBezTo>
                  <a:cubicBezTo>
                    <a:pt x="5697" y="7202"/>
                    <a:pt x="6619" y="6836"/>
                    <a:pt x="7297" y="6103"/>
                  </a:cubicBezTo>
                  <a:cubicBezTo>
                    <a:pt x="9548" y="3852"/>
                    <a:pt x="7948"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47"/>
            <p:cNvSpPr/>
            <p:nvPr/>
          </p:nvSpPr>
          <p:spPr>
            <a:xfrm>
              <a:off x="857225" y="2443200"/>
              <a:ext cx="202100" cy="180775"/>
            </a:xfrm>
            <a:custGeom>
              <a:rect b="b" l="l" r="r" t="t"/>
              <a:pathLst>
                <a:path extrusionOk="0" h="7231" w="8084">
                  <a:moveTo>
                    <a:pt x="4034" y="1"/>
                  </a:moveTo>
                  <a:cubicBezTo>
                    <a:pt x="3217" y="1"/>
                    <a:pt x="2401" y="304"/>
                    <a:pt x="1709" y="922"/>
                  </a:cubicBezTo>
                  <a:cubicBezTo>
                    <a:pt x="190" y="2278"/>
                    <a:pt x="0" y="4448"/>
                    <a:pt x="1356" y="5967"/>
                  </a:cubicBezTo>
                  <a:cubicBezTo>
                    <a:pt x="2083" y="6797"/>
                    <a:pt x="3070" y="7231"/>
                    <a:pt x="4063" y="7231"/>
                  </a:cubicBezTo>
                  <a:cubicBezTo>
                    <a:pt x="4886" y="7231"/>
                    <a:pt x="5713" y="6934"/>
                    <a:pt x="6401" y="6319"/>
                  </a:cubicBezTo>
                  <a:cubicBezTo>
                    <a:pt x="7893" y="4990"/>
                    <a:pt x="8083" y="2766"/>
                    <a:pt x="6754" y="1274"/>
                  </a:cubicBezTo>
                  <a:cubicBezTo>
                    <a:pt x="5986" y="433"/>
                    <a:pt x="5010" y="1"/>
                    <a:pt x="403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47"/>
            <p:cNvSpPr/>
            <p:nvPr/>
          </p:nvSpPr>
          <p:spPr>
            <a:xfrm>
              <a:off x="209625" y="3703725"/>
              <a:ext cx="238325" cy="180100"/>
            </a:xfrm>
            <a:custGeom>
              <a:rect b="b" l="l" r="r" t="t"/>
              <a:pathLst>
                <a:path extrusionOk="0" h="7204" w="9533">
                  <a:moveTo>
                    <a:pt x="4760" y="1"/>
                  </a:moveTo>
                  <a:cubicBezTo>
                    <a:pt x="4738" y="1"/>
                    <a:pt x="4716" y="1"/>
                    <a:pt x="4693" y="1"/>
                  </a:cubicBezTo>
                  <a:cubicBezTo>
                    <a:pt x="1520" y="56"/>
                    <a:pt x="1" y="3934"/>
                    <a:pt x="2279" y="6159"/>
                  </a:cubicBezTo>
                  <a:cubicBezTo>
                    <a:pt x="2952" y="6857"/>
                    <a:pt x="3848" y="7204"/>
                    <a:pt x="4745" y="7204"/>
                  </a:cubicBezTo>
                  <a:cubicBezTo>
                    <a:pt x="5693" y="7204"/>
                    <a:pt x="6641" y="6817"/>
                    <a:pt x="7324" y="6050"/>
                  </a:cubicBezTo>
                  <a:cubicBezTo>
                    <a:pt x="9533" y="3788"/>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47"/>
            <p:cNvSpPr/>
            <p:nvPr/>
          </p:nvSpPr>
          <p:spPr>
            <a:xfrm>
              <a:off x="838900" y="3073100"/>
              <a:ext cx="238150" cy="179775"/>
            </a:xfrm>
            <a:custGeom>
              <a:rect b="b" l="l" r="r" t="t"/>
              <a:pathLst>
                <a:path extrusionOk="0" h="7191" w="9526">
                  <a:moveTo>
                    <a:pt x="4788" y="1"/>
                  </a:moveTo>
                  <a:cubicBezTo>
                    <a:pt x="3886" y="1"/>
                    <a:pt x="2985" y="354"/>
                    <a:pt x="2306" y="1059"/>
                  </a:cubicBezTo>
                  <a:cubicBezTo>
                    <a:pt x="1" y="3256"/>
                    <a:pt x="1520" y="7135"/>
                    <a:pt x="4693" y="7189"/>
                  </a:cubicBezTo>
                  <a:cubicBezTo>
                    <a:pt x="4727" y="7190"/>
                    <a:pt x="4760" y="7190"/>
                    <a:pt x="4793" y="7190"/>
                  </a:cubicBezTo>
                  <a:cubicBezTo>
                    <a:pt x="7928" y="7190"/>
                    <a:pt x="9525" y="3395"/>
                    <a:pt x="7351" y="1141"/>
                  </a:cubicBezTo>
                  <a:cubicBezTo>
                    <a:pt x="6661" y="381"/>
                    <a:pt x="5724" y="1"/>
                    <a:pt x="478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47"/>
            <p:cNvSpPr/>
            <p:nvPr/>
          </p:nvSpPr>
          <p:spPr>
            <a:xfrm>
              <a:off x="1468175" y="2443250"/>
              <a:ext cx="239200" cy="180325"/>
            </a:xfrm>
            <a:custGeom>
              <a:rect b="b" l="l" r="r" t="t"/>
              <a:pathLst>
                <a:path extrusionOk="0" h="7213" w="9568">
                  <a:moveTo>
                    <a:pt x="4787" y="1"/>
                  </a:moveTo>
                  <a:cubicBezTo>
                    <a:pt x="3881" y="1"/>
                    <a:pt x="2975" y="360"/>
                    <a:pt x="2306" y="1082"/>
                  </a:cubicBezTo>
                  <a:cubicBezTo>
                    <a:pt x="1" y="3306"/>
                    <a:pt x="1574" y="7185"/>
                    <a:pt x="4747" y="7212"/>
                  </a:cubicBezTo>
                  <a:cubicBezTo>
                    <a:pt x="4759" y="7212"/>
                    <a:pt x="4770" y="7212"/>
                    <a:pt x="4781" y="7212"/>
                  </a:cubicBezTo>
                  <a:cubicBezTo>
                    <a:pt x="7959" y="7212"/>
                    <a:pt x="9567" y="3407"/>
                    <a:pt x="7324" y="1137"/>
                  </a:cubicBezTo>
                  <a:cubicBezTo>
                    <a:pt x="6650" y="380"/>
                    <a:pt x="5719"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47"/>
            <p:cNvSpPr/>
            <p:nvPr/>
          </p:nvSpPr>
          <p:spPr>
            <a:xfrm>
              <a:off x="209825" y="4333700"/>
              <a:ext cx="238525" cy="179800"/>
            </a:xfrm>
            <a:custGeom>
              <a:rect b="b" l="l" r="r" t="t"/>
              <a:pathLst>
                <a:path extrusionOk="0" h="7192" w="9541">
                  <a:moveTo>
                    <a:pt x="4760" y="0"/>
                  </a:moveTo>
                  <a:cubicBezTo>
                    <a:pt x="1609" y="0"/>
                    <a:pt x="1" y="3806"/>
                    <a:pt x="2217" y="6076"/>
                  </a:cubicBezTo>
                  <a:cubicBezTo>
                    <a:pt x="2905" y="6819"/>
                    <a:pt x="3836" y="7192"/>
                    <a:pt x="4768" y="7192"/>
                  </a:cubicBezTo>
                  <a:cubicBezTo>
                    <a:pt x="5674" y="7192"/>
                    <a:pt x="6580" y="6839"/>
                    <a:pt x="7262" y="6130"/>
                  </a:cubicBezTo>
                  <a:cubicBezTo>
                    <a:pt x="9540" y="3906"/>
                    <a:pt x="7994" y="28"/>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47"/>
            <p:cNvSpPr/>
            <p:nvPr/>
          </p:nvSpPr>
          <p:spPr>
            <a:xfrm>
              <a:off x="839100" y="3703750"/>
              <a:ext cx="238525" cy="180325"/>
            </a:xfrm>
            <a:custGeom>
              <a:rect b="b" l="l" r="r" t="t"/>
              <a:pathLst>
                <a:path extrusionOk="0" h="7213" w="9541">
                  <a:moveTo>
                    <a:pt x="4787" y="0"/>
                  </a:moveTo>
                  <a:cubicBezTo>
                    <a:pt x="1609" y="0"/>
                    <a:pt x="1" y="3806"/>
                    <a:pt x="2217" y="6076"/>
                  </a:cubicBezTo>
                  <a:cubicBezTo>
                    <a:pt x="2904" y="6832"/>
                    <a:pt x="3843" y="7212"/>
                    <a:pt x="4778" y="7212"/>
                  </a:cubicBezTo>
                  <a:cubicBezTo>
                    <a:pt x="5687" y="7212"/>
                    <a:pt x="6593" y="6853"/>
                    <a:pt x="7262" y="6130"/>
                  </a:cubicBezTo>
                  <a:cubicBezTo>
                    <a:pt x="9540" y="3906"/>
                    <a:pt x="7994"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7"/>
            <p:cNvSpPr/>
            <p:nvPr/>
          </p:nvSpPr>
          <p:spPr>
            <a:xfrm>
              <a:off x="1487175" y="3072975"/>
              <a:ext cx="200725" cy="180925"/>
            </a:xfrm>
            <a:custGeom>
              <a:rect b="b" l="l" r="r" t="t"/>
              <a:pathLst>
                <a:path extrusionOk="0" h="7237" w="8029">
                  <a:moveTo>
                    <a:pt x="4026" y="0"/>
                  </a:moveTo>
                  <a:cubicBezTo>
                    <a:pt x="3176" y="0"/>
                    <a:pt x="2321" y="327"/>
                    <a:pt x="1600" y="983"/>
                  </a:cubicBezTo>
                  <a:cubicBezTo>
                    <a:pt x="82" y="2393"/>
                    <a:pt x="0" y="4536"/>
                    <a:pt x="1383" y="6028"/>
                  </a:cubicBezTo>
                  <a:cubicBezTo>
                    <a:pt x="2095" y="6827"/>
                    <a:pt x="3088" y="7237"/>
                    <a:pt x="4085" y="7237"/>
                  </a:cubicBezTo>
                  <a:cubicBezTo>
                    <a:pt x="4949" y="7237"/>
                    <a:pt x="5817" y="6929"/>
                    <a:pt x="6510" y="6299"/>
                  </a:cubicBezTo>
                  <a:cubicBezTo>
                    <a:pt x="7975" y="4943"/>
                    <a:pt x="8029" y="2637"/>
                    <a:pt x="6646" y="1200"/>
                  </a:cubicBezTo>
                  <a:cubicBezTo>
                    <a:pt x="5904" y="401"/>
                    <a:pt x="4968"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47"/>
            <p:cNvSpPr/>
            <p:nvPr/>
          </p:nvSpPr>
          <p:spPr>
            <a:xfrm>
              <a:off x="2098125" y="2443175"/>
              <a:ext cx="238525" cy="179725"/>
            </a:xfrm>
            <a:custGeom>
              <a:rect b="b" l="l" r="r" t="t"/>
              <a:pathLst>
                <a:path extrusionOk="0" h="7189" w="9541">
                  <a:moveTo>
                    <a:pt x="4759" y="0"/>
                  </a:moveTo>
                  <a:cubicBezTo>
                    <a:pt x="3849" y="0"/>
                    <a:pt x="2937" y="360"/>
                    <a:pt x="2252" y="1085"/>
                  </a:cubicBezTo>
                  <a:cubicBezTo>
                    <a:pt x="1" y="3309"/>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47"/>
            <p:cNvSpPr/>
            <p:nvPr/>
          </p:nvSpPr>
          <p:spPr>
            <a:xfrm>
              <a:off x="209825" y="4962975"/>
              <a:ext cx="238525" cy="180325"/>
            </a:xfrm>
            <a:custGeom>
              <a:rect b="b" l="l" r="r" t="t"/>
              <a:pathLst>
                <a:path extrusionOk="0" h="7213" w="9541">
                  <a:moveTo>
                    <a:pt x="4760" y="0"/>
                  </a:moveTo>
                  <a:cubicBezTo>
                    <a:pt x="1609" y="0"/>
                    <a:pt x="1" y="3833"/>
                    <a:pt x="2217" y="6076"/>
                  </a:cubicBezTo>
                  <a:cubicBezTo>
                    <a:pt x="2904" y="6832"/>
                    <a:pt x="3836" y="7212"/>
                    <a:pt x="4767" y="7212"/>
                  </a:cubicBezTo>
                  <a:cubicBezTo>
                    <a:pt x="5673" y="7212"/>
                    <a:pt x="6580" y="6853"/>
                    <a:pt x="7262" y="6130"/>
                  </a:cubicBezTo>
                  <a:cubicBezTo>
                    <a:pt x="9540" y="3906"/>
                    <a:pt x="7994" y="55"/>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47"/>
            <p:cNvSpPr/>
            <p:nvPr/>
          </p:nvSpPr>
          <p:spPr>
            <a:xfrm>
              <a:off x="857225" y="4332350"/>
              <a:ext cx="201400" cy="180975"/>
            </a:xfrm>
            <a:custGeom>
              <a:rect b="b" l="l" r="r" t="t"/>
              <a:pathLst>
                <a:path extrusionOk="0" h="7239" w="8056">
                  <a:moveTo>
                    <a:pt x="4035" y="1"/>
                  </a:moveTo>
                  <a:cubicBezTo>
                    <a:pt x="3185" y="1"/>
                    <a:pt x="2336" y="334"/>
                    <a:pt x="1628" y="1004"/>
                  </a:cubicBezTo>
                  <a:cubicBezTo>
                    <a:pt x="136" y="2387"/>
                    <a:pt x="0" y="4557"/>
                    <a:pt x="1411" y="6049"/>
                  </a:cubicBezTo>
                  <a:cubicBezTo>
                    <a:pt x="2098" y="6837"/>
                    <a:pt x="3066" y="7239"/>
                    <a:pt x="4038" y="7239"/>
                  </a:cubicBezTo>
                  <a:cubicBezTo>
                    <a:pt x="4906" y="7239"/>
                    <a:pt x="5777" y="6918"/>
                    <a:pt x="6456" y="6266"/>
                  </a:cubicBezTo>
                  <a:cubicBezTo>
                    <a:pt x="7975" y="4937"/>
                    <a:pt x="8056" y="2631"/>
                    <a:pt x="6673" y="1221"/>
                  </a:cubicBezTo>
                  <a:cubicBezTo>
                    <a:pt x="5918" y="409"/>
                    <a:pt x="4975"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47"/>
            <p:cNvSpPr/>
            <p:nvPr/>
          </p:nvSpPr>
          <p:spPr>
            <a:xfrm>
              <a:off x="1468850" y="3702900"/>
              <a:ext cx="238325" cy="179900"/>
            </a:xfrm>
            <a:custGeom>
              <a:rect b="b" l="l" r="r" t="t"/>
              <a:pathLst>
                <a:path extrusionOk="0" h="7196" w="9533">
                  <a:moveTo>
                    <a:pt x="4780" y="0"/>
                  </a:moveTo>
                  <a:cubicBezTo>
                    <a:pt x="3878" y="0"/>
                    <a:pt x="2971" y="346"/>
                    <a:pt x="2279" y="1038"/>
                  </a:cubicBezTo>
                  <a:cubicBezTo>
                    <a:pt x="1" y="3262"/>
                    <a:pt x="1520" y="7141"/>
                    <a:pt x="4720" y="7195"/>
                  </a:cubicBezTo>
                  <a:cubicBezTo>
                    <a:pt x="4743" y="7196"/>
                    <a:pt x="4765" y="7196"/>
                    <a:pt x="4787" y="7196"/>
                  </a:cubicBezTo>
                  <a:cubicBezTo>
                    <a:pt x="7917" y="7196"/>
                    <a:pt x="9533" y="3409"/>
                    <a:pt x="7324" y="1119"/>
                  </a:cubicBezTo>
                  <a:cubicBezTo>
                    <a:pt x="6647" y="373"/>
                    <a:pt x="5717" y="0"/>
                    <a:pt x="478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47"/>
            <p:cNvSpPr/>
            <p:nvPr/>
          </p:nvSpPr>
          <p:spPr>
            <a:xfrm>
              <a:off x="5247225" y="3073125"/>
              <a:ext cx="239175" cy="179725"/>
            </a:xfrm>
            <a:custGeom>
              <a:rect b="b" l="l" r="r" t="t"/>
              <a:pathLst>
                <a:path extrusionOk="0" h="7189" w="9567">
                  <a:moveTo>
                    <a:pt x="4765" y="0"/>
                  </a:moveTo>
                  <a:cubicBezTo>
                    <a:pt x="3855" y="0"/>
                    <a:pt x="2950" y="360"/>
                    <a:pt x="2278" y="1085"/>
                  </a:cubicBezTo>
                  <a:cubicBezTo>
                    <a:pt x="0" y="3337"/>
                    <a:pt x="1573" y="7188"/>
                    <a:pt x="4774" y="7188"/>
                  </a:cubicBezTo>
                  <a:cubicBezTo>
                    <a:pt x="4785" y="7188"/>
                    <a:pt x="4796" y="7188"/>
                    <a:pt x="4807" y="7188"/>
                  </a:cubicBezTo>
                  <a:cubicBezTo>
                    <a:pt x="7959" y="7188"/>
                    <a:pt x="9567"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47"/>
            <p:cNvSpPr/>
            <p:nvPr/>
          </p:nvSpPr>
          <p:spPr>
            <a:xfrm>
              <a:off x="5877175" y="2443400"/>
              <a:ext cx="238125" cy="180200"/>
            </a:xfrm>
            <a:custGeom>
              <a:rect b="b" l="l" r="r" t="t"/>
              <a:pathLst>
                <a:path extrusionOk="0" h="7208" w="9525">
                  <a:moveTo>
                    <a:pt x="4761" y="0"/>
                  </a:moveTo>
                  <a:cubicBezTo>
                    <a:pt x="3895" y="0"/>
                    <a:pt x="3027" y="340"/>
                    <a:pt x="2306" y="1022"/>
                  </a:cubicBezTo>
                  <a:cubicBezTo>
                    <a:pt x="0" y="3219"/>
                    <a:pt x="1492" y="7125"/>
                    <a:pt x="4665" y="7206"/>
                  </a:cubicBezTo>
                  <a:cubicBezTo>
                    <a:pt x="4699" y="7207"/>
                    <a:pt x="4732" y="7208"/>
                    <a:pt x="4766" y="7208"/>
                  </a:cubicBezTo>
                  <a:cubicBezTo>
                    <a:pt x="7901" y="7208"/>
                    <a:pt x="9525" y="3439"/>
                    <a:pt x="7351" y="1158"/>
                  </a:cubicBezTo>
                  <a:cubicBezTo>
                    <a:pt x="6608" y="387"/>
                    <a:pt x="5685"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47"/>
            <p:cNvSpPr/>
            <p:nvPr/>
          </p:nvSpPr>
          <p:spPr>
            <a:xfrm>
              <a:off x="3988175" y="4963650"/>
              <a:ext cx="238525" cy="179975"/>
            </a:xfrm>
            <a:custGeom>
              <a:rect b="b" l="l" r="r" t="t"/>
              <a:pathLst>
                <a:path extrusionOk="0" h="7199" w="9541">
                  <a:moveTo>
                    <a:pt x="4760" y="0"/>
                  </a:moveTo>
                  <a:cubicBezTo>
                    <a:pt x="1582" y="0"/>
                    <a:pt x="1" y="3833"/>
                    <a:pt x="2244" y="6076"/>
                  </a:cubicBezTo>
                  <a:cubicBezTo>
                    <a:pt x="2926" y="6826"/>
                    <a:pt x="3853" y="7198"/>
                    <a:pt x="4780" y="7198"/>
                  </a:cubicBezTo>
                  <a:cubicBezTo>
                    <a:pt x="5697" y="7198"/>
                    <a:pt x="6614" y="6832"/>
                    <a:pt x="7289" y="6103"/>
                  </a:cubicBezTo>
                  <a:cubicBezTo>
                    <a:pt x="9541" y="3852"/>
                    <a:pt x="7967" y="0"/>
                    <a:pt x="4794" y="0"/>
                  </a:cubicBezTo>
                  <a:cubicBezTo>
                    <a:pt x="4783" y="0"/>
                    <a:pt x="4772"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47"/>
            <p:cNvSpPr/>
            <p:nvPr/>
          </p:nvSpPr>
          <p:spPr>
            <a:xfrm>
              <a:off x="4617650" y="4333675"/>
              <a:ext cx="239000" cy="180100"/>
            </a:xfrm>
            <a:custGeom>
              <a:rect b="b" l="l" r="r" t="t"/>
              <a:pathLst>
                <a:path extrusionOk="0" h="7204" w="9560">
                  <a:moveTo>
                    <a:pt x="4773" y="1"/>
                  </a:moveTo>
                  <a:cubicBezTo>
                    <a:pt x="1643" y="1"/>
                    <a:pt x="1" y="3788"/>
                    <a:pt x="2209" y="6050"/>
                  </a:cubicBezTo>
                  <a:cubicBezTo>
                    <a:pt x="2892" y="6817"/>
                    <a:pt x="3840" y="7204"/>
                    <a:pt x="4788" y="7204"/>
                  </a:cubicBezTo>
                  <a:cubicBezTo>
                    <a:pt x="5685" y="7204"/>
                    <a:pt x="6582" y="6857"/>
                    <a:pt x="7254" y="6159"/>
                  </a:cubicBezTo>
                  <a:cubicBezTo>
                    <a:pt x="9560" y="3934"/>
                    <a:pt x="8014" y="56"/>
                    <a:pt x="4840" y="1"/>
                  </a:cubicBezTo>
                  <a:cubicBezTo>
                    <a:pt x="4818" y="1"/>
                    <a:pt x="4796"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47"/>
            <p:cNvSpPr/>
            <p:nvPr/>
          </p:nvSpPr>
          <p:spPr>
            <a:xfrm>
              <a:off x="5247400" y="3702975"/>
              <a:ext cx="238525" cy="179825"/>
            </a:xfrm>
            <a:custGeom>
              <a:rect b="b" l="l" r="r" t="t"/>
              <a:pathLst>
                <a:path extrusionOk="0" h="7193" w="9541">
                  <a:moveTo>
                    <a:pt x="4768" y="1"/>
                  </a:moveTo>
                  <a:cubicBezTo>
                    <a:pt x="3836" y="1"/>
                    <a:pt x="2905" y="374"/>
                    <a:pt x="2217" y="1116"/>
                  </a:cubicBezTo>
                  <a:cubicBezTo>
                    <a:pt x="1" y="3387"/>
                    <a:pt x="1609" y="7192"/>
                    <a:pt x="4787" y="7192"/>
                  </a:cubicBezTo>
                  <a:cubicBezTo>
                    <a:pt x="4799" y="7192"/>
                    <a:pt x="4810" y="7192"/>
                    <a:pt x="4821" y="7192"/>
                  </a:cubicBezTo>
                  <a:cubicBezTo>
                    <a:pt x="7995" y="7165"/>
                    <a:pt x="9541" y="3286"/>
                    <a:pt x="7262" y="1062"/>
                  </a:cubicBezTo>
                  <a:cubicBezTo>
                    <a:pt x="6580" y="353"/>
                    <a:pt x="5674"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7"/>
            <p:cNvSpPr/>
            <p:nvPr/>
          </p:nvSpPr>
          <p:spPr>
            <a:xfrm>
              <a:off x="5896150" y="3072975"/>
              <a:ext cx="202775" cy="183550"/>
            </a:xfrm>
            <a:custGeom>
              <a:rect b="b" l="l" r="r" t="t"/>
              <a:pathLst>
                <a:path extrusionOk="0" h="7342" w="8111">
                  <a:moveTo>
                    <a:pt x="4006" y="0"/>
                  </a:moveTo>
                  <a:cubicBezTo>
                    <a:pt x="3156" y="0"/>
                    <a:pt x="2308" y="327"/>
                    <a:pt x="1601" y="983"/>
                  </a:cubicBezTo>
                  <a:cubicBezTo>
                    <a:pt x="82" y="2393"/>
                    <a:pt x="1" y="4536"/>
                    <a:pt x="1384" y="6028"/>
                  </a:cubicBezTo>
                  <a:cubicBezTo>
                    <a:pt x="2090" y="6896"/>
                    <a:pt x="3109" y="7341"/>
                    <a:pt x="4135" y="7341"/>
                  </a:cubicBezTo>
                  <a:cubicBezTo>
                    <a:pt x="5000" y="7341"/>
                    <a:pt x="5870" y="7025"/>
                    <a:pt x="6565" y="6380"/>
                  </a:cubicBezTo>
                  <a:cubicBezTo>
                    <a:pt x="8084" y="4997"/>
                    <a:pt x="8111" y="2637"/>
                    <a:pt x="6646" y="1200"/>
                  </a:cubicBezTo>
                  <a:cubicBezTo>
                    <a:pt x="5890" y="401"/>
                    <a:pt x="4947" y="0"/>
                    <a:pt x="400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7"/>
            <p:cNvSpPr/>
            <p:nvPr/>
          </p:nvSpPr>
          <p:spPr>
            <a:xfrm>
              <a:off x="6506450" y="2443400"/>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7"/>
                    <a:pt x="4765" y="7207"/>
                    <a:pt x="4787" y="7207"/>
                  </a:cubicBezTo>
                  <a:cubicBezTo>
                    <a:pt x="7943" y="7207"/>
                    <a:pt x="9559" y="3420"/>
                    <a:pt x="7351" y="1131"/>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7"/>
            <p:cNvSpPr/>
            <p:nvPr/>
          </p:nvSpPr>
          <p:spPr>
            <a:xfrm>
              <a:off x="4617950" y="4962975"/>
              <a:ext cx="238700" cy="180400"/>
            </a:xfrm>
            <a:custGeom>
              <a:rect b="b" l="l" r="r" t="t"/>
              <a:pathLst>
                <a:path extrusionOk="0" h="7216" w="9548">
                  <a:moveTo>
                    <a:pt x="4747" y="0"/>
                  </a:moveTo>
                  <a:cubicBezTo>
                    <a:pt x="1573" y="27"/>
                    <a:pt x="0" y="3879"/>
                    <a:pt x="2251" y="6130"/>
                  </a:cubicBezTo>
                  <a:cubicBezTo>
                    <a:pt x="2937" y="6856"/>
                    <a:pt x="3848" y="7215"/>
                    <a:pt x="4759" y="7215"/>
                  </a:cubicBezTo>
                  <a:cubicBezTo>
                    <a:pt x="5686" y="7215"/>
                    <a:pt x="6612" y="6842"/>
                    <a:pt x="7296" y="6103"/>
                  </a:cubicBezTo>
                  <a:cubicBezTo>
                    <a:pt x="9548" y="3852"/>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47"/>
            <p:cNvSpPr/>
            <p:nvPr/>
          </p:nvSpPr>
          <p:spPr>
            <a:xfrm>
              <a:off x="5265525" y="4332375"/>
              <a:ext cx="202100" cy="181000"/>
            </a:xfrm>
            <a:custGeom>
              <a:rect b="b" l="l" r="r" t="t"/>
              <a:pathLst>
                <a:path extrusionOk="0" h="7240" w="8084">
                  <a:moveTo>
                    <a:pt x="4012" y="1"/>
                  </a:moveTo>
                  <a:cubicBezTo>
                    <a:pt x="3198" y="1"/>
                    <a:pt x="2389" y="303"/>
                    <a:pt x="1709" y="921"/>
                  </a:cubicBezTo>
                  <a:cubicBezTo>
                    <a:pt x="163" y="2305"/>
                    <a:pt x="0" y="4448"/>
                    <a:pt x="1357" y="5966"/>
                  </a:cubicBezTo>
                  <a:cubicBezTo>
                    <a:pt x="2110" y="6808"/>
                    <a:pt x="3087" y="7240"/>
                    <a:pt x="4067" y="7240"/>
                  </a:cubicBezTo>
                  <a:cubicBezTo>
                    <a:pt x="4888" y="7240"/>
                    <a:pt x="5709" y="6937"/>
                    <a:pt x="6402" y="6319"/>
                  </a:cubicBezTo>
                  <a:cubicBezTo>
                    <a:pt x="7893" y="4990"/>
                    <a:pt x="8083" y="2793"/>
                    <a:pt x="6727" y="1274"/>
                  </a:cubicBezTo>
                  <a:cubicBezTo>
                    <a:pt x="5959"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47"/>
            <p:cNvSpPr/>
            <p:nvPr/>
          </p:nvSpPr>
          <p:spPr>
            <a:xfrm>
              <a:off x="5896150" y="3702650"/>
              <a:ext cx="200750" cy="180725"/>
            </a:xfrm>
            <a:custGeom>
              <a:rect b="b" l="l" r="r" t="t"/>
              <a:pathLst>
                <a:path extrusionOk="0" h="7229" w="8030">
                  <a:moveTo>
                    <a:pt x="3995" y="0"/>
                  </a:moveTo>
                  <a:cubicBezTo>
                    <a:pt x="3149" y="0"/>
                    <a:pt x="2305" y="328"/>
                    <a:pt x="1601" y="994"/>
                  </a:cubicBezTo>
                  <a:cubicBezTo>
                    <a:pt x="82" y="2431"/>
                    <a:pt x="1" y="4547"/>
                    <a:pt x="1384" y="6039"/>
                  </a:cubicBezTo>
                  <a:cubicBezTo>
                    <a:pt x="2129" y="6827"/>
                    <a:pt x="3086" y="7229"/>
                    <a:pt x="4043" y="7229"/>
                  </a:cubicBezTo>
                  <a:cubicBezTo>
                    <a:pt x="4898" y="7229"/>
                    <a:pt x="5752" y="6908"/>
                    <a:pt x="6456" y="6256"/>
                  </a:cubicBezTo>
                  <a:cubicBezTo>
                    <a:pt x="7948" y="4954"/>
                    <a:pt x="8029" y="2648"/>
                    <a:pt x="6646" y="1211"/>
                  </a:cubicBezTo>
                  <a:cubicBezTo>
                    <a:pt x="5887" y="409"/>
                    <a:pt x="4940" y="0"/>
                    <a:pt x="399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47"/>
            <p:cNvSpPr/>
            <p:nvPr/>
          </p:nvSpPr>
          <p:spPr>
            <a:xfrm>
              <a:off x="6506825" y="3073100"/>
              <a:ext cx="239000" cy="179750"/>
            </a:xfrm>
            <a:custGeom>
              <a:rect b="b" l="l" r="r" t="t"/>
              <a:pathLst>
                <a:path extrusionOk="0" h="7190" w="9560">
                  <a:moveTo>
                    <a:pt x="4773" y="1"/>
                  </a:moveTo>
                  <a:cubicBezTo>
                    <a:pt x="3837" y="1"/>
                    <a:pt x="2900" y="381"/>
                    <a:pt x="2209" y="1141"/>
                  </a:cubicBezTo>
                  <a:cubicBezTo>
                    <a:pt x="1" y="3403"/>
                    <a:pt x="1617" y="7190"/>
                    <a:pt x="4773" y="7190"/>
                  </a:cubicBezTo>
                  <a:cubicBezTo>
                    <a:pt x="4795" y="7190"/>
                    <a:pt x="4818" y="7190"/>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47"/>
            <p:cNvSpPr/>
            <p:nvPr/>
          </p:nvSpPr>
          <p:spPr>
            <a:xfrm>
              <a:off x="5247225" y="4963650"/>
              <a:ext cx="238700" cy="180050"/>
            </a:xfrm>
            <a:custGeom>
              <a:rect b="b" l="l" r="r" t="t"/>
              <a:pathLst>
                <a:path extrusionOk="0" h="7202" w="9548">
                  <a:moveTo>
                    <a:pt x="4774" y="0"/>
                  </a:moveTo>
                  <a:cubicBezTo>
                    <a:pt x="1600" y="0"/>
                    <a:pt x="0" y="3852"/>
                    <a:pt x="2251" y="6103"/>
                  </a:cubicBezTo>
                  <a:cubicBezTo>
                    <a:pt x="2929" y="6836"/>
                    <a:pt x="3852" y="7202"/>
                    <a:pt x="4774" y="7202"/>
                  </a:cubicBezTo>
                  <a:cubicBezTo>
                    <a:pt x="5696" y="7202"/>
                    <a:pt x="6618" y="6836"/>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47"/>
            <p:cNvSpPr/>
            <p:nvPr/>
          </p:nvSpPr>
          <p:spPr>
            <a:xfrm>
              <a:off x="5877550" y="4332575"/>
              <a:ext cx="238325" cy="180175"/>
            </a:xfrm>
            <a:custGeom>
              <a:rect b="b" l="l" r="r" t="t"/>
              <a:pathLst>
                <a:path extrusionOk="0" h="7207" w="9533">
                  <a:moveTo>
                    <a:pt x="4749" y="1"/>
                  </a:moveTo>
                  <a:cubicBezTo>
                    <a:pt x="3805" y="1"/>
                    <a:pt x="2862" y="381"/>
                    <a:pt x="2182" y="1130"/>
                  </a:cubicBezTo>
                  <a:cubicBezTo>
                    <a:pt x="1" y="3420"/>
                    <a:pt x="1617" y="7207"/>
                    <a:pt x="4773" y="7207"/>
                  </a:cubicBezTo>
                  <a:cubicBezTo>
                    <a:pt x="4795" y="7207"/>
                    <a:pt x="4818" y="7207"/>
                    <a:pt x="4840" y="7206"/>
                  </a:cubicBezTo>
                  <a:cubicBezTo>
                    <a:pt x="8014" y="7125"/>
                    <a:pt x="9533" y="3246"/>
                    <a:pt x="7227" y="1049"/>
                  </a:cubicBezTo>
                  <a:cubicBezTo>
                    <a:pt x="6552"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47"/>
            <p:cNvSpPr/>
            <p:nvPr/>
          </p:nvSpPr>
          <p:spPr>
            <a:xfrm>
              <a:off x="6506450" y="3702975"/>
              <a:ext cx="239000" cy="179825"/>
            </a:xfrm>
            <a:custGeom>
              <a:rect b="b" l="l" r="r" t="t"/>
              <a:pathLst>
                <a:path extrusionOk="0" h="7193" w="9560">
                  <a:moveTo>
                    <a:pt x="4794" y="0"/>
                  </a:moveTo>
                  <a:cubicBezTo>
                    <a:pt x="3897" y="0"/>
                    <a:pt x="2994" y="346"/>
                    <a:pt x="2306" y="1035"/>
                  </a:cubicBezTo>
                  <a:cubicBezTo>
                    <a:pt x="0" y="3259"/>
                    <a:pt x="1546" y="7138"/>
                    <a:pt x="4720" y="7192"/>
                  </a:cubicBezTo>
                  <a:cubicBezTo>
                    <a:pt x="4742" y="7193"/>
                    <a:pt x="4765" y="7193"/>
                    <a:pt x="4787" y="7193"/>
                  </a:cubicBezTo>
                  <a:cubicBezTo>
                    <a:pt x="7943" y="7193"/>
                    <a:pt x="9559" y="3406"/>
                    <a:pt x="7351" y="1144"/>
                  </a:cubicBezTo>
                  <a:cubicBezTo>
                    <a:pt x="6671" y="380"/>
                    <a:pt x="5735" y="0"/>
                    <a:pt x="47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47"/>
            <p:cNvSpPr/>
            <p:nvPr/>
          </p:nvSpPr>
          <p:spPr>
            <a:xfrm>
              <a:off x="5896150" y="4962125"/>
              <a:ext cx="201425" cy="181050"/>
            </a:xfrm>
            <a:custGeom>
              <a:rect b="b" l="l" r="r" t="t"/>
              <a:pathLst>
                <a:path extrusionOk="0" h="7242" w="8057">
                  <a:moveTo>
                    <a:pt x="4006" y="1"/>
                  </a:moveTo>
                  <a:cubicBezTo>
                    <a:pt x="3156" y="1"/>
                    <a:pt x="2308" y="328"/>
                    <a:pt x="1601" y="984"/>
                  </a:cubicBezTo>
                  <a:cubicBezTo>
                    <a:pt x="109" y="2394"/>
                    <a:pt x="1" y="4564"/>
                    <a:pt x="1384" y="6056"/>
                  </a:cubicBezTo>
                  <a:cubicBezTo>
                    <a:pt x="2083" y="6840"/>
                    <a:pt x="3051" y="7242"/>
                    <a:pt x="4021" y="7242"/>
                  </a:cubicBezTo>
                  <a:cubicBezTo>
                    <a:pt x="4897" y="7242"/>
                    <a:pt x="5774" y="6915"/>
                    <a:pt x="6456" y="6246"/>
                  </a:cubicBezTo>
                  <a:cubicBezTo>
                    <a:pt x="7948" y="4944"/>
                    <a:pt x="8056" y="2638"/>
                    <a:pt x="6646" y="1201"/>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47"/>
            <p:cNvSpPr/>
            <p:nvPr/>
          </p:nvSpPr>
          <p:spPr>
            <a:xfrm>
              <a:off x="6507125" y="4332300"/>
              <a:ext cx="238125" cy="180475"/>
            </a:xfrm>
            <a:custGeom>
              <a:rect b="b" l="l" r="r" t="t"/>
              <a:pathLst>
                <a:path extrusionOk="0" h="7219" w="9525">
                  <a:moveTo>
                    <a:pt x="4739" y="1"/>
                  </a:moveTo>
                  <a:cubicBezTo>
                    <a:pt x="3881" y="1"/>
                    <a:pt x="3024" y="341"/>
                    <a:pt x="2306" y="1033"/>
                  </a:cubicBezTo>
                  <a:cubicBezTo>
                    <a:pt x="0" y="3230"/>
                    <a:pt x="1492" y="7136"/>
                    <a:pt x="4666" y="7217"/>
                  </a:cubicBezTo>
                  <a:cubicBezTo>
                    <a:pt x="4699" y="7218"/>
                    <a:pt x="4732" y="7218"/>
                    <a:pt x="4765" y="7218"/>
                  </a:cubicBezTo>
                  <a:cubicBezTo>
                    <a:pt x="7874" y="7218"/>
                    <a:pt x="9525" y="3450"/>
                    <a:pt x="7351" y="1169"/>
                  </a:cubicBezTo>
                  <a:cubicBezTo>
                    <a:pt x="6591" y="395"/>
                    <a:pt x="5664" y="1"/>
                    <a:pt x="473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47"/>
            <p:cNvSpPr/>
            <p:nvPr/>
          </p:nvSpPr>
          <p:spPr>
            <a:xfrm>
              <a:off x="6506825" y="4962275"/>
              <a:ext cx="239000" cy="179750"/>
            </a:xfrm>
            <a:custGeom>
              <a:rect b="b" l="l" r="r" t="t"/>
              <a:pathLst>
                <a:path extrusionOk="0" h="7190" w="9560">
                  <a:moveTo>
                    <a:pt x="4773" y="1"/>
                  </a:moveTo>
                  <a:cubicBezTo>
                    <a:pt x="3837" y="1"/>
                    <a:pt x="2900" y="381"/>
                    <a:pt x="2209" y="1140"/>
                  </a:cubicBezTo>
                  <a:cubicBezTo>
                    <a:pt x="1" y="3403"/>
                    <a:pt x="1617" y="7190"/>
                    <a:pt x="4773" y="7190"/>
                  </a:cubicBezTo>
                  <a:cubicBezTo>
                    <a:pt x="4795" y="7190"/>
                    <a:pt x="4818" y="7189"/>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47"/>
            <p:cNvSpPr/>
            <p:nvPr/>
          </p:nvSpPr>
          <p:spPr>
            <a:xfrm>
              <a:off x="4006300" y="2443200"/>
              <a:ext cx="202100" cy="180775"/>
            </a:xfrm>
            <a:custGeom>
              <a:rect b="b" l="l" r="r" t="t"/>
              <a:pathLst>
                <a:path extrusionOk="0" h="7231" w="8084">
                  <a:moveTo>
                    <a:pt x="4023" y="1"/>
                  </a:moveTo>
                  <a:cubicBezTo>
                    <a:pt x="3204" y="1"/>
                    <a:pt x="2389" y="304"/>
                    <a:pt x="1709" y="922"/>
                  </a:cubicBezTo>
                  <a:cubicBezTo>
                    <a:pt x="190" y="2278"/>
                    <a:pt x="0" y="4448"/>
                    <a:pt x="1329" y="5967"/>
                  </a:cubicBezTo>
                  <a:cubicBezTo>
                    <a:pt x="2056" y="6797"/>
                    <a:pt x="3051" y="7231"/>
                    <a:pt x="4052" y="7231"/>
                  </a:cubicBezTo>
                  <a:cubicBezTo>
                    <a:pt x="4881" y="7231"/>
                    <a:pt x="5714" y="6934"/>
                    <a:pt x="6402" y="6319"/>
                  </a:cubicBezTo>
                  <a:cubicBezTo>
                    <a:pt x="7893" y="4990"/>
                    <a:pt x="8083" y="2766"/>
                    <a:pt x="6754" y="1274"/>
                  </a:cubicBezTo>
                  <a:cubicBezTo>
                    <a:pt x="5987"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47"/>
            <p:cNvSpPr/>
            <p:nvPr/>
          </p:nvSpPr>
          <p:spPr>
            <a:xfrm>
              <a:off x="3988000" y="3073100"/>
              <a:ext cx="238125" cy="179775"/>
            </a:xfrm>
            <a:custGeom>
              <a:rect b="b" l="l" r="r" t="t"/>
              <a:pathLst>
                <a:path extrusionOk="0" h="7191" w="9525">
                  <a:moveTo>
                    <a:pt x="4787" y="1"/>
                  </a:moveTo>
                  <a:cubicBezTo>
                    <a:pt x="3885" y="1"/>
                    <a:pt x="2984" y="354"/>
                    <a:pt x="2306" y="1059"/>
                  </a:cubicBezTo>
                  <a:cubicBezTo>
                    <a:pt x="0" y="3256"/>
                    <a:pt x="1519" y="7135"/>
                    <a:pt x="4692" y="7189"/>
                  </a:cubicBezTo>
                  <a:cubicBezTo>
                    <a:pt x="4726" y="7190"/>
                    <a:pt x="4759" y="7190"/>
                    <a:pt x="4792" y="7190"/>
                  </a:cubicBezTo>
                  <a:cubicBezTo>
                    <a:pt x="7927" y="7190"/>
                    <a:pt x="9525" y="3395"/>
                    <a:pt x="7351" y="1141"/>
                  </a:cubicBezTo>
                  <a:cubicBezTo>
                    <a:pt x="6660" y="381"/>
                    <a:pt x="5723"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47"/>
            <p:cNvSpPr/>
            <p:nvPr/>
          </p:nvSpPr>
          <p:spPr>
            <a:xfrm>
              <a:off x="4617250" y="2443250"/>
              <a:ext cx="239200" cy="180325"/>
            </a:xfrm>
            <a:custGeom>
              <a:rect b="b" l="l" r="r" t="t"/>
              <a:pathLst>
                <a:path extrusionOk="0" h="7213" w="9568">
                  <a:moveTo>
                    <a:pt x="4791" y="1"/>
                  </a:moveTo>
                  <a:cubicBezTo>
                    <a:pt x="3881" y="1"/>
                    <a:pt x="2975" y="360"/>
                    <a:pt x="2307" y="1082"/>
                  </a:cubicBezTo>
                  <a:cubicBezTo>
                    <a:pt x="1" y="3306"/>
                    <a:pt x="1574" y="7185"/>
                    <a:pt x="4748" y="7212"/>
                  </a:cubicBezTo>
                  <a:cubicBezTo>
                    <a:pt x="4759" y="7212"/>
                    <a:pt x="4770" y="7212"/>
                    <a:pt x="4781" y="7212"/>
                  </a:cubicBezTo>
                  <a:cubicBezTo>
                    <a:pt x="7960" y="7212"/>
                    <a:pt x="9568" y="3407"/>
                    <a:pt x="7352" y="1137"/>
                  </a:cubicBezTo>
                  <a:cubicBezTo>
                    <a:pt x="6664" y="380"/>
                    <a:pt x="5726" y="1"/>
                    <a:pt x="479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47"/>
            <p:cNvSpPr/>
            <p:nvPr/>
          </p:nvSpPr>
          <p:spPr>
            <a:xfrm>
              <a:off x="3988175" y="3703750"/>
              <a:ext cx="238525" cy="180325"/>
            </a:xfrm>
            <a:custGeom>
              <a:rect b="b" l="l" r="r" t="t"/>
              <a:pathLst>
                <a:path extrusionOk="0" h="7213" w="9541">
                  <a:moveTo>
                    <a:pt x="4787" y="0"/>
                  </a:moveTo>
                  <a:cubicBezTo>
                    <a:pt x="1609" y="0"/>
                    <a:pt x="1" y="3806"/>
                    <a:pt x="2217" y="6076"/>
                  </a:cubicBezTo>
                  <a:cubicBezTo>
                    <a:pt x="2905" y="6832"/>
                    <a:pt x="3836" y="7212"/>
                    <a:pt x="4767" y="7212"/>
                  </a:cubicBezTo>
                  <a:cubicBezTo>
                    <a:pt x="5674" y="7212"/>
                    <a:pt x="6580" y="6853"/>
                    <a:pt x="7262" y="6130"/>
                  </a:cubicBezTo>
                  <a:cubicBezTo>
                    <a:pt x="9541" y="3906"/>
                    <a:pt x="7995"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47"/>
            <p:cNvSpPr/>
            <p:nvPr/>
          </p:nvSpPr>
          <p:spPr>
            <a:xfrm>
              <a:off x="4636250" y="3072975"/>
              <a:ext cx="201425" cy="180925"/>
            </a:xfrm>
            <a:custGeom>
              <a:rect b="b" l="l" r="r" t="t"/>
              <a:pathLst>
                <a:path extrusionOk="0" h="7237" w="8057">
                  <a:moveTo>
                    <a:pt x="4023" y="0"/>
                  </a:moveTo>
                  <a:cubicBezTo>
                    <a:pt x="3177" y="0"/>
                    <a:pt x="2335" y="327"/>
                    <a:pt x="1628" y="983"/>
                  </a:cubicBezTo>
                  <a:cubicBezTo>
                    <a:pt x="109" y="2393"/>
                    <a:pt x="0" y="4536"/>
                    <a:pt x="1411" y="6028"/>
                  </a:cubicBezTo>
                  <a:cubicBezTo>
                    <a:pt x="2123" y="6827"/>
                    <a:pt x="3107" y="7237"/>
                    <a:pt x="4097" y="7237"/>
                  </a:cubicBezTo>
                  <a:cubicBezTo>
                    <a:pt x="4955" y="7237"/>
                    <a:pt x="5817" y="6929"/>
                    <a:pt x="6510" y="6299"/>
                  </a:cubicBezTo>
                  <a:cubicBezTo>
                    <a:pt x="7975" y="4943"/>
                    <a:pt x="8056" y="2637"/>
                    <a:pt x="6673" y="1200"/>
                  </a:cubicBezTo>
                  <a:cubicBezTo>
                    <a:pt x="5903" y="401"/>
                    <a:pt x="4961" y="0"/>
                    <a:pt x="4023"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47"/>
            <p:cNvSpPr/>
            <p:nvPr/>
          </p:nvSpPr>
          <p:spPr>
            <a:xfrm>
              <a:off x="5247225" y="2443175"/>
              <a:ext cx="238500" cy="179725"/>
            </a:xfrm>
            <a:custGeom>
              <a:rect b="b" l="l" r="r" t="t"/>
              <a:pathLst>
                <a:path extrusionOk="0" h="7189" w="9540">
                  <a:moveTo>
                    <a:pt x="4765" y="0"/>
                  </a:moveTo>
                  <a:cubicBezTo>
                    <a:pt x="3855" y="0"/>
                    <a:pt x="2950" y="360"/>
                    <a:pt x="2278" y="1085"/>
                  </a:cubicBezTo>
                  <a:cubicBezTo>
                    <a:pt x="0" y="3309"/>
                    <a:pt x="1573" y="7188"/>
                    <a:pt x="4774" y="7188"/>
                  </a:cubicBezTo>
                  <a:cubicBezTo>
                    <a:pt x="4785" y="7188"/>
                    <a:pt x="4796" y="7188"/>
                    <a:pt x="4807" y="7188"/>
                  </a:cubicBezTo>
                  <a:cubicBezTo>
                    <a:pt x="7959" y="7188"/>
                    <a:pt x="9540"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47"/>
            <p:cNvSpPr/>
            <p:nvPr/>
          </p:nvSpPr>
          <p:spPr>
            <a:xfrm>
              <a:off x="4006975" y="4332350"/>
              <a:ext cx="201425" cy="181225"/>
            </a:xfrm>
            <a:custGeom>
              <a:rect b="b" l="l" r="r" t="t"/>
              <a:pathLst>
                <a:path extrusionOk="0" h="7249" w="8057">
                  <a:moveTo>
                    <a:pt x="4008" y="1"/>
                  </a:moveTo>
                  <a:cubicBezTo>
                    <a:pt x="3158" y="1"/>
                    <a:pt x="2309" y="334"/>
                    <a:pt x="1601" y="1004"/>
                  </a:cubicBezTo>
                  <a:cubicBezTo>
                    <a:pt x="109" y="2387"/>
                    <a:pt x="0" y="4557"/>
                    <a:pt x="1384" y="6049"/>
                  </a:cubicBezTo>
                  <a:cubicBezTo>
                    <a:pt x="2082" y="6847"/>
                    <a:pt x="3051" y="7249"/>
                    <a:pt x="4021" y="7249"/>
                  </a:cubicBezTo>
                  <a:cubicBezTo>
                    <a:pt x="4897" y="7249"/>
                    <a:pt x="5774" y="6922"/>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47"/>
            <p:cNvSpPr/>
            <p:nvPr/>
          </p:nvSpPr>
          <p:spPr>
            <a:xfrm>
              <a:off x="4617950" y="3702900"/>
              <a:ext cx="238325" cy="179900"/>
            </a:xfrm>
            <a:custGeom>
              <a:rect b="b" l="l" r="r" t="t"/>
              <a:pathLst>
                <a:path extrusionOk="0" h="7196" w="9533">
                  <a:moveTo>
                    <a:pt x="4759" y="0"/>
                  </a:moveTo>
                  <a:cubicBezTo>
                    <a:pt x="3858" y="0"/>
                    <a:pt x="2957" y="346"/>
                    <a:pt x="2279" y="1038"/>
                  </a:cubicBezTo>
                  <a:cubicBezTo>
                    <a:pt x="0" y="3262"/>
                    <a:pt x="1519" y="7141"/>
                    <a:pt x="4693" y="7195"/>
                  </a:cubicBezTo>
                  <a:cubicBezTo>
                    <a:pt x="4715" y="7196"/>
                    <a:pt x="4737" y="7196"/>
                    <a:pt x="4760" y="7196"/>
                  </a:cubicBezTo>
                  <a:cubicBezTo>
                    <a:pt x="7916" y="7196"/>
                    <a:pt x="9532" y="3409"/>
                    <a:pt x="7324" y="1119"/>
                  </a:cubicBezTo>
                  <a:cubicBezTo>
                    <a:pt x="6633" y="373"/>
                    <a:pt x="5695"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47"/>
            <p:cNvSpPr/>
            <p:nvPr/>
          </p:nvSpPr>
          <p:spPr>
            <a:xfrm>
              <a:off x="7141825" y="1811875"/>
              <a:ext cx="238700" cy="180050"/>
            </a:xfrm>
            <a:custGeom>
              <a:rect b="b" l="l" r="r" t="t"/>
              <a:pathLst>
                <a:path extrusionOk="0" h="7202" w="9548">
                  <a:moveTo>
                    <a:pt x="4774" y="0"/>
                  </a:moveTo>
                  <a:cubicBezTo>
                    <a:pt x="1600" y="0"/>
                    <a:pt x="0" y="3825"/>
                    <a:pt x="2224" y="6103"/>
                  </a:cubicBezTo>
                  <a:cubicBezTo>
                    <a:pt x="2902" y="6835"/>
                    <a:pt x="3825" y="7201"/>
                    <a:pt x="4750" y="7201"/>
                  </a:cubicBezTo>
                  <a:cubicBezTo>
                    <a:pt x="5676" y="7201"/>
                    <a:pt x="6605" y="6835"/>
                    <a:pt x="7296" y="6103"/>
                  </a:cubicBezTo>
                  <a:cubicBezTo>
                    <a:pt x="9548" y="3879"/>
                    <a:pt x="7975" y="27"/>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47"/>
            <p:cNvSpPr/>
            <p:nvPr/>
          </p:nvSpPr>
          <p:spPr>
            <a:xfrm>
              <a:off x="7142025" y="552650"/>
              <a:ext cx="238500" cy="179800"/>
            </a:xfrm>
            <a:custGeom>
              <a:rect b="b" l="l" r="r" t="t"/>
              <a:pathLst>
                <a:path extrusionOk="0" h="7192" w="9540">
                  <a:moveTo>
                    <a:pt x="4760" y="0"/>
                  </a:moveTo>
                  <a:cubicBezTo>
                    <a:pt x="1608" y="0"/>
                    <a:pt x="0" y="3806"/>
                    <a:pt x="2216" y="6076"/>
                  </a:cubicBezTo>
                  <a:cubicBezTo>
                    <a:pt x="2904" y="6819"/>
                    <a:pt x="3836" y="7192"/>
                    <a:pt x="4767" y="7192"/>
                  </a:cubicBezTo>
                  <a:cubicBezTo>
                    <a:pt x="5673" y="7192"/>
                    <a:pt x="6579" y="6839"/>
                    <a:pt x="7261" y="6130"/>
                  </a:cubicBezTo>
                  <a:cubicBezTo>
                    <a:pt x="9540" y="3906"/>
                    <a:pt x="7994" y="27"/>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47"/>
            <p:cNvSpPr/>
            <p:nvPr/>
          </p:nvSpPr>
          <p:spPr>
            <a:xfrm>
              <a:off x="7160125" y="1181075"/>
              <a:ext cx="201425" cy="181050"/>
            </a:xfrm>
            <a:custGeom>
              <a:rect b="b" l="l" r="r" t="t"/>
              <a:pathLst>
                <a:path extrusionOk="0" h="7242" w="8057">
                  <a:moveTo>
                    <a:pt x="4033" y="1"/>
                  </a:moveTo>
                  <a:cubicBezTo>
                    <a:pt x="3183" y="1"/>
                    <a:pt x="2336" y="327"/>
                    <a:pt x="1628" y="983"/>
                  </a:cubicBezTo>
                  <a:cubicBezTo>
                    <a:pt x="136" y="2394"/>
                    <a:pt x="1" y="4564"/>
                    <a:pt x="1411" y="6056"/>
                  </a:cubicBezTo>
                  <a:cubicBezTo>
                    <a:pt x="2095" y="6840"/>
                    <a:pt x="3065" y="7242"/>
                    <a:pt x="4035" y="7242"/>
                  </a:cubicBezTo>
                  <a:cubicBezTo>
                    <a:pt x="4910" y="7242"/>
                    <a:pt x="5787" y="6914"/>
                    <a:pt x="6456" y="6245"/>
                  </a:cubicBezTo>
                  <a:cubicBezTo>
                    <a:pt x="7975" y="4944"/>
                    <a:pt x="8056" y="2638"/>
                    <a:pt x="6673" y="1200"/>
                  </a:cubicBezTo>
                  <a:cubicBezTo>
                    <a:pt x="5917" y="402"/>
                    <a:pt x="4974" y="1"/>
                    <a:pt x="403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47"/>
            <p:cNvSpPr/>
            <p:nvPr/>
          </p:nvSpPr>
          <p:spPr>
            <a:xfrm>
              <a:off x="7141825" y="4962975"/>
              <a:ext cx="238700" cy="180150"/>
            </a:xfrm>
            <a:custGeom>
              <a:rect b="b" l="l" r="r" t="t"/>
              <a:pathLst>
                <a:path extrusionOk="0" h="7206" w="9548">
                  <a:moveTo>
                    <a:pt x="4801" y="0"/>
                  </a:moveTo>
                  <a:cubicBezTo>
                    <a:pt x="1600" y="0"/>
                    <a:pt x="0" y="3852"/>
                    <a:pt x="2251" y="6103"/>
                  </a:cubicBezTo>
                  <a:cubicBezTo>
                    <a:pt x="2933" y="6839"/>
                    <a:pt x="3854" y="7205"/>
                    <a:pt x="4777" y="7205"/>
                  </a:cubicBezTo>
                  <a:cubicBezTo>
                    <a:pt x="5691" y="7205"/>
                    <a:pt x="6608" y="6846"/>
                    <a:pt x="7296" y="6130"/>
                  </a:cubicBezTo>
                  <a:cubicBezTo>
                    <a:pt x="9548" y="3879"/>
                    <a:pt x="7975"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47"/>
            <p:cNvSpPr/>
            <p:nvPr/>
          </p:nvSpPr>
          <p:spPr>
            <a:xfrm>
              <a:off x="7160125" y="2443200"/>
              <a:ext cx="202100" cy="180775"/>
            </a:xfrm>
            <a:custGeom>
              <a:rect b="b" l="l" r="r" t="t"/>
              <a:pathLst>
                <a:path extrusionOk="0" h="7231" w="8084">
                  <a:moveTo>
                    <a:pt x="4012" y="1"/>
                  </a:moveTo>
                  <a:cubicBezTo>
                    <a:pt x="3198" y="1"/>
                    <a:pt x="2389" y="304"/>
                    <a:pt x="1709" y="922"/>
                  </a:cubicBezTo>
                  <a:cubicBezTo>
                    <a:pt x="190" y="2278"/>
                    <a:pt x="1" y="4448"/>
                    <a:pt x="1330" y="5967"/>
                  </a:cubicBezTo>
                  <a:cubicBezTo>
                    <a:pt x="2057" y="6797"/>
                    <a:pt x="3051" y="7231"/>
                    <a:pt x="4048" y="7231"/>
                  </a:cubicBezTo>
                  <a:cubicBezTo>
                    <a:pt x="4873" y="7231"/>
                    <a:pt x="5699" y="6934"/>
                    <a:pt x="6375" y="6319"/>
                  </a:cubicBezTo>
                  <a:cubicBezTo>
                    <a:pt x="7894" y="4990"/>
                    <a:pt x="8083" y="2766"/>
                    <a:pt x="6727" y="1274"/>
                  </a:cubicBezTo>
                  <a:cubicBezTo>
                    <a:pt x="5960"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47"/>
            <p:cNvSpPr/>
            <p:nvPr/>
          </p:nvSpPr>
          <p:spPr>
            <a:xfrm>
              <a:off x="7141825" y="3073100"/>
              <a:ext cx="238125" cy="179775"/>
            </a:xfrm>
            <a:custGeom>
              <a:rect b="b" l="l" r="r" t="t"/>
              <a:pathLst>
                <a:path extrusionOk="0" h="7191" w="9525">
                  <a:moveTo>
                    <a:pt x="4781" y="1"/>
                  </a:moveTo>
                  <a:cubicBezTo>
                    <a:pt x="3878" y="1"/>
                    <a:pt x="2971" y="354"/>
                    <a:pt x="2279" y="1059"/>
                  </a:cubicBezTo>
                  <a:cubicBezTo>
                    <a:pt x="0" y="3256"/>
                    <a:pt x="1519" y="7135"/>
                    <a:pt x="4693" y="7189"/>
                  </a:cubicBezTo>
                  <a:cubicBezTo>
                    <a:pt x="4726" y="7190"/>
                    <a:pt x="4759" y="7190"/>
                    <a:pt x="4792" y="7190"/>
                  </a:cubicBezTo>
                  <a:cubicBezTo>
                    <a:pt x="7927" y="7190"/>
                    <a:pt x="9525" y="3395"/>
                    <a:pt x="7324" y="1141"/>
                  </a:cubicBezTo>
                  <a:cubicBezTo>
                    <a:pt x="6647" y="381"/>
                    <a:pt x="5717" y="1"/>
                    <a:pt x="478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47"/>
            <p:cNvSpPr/>
            <p:nvPr/>
          </p:nvSpPr>
          <p:spPr>
            <a:xfrm>
              <a:off x="7142025" y="3703750"/>
              <a:ext cx="238500" cy="180325"/>
            </a:xfrm>
            <a:custGeom>
              <a:rect b="b" l="l" r="r" t="t"/>
              <a:pathLst>
                <a:path extrusionOk="0" h="7213" w="9540">
                  <a:moveTo>
                    <a:pt x="4760" y="0"/>
                  </a:moveTo>
                  <a:cubicBezTo>
                    <a:pt x="1608" y="0"/>
                    <a:pt x="0" y="3806"/>
                    <a:pt x="2216" y="6076"/>
                  </a:cubicBezTo>
                  <a:cubicBezTo>
                    <a:pt x="2904" y="6832"/>
                    <a:pt x="3835" y="7212"/>
                    <a:pt x="4767" y="7212"/>
                  </a:cubicBezTo>
                  <a:cubicBezTo>
                    <a:pt x="5673" y="7212"/>
                    <a:pt x="6579" y="6853"/>
                    <a:pt x="7261" y="6130"/>
                  </a:cubicBezTo>
                  <a:cubicBezTo>
                    <a:pt x="9540" y="3906"/>
                    <a:pt x="7994" y="28"/>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47"/>
            <p:cNvSpPr/>
            <p:nvPr/>
          </p:nvSpPr>
          <p:spPr>
            <a:xfrm>
              <a:off x="7160125" y="4332350"/>
              <a:ext cx="201425" cy="181225"/>
            </a:xfrm>
            <a:custGeom>
              <a:rect b="b" l="l" r="r" t="t"/>
              <a:pathLst>
                <a:path extrusionOk="0" h="7249" w="8057">
                  <a:moveTo>
                    <a:pt x="4035" y="1"/>
                  </a:moveTo>
                  <a:cubicBezTo>
                    <a:pt x="3185" y="1"/>
                    <a:pt x="2336" y="334"/>
                    <a:pt x="1628" y="1004"/>
                  </a:cubicBezTo>
                  <a:cubicBezTo>
                    <a:pt x="136" y="2387"/>
                    <a:pt x="1" y="4557"/>
                    <a:pt x="1411" y="6049"/>
                  </a:cubicBezTo>
                  <a:cubicBezTo>
                    <a:pt x="2095" y="6847"/>
                    <a:pt x="3065" y="7249"/>
                    <a:pt x="4035" y="7249"/>
                  </a:cubicBezTo>
                  <a:cubicBezTo>
                    <a:pt x="4911" y="7249"/>
                    <a:pt x="5787" y="6922"/>
                    <a:pt x="6456" y="6266"/>
                  </a:cubicBezTo>
                  <a:cubicBezTo>
                    <a:pt x="7975" y="4937"/>
                    <a:pt x="8056" y="2631"/>
                    <a:pt x="6673" y="1221"/>
                  </a:cubicBezTo>
                  <a:cubicBezTo>
                    <a:pt x="5918" y="409"/>
                    <a:pt x="4976"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2" name="Google Shape;352;p47"/>
          <p:cNvGrpSpPr/>
          <p:nvPr/>
        </p:nvGrpSpPr>
        <p:grpSpPr>
          <a:xfrm rot="5556588">
            <a:off x="7914726" y="1142278"/>
            <a:ext cx="2841054" cy="2924273"/>
            <a:chOff x="235075" y="777725"/>
            <a:chExt cx="7186900" cy="4132775"/>
          </a:xfrm>
        </p:grpSpPr>
        <p:sp>
          <p:nvSpPr>
            <p:cNvPr id="353" name="Google Shape;353;p47"/>
            <p:cNvSpPr/>
            <p:nvPr/>
          </p:nvSpPr>
          <p:spPr>
            <a:xfrm>
              <a:off x="342575" y="932875"/>
              <a:ext cx="7079400" cy="3826525"/>
            </a:xfrm>
            <a:custGeom>
              <a:rect b="b" l="l" r="r" t="t"/>
              <a:pathLst>
                <a:path extrusionOk="0" h="153061" w="283176">
                  <a:moveTo>
                    <a:pt x="168404" y="0"/>
                  </a:moveTo>
                  <a:cubicBezTo>
                    <a:pt x="157709" y="0"/>
                    <a:pt x="146666" y="1269"/>
                    <a:pt x="137470" y="1958"/>
                  </a:cubicBezTo>
                  <a:cubicBezTo>
                    <a:pt x="99769" y="4776"/>
                    <a:pt x="61970" y="14736"/>
                    <a:pt x="30657" y="36550"/>
                  </a:cubicBezTo>
                  <a:cubicBezTo>
                    <a:pt x="16422" y="46461"/>
                    <a:pt x="2915" y="60284"/>
                    <a:pt x="1336" y="77580"/>
                  </a:cubicBezTo>
                  <a:cubicBezTo>
                    <a:pt x="0" y="92204"/>
                    <a:pt x="7774" y="106560"/>
                    <a:pt x="18778" y="116301"/>
                  </a:cubicBezTo>
                  <a:cubicBezTo>
                    <a:pt x="29807" y="126043"/>
                    <a:pt x="43726" y="131800"/>
                    <a:pt x="57670" y="136415"/>
                  </a:cubicBezTo>
                  <a:cubicBezTo>
                    <a:pt x="91058" y="147472"/>
                    <a:pt x="125903" y="153060"/>
                    <a:pt x="160873" y="153060"/>
                  </a:cubicBezTo>
                  <a:cubicBezTo>
                    <a:pt x="176382" y="153060"/>
                    <a:pt x="191917" y="151961"/>
                    <a:pt x="207359" y="149752"/>
                  </a:cubicBezTo>
                  <a:cubicBezTo>
                    <a:pt x="222226" y="147614"/>
                    <a:pt x="237360" y="144286"/>
                    <a:pt x="249871" y="135929"/>
                  </a:cubicBezTo>
                  <a:cubicBezTo>
                    <a:pt x="275062" y="119095"/>
                    <a:pt x="283175" y="80398"/>
                    <a:pt x="265102" y="56057"/>
                  </a:cubicBezTo>
                  <a:cubicBezTo>
                    <a:pt x="255968" y="43789"/>
                    <a:pt x="242097" y="36137"/>
                    <a:pt x="229125" y="28024"/>
                  </a:cubicBezTo>
                  <a:cubicBezTo>
                    <a:pt x="217003" y="20420"/>
                    <a:pt x="204881" y="7643"/>
                    <a:pt x="191278" y="3027"/>
                  </a:cubicBezTo>
                  <a:cubicBezTo>
                    <a:pt x="184502" y="737"/>
                    <a:pt x="176554" y="0"/>
                    <a:pt x="168404"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47"/>
            <p:cNvSpPr/>
            <p:nvPr/>
          </p:nvSpPr>
          <p:spPr>
            <a:xfrm>
              <a:off x="235075" y="777725"/>
              <a:ext cx="7126775" cy="4132775"/>
            </a:xfrm>
            <a:custGeom>
              <a:rect b="b" l="l" r="r" t="t"/>
              <a:pathLst>
                <a:path extrusionOk="0" h="165311" w="285071">
                  <a:moveTo>
                    <a:pt x="193683" y="2310"/>
                  </a:moveTo>
                  <a:lnTo>
                    <a:pt x="194120" y="2431"/>
                  </a:lnTo>
                  <a:lnTo>
                    <a:pt x="194557" y="2553"/>
                  </a:lnTo>
                  <a:lnTo>
                    <a:pt x="195456" y="2820"/>
                  </a:lnTo>
                  <a:lnTo>
                    <a:pt x="196198" y="3047"/>
                  </a:lnTo>
                  <a:lnTo>
                    <a:pt x="196198" y="3047"/>
                  </a:lnTo>
                  <a:cubicBezTo>
                    <a:pt x="196113" y="3020"/>
                    <a:pt x="196027" y="2993"/>
                    <a:pt x="195942" y="2966"/>
                  </a:cubicBezTo>
                  <a:lnTo>
                    <a:pt x="194825" y="2626"/>
                  </a:lnTo>
                  <a:cubicBezTo>
                    <a:pt x="194436" y="2504"/>
                    <a:pt x="194072" y="2383"/>
                    <a:pt x="193683" y="2310"/>
                  </a:cubicBezTo>
                  <a:close/>
                  <a:moveTo>
                    <a:pt x="196198" y="3047"/>
                  </a:moveTo>
                  <a:cubicBezTo>
                    <a:pt x="196309" y="3081"/>
                    <a:pt x="196421" y="3115"/>
                    <a:pt x="196532" y="3149"/>
                  </a:cubicBezTo>
                  <a:lnTo>
                    <a:pt x="196532" y="3149"/>
                  </a:lnTo>
                  <a:lnTo>
                    <a:pt x="196198" y="3047"/>
                  </a:lnTo>
                  <a:close/>
                  <a:moveTo>
                    <a:pt x="196532" y="3149"/>
                  </a:moveTo>
                  <a:lnTo>
                    <a:pt x="197205" y="3354"/>
                  </a:lnTo>
                  <a:cubicBezTo>
                    <a:pt x="197213" y="3356"/>
                    <a:pt x="197220" y="3358"/>
                    <a:pt x="197228" y="3360"/>
                  </a:cubicBezTo>
                  <a:lnTo>
                    <a:pt x="197228" y="3360"/>
                  </a:lnTo>
                  <a:cubicBezTo>
                    <a:pt x="196996" y="3288"/>
                    <a:pt x="196764" y="3219"/>
                    <a:pt x="196532" y="3149"/>
                  </a:cubicBezTo>
                  <a:close/>
                  <a:moveTo>
                    <a:pt x="197228" y="3360"/>
                  </a:moveTo>
                  <a:lnTo>
                    <a:pt x="197228" y="3360"/>
                  </a:lnTo>
                  <a:cubicBezTo>
                    <a:pt x="197350" y="3398"/>
                    <a:pt x="197472" y="3437"/>
                    <a:pt x="197593" y="3477"/>
                  </a:cubicBezTo>
                  <a:lnTo>
                    <a:pt x="197593" y="3477"/>
                  </a:lnTo>
                  <a:cubicBezTo>
                    <a:pt x="197473" y="3434"/>
                    <a:pt x="197353" y="3392"/>
                    <a:pt x="197228" y="3360"/>
                  </a:cubicBezTo>
                  <a:close/>
                  <a:moveTo>
                    <a:pt x="197593" y="3477"/>
                  </a:moveTo>
                  <a:lnTo>
                    <a:pt x="197593" y="3477"/>
                  </a:lnTo>
                  <a:cubicBezTo>
                    <a:pt x="197745" y="3533"/>
                    <a:pt x="197897" y="3593"/>
                    <a:pt x="198055" y="3646"/>
                  </a:cubicBezTo>
                  <a:lnTo>
                    <a:pt x="198930" y="3986"/>
                  </a:lnTo>
                  <a:cubicBezTo>
                    <a:pt x="199513" y="4205"/>
                    <a:pt x="200096" y="4423"/>
                    <a:pt x="200655" y="4666"/>
                  </a:cubicBezTo>
                  <a:cubicBezTo>
                    <a:pt x="200971" y="4803"/>
                    <a:pt x="201287" y="4943"/>
                    <a:pt x="201601" y="5085"/>
                  </a:cubicBezTo>
                  <a:lnTo>
                    <a:pt x="201601" y="5085"/>
                  </a:lnTo>
                  <a:lnTo>
                    <a:pt x="200412" y="4545"/>
                  </a:lnTo>
                  <a:lnTo>
                    <a:pt x="198201" y="3694"/>
                  </a:lnTo>
                  <a:cubicBezTo>
                    <a:pt x="197999" y="3616"/>
                    <a:pt x="197796" y="3545"/>
                    <a:pt x="197593" y="3477"/>
                  </a:cubicBezTo>
                  <a:close/>
                  <a:moveTo>
                    <a:pt x="201601" y="5085"/>
                  </a:moveTo>
                  <a:lnTo>
                    <a:pt x="201792" y="5172"/>
                  </a:lnTo>
                  <a:lnTo>
                    <a:pt x="201792" y="5172"/>
                  </a:lnTo>
                  <a:cubicBezTo>
                    <a:pt x="201728" y="5143"/>
                    <a:pt x="201665" y="5114"/>
                    <a:pt x="201601" y="5085"/>
                  </a:cubicBezTo>
                  <a:close/>
                  <a:moveTo>
                    <a:pt x="201792" y="5172"/>
                  </a:moveTo>
                  <a:cubicBezTo>
                    <a:pt x="202347" y="5425"/>
                    <a:pt x="202898" y="5687"/>
                    <a:pt x="203447" y="5957"/>
                  </a:cubicBezTo>
                  <a:lnTo>
                    <a:pt x="203447" y="5957"/>
                  </a:lnTo>
                  <a:cubicBezTo>
                    <a:pt x="203149" y="5808"/>
                    <a:pt x="202850" y="5661"/>
                    <a:pt x="202550" y="5516"/>
                  </a:cubicBezTo>
                  <a:lnTo>
                    <a:pt x="201792" y="5172"/>
                  </a:lnTo>
                  <a:close/>
                  <a:moveTo>
                    <a:pt x="203447" y="5957"/>
                  </a:moveTo>
                  <a:cubicBezTo>
                    <a:pt x="205025" y="6746"/>
                    <a:pt x="206570" y="7594"/>
                    <a:pt x="208082" y="8506"/>
                  </a:cubicBezTo>
                  <a:lnTo>
                    <a:pt x="208082" y="8506"/>
                  </a:lnTo>
                  <a:cubicBezTo>
                    <a:pt x="207745" y="8301"/>
                    <a:pt x="207407" y="8098"/>
                    <a:pt x="207068" y="7897"/>
                  </a:cubicBezTo>
                  <a:cubicBezTo>
                    <a:pt x="205877" y="7204"/>
                    <a:pt x="204670" y="6559"/>
                    <a:pt x="203447" y="5957"/>
                  </a:cubicBezTo>
                  <a:close/>
                  <a:moveTo>
                    <a:pt x="208082" y="8506"/>
                  </a:moveTo>
                  <a:cubicBezTo>
                    <a:pt x="208378" y="8686"/>
                    <a:pt x="208674" y="8868"/>
                    <a:pt x="208969" y="9051"/>
                  </a:cubicBezTo>
                  <a:lnTo>
                    <a:pt x="208969" y="9051"/>
                  </a:lnTo>
                  <a:cubicBezTo>
                    <a:pt x="208675" y="8867"/>
                    <a:pt x="208379" y="8685"/>
                    <a:pt x="208082" y="8506"/>
                  </a:cubicBezTo>
                  <a:close/>
                  <a:moveTo>
                    <a:pt x="274827" y="94613"/>
                  </a:moveTo>
                  <a:cubicBezTo>
                    <a:pt x="274825" y="94672"/>
                    <a:pt x="274822" y="94731"/>
                    <a:pt x="274819" y="94790"/>
                  </a:cubicBezTo>
                  <a:lnTo>
                    <a:pt x="274827" y="94613"/>
                  </a:lnTo>
                  <a:close/>
                  <a:moveTo>
                    <a:pt x="182036" y="164515"/>
                  </a:moveTo>
                  <a:cubicBezTo>
                    <a:pt x="182009" y="164557"/>
                    <a:pt x="182151" y="164591"/>
                    <a:pt x="182606" y="164606"/>
                  </a:cubicBezTo>
                  <a:cubicBezTo>
                    <a:pt x="182112" y="164589"/>
                    <a:pt x="181975" y="164562"/>
                    <a:pt x="182036" y="164515"/>
                  </a:cubicBezTo>
                  <a:close/>
                  <a:moveTo>
                    <a:pt x="171889" y="1"/>
                  </a:moveTo>
                  <a:cubicBezTo>
                    <a:pt x="169431" y="1"/>
                    <a:pt x="166985" y="62"/>
                    <a:pt x="164556" y="148"/>
                  </a:cubicBezTo>
                  <a:cubicBezTo>
                    <a:pt x="156370" y="512"/>
                    <a:pt x="148378" y="1314"/>
                    <a:pt x="140483" y="1872"/>
                  </a:cubicBezTo>
                  <a:cubicBezTo>
                    <a:pt x="132321" y="2456"/>
                    <a:pt x="124183" y="3379"/>
                    <a:pt x="116020" y="4666"/>
                  </a:cubicBezTo>
                  <a:lnTo>
                    <a:pt x="112960" y="5128"/>
                  </a:lnTo>
                  <a:cubicBezTo>
                    <a:pt x="111964" y="5298"/>
                    <a:pt x="110943" y="5516"/>
                    <a:pt x="109923" y="5686"/>
                  </a:cubicBezTo>
                  <a:lnTo>
                    <a:pt x="106887" y="6269"/>
                  </a:lnTo>
                  <a:lnTo>
                    <a:pt x="105380" y="6537"/>
                  </a:lnTo>
                  <a:lnTo>
                    <a:pt x="103850" y="6877"/>
                  </a:lnTo>
                  <a:cubicBezTo>
                    <a:pt x="101834" y="7314"/>
                    <a:pt x="99817" y="7727"/>
                    <a:pt x="97777" y="8188"/>
                  </a:cubicBezTo>
                  <a:lnTo>
                    <a:pt x="91704" y="9719"/>
                  </a:lnTo>
                  <a:cubicBezTo>
                    <a:pt x="90878" y="9913"/>
                    <a:pt x="90052" y="10180"/>
                    <a:pt x="89226" y="10423"/>
                  </a:cubicBezTo>
                  <a:lnTo>
                    <a:pt x="86797" y="11128"/>
                  </a:lnTo>
                  <a:lnTo>
                    <a:pt x="84416" y="11857"/>
                  </a:lnTo>
                  <a:cubicBezTo>
                    <a:pt x="83615" y="12099"/>
                    <a:pt x="82861" y="12391"/>
                    <a:pt x="82108" y="12634"/>
                  </a:cubicBezTo>
                  <a:lnTo>
                    <a:pt x="77614" y="14213"/>
                  </a:lnTo>
                  <a:cubicBezTo>
                    <a:pt x="76157" y="14747"/>
                    <a:pt x="74748" y="15355"/>
                    <a:pt x="73363" y="15889"/>
                  </a:cubicBezTo>
                  <a:lnTo>
                    <a:pt x="71323" y="16739"/>
                  </a:lnTo>
                  <a:lnTo>
                    <a:pt x="70327" y="17152"/>
                  </a:lnTo>
                  <a:lnTo>
                    <a:pt x="69331" y="17590"/>
                  </a:lnTo>
                  <a:lnTo>
                    <a:pt x="65517" y="19363"/>
                  </a:lnTo>
                  <a:lnTo>
                    <a:pt x="63671" y="20213"/>
                  </a:lnTo>
                  <a:lnTo>
                    <a:pt x="61922" y="21136"/>
                  </a:lnTo>
                  <a:lnTo>
                    <a:pt x="58521" y="22910"/>
                  </a:lnTo>
                  <a:lnTo>
                    <a:pt x="62772" y="21088"/>
                  </a:lnTo>
                  <a:lnTo>
                    <a:pt x="63841" y="20650"/>
                  </a:lnTo>
                  <a:lnTo>
                    <a:pt x="64909" y="20213"/>
                  </a:lnTo>
                  <a:lnTo>
                    <a:pt x="67072" y="19387"/>
                  </a:lnTo>
                  <a:lnTo>
                    <a:pt x="69234" y="18561"/>
                  </a:lnTo>
                  <a:cubicBezTo>
                    <a:pt x="69962" y="18270"/>
                    <a:pt x="70691" y="17978"/>
                    <a:pt x="71420" y="17735"/>
                  </a:cubicBezTo>
                  <a:lnTo>
                    <a:pt x="75817" y="16229"/>
                  </a:lnTo>
                  <a:cubicBezTo>
                    <a:pt x="76545" y="15962"/>
                    <a:pt x="77274" y="15695"/>
                    <a:pt x="78027" y="15476"/>
                  </a:cubicBezTo>
                  <a:lnTo>
                    <a:pt x="80238" y="14796"/>
                  </a:lnTo>
                  <a:cubicBezTo>
                    <a:pt x="81720" y="14334"/>
                    <a:pt x="83202" y="13873"/>
                    <a:pt x="84708" y="13411"/>
                  </a:cubicBezTo>
                  <a:lnTo>
                    <a:pt x="89202" y="12172"/>
                  </a:lnTo>
                  <a:lnTo>
                    <a:pt x="91461" y="11565"/>
                  </a:lnTo>
                  <a:lnTo>
                    <a:pt x="93744" y="11031"/>
                  </a:lnTo>
                  <a:lnTo>
                    <a:pt x="98287" y="9913"/>
                  </a:lnTo>
                  <a:cubicBezTo>
                    <a:pt x="99817" y="9597"/>
                    <a:pt x="101372" y="9282"/>
                    <a:pt x="102878" y="8942"/>
                  </a:cubicBezTo>
                  <a:lnTo>
                    <a:pt x="105186" y="8480"/>
                  </a:lnTo>
                  <a:cubicBezTo>
                    <a:pt x="105963" y="8310"/>
                    <a:pt x="106716" y="8188"/>
                    <a:pt x="107494" y="8043"/>
                  </a:cubicBezTo>
                  <a:lnTo>
                    <a:pt x="112134" y="7217"/>
                  </a:lnTo>
                  <a:cubicBezTo>
                    <a:pt x="118328" y="6197"/>
                    <a:pt x="124547" y="5322"/>
                    <a:pt x="130839" y="4715"/>
                  </a:cubicBezTo>
                  <a:lnTo>
                    <a:pt x="133195" y="4472"/>
                  </a:lnTo>
                  <a:lnTo>
                    <a:pt x="134361" y="4350"/>
                  </a:lnTo>
                  <a:lnTo>
                    <a:pt x="135551" y="4277"/>
                  </a:lnTo>
                  <a:lnTo>
                    <a:pt x="140264" y="3913"/>
                  </a:lnTo>
                  <a:lnTo>
                    <a:pt x="141454" y="3816"/>
                  </a:lnTo>
                  <a:lnTo>
                    <a:pt x="142596" y="3743"/>
                  </a:lnTo>
                  <a:lnTo>
                    <a:pt x="144928" y="3573"/>
                  </a:lnTo>
                  <a:lnTo>
                    <a:pt x="149568" y="3209"/>
                  </a:lnTo>
                  <a:cubicBezTo>
                    <a:pt x="155811" y="2747"/>
                    <a:pt x="162151" y="2261"/>
                    <a:pt x="168589" y="2140"/>
                  </a:cubicBezTo>
                  <a:lnTo>
                    <a:pt x="171018" y="2115"/>
                  </a:lnTo>
                  <a:cubicBezTo>
                    <a:pt x="171419" y="2103"/>
                    <a:pt x="171820" y="2097"/>
                    <a:pt x="172224" y="2097"/>
                  </a:cubicBezTo>
                  <a:cubicBezTo>
                    <a:pt x="172628" y="2097"/>
                    <a:pt x="173034" y="2103"/>
                    <a:pt x="173447" y="2115"/>
                  </a:cubicBezTo>
                  <a:lnTo>
                    <a:pt x="175877" y="2164"/>
                  </a:lnTo>
                  <a:cubicBezTo>
                    <a:pt x="176678" y="2188"/>
                    <a:pt x="177504" y="2237"/>
                    <a:pt x="178330" y="2261"/>
                  </a:cubicBezTo>
                  <a:lnTo>
                    <a:pt x="179545" y="2334"/>
                  </a:lnTo>
                  <a:cubicBezTo>
                    <a:pt x="179958" y="2358"/>
                    <a:pt x="180346" y="2407"/>
                    <a:pt x="180759" y="2431"/>
                  </a:cubicBezTo>
                  <a:lnTo>
                    <a:pt x="183237" y="2650"/>
                  </a:lnTo>
                  <a:lnTo>
                    <a:pt x="185691" y="2941"/>
                  </a:lnTo>
                  <a:cubicBezTo>
                    <a:pt x="186104" y="2990"/>
                    <a:pt x="186517" y="3039"/>
                    <a:pt x="186930" y="3111"/>
                  </a:cubicBezTo>
                  <a:lnTo>
                    <a:pt x="188168" y="3330"/>
                  </a:lnTo>
                  <a:lnTo>
                    <a:pt x="189407" y="3549"/>
                  </a:lnTo>
                  <a:cubicBezTo>
                    <a:pt x="189820" y="3622"/>
                    <a:pt x="190233" y="3694"/>
                    <a:pt x="190646" y="3792"/>
                  </a:cubicBezTo>
                  <a:lnTo>
                    <a:pt x="193124" y="4350"/>
                  </a:lnTo>
                  <a:cubicBezTo>
                    <a:pt x="193537" y="4447"/>
                    <a:pt x="193950" y="4569"/>
                    <a:pt x="194363" y="4690"/>
                  </a:cubicBezTo>
                  <a:lnTo>
                    <a:pt x="195602" y="5079"/>
                  </a:lnTo>
                  <a:lnTo>
                    <a:pt x="196841" y="5443"/>
                  </a:lnTo>
                  <a:lnTo>
                    <a:pt x="198055" y="5905"/>
                  </a:lnTo>
                  <a:cubicBezTo>
                    <a:pt x="201238" y="7144"/>
                    <a:pt x="204299" y="8650"/>
                    <a:pt x="207189" y="10448"/>
                  </a:cubicBezTo>
                  <a:cubicBezTo>
                    <a:pt x="212898" y="13921"/>
                    <a:pt x="217975" y="17954"/>
                    <a:pt x="222955" y="21865"/>
                  </a:cubicBezTo>
                  <a:cubicBezTo>
                    <a:pt x="225433" y="23808"/>
                    <a:pt x="227911" y="25752"/>
                    <a:pt x="230388" y="27574"/>
                  </a:cubicBezTo>
                  <a:cubicBezTo>
                    <a:pt x="231020" y="28035"/>
                    <a:pt x="231627" y="28472"/>
                    <a:pt x="232259" y="28910"/>
                  </a:cubicBezTo>
                  <a:lnTo>
                    <a:pt x="233206" y="29566"/>
                  </a:lnTo>
                  <a:lnTo>
                    <a:pt x="234154" y="30173"/>
                  </a:lnTo>
                  <a:cubicBezTo>
                    <a:pt x="235368" y="30999"/>
                    <a:pt x="236753" y="31849"/>
                    <a:pt x="238065" y="32675"/>
                  </a:cubicBezTo>
                  <a:cubicBezTo>
                    <a:pt x="240761" y="34351"/>
                    <a:pt x="243482" y="36027"/>
                    <a:pt x="246178" y="37752"/>
                  </a:cubicBezTo>
                  <a:cubicBezTo>
                    <a:pt x="248875" y="39477"/>
                    <a:pt x="251571" y="41250"/>
                    <a:pt x="254243" y="43145"/>
                  </a:cubicBezTo>
                  <a:cubicBezTo>
                    <a:pt x="256891" y="45040"/>
                    <a:pt x="259491" y="47032"/>
                    <a:pt x="262017" y="49194"/>
                  </a:cubicBezTo>
                  <a:cubicBezTo>
                    <a:pt x="264543" y="51356"/>
                    <a:pt x="266924" y="53712"/>
                    <a:pt x="269135" y="56214"/>
                  </a:cubicBezTo>
                  <a:lnTo>
                    <a:pt x="269961" y="57161"/>
                  </a:lnTo>
                  <a:cubicBezTo>
                    <a:pt x="270228" y="57477"/>
                    <a:pt x="270495" y="57817"/>
                    <a:pt x="270762" y="58133"/>
                  </a:cubicBezTo>
                  <a:lnTo>
                    <a:pt x="272317" y="60125"/>
                  </a:lnTo>
                  <a:lnTo>
                    <a:pt x="273774" y="62239"/>
                  </a:lnTo>
                  <a:cubicBezTo>
                    <a:pt x="274017" y="62579"/>
                    <a:pt x="274236" y="62943"/>
                    <a:pt x="274455" y="63307"/>
                  </a:cubicBezTo>
                  <a:lnTo>
                    <a:pt x="275111" y="64401"/>
                  </a:lnTo>
                  <a:cubicBezTo>
                    <a:pt x="276811" y="67340"/>
                    <a:pt x="278269" y="70401"/>
                    <a:pt x="279410" y="73607"/>
                  </a:cubicBezTo>
                  <a:cubicBezTo>
                    <a:pt x="280528" y="76790"/>
                    <a:pt x="281354" y="80069"/>
                    <a:pt x="281864" y="83397"/>
                  </a:cubicBezTo>
                  <a:lnTo>
                    <a:pt x="282082" y="84636"/>
                  </a:lnTo>
                  <a:cubicBezTo>
                    <a:pt x="282155" y="85049"/>
                    <a:pt x="282180" y="85462"/>
                    <a:pt x="282228" y="85875"/>
                  </a:cubicBezTo>
                  <a:lnTo>
                    <a:pt x="282350" y="87138"/>
                  </a:lnTo>
                  <a:cubicBezTo>
                    <a:pt x="282398" y="87551"/>
                    <a:pt x="282447" y="87964"/>
                    <a:pt x="282471" y="88377"/>
                  </a:cubicBezTo>
                  <a:lnTo>
                    <a:pt x="282617" y="90879"/>
                  </a:lnTo>
                  <a:lnTo>
                    <a:pt x="282641" y="93381"/>
                  </a:lnTo>
                  <a:cubicBezTo>
                    <a:pt x="282593" y="100037"/>
                    <a:pt x="281524" y="106620"/>
                    <a:pt x="279459" y="112961"/>
                  </a:cubicBezTo>
                  <a:lnTo>
                    <a:pt x="279094" y="114127"/>
                  </a:lnTo>
                  <a:cubicBezTo>
                    <a:pt x="278973" y="114515"/>
                    <a:pt x="278803" y="114904"/>
                    <a:pt x="278657" y="115293"/>
                  </a:cubicBezTo>
                  <a:lnTo>
                    <a:pt x="278220" y="116459"/>
                  </a:lnTo>
                  <a:cubicBezTo>
                    <a:pt x="278074" y="116847"/>
                    <a:pt x="277928" y="117236"/>
                    <a:pt x="277758" y="117600"/>
                  </a:cubicBezTo>
                  <a:lnTo>
                    <a:pt x="276787" y="119884"/>
                  </a:lnTo>
                  <a:lnTo>
                    <a:pt x="275718" y="122094"/>
                  </a:lnTo>
                  <a:cubicBezTo>
                    <a:pt x="274236" y="125058"/>
                    <a:pt x="272536" y="127876"/>
                    <a:pt x="270616" y="130572"/>
                  </a:cubicBezTo>
                  <a:cubicBezTo>
                    <a:pt x="277224" y="121171"/>
                    <a:pt x="281208" y="110191"/>
                    <a:pt x="282204" y="98774"/>
                  </a:cubicBezTo>
                  <a:cubicBezTo>
                    <a:pt x="282447" y="95835"/>
                    <a:pt x="282495" y="92895"/>
                    <a:pt x="282350" y="89980"/>
                  </a:cubicBezTo>
                  <a:cubicBezTo>
                    <a:pt x="282180" y="87017"/>
                    <a:pt x="281815" y="84077"/>
                    <a:pt x="281208" y="81162"/>
                  </a:cubicBezTo>
                  <a:cubicBezTo>
                    <a:pt x="280601" y="78247"/>
                    <a:pt x="279775" y="75381"/>
                    <a:pt x="278706" y="72587"/>
                  </a:cubicBezTo>
                  <a:cubicBezTo>
                    <a:pt x="277637" y="69769"/>
                    <a:pt x="276325" y="67073"/>
                    <a:pt x="274770" y="64498"/>
                  </a:cubicBezTo>
                  <a:cubicBezTo>
                    <a:pt x="274357" y="63842"/>
                    <a:pt x="273993" y="63186"/>
                    <a:pt x="273580" y="62579"/>
                  </a:cubicBezTo>
                  <a:lnTo>
                    <a:pt x="272293" y="60708"/>
                  </a:lnTo>
                  <a:cubicBezTo>
                    <a:pt x="272171" y="60562"/>
                    <a:pt x="272074" y="60417"/>
                    <a:pt x="271953" y="60271"/>
                  </a:cubicBezTo>
                  <a:lnTo>
                    <a:pt x="271612" y="59809"/>
                  </a:lnTo>
                  <a:lnTo>
                    <a:pt x="270932" y="58935"/>
                  </a:lnTo>
                  <a:lnTo>
                    <a:pt x="270228" y="58060"/>
                  </a:lnTo>
                  <a:cubicBezTo>
                    <a:pt x="270009" y="57769"/>
                    <a:pt x="269742" y="57502"/>
                    <a:pt x="269523" y="57210"/>
                  </a:cubicBezTo>
                  <a:cubicBezTo>
                    <a:pt x="267604" y="54951"/>
                    <a:pt x="265539" y="52837"/>
                    <a:pt x="263353" y="50845"/>
                  </a:cubicBezTo>
                  <a:cubicBezTo>
                    <a:pt x="259005" y="46910"/>
                    <a:pt x="254341" y="43534"/>
                    <a:pt x="249652" y="40424"/>
                  </a:cubicBezTo>
                  <a:cubicBezTo>
                    <a:pt x="244964" y="37339"/>
                    <a:pt x="240251" y="34448"/>
                    <a:pt x="235708" y="31558"/>
                  </a:cubicBezTo>
                  <a:cubicBezTo>
                    <a:pt x="231312" y="28764"/>
                    <a:pt x="227230" y="25533"/>
                    <a:pt x="223125" y="22254"/>
                  </a:cubicBezTo>
                  <a:cubicBezTo>
                    <a:pt x="220186" y="19922"/>
                    <a:pt x="217222" y="17565"/>
                    <a:pt x="214161" y="15330"/>
                  </a:cubicBezTo>
                  <a:cubicBezTo>
                    <a:pt x="211076" y="13023"/>
                    <a:pt x="207845" y="10933"/>
                    <a:pt x="204469" y="9039"/>
                  </a:cubicBezTo>
                  <a:lnTo>
                    <a:pt x="203181" y="8359"/>
                  </a:lnTo>
                  <a:cubicBezTo>
                    <a:pt x="202744" y="8140"/>
                    <a:pt x="202307" y="7897"/>
                    <a:pt x="201869" y="7703"/>
                  </a:cubicBezTo>
                  <a:lnTo>
                    <a:pt x="200509" y="7095"/>
                  </a:lnTo>
                  <a:cubicBezTo>
                    <a:pt x="200072" y="6901"/>
                    <a:pt x="199634" y="6658"/>
                    <a:pt x="199149" y="6488"/>
                  </a:cubicBezTo>
                  <a:lnTo>
                    <a:pt x="197764" y="5954"/>
                  </a:lnTo>
                  <a:cubicBezTo>
                    <a:pt x="197278" y="5784"/>
                    <a:pt x="196817" y="5589"/>
                    <a:pt x="196355" y="5468"/>
                  </a:cubicBezTo>
                  <a:lnTo>
                    <a:pt x="193513" y="4593"/>
                  </a:lnTo>
                  <a:cubicBezTo>
                    <a:pt x="189796" y="3670"/>
                    <a:pt x="186031" y="3014"/>
                    <a:pt x="182217" y="2698"/>
                  </a:cubicBezTo>
                  <a:cubicBezTo>
                    <a:pt x="178826" y="2386"/>
                    <a:pt x="175435" y="2258"/>
                    <a:pt x="172044" y="2258"/>
                  </a:cubicBezTo>
                  <a:cubicBezTo>
                    <a:pt x="171743" y="2258"/>
                    <a:pt x="171441" y="2259"/>
                    <a:pt x="171140" y="2261"/>
                  </a:cubicBezTo>
                  <a:cubicBezTo>
                    <a:pt x="167496" y="2285"/>
                    <a:pt x="163876" y="2480"/>
                    <a:pt x="160305" y="2674"/>
                  </a:cubicBezTo>
                  <a:cubicBezTo>
                    <a:pt x="156734" y="2868"/>
                    <a:pt x="153212" y="3184"/>
                    <a:pt x="149738" y="3476"/>
                  </a:cubicBezTo>
                  <a:lnTo>
                    <a:pt x="139341" y="4326"/>
                  </a:lnTo>
                  <a:lnTo>
                    <a:pt x="134094" y="4763"/>
                  </a:lnTo>
                  <a:lnTo>
                    <a:pt x="128847" y="5322"/>
                  </a:lnTo>
                  <a:cubicBezTo>
                    <a:pt x="127122" y="5492"/>
                    <a:pt x="125373" y="5735"/>
                    <a:pt x="123648" y="5954"/>
                  </a:cubicBezTo>
                  <a:cubicBezTo>
                    <a:pt x="121923" y="6197"/>
                    <a:pt x="120199" y="6391"/>
                    <a:pt x="118474" y="6682"/>
                  </a:cubicBezTo>
                  <a:lnTo>
                    <a:pt x="113300" y="7508"/>
                  </a:lnTo>
                  <a:cubicBezTo>
                    <a:pt x="111599" y="7824"/>
                    <a:pt x="109899" y="8164"/>
                    <a:pt x="108174" y="8456"/>
                  </a:cubicBezTo>
                  <a:lnTo>
                    <a:pt x="105623" y="8942"/>
                  </a:lnTo>
                  <a:lnTo>
                    <a:pt x="103073" y="9500"/>
                  </a:lnTo>
                  <a:lnTo>
                    <a:pt x="100546" y="10059"/>
                  </a:lnTo>
                  <a:cubicBezTo>
                    <a:pt x="99696" y="10253"/>
                    <a:pt x="98846" y="10399"/>
                    <a:pt x="97996" y="10618"/>
                  </a:cubicBezTo>
                  <a:lnTo>
                    <a:pt x="92967" y="11881"/>
                  </a:lnTo>
                  <a:lnTo>
                    <a:pt x="91704" y="12172"/>
                  </a:lnTo>
                  <a:lnTo>
                    <a:pt x="90441" y="12537"/>
                  </a:lnTo>
                  <a:lnTo>
                    <a:pt x="87963" y="13241"/>
                  </a:lnTo>
                  <a:cubicBezTo>
                    <a:pt x="84611" y="14116"/>
                    <a:pt x="81331" y="15233"/>
                    <a:pt x="78027" y="16253"/>
                  </a:cubicBezTo>
                  <a:cubicBezTo>
                    <a:pt x="76400" y="16812"/>
                    <a:pt x="74772" y="17395"/>
                    <a:pt x="73120" y="17978"/>
                  </a:cubicBezTo>
                  <a:cubicBezTo>
                    <a:pt x="72343" y="18270"/>
                    <a:pt x="71517" y="18537"/>
                    <a:pt x="70691" y="18828"/>
                  </a:cubicBezTo>
                  <a:lnTo>
                    <a:pt x="68262" y="19776"/>
                  </a:lnTo>
                  <a:lnTo>
                    <a:pt x="65833" y="20723"/>
                  </a:lnTo>
                  <a:cubicBezTo>
                    <a:pt x="65055" y="21063"/>
                    <a:pt x="64229" y="21355"/>
                    <a:pt x="63452" y="21719"/>
                  </a:cubicBezTo>
                  <a:lnTo>
                    <a:pt x="58666" y="23784"/>
                  </a:lnTo>
                  <a:lnTo>
                    <a:pt x="57646" y="24221"/>
                  </a:lnTo>
                  <a:cubicBezTo>
                    <a:pt x="57306" y="24367"/>
                    <a:pt x="56966" y="24537"/>
                    <a:pt x="56626" y="24707"/>
                  </a:cubicBezTo>
                  <a:lnTo>
                    <a:pt x="54585" y="25679"/>
                  </a:lnTo>
                  <a:lnTo>
                    <a:pt x="52520" y="26651"/>
                  </a:lnTo>
                  <a:lnTo>
                    <a:pt x="51500" y="27136"/>
                  </a:lnTo>
                  <a:cubicBezTo>
                    <a:pt x="51160" y="27282"/>
                    <a:pt x="50820" y="27452"/>
                    <a:pt x="50480" y="27622"/>
                  </a:cubicBezTo>
                  <a:lnTo>
                    <a:pt x="45791" y="30732"/>
                  </a:lnTo>
                  <a:cubicBezTo>
                    <a:pt x="45427" y="30975"/>
                    <a:pt x="45063" y="31217"/>
                    <a:pt x="44698" y="31460"/>
                  </a:cubicBezTo>
                  <a:lnTo>
                    <a:pt x="43678" y="32213"/>
                  </a:lnTo>
                  <a:lnTo>
                    <a:pt x="41710" y="33671"/>
                  </a:lnTo>
                  <a:lnTo>
                    <a:pt x="39961" y="35031"/>
                  </a:lnTo>
                  <a:lnTo>
                    <a:pt x="39160" y="35687"/>
                  </a:lnTo>
                  <a:cubicBezTo>
                    <a:pt x="38892" y="35882"/>
                    <a:pt x="38650" y="36124"/>
                    <a:pt x="38382" y="36343"/>
                  </a:cubicBezTo>
                  <a:cubicBezTo>
                    <a:pt x="37411" y="37218"/>
                    <a:pt x="36560" y="37995"/>
                    <a:pt x="35880" y="38699"/>
                  </a:cubicBezTo>
                  <a:cubicBezTo>
                    <a:pt x="34520" y="40084"/>
                    <a:pt x="33791" y="41056"/>
                    <a:pt x="34034" y="41396"/>
                  </a:cubicBezTo>
                  <a:cubicBezTo>
                    <a:pt x="34094" y="41474"/>
                    <a:pt x="34212" y="41515"/>
                    <a:pt x="34392" y="41515"/>
                  </a:cubicBezTo>
                  <a:cubicBezTo>
                    <a:pt x="34934" y="41515"/>
                    <a:pt x="36041" y="41142"/>
                    <a:pt x="37848" y="40303"/>
                  </a:cubicBezTo>
                  <a:cubicBezTo>
                    <a:pt x="38455" y="40011"/>
                    <a:pt x="39135" y="39671"/>
                    <a:pt x="39913" y="39282"/>
                  </a:cubicBezTo>
                  <a:cubicBezTo>
                    <a:pt x="40301" y="39112"/>
                    <a:pt x="40690" y="38894"/>
                    <a:pt x="41127" y="38675"/>
                  </a:cubicBezTo>
                  <a:lnTo>
                    <a:pt x="42488" y="38019"/>
                  </a:lnTo>
                  <a:cubicBezTo>
                    <a:pt x="43435" y="37558"/>
                    <a:pt x="44480" y="37023"/>
                    <a:pt x="45597" y="36440"/>
                  </a:cubicBezTo>
                  <a:lnTo>
                    <a:pt x="47370" y="35541"/>
                  </a:lnTo>
                  <a:lnTo>
                    <a:pt x="49338" y="34618"/>
                  </a:lnTo>
                  <a:lnTo>
                    <a:pt x="51500" y="33404"/>
                  </a:lnTo>
                  <a:lnTo>
                    <a:pt x="52715" y="32748"/>
                  </a:lnTo>
                  <a:cubicBezTo>
                    <a:pt x="53152" y="32529"/>
                    <a:pt x="53565" y="32286"/>
                    <a:pt x="54002" y="32068"/>
                  </a:cubicBezTo>
                  <a:lnTo>
                    <a:pt x="59274" y="29444"/>
                  </a:lnTo>
                  <a:lnTo>
                    <a:pt x="59881" y="29128"/>
                  </a:lnTo>
                  <a:lnTo>
                    <a:pt x="60488" y="28861"/>
                  </a:lnTo>
                  <a:lnTo>
                    <a:pt x="61654" y="28351"/>
                  </a:lnTo>
                  <a:lnTo>
                    <a:pt x="63598" y="27452"/>
                  </a:lnTo>
                  <a:lnTo>
                    <a:pt x="65395" y="26651"/>
                  </a:lnTo>
                  <a:cubicBezTo>
                    <a:pt x="65757" y="26575"/>
                    <a:pt x="66038" y="26542"/>
                    <a:pt x="66253" y="26542"/>
                  </a:cubicBezTo>
                  <a:cubicBezTo>
                    <a:pt x="66730" y="26542"/>
                    <a:pt x="66871" y="26707"/>
                    <a:pt x="66804" y="26942"/>
                  </a:cubicBezTo>
                  <a:cubicBezTo>
                    <a:pt x="66707" y="27258"/>
                    <a:pt x="66197" y="27817"/>
                    <a:pt x="65687" y="28375"/>
                  </a:cubicBezTo>
                  <a:cubicBezTo>
                    <a:pt x="83323" y="20820"/>
                    <a:pt x="102077" y="15986"/>
                    <a:pt x="121098" y="13241"/>
                  </a:cubicBezTo>
                  <a:lnTo>
                    <a:pt x="128239" y="12318"/>
                  </a:lnTo>
                  <a:cubicBezTo>
                    <a:pt x="130644" y="12075"/>
                    <a:pt x="133025" y="11808"/>
                    <a:pt x="135430" y="11565"/>
                  </a:cubicBezTo>
                  <a:lnTo>
                    <a:pt x="149908" y="10448"/>
                  </a:lnTo>
                  <a:cubicBezTo>
                    <a:pt x="154742" y="10059"/>
                    <a:pt x="159552" y="9695"/>
                    <a:pt x="164338" y="9476"/>
                  </a:cubicBezTo>
                  <a:cubicBezTo>
                    <a:pt x="166718" y="9354"/>
                    <a:pt x="169093" y="9294"/>
                    <a:pt x="171468" y="9294"/>
                  </a:cubicBezTo>
                  <a:cubicBezTo>
                    <a:pt x="173842" y="9294"/>
                    <a:pt x="176217" y="9354"/>
                    <a:pt x="178597" y="9476"/>
                  </a:cubicBezTo>
                  <a:cubicBezTo>
                    <a:pt x="179326" y="9500"/>
                    <a:pt x="180055" y="9573"/>
                    <a:pt x="180784" y="9646"/>
                  </a:cubicBezTo>
                  <a:lnTo>
                    <a:pt x="181877" y="9719"/>
                  </a:lnTo>
                  <a:cubicBezTo>
                    <a:pt x="182241" y="9743"/>
                    <a:pt x="182606" y="9767"/>
                    <a:pt x="182970" y="9840"/>
                  </a:cubicBezTo>
                  <a:lnTo>
                    <a:pt x="185132" y="10108"/>
                  </a:lnTo>
                  <a:lnTo>
                    <a:pt x="185666" y="10156"/>
                  </a:lnTo>
                  <a:cubicBezTo>
                    <a:pt x="185861" y="10180"/>
                    <a:pt x="186031" y="10229"/>
                    <a:pt x="186201" y="10253"/>
                  </a:cubicBezTo>
                  <a:lnTo>
                    <a:pt x="187270" y="10448"/>
                  </a:lnTo>
                  <a:lnTo>
                    <a:pt x="188339" y="10618"/>
                  </a:lnTo>
                  <a:cubicBezTo>
                    <a:pt x="188509" y="10666"/>
                    <a:pt x="188703" y="10691"/>
                    <a:pt x="188873" y="10715"/>
                  </a:cubicBezTo>
                  <a:lnTo>
                    <a:pt x="189407" y="10836"/>
                  </a:lnTo>
                  <a:lnTo>
                    <a:pt x="191472" y="11322"/>
                  </a:lnTo>
                  <a:cubicBezTo>
                    <a:pt x="191837" y="11419"/>
                    <a:pt x="192152" y="11541"/>
                    <a:pt x="192493" y="11638"/>
                  </a:cubicBezTo>
                  <a:lnTo>
                    <a:pt x="193513" y="11929"/>
                  </a:lnTo>
                  <a:lnTo>
                    <a:pt x="194533" y="12245"/>
                  </a:lnTo>
                  <a:cubicBezTo>
                    <a:pt x="194849" y="12367"/>
                    <a:pt x="195165" y="12488"/>
                    <a:pt x="195505" y="12610"/>
                  </a:cubicBezTo>
                  <a:cubicBezTo>
                    <a:pt x="196817" y="13071"/>
                    <a:pt x="198080" y="13678"/>
                    <a:pt x="199367" y="14286"/>
                  </a:cubicBezTo>
                  <a:lnTo>
                    <a:pt x="201262" y="15282"/>
                  </a:lnTo>
                  <a:cubicBezTo>
                    <a:pt x="201894" y="15622"/>
                    <a:pt x="202501" y="16011"/>
                    <a:pt x="203133" y="16351"/>
                  </a:cubicBezTo>
                  <a:cubicBezTo>
                    <a:pt x="205610" y="17832"/>
                    <a:pt x="208015" y="19460"/>
                    <a:pt x="210396" y="21209"/>
                  </a:cubicBezTo>
                  <a:cubicBezTo>
                    <a:pt x="215157" y="24707"/>
                    <a:pt x="219773" y="28545"/>
                    <a:pt x="224655" y="32238"/>
                  </a:cubicBezTo>
                  <a:cubicBezTo>
                    <a:pt x="225870" y="33137"/>
                    <a:pt x="227109" y="34060"/>
                    <a:pt x="228396" y="34934"/>
                  </a:cubicBezTo>
                  <a:lnTo>
                    <a:pt x="229344" y="35614"/>
                  </a:lnTo>
                  <a:lnTo>
                    <a:pt x="230316" y="36270"/>
                  </a:lnTo>
                  <a:cubicBezTo>
                    <a:pt x="230971" y="36683"/>
                    <a:pt x="231627" y="37145"/>
                    <a:pt x="232259" y="37533"/>
                  </a:cubicBezTo>
                  <a:lnTo>
                    <a:pt x="239838" y="42295"/>
                  </a:lnTo>
                  <a:cubicBezTo>
                    <a:pt x="242365" y="43898"/>
                    <a:pt x="244818" y="45477"/>
                    <a:pt x="247223" y="47129"/>
                  </a:cubicBezTo>
                  <a:cubicBezTo>
                    <a:pt x="248438" y="47955"/>
                    <a:pt x="249652" y="48781"/>
                    <a:pt x="250794" y="49631"/>
                  </a:cubicBezTo>
                  <a:cubicBezTo>
                    <a:pt x="251960" y="50505"/>
                    <a:pt x="253102" y="51356"/>
                    <a:pt x="254219" y="52254"/>
                  </a:cubicBezTo>
                  <a:cubicBezTo>
                    <a:pt x="258713" y="55825"/>
                    <a:pt x="262746" y="59761"/>
                    <a:pt x="266025" y="64158"/>
                  </a:cubicBezTo>
                  <a:cubicBezTo>
                    <a:pt x="267629" y="66344"/>
                    <a:pt x="269037" y="68676"/>
                    <a:pt x="270228" y="71105"/>
                  </a:cubicBezTo>
                  <a:cubicBezTo>
                    <a:pt x="271370" y="73559"/>
                    <a:pt x="272341" y="76109"/>
                    <a:pt x="273070" y="78709"/>
                  </a:cubicBezTo>
                  <a:cubicBezTo>
                    <a:pt x="274386" y="83525"/>
                    <a:pt x="274985" y="88486"/>
                    <a:pt x="274868" y="93457"/>
                  </a:cubicBezTo>
                  <a:lnTo>
                    <a:pt x="274868" y="93457"/>
                  </a:lnTo>
                  <a:lnTo>
                    <a:pt x="274868" y="91170"/>
                  </a:lnTo>
                  <a:lnTo>
                    <a:pt x="274843" y="90660"/>
                  </a:lnTo>
                  <a:lnTo>
                    <a:pt x="274746" y="88571"/>
                  </a:lnTo>
                  <a:lnTo>
                    <a:pt x="274528" y="86531"/>
                  </a:lnTo>
                  <a:cubicBezTo>
                    <a:pt x="274212" y="83786"/>
                    <a:pt x="273677" y="81089"/>
                    <a:pt x="272924" y="78417"/>
                  </a:cubicBezTo>
                  <a:cubicBezTo>
                    <a:pt x="272147" y="75794"/>
                    <a:pt x="271151" y="73243"/>
                    <a:pt x="269936" y="70789"/>
                  </a:cubicBezTo>
                  <a:lnTo>
                    <a:pt x="269013" y="68967"/>
                  </a:lnTo>
                  <a:lnTo>
                    <a:pt x="267944" y="67194"/>
                  </a:lnTo>
                  <a:lnTo>
                    <a:pt x="267701" y="66757"/>
                  </a:lnTo>
                  <a:lnTo>
                    <a:pt x="267386" y="66344"/>
                  </a:lnTo>
                  <a:lnTo>
                    <a:pt x="266778" y="65494"/>
                  </a:lnTo>
                  <a:lnTo>
                    <a:pt x="266195" y="64643"/>
                  </a:lnTo>
                  <a:lnTo>
                    <a:pt x="265564" y="63818"/>
                  </a:lnTo>
                  <a:lnTo>
                    <a:pt x="264932" y="62992"/>
                  </a:lnTo>
                  <a:cubicBezTo>
                    <a:pt x="264738" y="62724"/>
                    <a:pt x="264519" y="62457"/>
                    <a:pt x="264300" y="62190"/>
                  </a:cubicBezTo>
                  <a:lnTo>
                    <a:pt x="262940" y="60587"/>
                  </a:lnTo>
                  <a:cubicBezTo>
                    <a:pt x="261993" y="59566"/>
                    <a:pt x="261045" y="58522"/>
                    <a:pt x="260025" y="57550"/>
                  </a:cubicBezTo>
                  <a:cubicBezTo>
                    <a:pt x="257984" y="55582"/>
                    <a:pt x="255822" y="53712"/>
                    <a:pt x="253588" y="51963"/>
                  </a:cubicBezTo>
                  <a:cubicBezTo>
                    <a:pt x="249069" y="48416"/>
                    <a:pt x="244138" y="45210"/>
                    <a:pt x="239134" y="42027"/>
                  </a:cubicBezTo>
                  <a:lnTo>
                    <a:pt x="231554" y="37266"/>
                  </a:lnTo>
                  <a:cubicBezTo>
                    <a:pt x="228907" y="35566"/>
                    <a:pt x="226429" y="33768"/>
                    <a:pt x="224000" y="31922"/>
                  </a:cubicBezTo>
                  <a:cubicBezTo>
                    <a:pt x="219165" y="28229"/>
                    <a:pt x="214598" y="24440"/>
                    <a:pt x="209886" y="20990"/>
                  </a:cubicBezTo>
                  <a:cubicBezTo>
                    <a:pt x="207578" y="19290"/>
                    <a:pt x="205173" y="17687"/>
                    <a:pt x="202695" y="16205"/>
                  </a:cubicBezTo>
                  <a:cubicBezTo>
                    <a:pt x="201481" y="15476"/>
                    <a:pt x="200242" y="14845"/>
                    <a:pt x="199003" y="14189"/>
                  </a:cubicBezTo>
                  <a:lnTo>
                    <a:pt x="197108" y="13314"/>
                  </a:lnTo>
                  <a:cubicBezTo>
                    <a:pt x="196792" y="13168"/>
                    <a:pt x="196476" y="13071"/>
                    <a:pt x="196136" y="12925"/>
                  </a:cubicBezTo>
                  <a:lnTo>
                    <a:pt x="195189" y="12561"/>
                  </a:lnTo>
                  <a:cubicBezTo>
                    <a:pt x="194557" y="12318"/>
                    <a:pt x="193901" y="12099"/>
                    <a:pt x="193221" y="11905"/>
                  </a:cubicBezTo>
                  <a:lnTo>
                    <a:pt x="192225" y="11614"/>
                  </a:lnTo>
                  <a:lnTo>
                    <a:pt x="191739" y="11444"/>
                  </a:lnTo>
                  <a:lnTo>
                    <a:pt x="191229" y="11322"/>
                  </a:lnTo>
                  <a:lnTo>
                    <a:pt x="189189" y="10836"/>
                  </a:lnTo>
                  <a:cubicBezTo>
                    <a:pt x="188849" y="10763"/>
                    <a:pt x="188484" y="10691"/>
                    <a:pt x="188144" y="10642"/>
                  </a:cubicBezTo>
                  <a:lnTo>
                    <a:pt x="187100" y="10448"/>
                  </a:lnTo>
                  <a:cubicBezTo>
                    <a:pt x="185715" y="10180"/>
                    <a:pt x="184282" y="10035"/>
                    <a:pt x="182873" y="9840"/>
                  </a:cubicBezTo>
                  <a:cubicBezTo>
                    <a:pt x="182144" y="9767"/>
                    <a:pt x="181440" y="9719"/>
                    <a:pt x="180711" y="9646"/>
                  </a:cubicBezTo>
                  <a:cubicBezTo>
                    <a:pt x="180006" y="9597"/>
                    <a:pt x="179278" y="9500"/>
                    <a:pt x="178549" y="9500"/>
                  </a:cubicBezTo>
                  <a:cubicBezTo>
                    <a:pt x="176287" y="9385"/>
                    <a:pt x="174025" y="9330"/>
                    <a:pt x="171763" y="9330"/>
                  </a:cubicBezTo>
                  <a:cubicBezTo>
                    <a:pt x="169264" y="9330"/>
                    <a:pt x="166764" y="9397"/>
                    <a:pt x="164265" y="9525"/>
                  </a:cubicBezTo>
                  <a:cubicBezTo>
                    <a:pt x="159479" y="9767"/>
                    <a:pt x="154621" y="10156"/>
                    <a:pt x="149762" y="10569"/>
                  </a:cubicBezTo>
                  <a:cubicBezTo>
                    <a:pt x="147333" y="10788"/>
                    <a:pt x="144880" y="10982"/>
                    <a:pt x="142402" y="11176"/>
                  </a:cubicBezTo>
                  <a:lnTo>
                    <a:pt x="135163" y="11784"/>
                  </a:lnTo>
                  <a:lnTo>
                    <a:pt x="127924" y="12561"/>
                  </a:lnTo>
                  <a:lnTo>
                    <a:pt x="120709" y="13557"/>
                  </a:lnTo>
                  <a:cubicBezTo>
                    <a:pt x="101518" y="16424"/>
                    <a:pt x="82546" y="21476"/>
                    <a:pt x="64739" y="29347"/>
                  </a:cubicBezTo>
                  <a:cubicBezTo>
                    <a:pt x="64352" y="29816"/>
                    <a:pt x="64239" y="30165"/>
                    <a:pt x="64800" y="30165"/>
                  </a:cubicBezTo>
                  <a:cubicBezTo>
                    <a:pt x="64908" y="30165"/>
                    <a:pt x="65040" y="30152"/>
                    <a:pt x="65201" y="30124"/>
                  </a:cubicBezTo>
                  <a:cubicBezTo>
                    <a:pt x="66027" y="29979"/>
                    <a:pt x="66829" y="29760"/>
                    <a:pt x="67630" y="29468"/>
                  </a:cubicBezTo>
                  <a:cubicBezTo>
                    <a:pt x="68796" y="29128"/>
                    <a:pt x="70302" y="28618"/>
                    <a:pt x="72294" y="27914"/>
                  </a:cubicBezTo>
                  <a:lnTo>
                    <a:pt x="73436" y="27549"/>
                  </a:lnTo>
                  <a:cubicBezTo>
                    <a:pt x="73825" y="27404"/>
                    <a:pt x="74238" y="27258"/>
                    <a:pt x="74699" y="27112"/>
                  </a:cubicBezTo>
                  <a:cubicBezTo>
                    <a:pt x="75622" y="26821"/>
                    <a:pt x="76618" y="26480"/>
                    <a:pt x="77712" y="26116"/>
                  </a:cubicBezTo>
                  <a:cubicBezTo>
                    <a:pt x="78780" y="25752"/>
                    <a:pt x="79946" y="25339"/>
                    <a:pt x="81210" y="24926"/>
                  </a:cubicBezTo>
                  <a:lnTo>
                    <a:pt x="85194" y="23687"/>
                  </a:lnTo>
                  <a:lnTo>
                    <a:pt x="87356" y="22982"/>
                  </a:lnTo>
                  <a:lnTo>
                    <a:pt x="89590" y="22326"/>
                  </a:lnTo>
                  <a:cubicBezTo>
                    <a:pt x="91145" y="21889"/>
                    <a:pt x="92724" y="21428"/>
                    <a:pt x="94352" y="20966"/>
                  </a:cubicBezTo>
                  <a:lnTo>
                    <a:pt x="99405" y="19654"/>
                  </a:lnTo>
                  <a:lnTo>
                    <a:pt x="100716" y="19314"/>
                  </a:lnTo>
                  <a:lnTo>
                    <a:pt x="102028" y="19023"/>
                  </a:lnTo>
                  <a:lnTo>
                    <a:pt x="104700" y="18415"/>
                  </a:lnTo>
                  <a:lnTo>
                    <a:pt x="107421" y="17808"/>
                  </a:lnTo>
                  <a:lnTo>
                    <a:pt x="110166" y="17249"/>
                  </a:lnTo>
                  <a:lnTo>
                    <a:pt x="112935" y="16691"/>
                  </a:lnTo>
                  <a:lnTo>
                    <a:pt x="114320" y="16424"/>
                  </a:lnTo>
                  <a:lnTo>
                    <a:pt x="115705" y="16181"/>
                  </a:lnTo>
                  <a:lnTo>
                    <a:pt x="121292" y="15233"/>
                  </a:lnTo>
                  <a:lnTo>
                    <a:pt x="126831" y="14456"/>
                  </a:lnTo>
                  <a:lnTo>
                    <a:pt x="128191" y="14261"/>
                  </a:lnTo>
                  <a:lnTo>
                    <a:pt x="129551" y="14116"/>
                  </a:lnTo>
                  <a:lnTo>
                    <a:pt x="132248" y="13800"/>
                  </a:lnTo>
                  <a:lnTo>
                    <a:pt x="134871" y="13508"/>
                  </a:lnTo>
                  <a:cubicBezTo>
                    <a:pt x="135746" y="13411"/>
                    <a:pt x="136620" y="13338"/>
                    <a:pt x="137471" y="13266"/>
                  </a:cubicBezTo>
                  <a:lnTo>
                    <a:pt x="142426" y="12853"/>
                  </a:lnTo>
                  <a:lnTo>
                    <a:pt x="147163" y="12512"/>
                  </a:lnTo>
                  <a:cubicBezTo>
                    <a:pt x="151317" y="12245"/>
                    <a:pt x="155423" y="11929"/>
                    <a:pt x="159528" y="11711"/>
                  </a:cubicBezTo>
                  <a:cubicBezTo>
                    <a:pt x="163335" y="11486"/>
                    <a:pt x="167122" y="11344"/>
                    <a:pt x="170888" y="11344"/>
                  </a:cubicBezTo>
                  <a:cubicBezTo>
                    <a:pt x="171182" y="11344"/>
                    <a:pt x="171477" y="11345"/>
                    <a:pt x="171771" y="11346"/>
                  </a:cubicBezTo>
                  <a:cubicBezTo>
                    <a:pt x="175779" y="11346"/>
                    <a:pt x="179788" y="11589"/>
                    <a:pt x="183772" y="12075"/>
                  </a:cubicBezTo>
                  <a:cubicBezTo>
                    <a:pt x="187585" y="12512"/>
                    <a:pt x="191326" y="13411"/>
                    <a:pt x="194922" y="14747"/>
                  </a:cubicBezTo>
                  <a:cubicBezTo>
                    <a:pt x="198371" y="16083"/>
                    <a:pt x="201796" y="18002"/>
                    <a:pt x="205149" y="20262"/>
                  </a:cubicBezTo>
                  <a:cubicBezTo>
                    <a:pt x="208477" y="22497"/>
                    <a:pt x="211781" y="25047"/>
                    <a:pt x="215133" y="27671"/>
                  </a:cubicBezTo>
                  <a:cubicBezTo>
                    <a:pt x="218510" y="30319"/>
                    <a:pt x="221910" y="33064"/>
                    <a:pt x="225554" y="35711"/>
                  </a:cubicBezTo>
                  <a:cubicBezTo>
                    <a:pt x="226502" y="36343"/>
                    <a:pt x="227401" y="37023"/>
                    <a:pt x="228372" y="37655"/>
                  </a:cubicBezTo>
                  <a:lnTo>
                    <a:pt x="229805" y="38602"/>
                  </a:lnTo>
                  <a:lnTo>
                    <a:pt x="230534" y="39088"/>
                  </a:lnTo>
                  <a:lnTo>
                    <a:pt x="231214" y="39501"/>
                  </a:lnTo>
                  <a:lnTo>
                    <a:pt x="236729" y="42951"/>
                  </a:lnTo>
                  <a:cubicBezTo>
                    <a:pt x="240373" y="45234"/>
                    <a:pt x="243944" y="47493"/>
                    <a:pt x="247369" y="49850"/>
                  </a:cubicBezTo>
                  <a:cubicBezTo>
                    <a:pt x="250721" y="52157"/>
                    <a:pt x="253928" y="54659"/>
                    <a:pt x="256940" y="57356"/>
                  </a:cubicBezTo>
                  <a:cubicBezTo>
                    <a:pt x="259855" y="59955"/>
                    <a:pt x="262503" y="62846"/>
                    <a:pt x="264811" y="65980"/>
                  </a:cubicBezTo>
                  <a:cubicBezTo>
                    <a:pt x="266997" y="69040"/>
                    <a:pt x="268770" y="72368"/>
                    <a:pt x="270082" y="75891"/>
                  </a:cubicBezTo>
                  <a:lnTo>
                    <a:pt x="270349" y="76547"/>
                  </a:lnTo>
                  <a:cubicBezTo>
                    <a:pt x="270422" y="76765"/>
                    <a:pt x="270495" y="76984"/>
                    <a:pt x="270568" y="77202"/>
                  </a:cubicBezTo>
                  <a:lnTo>
                    <a:pt x="270981" y="78539"/>
                  </a:lnTo>
                  <a:cubicBezTo>
                    <a:pt x="271151" y="79000"/>
                    <a:pt x="271248" y="79462"/>
                    <a:pt x="271370" y="79899"/>
                  </a:cubicBezTo>
                  <a:lnTo>
                    <a:pt x="271734" y="81284"/>
                  </a:lnTo>
                  <a:lnTo>
                    <a:pt x="272050" y="82668"/>
                  </a:lnTo>
                  <a:cubicBezTo>
                    <a:pt x="272123" y="83130"/>
                    <a:pt x="272244" y="83591"/>
                    <a:pt x="272317" y="84053"/>
                  </a:cubicBezTo>
                  <a:lnTo>
                    <a:pt x="272536" y="85462"/>
                  </a:lnTo>
                  <a:lnTo>
                    <a:pt x="272633" y="86166"/>
                  </a:lnTo>
                  <a:cubicBezTo>
                    <a:pt x="272681" y="86385"/>
                    <a:pt x="272706" y="86628"/>
                    <a:pt x="272730" y="86871"/>
                  </a:cubicBezTo>
                  <a:cubicBezTo>
                    <a:pt x="273143" y="90636"/>
                    <a:pt x="273167" y="94426"/>
                    <a:pt x="272778" y="98215"/>
                  </a:cubicBezTo>
                  <a:cubicBezTo>
                    <a:pt x="272754" y="98677"/>
                    <a:pt x="272681" y="99138"/>
                    <a:pt x="272608" y="99624"/>
                  </a:cubicBezTo>
                  <a:lnTo>
                    <a:pt x="272414" y="101009"/>
                  </a:lnTo>
                  <a:cubicBezTo>
                    <a:pt x="272268" y="101956"/>
                    <a:pt x="272074" y="102879"/>
                    <a:pt x="271928" y="103802"/>
                  </a:cubicBezTo>
                  <a:cubicBezTo>
                    <a:pt x="271710" y="104750"/>
                    <a:pt x="271515" y="105649"/>
                    <a:pt x="271272" y="106572"/>
                  </a:cubicBezTo>
                  <a:lnTo>
                    <a:pt x="270884" y="107932"/>
                  </a:lnTo>
                  <a:cubicBezTo>
                    <a:pt x="270762" y="108369"/>
                    <a:pt x="270641" y="108831"/>
                    <a:pt x="270471" y="109268"/>
                  </a:cubicBezTo>
                  <a:cubicBezTo>
                    <a:pt x="269353" y="112815"/>
                    <a:pt x="267871" y="116264"/>
                    <a:pt x="266050" y="119519"/>
                  </a:cubicBezTo>
                  <a:lnTo>
                    <a:pt x="265564" y="120394"/>
                  </a:lnTo>
                  <a:lnTo>
                    <a:pt x="265029" y="121244"/>
                  </a:lnTo>
                  <a:lnTo>
                    <a:pt x="264495" y="122119"/>
                  </a:lnTo>
                  <a:lnTo>
                    <a:pt x="264252" y="122532"/>
                  </a:lnTo>
                  <a:lnTo>
                    <a:pt x="263960" y="122945"/>
                  </a:lnTo>
                  <a:lnTo>
                    <a:pt x="262843" y="124596"/>
                  </a:lnTo>
                  <a:lnTo>
                    <a:pt x="261628" y="126200"/>
                  </a:lnTo>
                  <a:cubicBezTo>
                    <a:pt x="260001" y="128289"/>
                    <a:pt x="258203" y="130257"/>
                    <a:pt x="256284" y="132054"/>
                  </a:cubicBezTo>
                  <a:cubicBezTo>
                    <a:pt x="254341" y="133828"/>
                    <a:pt x="252276" y="135431"/>
                    <a:pt x="250089" y="136864"/>
                  </a:cubicBezTo>
                  <a:lnTo>
                    <a:pt x="248389" y="137933"/>
                  </a:lnTo>
                  <a:lnTo>
                    <a:pt x="246616" y="138929"/>
                  </a:lnTo>
                  <a:lnTo>
                    <a:pt x="246178" y="139196"/>
                  </a:lnTo>
                  <a:lnTo>
                    <a:pt x="245741" y="139415"/>
                  </a:lnTo>
                  <a:lnTo>
                    <a:pt x="244818" y="139876"/>
                  </a:lnTo>
                  <a:lnTo>
                    <a:pt x="243919" y="140338"/>
                  </a:lnTo>
                  <a:lnTo>
                    <a:pt x="242996" y="140775"/>
                  </a:lnTo>
                  <a:lnTo>
                    <a:pt x="242049" y="141188"/>
                  </a:lnTo>
                  <a:lnTo>
                    <a:pt x="241587" y="141407"/>
                  </a:lnTo>
                  <a:lnTo>
                    <a:pt x="241126" y="141601"/>
                  </a:lnTo>
                  <a:lnTo>
                    <a:pt x="239231" y="142403"/>
                  </a:lnTo>
                  <a:lnTo>
                    <a:pt x="237287" y="143131"/>
                  </a:lnTo>
                  <a:cubicBezTo>
                    <a:pt x="236656" y="143399"/>
                    <a:pt x="235976" y="143593"/>
                    <a:pt x="235344" y="143836"/>
                  </a:cubicBezTo>
                  <a:cubicBezTo>
                    <a:pt x="232721" y="144735"/>
                    <a:pt x="230000" y="145512"/>
                    <a:pt x="227255" y="146192"/>
                  </a:cubicBezTo>
                  <a:cubicBezTo>
                    <a:pt x="224485" y="146872"/>
                    <a:pt x="221692" y="147455"/>
                    <a:pt x="218850" y="147990"/>
                  </a:cubicBezTo>
                  <a:cubicBezTo>
                    <a:pt x="216007" y="148500"/>
                    <a:pt x="213117" y="148986"/>
                    <a:pt x="210226" y="149374"/>
                  </a:cubicBezTo>
                  <a:cubicBezTo>
                    <a:pt x="194787" y="151592"/>
                    <a:pt x="179230" y="152704"/>
                    <a:pt x="163670" y="152704"/>
                  </a:cubicBezTo>
                  <a:cubicBezTo>
                    <a:pt x="155702" y="152704"/>
                    <a:pt x="147733" y="152412"/>
                    <a:pt x="139778" y="151828"/>
                  </a:cubicBezTo>
                  <a:lnTo>
                    <a:pt x="136742" y="151634"/>
                  </a:lnTo>
                  <a:lnTo>
                    <a:pt x="133705" y="151342"/>
                  </a:lnTo>
                  <a:lnTo>
                    <a:pt x="127608" y="150735"/>
                  </a:lnTo>
                  <a:cubicBezTo>
                    <a:pt x="125567" y="150492"/>
                    <a:pt x="123551" y="150225"/>
                    <a:pt x="121510" y="149958"/>
                  </a:cubicBezTo>
                  <a:lnTo>
                    <a:pt x="118450" y="149569"/>
                  </a:lnTo>
                  <a:cubicBezTo>
                    <a:pt x="117454" y="149423"/>
                    <a:pt x="116433" y="149253"/>
                    <a:pt x="115413" y="149107"/>
                  </a:cubicBezTo>
                  <a:lnTo>
                    <a:pt x="109316" y="148111"/>
                  </a:lnTo>
                  <a:cubicBezTo>
                    <a:pt x="107275" y="147747"/>
                    <a:pt x="105235" y="147358"/>
                    <a:pt x="103218" y="146970"/>
                  </a:cubicBezTo>
                  <a:lnTo>
                    <a:pt x="100182" y="146387"/>
                  </a:lnTo>
                  <a:cubicBezTo>
                    <a:pt x="99162" y="146192"/>
                    <a:pt x="98141" y="145949"/>
                    <a:pt x="97145" y="145731"/>
                  </a:cubicBezTo>
                  <a:lnTo>
                    <a:pt x="91072" y="144370"/>
                  </a:lnTo>
                  <a:cubicBezTo>
                    <a:pt x="89056" y="143884"/>
                    <a:pt x="87040" y="143374"/>
                    <a:pt x="85048" y="142864"/>
                  </a:cubicBezTo>
                  <a:lnTo>
                    <a:pt x="82036" y="142087"/>
                  </a:lnTo>
                  <a:cubicBezTo>
                    <a:pt x="81040" y="141820"/>
                    <a:pt x="80044" y="141528"/>
                    <a:pt x="79048" y="141237"/>
                  </a:cubicBezTo>
                  <a:lnTo>
                    <a:pt x="73096" y="139536"/>
                  </a:lnTo>
                  <a:cubicBezTo>
                    <a:pt x="71128" y="138929"/>
                    <a:pt x="69161" y="138273"/>
                    <a:pt x="67193" y="137666"/>
                  </a:cubicBezTo>
                  <a:cubicBezTo>
                    <a:pt x="63258" y="136451"/>
                    <a:pt x="59395" y="135115"/>
                    <a:pt x="55630" y="133682"/>
                  </a:cubicBezTo>
                  <a:cubicBezTo>
                    <a:pt x="51865" y="132249"/>
                    <a:pt x="48221" y="130694"/>
                    <a:pt x="44698" y="128993"/>
                  </a:cubicBezTo>
                  <a:cubicBezTo>
                    <a:pt x="41249" y="127342"/>
                    <a:pt x="37921" y="125471"/>
                    <a:pt x="34714" y="123358"/>
                  </a:cubicBezTo>
                  <a:cubicBezTo>
                    <a:pt x="33937" y="122847"/>
                    <a:pt x="33159" y="122337"/>
                    <a:pt x="32406" y="121779"/>
                  </a:cubicBezTo>
                  <a:lnTo>
                    <a:pt x="31289" y="120953"/>
                  </a:lnTo>
                  <a:cubicBezTo>
                    <a:pt x="30925" y="120685"/>
                    <a:pt x="30560" y="120394"/>
                    <a:pt x="30196" y="120127"/>
                  </a:cubicBezTo>
                  <a:cubicBezTo>
                    <a:pt x="29831" y="119835"/>
                    <a:pt x="29467" y="119568"/>
                    <a:pt x="29103" y="119252"/>
                  </a:cubicBezTo>
                  <a:lnTo>
                    <a:pt x="28058" y="118378"/>
                  </a:lnTo>
                  <a:cubicBezTo>
                    <a:pt x="27354" y="117795"/>
                    <a:pt x="26722" y="117187"/>
                    <a:pt x="26066" y="116580"/>
                  </a:cubicBezTo>
                  <a:cubicBezTo>
                    <a:pt x="23491" y="114151"/>
                    <a:pt x="21159" y="111479"/>
                    <a:pt x="19143" y="108588"/>
                  </a:cubicBezTo>
                  <a:cubicBezTo>
                    <a:pt x="17199" y="105770"/>
                    <a:pt x="15572" y="102782"/>
                    <a:pt x="14309" y="99624"/>
                  </a:cubicBezTo>
                  <a:cubicBezTo>
                    <a:pt x="13094" y="96612"/>
                    <a:pt x="12317" y="93478"/>
                    <a:pt x="11928" y="90247"/>
                  </a:cubicBezTo>
                  <a:lnTo>
                    <a:pt x="11807" y="89081"/>
                  </a:lnTo>
                  <a:cubicBezTo>
                    <a:pt x="11782" y="88887"/>
                    <a:pt x="11782" y="88693"/>
                    <a:pt x="11782" y="88523"/>
                  </a:cubicBezTo>
                  <a:lnTo>
                    <a:pt x="11758" y="87940"/>
                  </a:lnTo>
                  <a:lnTo>
                    <a:pt x="11734" y="86774"/>
                  </a:lnTo>
                  <a:cubicBezTo>
                    <a:pt x="11709" y="86385"/>
                    <a:pt x="11758" y="86021"/>
                    <a:pt x="11758" y="85632"/>
                  </a:cubicBezTo>
                  <a:cubicBezTo>
                    <a:pt x="11807" y="84101"/>
                    <a:pt x="11977" y="82571"/>
                    <a:pt x="12268" y="81065"/>
                  </a:cubicBezTo>
                  <a:cubicBezTo>
                    <a:pt x="13361" y="75065"/>
                    <a:pt x="16228" y="69478"/>
                    <a:pt x="19823" y="64571"/>
                  </a:cubicBezTo>
                  <a:cubicBezTo>
                    <a:pt x="21305" y="62530"/>
                    <a:pt x="22884" y="60562"/>
                    <a:pt x="24584" y="58692"/>
                  </a:cubicBezTo>
                  <a:cubicBezTo>
                    <a:pt x="26139" y="56967"/>
                    <a:pt x="27621" y="55485"/>
                    <a:pt x="28981" y="54149"/>
                  </a:cubicBezTo>
                  <a:cubicBezTo>
                    <a:pt x="31678" y="51501"/>
                    <a:pt x="33864" y="49534"/>
                    <a:pt x="35394" y="48100"/>
                  </a:cubicBezTo>
                  <a:cubicBezTo>
                    <a:pt x="36147" y="47372"/>
                    <a:pt x="36730" y="46789"/>
                    <a:pt x="37168" y="46327"/>
                  </a:cubicBezTo>
                  <a:cubicBezTo>
                    <a:pt x="37484" y="45987"/>
                    <a:pt x="37751" y="45623"/>
                    <a:pt x="37969" y="45210"/>
                  </a:cubicBezTo>
                  <a:cubicBezTo>
                    <a:pt x="38077" y="44940"/>
                    <a:pt x="37975" y="44805"/>
                    <a:pt x="37672" y="44805"/>
                  </a:cubicBezTo>
                  <a:cubicBezTo>
                    <a:pt x="37429" y="44805"/>
                    <a:pt x="37057" y="44891"/>
                    <a:pt x="36560" y="45064"/>
                  </a:cubicBezTo>
                  <a:cubicBezTo>
                    <a:pt x="34836" y="45720"/>
                    <a:pt x="33184" y="46546"/>
                    <a:pt x="31605" y="47517"/>
                  </a:cubicBezTo>
                  <a:cubicBezTo>
                    <a:pt x="28860" y="49145"/>
                    <a:pt x="26260" y="50967"/>
                    <a:pt x="23783" y="52983"/>
                  </a:cubicBezTo>
                  <a:cubicBezTo>
                    <a:pt x="20333" y="55753"/>
                    <a:pt x="17199" y="58886"/>
                    <a:pt x="14454" y="62311"/>
                  </a:cubicBezTo>
                  <a:cubicBezTo>
                    <a:pt x="12778" y="64352"/>
                    <a:pt x="11272" y="66538"/>
                    <a:pt x="9960" y="68822"/>
                  </a:cubicBezTo>
                  <a:cubicBezTo>
                    <a:pt x="9620" y="69429"/>
                    <a:pt x="9280" y="70061"/>
                    <a:pt x="8989" y="70692"/>
                  </a:cubicBezTo>
                  <a:cubicBezTo>
                    <a:pt x="8673" y="71324"/>
                    <a:pt x="8381" y="71980"/>
                    <a:pt x="8066" y="72636"/>
                  </a:cubicBezTo>
                  <a:cubicBezTo>
                    <a:pt x="7458" y="73996"/>
                    <a:pt x="6948" y="75381"/>
                    <a:pt x="6511" y="76814"/>
                  </a:cubicBezTo>
                  <a:lnTo>
                    <a:pt x="5466" y="76498"/>
                  </a:lnTo>
                  <a:cubicBezTo>
                    <a:pt x="5879" y="75065"/>
                    <a:pt x="6365" y="73680"/>
                    <a:pt x="6924" y="72295"/>
                  </a:cubicBezTo>
                  <a:cubicBezTo>
                    <a:pt x="7483" y="71008"/>
                    <a:pt x="8017" y="69769"/>
                    <a:pt x="8600" y="68652"/>
                  </a:cubicBezTo>
                  <a:cubicBezTo>
                    <a:pt x="9669" y="66611"/>
                    <a:pt x="10835" y="64643"/>
                    <a:pt x="12098" y="62749"/>
                  </a:cubicBezTo>
                  <a:cubicBezTo>
                    <a:pt x="13896" y="60149"/>
                    <a:pt x="15815" y="57623"/>
                    <a:pt x="17880" y="55218"/>
                  </a:cubicBezTo>
                  <a:cubicBezTo>
                    <a:pt x="19386" y="53420"/>
                    <a:pt x="20455" y="52206"/>
                    <a:pt x="21135" y="51356"/>
                  </a:cubicBezTo>
                  <a:cubicBezTo>
                    <a:pt x="21791" y="50505"/>
                    <a:pt x="22058" y="50020"/>
                    <a:pt x="22058" y="49728"/>
                  </a:cubicBezTo>
                  <a:cubicBezTo>
                    <a:pt x="22068" y="49503"/>
                    <a:pt x="21894" y="49429"/>
                    <a:pt x="21629" y="49429"/>
                  </a:cubicBezTo>
                  <a:cubicBezTo>
                    <a:pt x="21263" y="49429"/>
                    <a:pt x="20725" y="49571"/>
                    <a:pt x="20260" y="49655"/>
                  </a:cubicBezTo>
                  <a:cubicBezTo>
                    <a:pt x="20065" y="49697"/>
                    <a:pt x="19883" y="49725"/>
                    <a:pt x="19731" y="49725"/>
                  </a:cubicBezTo>
                  <a:cubicBezTo>
                    <a:pt x="19262" y="49725"/>
                    <a:pt x="19095" y="49451"/>
                    <a:pt x="19774" y="48441"/>
                  </a:cubicBezTo>
                  <a:lnTo>
                    <a:pt x="19774" y="48441"/>
                  </a:lnTo>
                  <a:cubicBezTo>
                    <a:pt x="15159" y="52789"/>
                    <a:pt x="10859" y="57672"/>
                    <a:pt x="7385" y="63283"/>
                  </a:cubicBezTo>
                  <a:cubicBezTo>
                    <a:pt x="6511" y="64692"/>
                    <a:pt x="5685" y="66125"/>
                    <a:pt x="4956" y="67631"/>
                  </a:cubicBezTo>
                  <a:cubicBezTo>
                    <a:pt x="4227" y="69162"/>
                    <a:pt x="3547" y="70668"/>
                    <a:pt x="2964" y="72271"/>
                  </a:cubicBezTo>
                  <a:cubicBezTo>
                    <a:pt x="2357" y="73850"/>
                    <a:pt x="1847" y="75478"/>
                    <a:pt x="1434" y="77130"/>
                  </a:cubicBezTo>
                  <a:cubicBezTo>
                    <a:pt x="1215" y="77956"/>
                    <a:pt x="997" y="78781"/>
                    <a:pt x="875" y="79632"/>
                  </a:cubicBezTo>
                  <a:cubicBezTo>
                    <a:pt x="729" y="80458"/>
                    <a:pt x="559" y="81308"/>
                    <a:pt x="462" y="82158"/>
                  </a:cubicBezTo>
                  <a:cubicBezTo>
                    <a:pt x="49" y="85583"/>
                    <a:pt x="1" y="89033"/>
                    <a:pt x="365" y="92458"/>
                  </a:cubicBezTo>
                  <a:cubicBezTo>
                    <a:pt x="754" y="95835"/>
                    <a:pt x="1507" y="99187"/>
                    <a:pt x="2576" y="102418"/>
                  </a:cubicBezTo>
                  <a:cubicBezTo>
                    <a:pt x="3620" y="105600"/>
                    <a:pt x="4980" y="108685"/>
                    <a:pt x="6608" y="111624"/>
                  </a:cubicBezTo>
                  <a:cubicBezTo>
                    <a:pt x="8211" y="114564"/>
                    <a:pt x="10033" y="117357"/>
                    <a:pt x="12098" y="120005"/>
                  </a:cubicBezTo>
                  <a:cubicBezTo>
                    <a:pt x="12608" y="120661"/>
                    <a:pt x="13264" y="121341"/>
                    <a:pt x="13920" y="122094"/>
                  </a:cubicBezTo>
                  <a:cubicBezTo>
                    <a:pt x="14576" y="122872"/>
                    <a:pt x="15353" y="123649"/>
                    <a:pt x="16155" y="124451"/>
                  </a:cubicBezTo>
                  <a:lnTo>
                    <a:pt x="16762" y="125058"/>
                  </a:lnTo>
                  <a:lnTo>
                    <a:pt x="17418" y="125665"/>
                  </a:lnTo>
                  <a:lnTo>
                    <a:pt x="18730" y="126880"/>
                  </a:lnTo>
                  <a:cubicBezTo>
                    <a:pt x="19191" y="127293"/>
                    <a:pt x="19653" y="127682"/>
                    <a:pt x="20115" y="128070"/>
                  </a:cubicBezTo>
                  <a:cubicBezTo>
                    <a:pt x="20576" y="128459"/>
                    <a:pt x="21038" y="128872"/>
                    <a:pt x="21523" y="129261"/>
                  </a:cubicBezTo>
                  <a:cubicBezTo>
                    <a:pt x="24900" y="131957"/>
                    <a:pt x="28471" y="134386"/>
                    <a:pt x="32212" y="136548"/>
                  </a:cubicBezTo>
                  <a:cubicBezTo>
                    <a:pt x="36245" y="138856"/>
                    <a:pt x="40399" y="140921"/>
                    <a:pt x="44674" y="142743"/>
                  </a:cubicBezTo>
                  <a:cubicBezTo>
                    <a:pt x="48901" y="144540"/>
                    <a:pt x="53152" y="146119"/>
                    <a:pt x="57379" y="147577"/>
                  </a:cubicBezTo>
                  <a:cubicBezTo>
                    <a:pt x="58423" y="147917"/>
                    <a:pt x="59492" y="148306"/>
                    <a:pt x="60561" y="148621"/>
                  </a:cubicBezTo>
                  <a:lnTo>
                    <a:pt x="63743" y="149642"/>
                  </a:lnTo>
                  <a:lnTo>
                    <a:pt x="66926" y="150638"/>
                  </a:lnTo>
                  <a:cubicBezTo>
                    <a:pt x="67970" y="150953"/>
                    <a:pt x="69039" y="151318"/>
                    <a:pt x="70108" y="151609"/>
                  </a:cubicBezTo>
                  <a:cubicBezTo>
                    <a:pt x="74383" y="152824"/>
                    <a:pt x="78635" y="154087"/>
                    <a:pt x="82934" y="155107"/>
                  </a:cubicBezTo>
                  <a:lnTo>
                    <a:pt x="86141" y="155909"/>
                  </a:lnTo>
                  <a:lnTo>
                    <a:pt x="87769" y="156346"/>
                  </a:lnTo>
                  <a:lnTo>
                    <a:pt x="89372" y="156711"/>
                  </a:lnTo>
                  <a:lnTo>
                    <a:pt x="95834" y="158144"/>
                  </a:lnTo>
                  <a:cubicBezTo>
                    <a:pt x="96392" y="158241"/>
                    <a:pt x="96927" y="158387"/>
                    <a:pt x="97461" y="158484"/>
                  </a:cubicBezTo>
                  <a:lnTo>
                    <a:pt x="99089" y="158800"/>
                  </a:lnTo>
                  <a:lnTo>
                    <a:pt x="102320" y="159407"/>
                  </a:lnTo>
                  <a:cubicBezTo>
                    <a:pt x="104506" y="159796"/>
                    <a:pt x="106644" y="160257"/>
                    <a:pt x="108830" y="160573"/>
                  </a:cubicBezTo>
                  <a:lnTo>
                    <a:pt x="115340" y="161618"/>
                  </a:lnTo>
                  <a:cubicBezTo>
                    <a:pt x="116409" y="161812"/>
                    <a:pt x="117502" y="161934"/>
                    <a:pt x="118595" y="162079"/>
                  </a:cubicBezTo>
                  <a:lnTo>
                    <a:pt x="121851" y="162492"/>
                  </a:lnTo>
                  <a:lnTo>
                    <a:pt x="125106" y="162930"/>
                  </a:lnTo>
                  <a:lnTo>
                    <a:pt x="125932" y="163027"/>
                  </a:lnTo>
                  <a:lnTo>
                    <a:pt x="126758" y="163124"/>
                  </a:lnTo>
                  <a:lnTo>
                    <a:pt x="128385" y="163270"/>
                  </a:lnTo>
                  <a:lnTo>
                    <a:pt x="134920" y="163950"/>
                  </a:lnTo>
                  <a:cubicBezTo>
                    <a:pt x="137082" y="164144"/>
                    <a:pt x="139268" y="164290"/>
                    <a:pt x="141454" y="164436"/>
                  </a:cubicBezTo>
                  <a:lnTo>
                    <a:pt x="144734" y="164679"/>
                  </a:lnTo>
                  <a:cubicBezTo>
                    <a:pt x="145827" y="164751"/>
                    <a:pt x="146920" y="164800"/>
                    <a:pt x="147989" y="164849"/>
                  </a:cubicBezTo>
                  <a:lnTo>
                    <a:pt x="154548" y="165140"/>
                  </a:lnTo>
                  <a:lnTo>
                    <a:pt x="161083" y="165262"/>
                  </a:lnTo>
                  <a:lnTo>
                    <a:pt x="164338" y="165310"/>
                  </a:lnTo>
                  <a:lnTo>
                    <a:pt x="167617" y="165262"/>
                  </a:lnTo>
                  <a:lnTo>
                    <a:pt x="174152" y="165189"/>
                  </a:lnTo>
                  <a:lnTo>
                    <a:pt x="180662" y="164897"/>
                  </a:lnTo>
                  <a:cubicBezTo>
                    <a:pt x="181755" y="164849"/>
                    <a:pt x="182824" y="164824"/>
                    <a:pt x="183917" y="164776"/>
                  </a:cubicBezTo>
                  <a:lnTo>
                    <a:pt x="187173" y="164533"/>
                  </a:lnTo>
                  <a:cubicBezTo>
                    <a:pt x="189335" y="164363"/>
                    <a:pt x="191497" y="164241"/>
                    <a:pt x="193659" y="164071"/>
                  </a:cubicBezTo>
                  <a:lnTo>
                    <a:pt x="200145" y="163415"/>
                  </a:lnTo>
                  <a:cubicBezTo>
                    <a:pt x="201213" y="163294"/>
                    <a:pt x="202307" y="163197"/>
                    <a:pt x="203375" y="163075"/>
                  </a:cubicBezTo>
                  <a:lnTo>
                    <a:pt x="206606" y="162662"/>
                  </a:lnTo>
                  <a:cubicBezTo>
                    <a:pt x="208744" y="162371"/>
                    <a:pt x="210882" y="162104"/>
                    <a:pt x="213044" y="161812"/>
                  </a:cubicBezTo>
                  <a:cubicBezTo>
                    <a:pt x="217344" y="161156"/>
                    <a:pt x="221668" y="160427"/>
                    <a:pt x="225992" y="159504"/>
                  </a:cubicBezTo>
                  <a:cubicBezTo>
                    <a:pt x="230364" y="158581"/>
                    <a:pt x="234688" y="157415"/>
                    <a:pt x="238915" y="155982"/>
                  </a:cubicBezTo>
                  <a:cubicBezTo>
                    <a:pt x="243263" y="154524"/>
                    <a:pt x="247466" y="152727"/>
                    <a:pt x="251523" y="150613"/>
                  </a:cubicBezTo>
                  <a:cubicBezTo>
                    <a:pt x="251766" y="150468"/>
                    <a:pt x="252033" y="150346"/>
                    <a:pt x="252276" y="150200"/>
                  </a:cubicBezTo>
                  <a:lnTo>
                    <a:pt x="253029" y="149763"/>
                  </a:lnTo>
                  <a:lnTo>
                    <a:pt x="254559" y="148913"/>
                  </a:lnTo>
                  <a:cubicBezTo>
                    <a:pt x="255555" y="148306"/>
                    <a:pt x="256527" y="147674"/>
                    <a:pt x="257499" y="147042"/>
                  </a:cubicBezTo>
                  <a:lnTo>
                    <a:pt x="258956" y="146022"/>
                  </a:lnTo>
                  <a:lnTo>
                    <a:pt x="259685" y="145488"/>
                  </a:lnTo>
                  <a:lnTo>
                    <a:pt x="260049" y="145245"/>
                  </a:lnTo>
                  <a:lnTo>
                    <a:pt x="260389" y="144953"/>
                  </a:lnTo>
                  <a:lnTo>
                    <a:pt x="261774" y="143860"/>
                  </a:lnTo>
                  <a:lnTo>
                    <a:pt x="262479" y="143301"/>
                  </a:lnTo>
                  <a:cubicBezTo>
                    <a:pt x="262697" y="143107"/>
                    <a:pt x="262916" y="142913"/>
                    <a:pt x="263134" y="142718"/>
                  </a:cubicBezTo>
                  <a:cubicBezTo>
                    <a:pt x="266657" y="139609"/>
                    <a:pt x="269839" y="136111"/>
                    <a:pt x="272560" y="132297"/>
                  </a:cubicBezTo>
                  <a:cubicBezTo>
                    <a:pt x="272924" y="131836"/>
                    <a:pt x="273240" y="131350"/>
                    <a:pt x="273556" y="130864"/>
                  </a:cubicBezTo>
                  <a:lnTo>
                    <a:pt x="274528" y="129406"/>
                  </a:lnTo>
                  <a:cubicBezTo>
                    <a:pt x="275159" y="128410"/>
                    <a:pt x="275718" y="127414"/>
                    <a:pt x="276325" y="126418"/>
                  </a:cubicBezTo>
                  <a:lnTo>
                    <a:pt x="277151" y="124864"/>
                  </a:lnTo>
                  <a:cubicBezTo>
                    <a:pt x="277418" y="124354"/>
                    <a:pt x="277710" y="123843"/>
                    <a:pt x="277953" y="123309"/>
                  </a:cubicBezTo>
                  <a:lnTo>
                    <a:pt x="278706" y="121754"/>
                  </a:lnTo>
                  <a:lnTo>
                    <a:pt x="279094" y="120953"/>
                  </a:lnTo>
                  <a:lnTo>
                    <a:pt x="279435" y="120151"/>
                  </a:lnTo>
                  <a:cubicBezTo>
                    <a:pt x="281256" y="115900"/>
                    <a:pt x="282665" y="111454"/>
                    <a:pt x="283637" y="106912"/>
                  </a:cubicBezTo>
                  <a:cubicBezTo>
                    <a:pt x="283686" y="106645"/>
                    <a:pt x="283759" y="106353"/>
                    <a:pt x="283807" y="106062"/>
                  </a:cubicBezTo>
                  <a:lnTo>
                    <a:pt x="283953" y="105211"/>
                  </a:lnTo>
                  <a:lnTo>
                    <a:pt x="284269" y="103487"/>
                  </a:lnTo>
                  <a:cubicBezTo>
                    <a:pt x="284439" y="102345"/>
                    <a:pt x="284560" y="101179"/>
                    <a:pt x="284730" y="100037"/>
                  </a:cubicBezTo>
                  <a:cubicBezTo>
                    <a:pt x="284803" y="98871"/>
                    <a:pt x="284925" y="97729"/>
                    <a:pt x="284973" y="96563"/>
                  </a:cubicBezTo>
                  <a:lnTo>
                    <a:pt x="285046" y="94814"/>
                  </a:lnTo>
                  <a:lnTo>
                    <a:pt x="285070" y="93940"/>
                  </a:lnTo>
                  <a:lnTo>
                    <a:pt x="285070" y="93065"/>
                  </a:lnTo>
                  <a:cubicBezTo>
                    <a:pt x="285070" y="88377"/>
                    <a:pt x="284536" y="83688"/>
                    <a:pt x="283491" y="79122"/>
                  </a:cubicBezTo>
                  <a:cubicBezTo>
                    <a:pt x="282423" y="74482"/>
                    <a:pt x="280771" y="70012"/>
                    <a:pt x="278560" y="65809"/>
                  </a:cubicBezTo>
                  <a:lnTo>
                    <a:pt x="277710" y="64230"/>
                  </a:lnTo>
                  <a:cubicBezTo>
                    <a:pt x="277443" y="63720"/>
                    <a:pt x="277127" y="63210"/>
                    <a:pt x="276811" y="62700"/>
                  </a:cubicBezTo>
                  <a:cubicBezTo>
                    <a:pt x="276495" y="62190"/>
                    <a:pt x="276179" y="61680"/>
                    <a:pt x="275864" y="61170"/>
                  </a:cubicBezTo>
                  <a:lnTo>
                    <a:pt x="274819" y="59712"/>
                  </a:lnTo>
                  <a:cubicBezTo>
                    <a:pt x="273459" y="57793"/>
                    <a:pt x="272001" y="55947"/>
                    <a:pt x="270422" y="54198"/>
                  </a:cubicBezTo>
                  <a:cubicBezTo>
                    <a:pt x="267313" y="50797"/>
                    <a:pt x="263936" y="47688"/>
                    <a:pt x="260292" y="44870"/>
                  </a:cubicBezTo>
                  <a:cubicBezTo>
                    <a:pt x="253199" y="39307"/>
                    <a:pt x="245668" y="34813"/>
                    <a:pt x="238502" y="30343"/>
                  </a:cubicBezTo>
                  <a:lnTo>
                    <a:pt x="237166" y="29517"/>
                  </a:lnTo>
                  <a:lnTo>
                    <a:pt x="236486" y="29104"/>
                  </a:lnTo>
                  <a:lnTo>
                    <a:pt x="235879" y="28691"/>
                  </a:lnTo>
                  <a:lnTo>
                    <a:pt x="234640" y="27889"/>
                  </a:lnTo>
                  <a:cubicBezTo>
                    <a:pt x="234227" y="27622"/>
                    <a:pt x="233838" y="27331"/>
                    <a:pt x="233425" y="27039"/>
                  </a:cubicBezTo>
                  <a:cubicBezTo>
                    <a:pt x="233012" y="26748"/>
                    <a:pt x="232599" y="26456"/>
                    <a:pt x="232186" y="26165"/>
                  </a:cubicBezTo>
                  <a:lnTo>
                    <a:pt x="230947" y="25242"/>
                  </a:lnTo>
                  <a:cubicBezTo>
                    <a:pt x="230121" y="24659"/>
                    <a:pt x="229295" y="24003"/>
                    <a:pt x="228469" y="23395"/>
                  </a:cubicBezTo>
                  <a:cubicBezTo>
                    <a:pt x="225166" y="20869"/>
                    <a:pt x="221813" y="18173"/>
                    <a:pt x="218315" y="15525"/>
                  </a:cubicBezTo>
                  <a:cubicBezTo>
                    <a:pt x="215309" y="13209"/>
                    <a:pt x="212185" y="11047"/>
                    <a:pt x="208969" y="9051"/>
                  </a:cubicBezTo>
                  <a:lnTo>
                    <a:pt x="208969" y="9051"/>
                  </a:lnTo>
                  <a:cubicBezTo>
                    <a:pt x="209456" y="9356"/>
                    <a:pt x="209940" y="9668"/>
                    <a:pt x="210420" y="9986"/>
                  </a:cubicBezTo>
                  <a:cubicBezTo>
                    <a:pt x="210736" y="10180"/>
                    <a:pt x="211028" y="10375"/>
                    <a:pt x="211343" y="10593"/>
                  </a:cubicBezTo>
                  <a:lnTo>
                    <a:pt x="212242" y="11201"/>
                  </a:lnTo>
                  <a:cubicBezTo>
                    <a:pt x="212849" y="11614"/>
                    <a:pt x="213457" y="12002"/>
                    <a:pt x="214040" y="12415"/>
                  </a:cubicBezTo>
                  <a:cubicBezTo>
                    <a:pt x="215206" y="13266"/>
                    <a:pt x="216372" y="14091"/>
                    <a:pt x="217489" y="14966"/>
                  </a:cubicBezTo>
                  <a:cubicBezTo>
                    <a:pt x="219748" y="16642"/>
                    <a:pt x="221910" y="18367"/>
                    <a:pt x="224072" y="20067"/>
                  </a:cubicBezTo>
                  <a:cubicBezTo>
                    <a:pt x="226210" y="21743"/>
                    <a:pt x="228299" y="23395"/>
                    <a:pt x="230413" y="24974"/>
                  </a:cubicBezTo>
                  <a:cubicBezTo>
                    <a:pt x="232526" y="26553"/>
                    <a:pt x="234591" y="27987"/>
                    <a:pt x="236729" y="29371"/>
                  </a:cubicBezTo>
                  <a:cubicBezTo>
                    <a:pt x="241271" y="32213"/>
                    <a:pt x="245911" y="35056"/>
                    <a:pt x="250551" y="38092"/>
                  </a:cubicBezTo>
                  <a:cubicBezTo>
                    <a:pt x="252883" y="39647"/>
                    <a:pt x="255191" y="41226"/>
                    <a:pt x="257450" y="42902"/>
                  </a:cubicBezTo>
                  <a:cubicBezTo>
                    <a:pt x="258592" y="43728"/>
                    <a:pt x="259709" y="44627"/>
                    <a:pt x="260827" y="45501"/>
                  </a:cubicBezTo>
                  <a:cubicBezTo>
                    <a:pt x="261385" y="45963"/>
                    <a:pt x="261944" y="46424"/>
                    <a:pt x="262503" y="46886"/>
                  </a:cubicBezTo>
                  <a:lnTo>
                    <a:pt x="263329" y="47566"/>
                  </a:lnTo>
                  <a:lnTo>
                    <a:pt x="264130" y="48295"/>
                  </a:lnTo>
                  <a:cubicBezTo>
                    <a:pt x="266317" y="50214"/>
                    <a:pt x="268382" y="52279"/>
                    <a:pt x="270325" y="54441"/>
                  </a:cubicBezTo>
                  <a:lnTo>
                    <a:pt x="271782" y="56117"/>
                  </a:lnTo>
                  <a:cubicBezTo>
                    <a:pt x="272244" y="56676"/>
                    <a:pt x="272706" y="57283"/>
                    <a:pt x="273167" y="57866"/>
                  </a:cubicBezTo>
                  <a:lnTo>
                    <a:pt x="273847" y="58740"/>
                  </a:lnTo>
                  <a:cubicBezTo>
                    <a:pt x="274066" y="59032"/>
                    <a:pt x="274260" y="59348"/>
                    <a:pt x="274503" y="59664"/>
                  </a:cubicBezTo>
                  <a:lnTo>
                    <a:pt x="275766" y="61510"/>
                  </a:lnTo>
                  <a:cubicBezTo>
                    <a:pt x="276544" y="62797"/>
                    <a:pt x="277370" y="64060"/>
                    <a:pt x="278050" y="65396"/>
                  </a:cubicBezTo>
                  <a:lnTo>
                    <a:pt x="278560" y="66392"/>
                  </a:lnTo>
                  <a:lnTo>
                    <a:pt x="278827" y="66903"/>
                  </a:lnTo>
                  <a:cubicBezTo>
                    <a:pt x="278900" y="67073"/>
                    <a:pt x="278997" y="67243"/>
                    <a:pt x="279070" y="67413"/>
                  </a:cubicBezTo>
                  <a:lnTo>
                    <a:pt x="279993" y="69453"/>
                  </a:lnTo>
                  <a:cubicBezTo>
                    <a:pt x="280309" y="70133"/>
                    <a:pt x="280552" y="70838"/>
                    <a:pt x="280844" y="71518"/>
                  </a:cubicBezTo>
                  <a:lnTo>
                    <a:pt x="281232" y="72563"/>
                  </a:lnTo>
                  <a:cubicBezTo>
                    <a:pt x="281378" y="72927"/>
                    <a:pt x="281475" y="73267"/>
                    <a:pt x="281597" y="73632"/>
                  </a:cubicBezTo>
                  <a:cubicBezTo>
                    <a:pt x="281815" y="74336"/>
                    <a:pt x="282058" y="75040"/>
                    <a:pt x="282277" y="75745"/>
                  </a:cubicBezTo>
                  <a:lnTo>
                    <a:pt x="282884" y="77907"/>
                  </a:lnTo>
                  <a:cubicBezTo>
                    <a:pt x="283589" y="80773"/>
                    <a:pt x="284099" y="83688"/>
                    <a:pt x="284390" y="86628"/>
                  </a:cubicBezTo>
                  <a:lnTo>
                    <a:pt x="284536" y="87721"/>
                  </a:lnTo>
                  <a:lnTo>
                    <a:pt x="284609" y="88838"/>
                  </a:lnTo>
                  <a:cubicBezTo>
                    <a:pt x="284657" y="89567"/>
                    <a:pt x="284706" y="90296"/>
                    <a:pt x="284730" y="91025"/>
                  </a:cubicBezTo>
                  <a:cubicBezTo>
                    <a:pt x="284755" y="92507"/>
                    <a:pt x="284779" y="93964"/>
                    <a:pt x="284706" y="95422"/>
                  </a:cubicBezTo>
                  <a:cubicBezTo>
                    <a:pt x="284682" y="96903"/>
                    <a:pt x="284512" y="98337"/>
                    <a:pt x="284414" y="99794"/>
                  </a:cubicBezTo>
                  <a:cubicBezTo>
                    <a:pt x="284317" y="100523"/>
                    <a:pt x="284220" y="101252"/>
                    <a:pt x="284123" y="101980"/>
                  </a:cubicBezTo>
                  <a:lnTo>
                    <a:pt x="284002" y="103074"/>
                  </a:lnTo>
                  <a:lnTo>
                    <a:pt x="283807" y="104142"/>
                  </a:lnTo>
                  <a:cubicBezTo>
                    <a:pt x="283321" y="107009"/>
                    <a:pt x="282641" y="109851"/>
                    <a:pt x="281791" y="112645"/>
                  </a:cubicBezTo>
                  <a:lnTo>
                    <a:pt x="281135" y="114734"/>
                  </a:lnTo>
                  <a:cubicBezTo>
                    <a:pt x="280892" y="115414"/>
                    <a:pt x="280625" y="116094"/>
                    <a:pt x="280382" y="116799"/>
                  </a:cubicBezTo>
                  <a:lnTo>
                    <a:pt x="279993" y="117819"/>
                  </a:lnTo>
                  <a:cubicBezTo>
                    <a:pt x="279872" y="118159"/>
                    <a:pt x="279726" y="118499"/>
                    <a:pt x="279580" y="118839"/>
                  </a:cubicBezTo>
                  <a:cubicBezTo>
                    <a:pt x="279289" y="119495"/>
                    <a:pt x="279022" y="120175"/>
                    <a:pt x="278706" y="120856"/>
                  </a:cubicBezTo>
                  <a:cubicBezTo>
                    <a:pt x="278074" y="122167"/>
                    <a:pt x="277491" y="123503"/>
                    <a:pt x="276762" y="124767"/>
                  </a:cubicBezTo>
                  <a:lnTo>
                    <a:pt x="276252" y="125738"/>
                  </a:lnTo>
                  <a:lnTo>
                    <a:pt x="275985" y="126224"/>
                  </a:lnTo>
                  <a:lnTo>
                    <a:pt x="275694" y="126710"/>
                  </a:lnTo>
                  <a:lnTo>
                    <a:pt x="274576" y="128580"/>
                  </a:lnTo>
                  <a:cubicBezTo>
                    <a:pt x="271442" y="133609"/>
                    <a:pt x="267604" y="138152"/>
                    <a:pt x="263159" y="142063"/>
                  </a:cubicBezTo>
                  <a:lnTo>
                    <a:pt x="262333" y="142816"/>
                  </a:lnTo>
                  <a:cubicBezTo>
                    <a:pt x="262041" y="143059"/>
                    <a:pt x="261750" y="143277"/>
                    <a:pt x="261458" y="143520"/>
                  </a:cubicBezTo>
                  <a:cubicBezTo>
                    <a:pt x="260875" y="144006"/>
                    <a:pt x="260292" y="144443"/>
                    <a:pt x="259709" y="144905"/>
                  </a:cubicBezTo>
                  <a:cubicBezTo>
                    <a:pt x="258495" y="145755"/>
                    <a:pt x="257280" y="146678"/>
                    <a:pt x="256017" y="147431"/>
                  </a:cubicBezTo>
                  <a:lnTo>
                    <a:pt x="255094" y="148014"/>
                  </a:lnTo>
                  <a:lnTo>
                    <a:pt x="254632" y="148330"/>
                  </a:lnTo>
                  <a:lnTo>
                    <a:pt x="254195" y="148621"/>
                  </a:lnTo>
                  <a:lnTo>
                    <a:pt x="252276" y="149715"/>
                  </a:lnTo>
                  <a:cubicBezTo>
                    <a:pt x="251644" y="150079"/>
                    <a:pt x="250988" y="150395"/>
                    <a:pt x="250357" y="150735"/>
                  </a:cubicBezTo>
                  <a:lnTo>
                    <a:pt x="249385" y="151245"/>
                  </a:lnTo>
                  <a:lnTo>
                    <a:pt x="248389" y="151707"/>
                  </a:lnTo>
                  <a:cubicBezTo>
                    <a:pt x="243166" y="154160"/>
                    <a:pt x="237749" y="156103"/>
                    <a:pt x="232162" y="157561"/>
                  </a:cubicBezTo>
                  <a:cubicBezTo>
                    <a:pt x="229417" y="158290"/>
                    <a:pt x="226672" y="158921"/>
                    <a:pt x="223902" y="159480"/>
                  </a:cubicBezTo>
                  <a:cubicBezTo>
                    <a:pt x="221133" y="160039"/>
                    <a:pt x="218364" y="160525"/>
                    <a:pt x="215619" y="160962"/>
                  </a:cubicBezTo>
                  <a:lnTo>
                    <a:pt x="213554" y="161278"/>
                  </a:lnTo>
                  <a:cubicBezTo>
                    <a:pt x="212849" y="161399"/>
                    <a:pt x="212169" y="161496"/>
                    <a:pt x="211465" y="161569"/>
                  </a:cubicBezTo>
                  <a:lnTo>
                    <a:pt x="207335" y="162128"/>
                  </a:lnTo>
                  <a:lnTo>
                    <a:pt x="203181" y="162662"/>
                  </a:lnTo>
                  <a:cubicBezTo>
                    <a:pt x="201796" y="162808"/>
                    <a:pt x="200412" y="162954"/>
                    <a:pt x="199027" y="163100"/>
                  </a:cubicBezTo>
                  <a:cubicBezTo>
                    <a:pt x="196234" y="163367"/>
                    <a:pt x="193464" y="163707"/>
                    <a:pt x="190646" y="163853"/>
                  </a:cubicBezTo>
                  <a:lnTo>
                    <a:pt x="186444" y="164168"/>
                  </a:lnTo>
                  <a:cubicBezTo>
                    <a:pt x="185059" y="164266"/>
                    <a:pt x="183650" y="164387"/>
                    <a:pt x="182241" y="164436"/>
                  </a:cubicBezTo>
                  <a:cubicBezTo>
                    <a:pt x="182897" y="164217"/>
                    <a:pt x="184816" y="163901"/>
                    <a:pt x="181561" y="163901"/>
                  </a:cubicBezTo>
                  <a:lnTo>
                    <a:pt x="183699" y="163804"/>
                  </a:lnTo>
                  <a:lnTo>
                    <a:pt x="185812" y="163610"/>
                  </a:lnTo>
                  <a:lnTo>
                    <a:pt x="190063" y="163270"/>
                  </a:lnTo>
                  <a:lnTo>
                    <a:pt x="192201" y="163075"/>
                  </a:lnTo>
                  <a:lnTo>
                    <a:pt x="193246" y="163002"/>
                  </a:lnTo>
                  <a:lnTo>
                    <a:pt x="194314" y="162881"/>
                  </a:lnTo>
                  <a:lnTo>
                    <a:pt x="198541" y="162419"/>
                  </a:lnTo>
                  <a:lnTo>
                    <a:pt x="202768" y="161958"/>
                  </a:lnTo>
                  <a:lnTo>
                    <a:pt x="206971" y="161375"/>
                  </a:lnTo>
                  <a:cubicBezTo>
                    <a:pt x="209764" y="160986"/>
                    <a:pt x="212558" y="160597"/>
                    <a:pt x="215352" y="160160"/>
                  </a:cubicBezTo>
                  <a:cubicBezTo>
                    <a:pt x="218145" y="159699"/>
                    <a:pt x="220939" y="159213"/>
                    <a:pt x="223732" y="158630"/>
                  </a:cubicBezTo>
                  <a:cubicBezTo>
                    <a:pt x="226526" y="158047"/>
                    <a:pt x="229320" y="157415"/>
                    <a:pt x="232089" y="156662"/>
                  </a:cubicBezTo>
                  <a:cubicBezTo>
                    <a:pt x="234858" y="155909"/>
                    <a:pt x="237603" y="155059"/>
                    <a:pt x="240324" y="154087"/>
                  </a:cubicBezTo>
                  <a:cubicBezTo>
                    <a:pt x="241028" y="153844"/>
                    <a:pt x="241684" y="153553"/>
                    <a:pt x="242365" y="153310"/>
                  </a:cubicBezTo>
                  <a:lnTo>
                    <a:pt x="243385" y="152921"/>
                  </a:lnTo>
                  <a:cubicBezTo>
                    <a:pt x="243725" y="152775"/>
                    <a:pt x="244065" y="152630"/>
                    <a:pt x="244381" y="152484"/>
                  </a:cubicBezTo>
                  <a:cubicBezTo>
                    <a:pt x="245061" y="152217"/>
                    <a:pt x="245717" y="151925"/>
                    <a:pt x="246397" y="151634"/>
                  </a:cubicBezTo>
                  <a:lnTo>
                    <a:pt x="248389" y="150711"/>
                  </a:lnTo>
                  <a:cubicBezTo>
                    <a:pt x="249045" y="150395"/>
                    <a:pt x="249677" y="150055"/>
                    <a:pt x="250332" y="149715"/>
                  </a:cubicBezTo>
                  <a:cubicBezTo>
                    <a:pt x="250988" y="149374"/>
                    <a:pt x="251644" y="149034"/>
                    <a:pt x="252276" y="148670"/>
                  </a:cubicBezTo>
                  <a:lnTo>
                    <a:pt x="254195" y="147553"/>
                  </a:lnTo>
                  <a:lnTo>
                    <a:pt x="256041" y="146387"/>
                  </a:lnTo>
                  <a:cubicBezTo>
                    <a:pt x="258543" y="144759"/>
                    <a:pt x="260924" y="142937"/>
                    <a:pt x="263134" y="140945"/>
                  </a:cubicBezTo>
                  <a:lnTo>
                    <a:pt x="263960" y="140192"/>
                  </a:lnTo>
                  <a:lnTo>
                    <a:pt x="264762" y="139415"/>
                  </a:lnTo>
                  <a:cubicBezTo>
                    <a:pt x="265272" y="138905"/>
                    <a:pt x="265831" y="138394"/>
                    <a:pt x="266341" y="137836"/>
                  </a:cubicBezTo>
                  <a:lnTo>
                    <a:pt x="267847" y="136208"/>
                  </a:lnTo>
                  <a:lnTo>
                    <a:pt x="268212" y="135795"/>
                  </a:lnTo>
                  <a:lnTo>
                    <a:pt x="268552" y="135358"/>
                  </a:lnTo>
                  <a:lnTo>
                    <a:pt x="269256" y="134508"/>
                  </a:lnTo>
                  <a:cubicBezTo>
                    <a:pt x="270228" y="133390"/>
                    <a:pt x="271078" y="132176"/>
                    <a:pt x="271953" y="130985"/>
                  </a:cubicBezTo>
                  <a:cubicBezTo>
                    <a:pt x="272778" y="129771"/>
                    <a:pt x="273629" y="128556"/>
                    <a:pt x="274382" y="127293"/>
                  </a:cubicBezTo>
                  <a:lnTo>
                    <a:pt x="274916" y="126346"/>
                  </a:lnTo>
                  <a:lnTo>
                    <a:pt x="275208" y="125860"/>
                  </a:lnTo>
                  <a:lnTo>
                    <a:pt x="275451" y="125374"/>
                  </a:lnTo>
                  <a:lnTo>
                    <a:pt x="276519" y="123455"/>
                  </a:lnTo>
                  <a:cubicBezTo>
                    <a:pt x="276860" y="122799"/>
                    <a:pt x="277151" y="122119"/>
                    <a:pt x="277491" y="121463"/>
                  </a:cubicBezTo>
                  <a:lnTo>
                    <a:pt x="277953" y="120467"/>
                  </a:lnTo>
                  <a:lnTo>
                    <a:pt x="278390" y="119471"/>
                  </a:lnTo>
                  <a:cubicBezTo>
                    <a:pt x="279556" y="116774"/>
                    <a:pt x="280552" y="114005"/>
                    <a:pt x="281378" y="111187"/>
                  </a:cubicBezTo>
                  <a:lnTo>
                    <a:pt x="281961" y="109074"/>
                  </a:lnTo>
                  <a:cubicBezTo>
                    <a:pt x="282131" y="108369"/>
                    <a:pt x="282277" y="107641"/>
                    <a:pt x="282447" y="106936"/>
                  </a:cubicBezTo>
                  <a:lnTo>
                    <a:pt x="282690" y="105867"/>
                  </a:lnTo>
                  <a:lnTo>
                    <a:pt x="282884" y="104774"/>
                  </a:lnTo>
                  <a:cubicBezTo>
                    <a:pt x="283006" y="104045"/>
                    <a:pt x="283151" y="103341"/>
                    <a:pt x="283248" y="102612"/>
                  </a:cubicBezTo>
                  <a:cubicBezTo>
                    <a:pt x="283686" y="99697"/>
                    <a:pt x="283929" y="96758"/>
                    <a:pt x="283977" y="93818"/>
                  </a:cubicBezTo>
                  <a:cubicBezTo>
                    <a:pt x="284026" y="90879"/>
                    <a:pt x="283856" y="87915"/>
                    <a:pt x="283491" y="85000"/>
                  </a:cubicBezTo>
                  <a:cubicBezTo>
                    <a:pt x="283394" y="84247"/>
                    <a:pt x="283273" y="83518"/>
                    <a:pt x="283151" y="82790"/>
                  </a:cubicBezTo>
                  <a:lnTo>
                    <a:pt x="282981" y="81697"/>
                  </a:lnTo>
                  <a:lnTo>
                    <a:pt x="282763" y="80603"/>
                  </a:lnTo>
                  <a:cubicBezTo>
                    <a:pt x="282593" y="79875"/>
                    <a:pt x="282471" y="79146"/>
                    <a:pt x="282277" y="78417"/>
                  </a:cubicBezTo>
                  <a:lnTo>
                    <a:pt x="281694" y="76255"/>
                  </a:lnTo>
                  <a:cubicBezTo>
                    <a:pt x="281621" y="75891"/>
                    <a:pt x="281499" y="75551"/>
                    <a:pt x="281378" y="75186"/>
                  </a:cubicBezTo>
                  <a:lnTo>
                    <a:pt x="281038" y="74117"/>
                  </a:lnTo>
                  <a:lnTo>
                    <a:pt x="280698" y="73049"/>
                  </a:lnTo>
                  <a:cubicBezTo>
                    <a:pt x="280576" y="72708"/>
                    <a:pt x="280431" y="72344"/>
                    <a:pt x="280285" y="72004"/>
                  </a:cubicBezTo>
                  <a:cubicBezTo>
                    <a:pt x="280018" y="71324"/>
                    <a:pt x="279750" y="70595"/>
                    <a:pt x="279483" y="69915"/>
                  </a:cubicBezTo>
                  <a:lnTo>
                    <a:pt x="278536" y="67874"/>
                  </a:lnTo>
                  <a:cubicBezTo>
                    <a:pt x="278244" y="67170"/>
                    <a:pt x="277880" y="66514"/>
                    <a:pt x="277515" y="65858"/>
                  </a:cubicBezTo>
                  <a:cubicBezTo>
                    <a:pt x="277175" y="65178"/>
                    <a:pt x="276835" y="64498"/>
                    <a:pt x="276447" y="63866"/>
                  </a:cubicBezTo>
                  <a:lnTo>
                    <a:pt x="275256" y="61923"/>
                  </a:lnTo>
                  <a:cubicBezTo>
                    <a:pt x="274843" y="61291"/>
                    <a:pt x="274406" y="60684"/>
                    <a:pt x="273993" y="60052"/>
                  </a:cubicBezTo>
                  <a:cubicBezTo>
                    <a:pt x="273774" y="59736"/>
                    <a:pt x="273556" y="59445"/>
                    <a:pt x="273337" y="59129"/>
                  </a:cubicBezTo>
                  <a:lnTo>
                    <a:pt x="272657" y="58255"/>
                  </a:lnTo>
                  <a:cubicBezTo>
                    <a:pt x="272171" y="57672"/>
                    <a:pt x="271758" y="57064"/>
                    <a:pt x="271272" y="56506"/>
                  </a:cubicBezTo>
                  <a:lnTo>
                    <a:pt x="269815" y="54805"/>
                  </a:lnTo>
                  <a:cubicBezTo>
                    <a:pt x="269572" y="54514"/>
                    <a:pt x="269329" y="54246"/>
                    <a:pt x="269062" y="53979"/>
                  </a:cubicBezTo>
                  <a:lnTo>
                    <a:pt x="268309" y="53178"/>
                  </a:lnTo>
                  <a:cubicBezTo>
                    <a:pt x="267313" y="52084"/>
                    <a:pt x="266244" y="51113"/>
                    <a:pt x="265199" y="50068"/>
                  </a:cubicBezTo>
                  <a:cubicBezTo>
                    <a:pt x="264106" y="49096"/>
                    <a:pt x="263037" y="48100"/>
                    <a:pt x="261920" y="47202"/>
                  </a:cubicBezTo>
                  <a:cubicBezTo>
                    <a:pt x="257474" y="43461"/>
                    <a:pt x="252762" y="40230"/>
                    <a:pt x="248049" y="37193"/>
                  </a:cubicBezTo>
                  <a:cubicBezTo>
                    <a:pt x="245693" y="35687"/>
                    <a:pt x="243361" y="34230"/>
                    <a:pt x="241004" y="32772"/>
                  </a:cubicBezTo>
                  <a:lnTo>
                    <a:pt x="237506" y="30610"/>
                  </a:lnTo>
                  <a:lnTo>
                    <a:pt x="236656" y="30076"/>
                  </a:lnTo>
                  <a:lnTo>
                    <a:pt x="236219" y="29784"/>
                  </a:lnTo>
                  <a:lnTo>
                    <a:pt x="235806" y="29541"/>
                  </a:lnTo>
                  <a:lnTo>
                    <a:pt x="234178" y="28472"/>
                  </a:lnTo>
                  <a:cubicBezTo>
                    <a:pt x="229878" y="25557"/>
                    <a:pt x="225627" y="22156"/>
                    <a:pt x="221206" y="18731"/>
                  </a:cubicBezTo>
                  <a:cubicBezTo>
                    <a:pt x="218971" y="17031"/>
                    <a:pt x="216712" y="15306"/>
                    <a:pt x="214331" y="13630"/>
                  </a:cubicBezTo>
                  <a:cubicBezTo>
                    <a:pt x="213190" y="12804"/>
                    <a:pt x="211951" y="12002"/>
                    <a:pt x="210736" y="11176"/>
                  </a:cubicBezTo>
                  <a:cubicBezTo>
                    <a:pt x="209473" y="10399"/>
                    <a:pt x="208210" y="9622"/>
                    <a:pt x="206898" y="8844"/>
                  </a:cubicBezTo>
                  <a:cubicBezTo>
                    <a:pt x="205610" y="8067"/>
                    <a:pt x="204226" y="7387"/>
                    <a:pt x="202865" y="6707"/>
                  </a:cubicBezTo>
                  <a:cubicBezTo>
                    <a:pt x="201456" y="6051"/>
                    <a:pt x="200072" y="5395"/>
                    <a:pt x="198541" y="4885"/>
                  </a:cubicBezTo>
                  <a:lnTo>
                    <a:pt x="197424" y="4472"/>
                  </a:lnTo>
                  <a:cubicBezTo>
                    <a:pt x="197059" y="4326"/>
                    <a:pt x="196695" y="4229"/>
                    <a:pt x="196306" y="4132"/>
                  </a:cubicBezTo>
                  <a:lnTo>
                    <a:pt x="194047" y="3476"/>
                  </a:lnTo>
                  <a:cubicBezTo>
                    <a:pt x="193318" y="3257"/>
                    <a:pt x="192541" y="3111"/>
                    <a:pt x="191812" y="2941"/>
                  </a:cubicBezTo>
                  <a:cubicBezTo>
                    <a:pt x="191059" y="2796"/>
                    <a:pt x="190306" y="2601"/>
                    <a:pt x="189553" y="2504"/>
                  </a:cubicBezTo>
                  <a:lnTo>
                    <a:pt x="189747" y="1435"/>
                  </a:lnTo>
                  <a:lnTo>
                    <a:pt x="188144" y="1168"/>
                  </a:lnTo>
                  <a:cubicBezTo>
                    <a:pt x="187610" y="1071"/>
                    <a:pt x="187051" y="949"/>
                    <a:pt x="186541" y="901"/>
                  </a:cubicBezTo>
                  <a:lnTo>
                    <a:pt x="183334" y="512"/>
                  </a:lnTo>
                  <a:lnTo>
                    <a:pt x="180152" y="245"/>
                  </a:lnTo>
                  <a:cubicBezTo>
                    <a:pt x="179107" y="172"/>
                    <a:pt x="178063" y="148"/>
                    <a:pt x="176994" y="99"/>
                  </a:cubicBezTo>
                  <a:cubicBezTo>
                    <a:pt x="175288" y="30"/>
                    <a:pt x="173586" y="1"/>
                    <a:pt x="17188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5" name="Google Shape;355;p47"/>
          <p:cNvSpPr txBox="1"/>
          <p:nvPr>
            <p:ph type="title"/>
          </p:nvPr>
        </p:nvSpPr>
        <p:spPr>
          <a:xfrm>
            <a:off x="311700" y="595287"/>
            <a:ext cx="8520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356" name="Google Shape;356;p47"/>
          <p:cNvSpPr txBox="1"/>
          <p:nvPr>
            <p:ph idx="1" type="body"/>
          </p:nvPr>
        </p:nvSpPr>
        <p:spPr>
          <a:xfrm>
            <a:off x="768300" y="1562550"/>
            <a:ext cx="6099000" cy="29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grpSp>
        <p:nvGrpSpPr>
          <p:cNvPr id="357" name="Google Shape;357;p47"/>
          <p:cNvGrpSpPr/>
          <p:nvPr/>
        </p:nvGrpSpPr>
        <p:grpSpPr>
          <a:xfrm rot="685343">
            <a:off x="4616043" y="3454315"/>
            <a:ext cx="3377559" cy="3094967"/>
            <a:chOff x="879525" y="238350"/>
            <a:chExt cx="5929900" cy="5134125"/>
          </a:xfrm>
        </p:grpSpPr>
        <p:sp>
          <p:nvSpPr>
            <p:cNvPr id="358" name="Google Shape;358;p47"/>
            <p:cNvSpPr/>
            <p:nvPr/>
          </p:nvSpPr>
          <p:spPr>
            <a:xfrm>
              <a:off x="879525" y="350950"/>
              <a:ext cx="5929900" cy="4895750"/>
            </a:xfrm>
            <a:custGeom>
              <a:rect b="b" l="l" r="r" t="t"/>
              <a:pathLst>
                <a:path extrusionOk="0" h="195830" w="237196">
                  <a:moveTo>
                    <a:pt x="182493" y="0"/>
                  </a:moveTo>
                  <a:cubicBezTo>
                    <a:pt x="160794" y="0"/>
                    <a:pt x="136857" y="13684"/>
                    <a:pt x="125770" y="46667"/>
                  </a:cubicBezTo>
                  <a:cubicBezTo>
                    <a:pt x="112501" y="86475"/>
                    <a:pt x="99703" y="101135"/>
                    <a:pt x="82683" y="101135"/>
                  </a:cubicBezTo>
                  <a:cubicBezTo>
                    <a:pt x="77764" y="101135"/>
                    <a:pt x="72494" y="99911"/>
                    <a:pt x="66757" y="97716"/>
                  </a:cubicBezTo>
                  <a:cubicBezTo>
                    <a:pt x="59909" y="95081"/>
                    <a:pt x="53433" y="93896"/>
                    <a:pt x="47460" y="93896"/>
                  </a:cubicBezTo>
                  <a:cubicBezTo>
                    <a:pt x="17332" y="93896"/>
                    <a:pt x="1" y="124030"/>
                    <a:pt x="12313" y="150071"/>
                  </a:cubicBezTo>
                  <a:cubicBezTo>
                    <a:pt x="19223" y="164795"/>
                    <a:pt x="29540" y="168076"/>
                    <a:pt x="41648" y="168076"/>
                  </a:cubicBezTo>
                  <a:cubicBezTo>
                    <a:pt x="51382" y="168076"/>
                    <a:pt x="62272" y="165955"/>
                    <a:pt x="73479" y="165955"/>
                  </a:cubicBezTo>
                  <a:cubicBezTo>
                    <a:pt x="86528" y="165955"/>
                    <a:pt x="100005" y="168830"/>
                    <a:pt x="112584" y="181275"/>
                  </a:cubicBezTo>
                  <a:cubicBezTo>
                    <a:pt x="123109" y="191650"/>
                    <a:pt x="135906" y="195830"/>
                    <a:pt x="148277" y="195830"/>
                  </a:cubicBezTo>
                  <a:cubicBezTo>
                    <a:pt x="168129" y="195830"/>
                    <a:pt x="186885" y="185066"/>
                    <a:pt x="193400" y="171875"/>
                  </a:cubicBezTo>
                  <a:cubicBezTo>
                    <a:pt x="213115" y="132315"/>
                    <a:pt x="187003" y="136231"/>
                    <a:pt x="220818" y="61420"/>
                  </a:cubicBezTo>
                  <a:cubicBezTo>
                    <a:pt x="237196" y="25134"/>
                    <a:pt x="211900" y="0"/>
                    <a:pt x="18249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47"/>
            <p:cNvSpPr/>
            <p:nvPr/>
          </p:nvSpPr>
          <p:spPr>
            <a:xfrm>
              <a:off x="945800" y="238350"/>
              <a:ext cx="5695725" cy="5134125"/>
            </a:xfrm>
            <a:custGeom>
              <a:rect b="b" l="l" r="r" t="t"/>
              <a:pathLst>
                <a:path extrusionOk="0" h="205365" w="227829">
                  <a:moveTo>
                    <a:pt x="206027" y="18003"/>
                  </a:moveTo>
                  <a:lnTo>
                    <a:pt x="206027" y="18003"/>
                  </a:lnTo>
                  <a:cubicBezTo>
                    <a:pt x="208273" y="19839"/>
                    <a:pt x="210274" y="21959"/>
                    <a:pt x="212031" y="24275"/>
                  </a:cubicBezTo>
                  <a:lnTo>
                    <a:pt x="210464" y="22056"/>
                  </a:lnTo>
                  <a:lnTo>
                    <a:pt x="208506" y="20097"/>
                  </a:lnTo>
                  <a:cubicBezTo>
                    <a:pt x="207853" y="19445"/>
                    <a:pt x="207070" y="18922"/>
                    <a:pt x="206417" y="18270"/>
                  </a:cubicBezTo>
                  <a:cubicBezTo>
                    <a:pt x="206283" y="18181"/>
                    <a:pt x="206154" y="18092"/>
                    <a:pt x="206027" y="18003"/>
                  </a:cubicBezTo>
                  <a:close/>
                  <a:moveTo>
                    <a:pt x="180437" y="1544"/>
                  </a:moveTo>
                  <a:cubicBezTo>
                    <a:pt x="180872" y="1544"/>
                    <a:pt x="181307" y="1548"/>
                    <a:pt x="181741" y="1558"/>
                  </a:cubicBezTo>
                  <a:cubicBezTo>
                    <a:pt x="188008" y="1819"/>
                    <a:pt x="194144" y="3255"/>
                    <a:pt x="199889" y="5605"/>
                  </a:cubicBezTo>
                  <a:cubicBezTo>
                    <a:pt x="205633" y="8086"/>
                    <a:pt x="210856" y="11611"/>
                    <a:pt x="215164" y="16181"/>
                  </a:cubicBezTo>
                  <a:cubicBezTo>
                    <a:pt x="219473" y="20881"/>
                    <a:pt x="222606" y="26495"/>
                    <a:pt x="224304" y="32501"/>
                  </a:cubicBezTo>
                  <a:cubicBezTo>
                    <a:pt x="224695" y="33806"/>
                    <a:pt x="224956" y="34981"/>
                    <a:pt x="225087" y="36287"/>
                  </a:cubicBezTo>
                  <a:cubicBezTo>
                    <a:pt x="225146" y="36584"/>
                    <a:pt x="225199" y="36875"/>
                    <a:pt x="225247" y="37162"/>
                  </a:cubicBezTo>
                  <a:lnTo>
                    <a:pt x="225247" y="37162"/>
                  </a:lnTo>
                  <a:cubicBezTo>
                    <a:pt x="225195" y="36909"/>
                    <a:pt x="225141" y="36660"/>
                    <a:pt x="225087" y="36417"/>
                  </a:cubicBezTo>
                  <a:cubicBezTo>
                    <a:pt x="224956" y="35112"/>
                    <a:pt x="224695" y="33806"/>
                    <a:pt x="224304" y="32631"/>
                  </a:cubicBezTo>
                  <a:cubicBezTo>
                    <a:pt x="222606" y="26495"/>
                    <a:pt x="219342" y="20881"/>
                    <a:pt x="214903" y="16181"/>
                  </a:cubicBezTo>
                  <a:cubicBezTo>
                    <a:pt x="210595" y="11611"/>
                    <a:pt x="205242" y="8086"/>
                    <a:pt x="199366" y="5736"/>
                  </a:cubicBezTo>
                  <a:cubicBezTo>
                    <a:pt x="193028" y="3172"/>
                    <a:pt x="186263" y="1890"/>
                    <a:pt x="179494" y="1890"/>
                  </a:cubicBezTo>
                  <a:cubicBezTo>
                    <a:pt x="173853" y="1890"/>
                    <a:pt x="168210" y="2780"/>
                    <a:pt x="162810" y="4561"/>
                  </a:cubicBezTo>
                  <a:cubicBezTo>
                    <a:pt x="156934" y="6388"/>
                    <a:pt x="151320" y="9261"/>
                    <a:pt x="146228" y="12786"/>
                  </a:cubicBezTo>
                  <a:cubicBezTo>
                    <a:pt x="141398" y="16442"/>
                    <a:pt x="136959" y="20750"/>
                    <a:pt x="133172" y="25581"/>
                  </a:cubicBezTo>
                  <a:cubicBezTo>
                    <a:pt x="131644" y="27547"/>
                    <a:pt x="130115" y="29604"/>
                    <a:pt x="128739" y="31752"/>
                  </a:cubicBezTo>
                  <a:lnTo>
                    <a:pt x="128739" y="31752"/>
                  </a:lnTo>
                  <a:lnTo>
                    <a:pt x="129386" y="30673"/>
                  </a:lnTo>
                  <a:cubicBezTo>
                    <a:pt x="129778" y="30020"/>
                    <a:pt x="130300" y="29367"/>
                    <a:pt x="130692" y="28714"/>
                  </a:cubicBezTo>
                  <a:lnTo>
                    <a:pt x="133433" y="25059"/>
                  </a:lnTo>
                  <a:cubicBezTo>
                    <a:pt x="137350" y="20228"/>
                    <a:pt x="141789" y="15919"/>
                    <a:pt x="146751" y="12264"/>
                  </a:cubicBezTo>
                  <a:cubicBezTo>
                    <a:pt x="151842" y="8739"/>
                    <a:pt x="157457" y="5997"/>
                    <a:pt x="163462" y="4169"/>
                  </a:cubicBezTo>
                  <a:cubicBezTo>
                    <a:pt x="168922" y="2349"/>
                    <a:pt x="174720" y="1544"/>
                    <a:pt x="180437" y="1544"/>
                  </a:cubicBezTo>
                  <a:close/>
                  <a:moveTo>
                    <a:pt x="225608" y="40063"/>
                  </a:moveTo>
                  <a:cubicBezTo>
                    <a:pt x="225608" y="40067"/>
                    <a:pt x="225609" y="40070"/>
                    <a:pt x="225609" y="40073"/>
                  </a:cubicBezTo>
                  <a:lnTo>
                    <a:pt x="225740" y="43859"/>
                  </a:lnTo>
                  <a:lnTo>
                    <a:pt x="225735" y="43990"/>
                  </a:lnTo>
                  <a:lnTo>
                    <a:pt x="225609" y="40204"/>
                  </a:lnTo>
                  <a:cubicBezTo>
                    <a:pt x="225609" y="40157"/>
                    <a:pt x="225609" y="40110"/>
                    <a:pt x="225608" y="40063"/>
                  </a:cubicBezTo>
                  <a:close/>
                  <a:moveTo>
                    <a:pt x="127845" y="33228"/>
                  </a:moveTo>
                  <a:cubicBezTo>
                    <a:pt x="127202" y="34465"/>
                    <a:pt x="126349" y="35702"/>
                    <a:pt x="125730" y="36940"/>
                  </a:cubicBezTo>
                  <a:lnTo>
                    <a:pt x="123772" y="40987"/>
                  </a:lnTo>
                  <a:lnTo>
                    <a:pt x="122728" y="43076"/>
                  </a:lnTo>
                  <a:lnTo>
                    <a:pt x="121944" y="45165"/>
                  </a:lnTo>
                  <a:lnTo>
                    <a:pt x="120671" y="48298"/>
                  </a:lnTo>
                  <a:lnTo>
                    <a:pt x="121944" y="44904"/>
                  </a:lnTo>
                  <a:cubicBezTo>
                    <a:pt x="122205" y="44121"/>
                    <a:pt x="122466" y="43468"/>
                    <a:pt x="122858" y="42684"/>
                  </a:cubicBezTo>
                  <a:lnTo>
                    <a:pt x="123772" y="40726"/>
                  </a:lnTo>
                  <a:lnTo>
                    <a:pt x="125861" y="36548"/>
                  </a:lnTo>
                  <a:cubicBezTo>
                    <a:pt x="126414" y="35441"/>
                    <a:pt x="127155" y="34334"/>
                    <a:pt x="127845" y="33228"/>
                  </a:cubicBezTo>
                  <a:close/>
                  <a:moveTo>
                    <a:pt x="225723" y="44365"/>
                  </a:moveTo>
                  <a:lnTo>
                    <a:pt x="225609" y="47776"/>
                  </a:lnTo>
                  <a:cubicBezTo>
                    <a:pt x="225479" y="48951"/>
                    <a:pt x="225348" y="50257"/>
                    <a:pt x="225087" y="51432"/>
                  </a:cubicBezTo>
                  <a:cubicBezTo>
                    <a:pt x="224826" y="52738"/>
                    <a:pt x="224695" y="54043"/>
                    <a:pt x="224304" y="55218"/>
                  </a:cubicBezTo>
                  <a:cubicBezTo>
                    <a:pt x="224565" y="54043"/>
                    <a:pt x="224826" y="52868"/>
                    <a:pt x="224956" y="51562"/>
                  </a:cubicBezTo>
                  <a:lnTo>
                    <a:pt x="225348" y="49735"/>
                  </a:lnTo>
                  <a:cubicBezTo>
                    <a:pt x="225479" y="49082"/>
                    <a:pt x="225479" y="48429"/>
                    <a:pt x="225479" y="47907"/>
                  </a:cubicBezTo>
                  <a:lnTo>
                    <a:pt x="225723" y="44365"/>
                  </a:lnTo>
                  <a:close/>
                  <a:moveTo>
                    <a:pt x="118815" y="53361"/>
                  </a:moveTo>
                  <a:lnTo>
                    <a:pt x="118815" y="53361"/>
                  </a:lnTo>
                  <a:cubicBezTo>
                    <a:pt x="118357" y="54687"/>
                    <a:pt x="117899" y="55997"/>
                    <a:pt x="117375" y="57307"/>
                  </a:cubicBezTo>
                  <a:lnTo>
                    <a:pt x="118815" y="53361"/>
                  </a:lnTo>
                  <a:close/>
                  <a:moveTo>
                    <a:pt x="178999" y="7417"/>
                  </a:moveTo>
                  <a:cubicBezTo>
                    <a:pt x="181891" y="7417"/>
                    <a:pt x="184798" y="7683"/>
                    <a:pt x="187616" y="8216"/>
                  </a:cubicBezTo>
                  <a:cubicBezTo>
                    <a:pt x="194405" y="9261"/>
                    <a:pt x="200803" y="11872"/>
                    <a:pt x="206286" y="16050"/>
                  </a:cubicBezTo>
                  <a:cubicBezTo>
                    <a:pt x="211509" y="19967"/>
                    <a:pt x="215556" y="25320"/>
                    <a:pt x="217906" y="31456"/>
                  </a:cubicBezTo>
                  <a:cubicBezTo>
                    <a:pt x="218522" y="33158"/>
                    <a:pt x="218997" y="34900"/>
                    <a:pt x="219339" y="36666"/>
                  </a:cubicBezTo>
                  <a:lnTo>
                    <a:pt x="219339" y="36666"/>
                  </a:lnTo>
                  <a:cubicBezTo>
                    <a:pt x="218667" y="33287"/>
                    <a:pt x="217483" y="30031"/>
                    <a:pt x="215817" y="27017"/>
                  </a:cubicBezTo>
                  <a:cubicBezTo>
                    <a:pt x="212945" y="22056"/>
                    <a:pt x="208897" y="17747"/>
                    <a:pt x="204067" y="14744"/>
                  </a:cubicBezTo>
                  <a:cubicBezTo>
                    <a:pt x="196724" y="10010"/>
                    <a:pt x="188167" y="7564"/>
                    <a:pt x="179558" y="7564"/>
                  </a:cubicBezTo>
                  <a:cubicBezTo>
                    <a:pt x="176532" y="7564"/>
                    <a:pt x="173500" y="7866"/>
                    <a:pt x="170513" y="8477"/>
                  </a:cubicBezTo>
                  <a:cubicBezTo>
                    <a:pt x="164637" y="9522"/>
                    <a:pt x="159023" y="11741"/>
                    <a:pt x="153931" y="14744"/>
                  </a:cubicBezTo>
                  <a:cubicBezTo>
                    <a:pt x="148840" y="17747"/>
                    <a:pt x="144270" y="21664"/>
                    <a:pt x="140484" y="26234"/>
                  </a:cubicBezTo>
                  <a:lnTo>
                    <a:pt x="139048" y="27800"/>
                  </a:lnTo>
                  <a:cubicBezTo>
                    <a:pt x="138525" y="28323"/>
                    <a:pt x="138003" y="28975"/>
                    <a:pt x="137611" y="29628"/>
                  </a:cubicBezTo>
                  <a:lnTo>
                    <a:pt x="135000" y="33284"/>
                  </a:lnTo>
                  <a:cubicBezTo>
                    <a:pt x="134086" y="34459"/>
                    <a:pt x="133433" y="35765"/>
                    <a:pt x="132650" y="37070"/>
                  </a:cubicBezTo>
                  <a:lnTo>
                    <a:pt x="131475" y="39029"/>
                  </a:lnTo>
                  <a:cubicBezTo>
                    <a:pt x="131083" y="39681"/>
                    <a:pt x="130822" y="40334"/>
                    <a:pt x="130431" y="41118"/>
                  </a:cubicBezTo>
                  <a:lnTo>
                    <a:pt x="128603" y="45165"/>
                  </a:lnTo>
                  <a:cubicBezTo>
                    <a:pt x="127950" y="46471"/>
                    <a:pt x="127428" y="47907"/>
                    <a:pt x="126905" y="49343"/>
                  </a:cubicBezTo>
                  <a:cubicBezTo>
                    <a:pt x="125861" y="52085"/>
                    <a:pt x="124816" y="55088"/>
                    <a:pt x="123772" y="58091"/>
                  </a:cubicBezTo>
                  <a:cubicBezTo>
                    <a:pt x="121552" y="63966"/>
                    <a:pt x="119333" y="69841"/>
                    <a:pt x="116722" y="75455"/>
                  </a:cubicBezTo>
                  <a:cubicBezTo>
                    <a:pt x="114111" y="81200"/>
                    <a:pt x="110977" y="86814"/>
                    <a:pt x="107321" y="92036"/>
                  </a:cubicBezTo>
                  <a:cubicBezTo>
                    <a:pt x="113327" y="82897"/>
                    <a:pt x="118288" y="73105"/>
                    <a:pt x="121814" y="62791"/>
                  </a:cubicBezTo>
                  <a:cubicBezTo>
                    <a:pt x="123903" y="57699"/>
                    <a:pt x="125469" y="52215"/>
                    <a:pt x="127428" y="47385"/>
                  </a:cubicBezTo>
                  <a:lnTo>
                    <a:pt x="128211" y="45426"/>
                  </a:lnTo>
                  <a:cubicBezTo>
                    <a:pt x="128472" y="44773"/>
                    <a:pt x="128733" y="44251"/>
                    <a:pt x="128994" y="43598"/>
                  </a:cubicBezTo>
                  <a:lnTo>
                    <a:pt x="130692" y="39943"/>
                  </a:lnTo>
                  <a:cubicBezTo>
                    <a:pt x="131345" y="38768"/>
                    <a:pt x="131997" y="37592"/>
                    <a:pt x="132650" y="36417"/>
                  </a:cubicBezTo>
                  <a:cubicBezTo>
                    <a:pt x="133303" y="35242"/>
                    <a:pt x="133956" y="34067"/>
                    <a:pt x="134739" y="33023"/>
                  </a:cubicBezTo>
                  <a:cubicBezTo>
                    <a:pt x="136175" y="30803"/>
                    <a:pt x="137873" y="28584"/>
                    <a:pt x="139570" y="26625"/>
                  </a:cubicBezTo>
                  <a:cubicBezTo>
                    <a:pt x="140484" y="25711"/>
                    <a:pt x="141267" y="24536"/>
                    <a:pt x="142312" y="23622"/>
                  </a:cubicBezTo>
                  <a:lnTo>
                    <a:pt x="145053" y="21011"/>
                  </a:lnTo>
                  <a:cubicBezTo>
                    <a:pt x="148970" y="17486"/>
                    <a:pt x="153409" y="14483"/>
                    <a:pt x="158109" y="12264"/>
                  </a:cubicBezTo>
                  <a:cubicBezTo>
                    <a:pt x="162810" y="10044"/>
                    <a:pt x="167771" y="8608"/>
                    <a:pt x="172863" y="7825"/>
                  </a:cubicBezTo>
                  <a:cubicBezTo>
                    <a:pt x="174876" y="7553"/>
                    <a:pt x="176934" y="7417"/>
                    <a:pt x="178999" y="7417"/>
                  </a:cubicBezTo>
                  <a:close/>
                  <a:moveTo>
                    <a:pt x="23240" y="110054"/>
                  </a:moveTo>
                  <a:lnTo>
                    <a:pt x="23240" y="110054"/>
                  </a:lnTo>
                  <a:cubicBezTo>
                    <a:pt x="23203" y="110129"/>
                    <a:pt x="23176" y="110194"/>
                    <a:pt x="23170" y="110238"/>
                  </a:cubicBezTo>
                  <a:lnTo>
                    <a:pt x="23170" y="110238"/>
                  </a:lnTo>
                  <a:cubicBezTo>
                    <a:pt x="23161" y="110214"/>
                    <a:pt x="23191" y="110152"/>
                    <a:pt x="23240" y="110054"/>
                  </a:cubicBezTo>
                  <a:close/>
                  <a:moveTo>
                    <a:pt x="179863" y="1"/>
                  </a:moveTo>
                  <a:cubicBezTo>
                    <a:pt x="174698" y="1"/>
                    <a:pt x="169541" y="694"/>
                    <a:pt x="164507" y="2080"/>
                  </a:cubicBezTo>
                  <a:cubicBezTo>
                    <a:pt x="155629" y="4561"/>
                    <a:pt x="147403" y="9000"/>
                    <a:pt x="140484" y="15136"/>
                  </a:cubicBezTo>
                  <a:cubicBezTo>
                    <a:pt x="133825" y="21272"/>
                    <a:pt x="128342" y="28453"/>
                    <a:pt x="124164" y="36548"/>
                  </a:cubicBezTo>
                  <a:cubicBezTo>
                    <a:pt x="123250" y="38506"/>
                    <a:pt x="122205" y="40595"/>
                    <a:pt x="121291" y="42554"/>
                  </a:cubicBezTo>
                  <a:lnTo>
                    <a:pt x="118941" y="48821"/>
                  </a:lnTo>
                  <a:cubicBezTo>
                    <a:pt x="117375" y="52738"/>
                    <a:pt x="116200" y="56524"/>
                    <a:pt x="114633" y="60441"/>
                  </a:cubicBezTo>
                  <a:cubicBezTo>
                    <a:pt x="111891" y="67752"/>
                    <a:pt x="108496" y="74933"/>
                    <a:pt x="104580" y="81853"/>
                  </a:cubicBezTo>
                  <a:cubicBezTo>
                    <a:pt x="101838" y="86553"/>
                    <a:pt x="98574" y="90861"/>
                    <a:pt x="94657" y="94517"/>
                  </a:cubicBezTo>
                  <a:cubicBezTo>
                    <a:pt x="91132" y="97781"/>
                    <a:pt x="86562" y="99739"/>
                    <a:pt x="81862" y="100131"/>
                  </a:cubicBezTo>
                  <a:cubicBezTo>
                    <a:pt x="81332" y="100158"/>
                    <a:pt x="80803" y="100171"/>
                    <a:pt x="80275" y="100171"/>
                  </a:cubicBezTo>
                  <a:cubicBezTo>
                    <a:pt x="75610" y="100171"/>
                    <a:pt x="71071" y="99149"/>
                    <a:pt x="66848" y="97389"/>
                  </a:cubicBezTo>
                  <a:lnTo>
                    <a:pt x="62409" y="95823"/>
                  </a:lnTo>
                  <a:cubicBezTo>
                    <a:pt x="60842" y="95431"/>
                    <a:pt x="59275" y="95039"/>
                    <a:pt x="57708" y="94517"/>
                  </a:cubicBezTo>
                  <a:cubicBezTo>
                    <a:pt x="54444" y="93734"/>
                    <a:pt x="51311" y="93342"/>
                    <a:pt x="48047" y="93081"/>
                  </a:cubicBezTo>
                  <a:cubicBezTo>
                    <a:pt x="46915" y="93037"/>
                    <a:pt x="45798" y="93008"/>
                    <a:pt x="44691" y="93008"/>
                  </a:cubicBezTo>
                  <a:cubicBezTo>
                    <a:pt x="42476" y="93008"/>
                    <a:pt x="40300" y="93124"/>
                    <a:pt x="38124" y="93472"/>
                  </a:cubicBezTo>
                  <a:cubicBezTo>
                    <a:pt x="34730" y="93995"/>
                    <a:pt x="31466" y="94778"/>
                    <a:pt x="28332" y="95953"/>
                  </a:cubicBezTo>
                  <a:cubicBezTo>
                    <a:pt x="25068" y="97259"/>
                    <a:pt x="22065" y="98825"/>
                    <a:pt x="19324" y="100653"/>
                  </a:cubicBezTo>
                  <a:cubicBezTo>
                    <a:pt x="16582" y="102612"/>
                    <a:pt x="13971" y="104831"/>
                    <a:pt x="11751" y="107442"/>
                  </a:cubicBezTo>
                  <a:cubicBezTo>
                    <a:pt x="7182" y="112404"/>
                    <a:pt x="3918" y="118410"/>
                    <a:pt x="2220" y="124938"/>
                  </a:cubicBezTo>
                  <a:cubicBezTo>
                    <a:pt x="392" y="131466"/>
                    <a:pt x="1" y="138255"/>
                    <a:pt x="1176" y="144783"/>
                  </a:cubicBezTo>
                  <a:cubicBezTo>
                    <a:pt x="1959" y="149353"/>
                    <a:pt x="3395" y="153792"/>
                    <a:pt x="5484" y="157839"/>
                  </a:cubicBezTo>
                  <a:cubicBezTo>
                    <a:pt x="7573" y="162147"/>
                    <a:pt x="10446" y="166064"/>
                    <a:pt x="13971" y="169328"/>
                  </a:cubicBezTo>
                  <a:cubicBezTo>
                    <a:pt x="17626" y="172723"/>
                    <a:pt x="22065" y="175073"/>
                    <a:pt x="27027" y="176248"/>
                  </a:cubicBezTo>
                  <a:cubicBezTo>
                    <a:pt x="31017" y="177187"/>
                    <a:pt x="35219" y="177704"/>
                    <a:pt x="39347" y="177704"/>
                  </a:cubicBezTo>
                  <a:cubicBezTo>
                    <a:pt x="39811" y="177704"/>
                    <a:pt x="40274" y="177697"/>
                    <a:pt x="40736" y="177684"/>
                  </a:cubicBezTo>
                  <a:cubicBezTo>
                    <a:pt x="49614" y="177423"/>
                    <a:pt x="57839" y="176117"/>
                    <a:pt x="65673" y="175726"/>
                  </a:cubicBezTo>
                  <a:cubicBezTo>
                    <a:pt x="67169" y="175626"/>
                    <a:pt x="68665" y="175583"/>
                    <a:pt x="70161" y="175583"/>
                  </a:cubicBezTo>
                  <a:cubicBezTo>
                    <a:pt x="72582" y="175583"/>
                    <a:pt x="75002" y="175695"/>
                    <a:pt x="77423" y="175856"/>
                  </a:cubicBezTo>
                  <a:cubicBezTo>
                    <a:pt x="81079" y="176248"/>
                    <a:pt x="84734" y="177031"/>
                    <a:pt x="88260" y="178206"/>
                  </a:cubicBezTo>
                  <a:cubicBezTo>
                    <a:pt x="95179" y="180426"/>
                    <a:pt x="101316" y="184343"/>
                    <a:pt x="106538" y="189565"/>
                  </a:cubicBezTo>
                  <a:cubicBezTo>
                    <a:pt x="112544" y="195571"/>
                    <a:pt x="119986" y="200141"/>
                    <a:pt x="128211" y="202752"/>
                  </a:cubicBezTo>
                  <a:cubicBezTo>
                    <a:pt x="133720" y="204526"/>
                    <a:pt x="139495" y="205365"/>
                    <a:pt x="145299" y="205365"/>
                  </a:cubicBezTo>
                  <a:cubicBezTo>
                    <a:pt x="147611" y="205365"/>
                    <a:pt x="149928" y="205232"/>
                    <a:pt x="152234" y="204971"/>
                  </a:cubicBezTo>
                  <a:cubicBezTo>
                    <a:pt x="159676" y="204188"/>
                    <a:pt x="166857" y="201968"/>
                    <a:pt x="173516" y="198443"/>
                  </a:cubicBezTo>
                  <a:cubicBezTo>
                    <a:pt x="178346" y="195963"/>
                    <a:pt x="182785" y="192829"/>
                    <a:pt x="186572" y="189043"/>
                  </a:cubicBezTo>
                  <a:cubicBezTo>
                    <a:pt x="189052" y="186562"/>
                    <a:pt x="191011" y="183821"/>
                    <a:pt x="192577" y="180818"/>
                  </a:cubicBezTo>
                  <a:cubicBezTo>
                    <a:pt x="192969" y="179904"/>
                    <a:pt x="193361" y="179120"/>
                    <a:pt x="193752" y="178206"/>
                  </a:cubicBezTo>
                  <a:cubicBezTo>
                    <a:pt x="193883" y="177815"/>
                    <a:pt x="193883" y="177293"/>
                    <a:pt x="194014" y="176901"/>
                  </a:cubicBezTo>
                  <a:cubicBezTo>
                    <a:pt x="193963" y="176700"/>
                    <a:pt x="193874" y="176595"/>
                    <a:pt x="193746" y="176595"/>
                  </a:cubicBezTo>
                  <a:cubicBezTo>
                    <a:pt x="193542" y="176595"/>
                    <a:pt x="193240" y="176861"/>
                    <a:pt x="192838" y="177423"/>
                  </a:cubicBezTo>
                  <a:cubicBezTo>
                    <a:pt x="189705" y="181732"/>
                    <a:pt x="186049" y="185387"/>
                    <a:pt x="181871" y="188521"/>
                  </a:cubicBezTo>
                  <a:cubicBezTo>
                    <a:pt x="173777" y="194265"/>
                    <a:pt x="164376" y="197921"/>
                    <a:pt x="154584" y="199227"/>
                  </a:cubicBezTo>
                  <a:lnTo>
                    <a:pt x="154454" y="198443"/>
                  </a:lnTo>
                  <a:cubicBezTo>
                    <a:pt x="159284" y="197660"/>
                    <a:pt x="163854" y="196354"/>
                    <a:pt x="168293" y="194396"/>
                  </a:cubicBezTo>
                  <a:cubicBezTo>
                    <a:pt x="170904" y="193221"/>
                    <a:pt x="173646" y="191785"/>
                    <a:pt x="175996" y="190087"/>
                  </a:cubicBezTo>
                  <a:cubicBezTo>
                    <a:pt x="177302" y="189174"/>
                    <a:pt x="178607" y="188260"/>
                    <a:pt x="179652" y="187085"/>
                  </a:cubicBezTo>
                  <a:cubicBezTo>
                    <a:pt x="180305" y="186432"/>
                    <a:pt x="180696" y="186040"/>
                    <a:pt x="180696" y="185779"/>
                  </a:cubicBezTo>
                  <a:cubicBezTo>
                    <a:pt x="180725" y="185581"/>
                    <a:pt x="180569" y="185518"/>
                    <a:pt x="180326" y="185518"/>
                  </a:cubicBezTo>
                  <a:cubicBezTo>
                    <a:pt x="179899" y="185518"/>
                    <a:pt x="179203" y="185713"/>
                    <a:pt x="178766" y="185713"/>
                  </a:cubicBezTo>
                  <a:cubicBezTo>
                    <a:pt x="178306" y="185713"/>
                    <a:pt x="178134" y="185496"/>
                    <a:pt x="178868" y="184604"/>
                  </a:cubicBezTo>
                  <a:lnTo>
                    <a:pt x="178868" y="184604"/>
                  </a:lnTo>
                  <a:cubicBezTo>
                    <a:pt x="170252" y="191524"/>
                    <a:pt x="159546" y="195571"/>
                    <a:pt x="148578" y="195963"/>
                  </a:cubicBezTo>
                  <a:cubicBezTo>
                    <a:pt x="147699" y="196016"/>
                    <a:pt x="146820" y="196042"/>
                    <a:pt x="145943" y="196042"/>
                  </a:cubicBezTo>
                  <a:cubicBezTo>
                    <a:pt x="136018" y="196042"/>
                    <a:pt x="126337" y="192670"/>
                    <a:pt x="118419" y="186432"/>
                  </a:cubicBezTo>
                  <a:cubicBezTo>
                    <a:pt x="117375" y="185648"/>
                    <a:pt x="116069" y="184604"/>
                    <a:pt x="114763" y="183298"/>
                  </a:cubicBezTo>
                  <a:lnTo>
                    <a:pt x="109802" y="178859"/>
                  </a:lnTo>
                  <a:cubicBezTo>
                    <a:pt x="106538" y="175987"/>
                    <a:pt x="102882" y="173637"/>
                    <a:pt x="99096" y="171678"/>
                  </a:cubicBezTo>
                  <a:cubicBezTo>
                    <a:pt x="94788" y="169459"/>
                    <a:pt x="90218" y="167892"/>
                    <a:pt x="85648" y="166978"/>
                  </a:cubicBezTo>
                  <a:cubicBezTo>
                    <a:pt x="81079" y="165934"/>
                    <a:pt x="76379" y="165542"/>
                    <a:pt x="71809" y="165542"/>
                  </a:cubicBezTo>
                  <a:cubicBezTo>
                    <a:pt x="71379" y="165536"/>
                    <a:pt x="70950" y="165533"/>
                    <a:pt x="70521" y="165533"/>
                  </a:cubicBezTo>
                  <a:cubicBezTo>
                    <a:pt x="61847" y="165533"/>
                    <a:pt x="53535" y="166748"/>
                    <a:pt x="45697" y="167370"/>
                  </a:cubicBezTo>
                  <a:cubicBezTo>
                    <a:pt x="43592" y="167504"/>
                    <a:pt x="41504" y="167594"/>
                    <a:pt x="39466" y="167594"/>
                  </a:cubicBezTo>
                  <a:cubicBezTo>
                    <a:pt x="33541" y="167594"/>
                    <a:pt x="28037" y="166826"/>
                    <a:pt x="23763" y="164106"/>
                  </a:cubicBezTo>
                  <a:cubicBezTo>
                    <a:pt x="20760" y="162147"/>
                    <a:pt x="18279" y="159536"/>
                    <a:pt x="16451" y="156533"/>
                  </a:cubicBezTo>
                  <a:cubicBezTo>
                    <a:pt x="14493" y="153400"/>
                    <a:pt x="12926" y="150005"/>
                    <a:pt x="12012" y="146350"/>
                  </a:cubicBezTo>
                  <a:cubicBezTo>
                    <a:pt x="9923" y="139169"/>
                    <a:pt x="10315" y="131466"/>
                    <a:pt x="12926" y="124546"/>
                  </a:cubicBezTo>
                  <a:cubicBezTo>
                    <a:pt x="15668" y="117626"/>
                    <a:pt x="20629" y="111751"/>
                    <a:pt x="27027" y="107965"/>
                  </a:cubicBezTo>
                  <a:cubicBezTo>
                    <a:pt x="32353" y="104812"/>
                    <a:pt x="38403" y="103199"/>
                    <a:pt x="44575" y="103199"/>
                  </a:cubicBezTo>
                  <a:cubicBezTo>
                    <a:pt x="45816" y="103199"/>
                    <a:pt x="47062" y="103264"/>
                    <a:pt x="48308" y="103395"/>
                  </a:cubicBezTo>
                  <a:cubicBezTo>
                    <a:pt x="52094" y="103656"/>
                    <a:pt x="55881" y="104440"/>
                    <a:pt x="59536" y="105615"/>
                  </a:cubicBezTo>
                  <a:lnTo>
                    <a:pt x="65412" y="107704"/>
                  </a:lnTo>
                  <a:cubicBezTo>
                    <a:pt x="67500" y="108487"/>
                    <a:pt x="69720" y="109140"/>
                    <a:pt x="71940" y="109531"/>
                  </a:cubicBezTo>
                  <a:cubicBezTo>
                    <a:pt x="74524" y="110106"/>
                    <a:pt x="77187" y="110404"/>
                    <a:pt x="79843" y="110404"/>
                  </a:cubicBezTo>
                  <a:cubicBezTo>
                    <a:pt x="82017" y="110404"/>
                    <a:pt x="84185" y="110204"/>
                    <a:pt x="86301" y="109793"/>
                  </a:cubicBezTo>
                  <a:cubicBezTo>
                    <a:pt x="88782" y="109270"/>
                    <a:pt x="91132" y="108487"/>
                    <a:pt x="93351" y="107442"/>
                  </a:cubicBezTo>
                  <a:cubicBezTo>
                    <a:pt x="95571" y="106398"/>
                    <a:pt x="97660" y="105092"/>
                    <a:pt x="99488" y="103526"/>
                  </a:cubicBezTo>
                  <a:cubicBezTo>
                    <a:pt x="103143" y="100523"/>
                    <a:pt x="106277" y="97128"/>
                    <a:pt x="108888" y="93342"/>
                  </a:cubicBezTo>
                  <a:cubicBezTo>
                    <a:pt x="111499" y="89817"/>
                    <a:pt x="113719" y="86031"/>
                    <a:pt x="115677" y="82114"/>
                  </a:cubicBezTo>
                  <a:cubicBezTo>
                    <a:pt x="119594" y="74411"/>
                    <a:pt x="122858" y="66446"/>
                    <a:pt x="125730" y="58352"/>
                  </a:cubicBezTo>
                  <a:lnTo>
                    <a:pt x="127819" y="52346"/>
                  </a:lnTo>
                  <a:lnTo>
                    <a:pt x="129908" y="46862"/>
                  </a:lnTo>
                  <a:cubicBezTo>
                    <a:pt x="131475" y="43207"/>
                    <a:pt x="133172" y="39681"/>
                    <a:pt x="135261" y="36287"/>
                  </a:cubicBezTo>
                  <a:cubicBezTo>
                    <a:pt x="139178" y="29628"/>
                    <a:pt x="144531" y="23753"/>
                    <a:pt x="150667" y="19183"/>
                  </a:cubicBezTo>
                  <a:cubicBezTo>
                    <a:pt x="156804" y="14483"/>
                    <a:pt x="163985" y="11480"/>
                    <a:pt x="171557" y="10175"/>
                  </a:cubicBezTo>
                  <a:lnTo>
                    <a:pt x="172993" y="9914"/>
                  </a:lnTo>
                  <a:lnTo>
                    <a:pt x="174429" y="9652"/>
                  </a:lnTo>
                  <a:lnTo>
                    <a:pt x="177171" y="9391"/>
                  </a:lnTo>
                  <a:lnTo>
                    <a:pt x="181480" y="9391"/>
                  </a:lnTo>
                  <a:cubicBezTo>
                    <a:pt x="182002" y="9391"/>
                    <a:pt x="182524" y="9522"/>
                    <a:pt x="182916" y="9522"/>
                  </a:cubicBezTo>
                  <a:lnTo>
                    <a:pt x="185788" y="9783"/>
                  </a:lnTo>
                  <a:lnTo>
                    <a:pt x="188661" y="10305"/>
                  </a:lnTo>
                  <a:lnTo>
                    <a:pt x="190097" y="10436"/>
                  </a:lnTo>
                  <a:lnTo>
                    <a:pt x="191402" y="10828"/>
                  </a:lnTo>
                  <a:lnTo>
                    <a:pt x="194144" y="11611"/>
                  </a:lnTo>
                  <a:cubicBezTo>
                    <a:pt x="197669" y="12917"/>
                    <a:pt x="201064" y="14614"/>
                    <a:pt x="204197" y="16703"/>
                  </a:cubicBezTo>
                  <a:cubicBezTo>
                    <a:pt x="204847" y="17136"/>
                    <a:pt x="205407" y="17570"/>
                    <a:pt x="206027" y="18003"/>
                  </a:cubicBezTo>
                  <a:lnTo>
                    <a:pt x="206027" y="18003"/>
                  </a:lnTo>
                  <a:cubicBezTo>
                    <a:pt x="204602" y="16838"/>
                    <a:pt x="203078" y="15787"/>
                    <a:pt x="201455" y="14875"/>
                  </a:cubicBezTo>
                  <a:cubicBezTo>
                    <a:pt x="197278" y="12525"/>
                    <a:pt x="192708" y="10828"/>
                    <a:pt x="187877" y="9914"/>
                  </a:cubicBezTo>
                  <a:cubicBezTo>
                    <a:pt x="185134" y="9469"/>
                    <a:pt x="182392" y="9235"/>
                    <a:pt x="179649" y="9235"/>
                  </a:cubicBezTo>
                  <a:cubicBezTo>
                    <a:pt x="177561" y="9235"/>
                    <a:pt x="175473" y="9370"/>
                    <a:pt x="173385" y="9652"/>
                  </a:cubicBezTo>
                  <a:cubicBezTo>
                    <a:pt x="168554" y="10305"/>
                    <a:pt x="163854" y="11741"/>
                    <a:pt x="159415" y="13700"/>
                  </a:cubicBezTo>
                  <a:cubicBezTo>
                    <a:pt x="154976" y="15789"/>
                    <a:pt x="150929" y="18400"/>
                    <a:pt x="147142" y="21664"/>
                  </a:cubicBezTo>
                  <a:lnTo>
                    <a:pt x="144531" y="24145"/>
                  </a:lnTo>
                  <a:lnTo>
                    <a:pt x="143226" y="25450"/>
                  </a:lnTo>
                  <a:lnTo>
                    <a:pt x="141920" y="26756"/>
                  </a:lnTo>
                  <a:lnTo>
                    <a:pt x="139570" y="29628"/>
                  </a:lnTo>
                  <a:lnTo>
                    <a:pt x="137350" y="32631"/>
                  </a:lnTo>
                  <a:cubicBezTo>
                    <a:pt x="135914" y="34720"/>
                    <a:pt x="134609" y="36940"/>
                    <a:pt x="133303" y="39159"/>
                  </a:cubicBezTo>
                  <a:cubicBezTo>
                    <a:pt x="132781" y="40204"/>
                    <a:pt x="132258" y="41248"/>
                    <a:pt x="131736" y="42423"/>
                  </a:cubicBezTo>
                  <a:lnTo>
                    <a:pt x="130039" y="45818"/>
                  </a:lnTo>
                  <a:cubicBezTo>
                    <a:pt x="129125" y="48037"/>
                    <a:pt x="128211" y="50257"/>
                    <a:pt x="127428" y="52738"/>
                  </a:cubicBezTo>
                  <a:cubicBezTo>
                    <a:pt x="126514" y="55349"/>
                    <a:pt x="125600" y="57829"/>
                    <a:pt x="124686" y="60441"/>
                  </a:cubicBezTo>
                  <a:cubicBezTo>
                    <a:pt x="121161" y="70624"/>
                    <a:pt x="116461" y="80547"/>
                    <a:pt x="110847" y="89947"/>
                  </a:cubicBezTo>
                  <a:cubicBezTo>
                    <a:pt x="107844" y="94778"/>
                    <a:pt x="104057" y="99217"/>
                    <a:pt x="99618" y="103003"/>
                  </a:cubicBezTo>
                  <a:cubicBezTo>
                    <a:pt x="97268" y="104831"/>
                    <a:pt x="94657" y="106529"/>
                    <a:pt x="91785" y="107704"/>
                  </a:cubicBezTo>
                  <a:cubicBezTo>
                    <a:pt x="88912" y="108879"/>
                    <a:pt x="85909" y="109662"/>
                    <a:pt x="82776" y="109923"/>
                  </a:cubicBezTo>
                  <a:cubicBezTo>
                    <a:pt x="81868" y="109982"/>
                    <a:pt x="80964" y="110012"/>
                    <a:pt x="80062" y="110012"/>
                  </a:cubicBezTo>
                  <a:cubicBezTo>
                    <a:pt x="75000" y="110012"/>
                    <a:pt x="70047" y="109085"/>
                    <a:pt x="65281" y="107312"/>
                  </a:cubicBezTo>
                  <a:cubicBezTo>
                    <a:pt x="62409" y="106398"/>
                    <a:pt x="60189" y="105484"/>
                    <a:pt x="57839" y="104831"/>
                  </a:cubicBezTo>
                  <a:cubicBezTo>
                    <a:pt x="56664" y="104440"/>
                    <a:pt x="55489" y="104178"/>
                    <a:pt x="54183" y="103917"/>
                  </a:cubicBezTo>
                  <a:cubicBezTo>
                    <a:pt x="53008" y="103656"/>
                    <a:pt x="51833" y="103395"/>
                    <a:pt x="50658" y="103265"/>
                  </a:cubicBezTo>
                  <a:cubicBezTo>
                    <a:pt x="48758" y="102956"/>
                    <a:pt x="46848" y="102805"/>
                    <a:pt x="44945" y="102805"/>
                  </a:cubicBezTo>
                  <a:cubicBezTo>
                    <a:pt x="37175" y="102805"/>
                    <a:pt x="29534" y="105334"/>
                    <a:pt x="23241" y="110054"/>
                  </a:cubicBezTo>
                  <a:cubicBezTo>
                    <a:pt x="23484" y="109810"/>
                    <a:pt x="24083" y="109262"/>
                    <a:pt x="23932" y="109262"/>
                  </a:cubicBezTo>
                  <a:cubicBezTo>
                    <a:pt x="23840" y="109262"/>
                    <a:pt x="23474" y="109463"/>
                    <a:pt x="22588" y="110054"/>
                  </a:cubicBezTo>
                  <a:cubicBezTo>
                    <a:pt x="28973" y="104946"/>
                    <a:pt x="36919" y="102180"/>
                    <a:pt x="45083" y="102180"/>
                  </a:cubicBezTo>
                  <a:cubicBezTo>
                    <a:pt x="46936" y="102180"/>
                    <a:pt x="48799" y="102322"/>
                    <a:pt x="50658" y="102612"/>
                  </a:cubicBezTo>
                  <a:cubicBezTo>
                    <a:pt x="51833" y="102742"/>
                    <a:pt x="53139" y="103003"/>
                    <a:pt x="54314" y="103265"/>
                  </a:cubicBezTo>
                  <a:cubicBezTo>
                    <a:pt x="55619" y="103526"/>
                    <a:pt x="56795" y="103787"/>
                    <a:pt x="58100" y="104178"/>
                  </a:cubicBezTo>
                  <a:cubicBezTo>
                    <a:pt x="60581" y="104831"/>
                    <a:pt x="62800" y="105745"/>
                    <a:pt x="65673" y="106790"/>
                  </a:cubicBezTo>
                  <a:cubicBezTo>
                    <a:pt x="70432" y="108450"/>
                    <a:pt x="75378" y="109359"/>
                    <a:pt x="80433" y="109359"/>
                  </a:cubicBezTo>
                  <a:cubicBezTo>
                    <a:pt x="81341" y="109359"/>
                    <a:pt x="82253" y="109330"/>
                    <a:pt x="83168" y="109270"/>
                  </a:cubicBezTo>
                  <a:cubicBezTo>
                    <a:pt x="86301" y="108879"/>
                    <a:pt x="89304" y="108095"/>
                    <a:pt x="92176" y="106790"/>
                  </a:cubicBezTo>
                  <a:cubicBezTo>
                    <a:pt x="94918" y="105615"/>
                    <a:pt x="97529" y="103917"/>
                    <a:pt x="99749" y="101959"/>
                  </a:cubicBezTo>
                  <a:cubicBezTo>
                    <a:pt x="102099" y="100001"/>
                    <a:pt x="104057" y="97912"/>
                    <a:pt x="105885" y="95692"/>
                  </a:cubicBezTo>
                  <a:cubicBezTo>
                    <a:pt x="107713" y="93472"/>
                    <a:pt x="109280" y="91122"/>
                    <a:pt x="110847" y="88642"/>
                  </a:cubicBezTo>
                  <a:cubicBezTo>
                    <a:pt x="116461" y="79241"/>
                    <a:pt x="121030" y="69188"/>
                    <a:pt x="124686" y="58743"/>
                  </a:cubicBezTo>
                  <a:cubicBezTo>
                    <a:pt x="125600" y="56263"/>
                    <a:pt x="126383" y="53521"/>
                    <a:pt x="127428" y="51171"/>
                  </a:cubicBezTo>
                  <a:lnTo>
                    <a:pt x="128733" y="47646"/>
                  </a:lnTo>
                  <a:lnTo>
                    <a:pt x="129517" y="45818"/>
                  </a:lnTo>
                  <a:lnTo>
                    <a:pt x="130300" y="44121"/>
                  </a:lnTo>
                  <a:cubicBezTo>
                    <a:pt x="131345" y="41770"/>
                    <a:pt x="132520" y="39420"/>
                    <a:pt x="133825" y="37331"/>
                  </a:cubicBezTo>
                  <a:cubicBezTo>
                    <a:pt x="134478" y="36156"/>
                    <a:pt x="135131" y="35112"/>
                    <a:pt x="135784" y="34067"/>
                  </a:cubicBezTo>
                  <a:lnTo>
                    <a:pt x="138003" y="30934"/>
                  </a:lnTo>
                  <a:lnTo>
                    <a:pt x="139178" y="29367"/>
                  </a:lnTo>
                  <a:lnTo>
                    <a:pt x="140353" y="27931"/>
                  </a:lnTo>
                  <a:lnTo>
                    <a:pt x="142703" y="25320"/>
                  </a:lnTo>
                  <a:lnTo>
                    <a:pt x="145445" y="22709"/>
                  </a:lnTo>
                  <a:cubicBezTo>
                    <a:pt x="145967" y="22186"/>
                    <a:pt x="146359" y="21795"/>
                    <a:pt x="146881" y="21403"/>
                  </a:cubicBezTo>
                  <a:lnTo>
                    <a:pt x="148317" y="20228"/>
                  </a:lnTo>
                  <a:cubicBezTo>
                    <a:pt x="152234" y="17094"/>
                    <a:pt x="156543" y="14483"/>
                    <a:pt x="161112" y="12655"/>
                  </a:cubicBezTo>
                  <a:cubicBezTo>
                    <a:pt x="163462" y="11741"/>
                    <a:pt x="165812" y="10828"/>
                    <a:pt x="168293" y="10305"/>
                  </a:cubicBezTo>
                  <a:lnTo>
                    <a:pt x="171949" y="9522"/>
                  </a:lnTo>
                  <a:cubicBezTo>
                    <a:pt x="173124" y="9261"/>
                    <a:pt x="174429" y="9261"/>
                    <a:pt x="175604" y="9130"/>
                  </a:cubicBezTo>
                  <a:cubicBezTo>
                    <a:pt x="177050" y="9019"/>
                    <a:pt x="178485" y="8960"/>
                    <a:pt x="179909" y="8960"/>
                  </a:cubicBezTo>
                  <a:cubicBezTo>
                    <a:pt x="183503" y="8960"/>
                    <a:pt x="187029" y="9333"/>
                    <a:pt x="190488" y="10175"/>
                  </a:cubicBezTo>
                  <a:cubicBezTo>
                    <a:pt x="200280" y="12264"/>
                    <a:pt x="208897" y="18139"/>
                    <a:pt x="214381" y="26625"/>
                  </a:cubicBezTo>
                  <a:lnTo>
                    <a:pt x="213598" y="27017"/>
                  </a:lnTo>
                  <a:cubicBezTo>
                    <a:pt x="217123" y="33023"/>
                    <a:pt x="218689" y="39812"/>
                    <a:pt x="218037" y="46601"/>
                  </a:cubicBezTo>
                  <a:cubicBezTo>
                    <a:pt x="217906" y="48429"/>
                    <a:pt x="217645" y="50126"/>
                    <a:pt x="217253" y="51824"/>
                  </a:cubicBezTo>
                  <a:cubicBezTo>
                    <a:pt x="216992" y="53651"/>
                    <a:pt x="216470" y="55349"/>
                    <a:pt x="215948" y="57046"/>
                  </a:cubicBezTo>
                  <a:cubicBezTo>
                    <a:pt x="215425" y="58743"/>
                    <a:pt x="214773" y="60441"/>
                    <a:pt x="214120" y="62138"/>
                  </a:cubicBezTo>
                  <a:cubicBezTo>
                    <a:pt x="213467" y="63705"/>
                    <a:pt x="212553" y="65663"/>
                    <a:pt x="211770" y="67491"/>
                  </a:cubicBezTo>
                  <a:cubicBezTo>
                    <a:pt x="205242" y="81983"/>
                    <a:pt x="199236" y="97128"/>
                    <a:pt x="195841" y="113448"/>
                  </a:cubicBezTo>
                  <a:lnTo>
                    <a:pt x="195319" y="115929"/>
                  </a:lnTo>
                  <a:cubicBezTo>
                    <a:pt x="195189" y="116843"/>
                    <a:pt x="195058" y="117626"/>
                    <a:pt x="194927" y="118410"/>
                  </a:cubicBezTo>
                  <a:cubicBezTo>
                    <a:pt x="194666" y="120107"/>
                    <a:pt x="194405" y="121674"/>
                    <a:pt x="194275" y="123371"/>
                  </a:cubicBezTo>
                  <a:lnTo>
                    <a:pt x="194014" y="128202"/>
                  </a:lnTo>
                  <a:lnTo>
                    <a:pt x="194014" y="132641"/>
                  </a:lnTo>
                  <a:cubicBezTo>
                    <a:pt x="194014" y="138647"/>
                    <a:pt x="194405" y="143738"/>
                    <a:pt x="194405" y="148308"/>
                  </a:cubicBezTo>
                  <a:cubicBezTo>
                    <a:pt x="194927" y="142824"/>
                    <a:pt x="194666" y="136819"/>
                    <a:pt x="195058" y="130552"/>
                  </a:cubicBezTo>
                  <a:cubicBezTo>
                    <a:pt x="195319" y="124415"/>
                    <a:pt x="196233" y="118148"/>
                    <a:pt x="197669" y="112143"/>
                  </a:cubicBezTo>
                  <a:cubicBezTo>
                    <a:pt x="200542" y="100131"/>
                    <a:pt x="204589" y="88381"/>
                    <a:pt x="209420" y="77022"/>
                  </a:cubicBezTo>
                  <a:lnTo>
                    <a:pt x="213206" y="68535"/>
                  </a:lnTo>
                  <a:lnTo>
                    <a:pt x="215034" y="64227"/>
                  </a:lnTo>
                  <a:lnTo>
                    <a:pt x="216731" y="60180"/>
                  </a:lnTo>
                  <a:cubicBezTo>
                    <a:pt x="218820" y="54827"/>
                    <a:pt x="219864" y="49082"/>
                    <a:pt x="219995" y="43337"/>
                  </a:cubicBezTo>
                  <a:cubicBezTo>
                    <a:pt x="219995" y="42482"/>
                    <a:pt x="219963" y="41630"/>
                    <a:pt x="219900" y="40782"/>
                  </a:cubicBezTo>
                  <a:lnTo>
                    <a:pt x="219900" y="40782"/>
                  </a:lnTo>
                  <a:cubicBezTo>
                    <a:pt x="220164" y="44070"/>
                    <a:pt x="220004" y="47393"/>
                    <a:pt x="219473" y="50649"/>
                  </a:cubicBezTo>
                  <a:cubicBezTo>
                    <a:pt x="219212" y="52215"/>
                    <a:pt x="218820" y="53782"/>
                    <a:pt x="218428" y="55349"/>
                  </a:cubicBezTo>
                  <a:lnTo>
                    <a:pt x="217775" y="57699"/>
                  </a:lnTo>
                  <a:lnTo>
                    <a:pt x="217384" y="58874"/>
                  </a:lnTo>
                  <a:cubicBezTo>
                    <a:pt x="217253" y="59266"/>
                    <a:pt x="217123" y="59657"/>
                    <a:pt x="216992" y="60049"/>
                  </a:cubicBezTo>
                  <a:cubicBezTo>
                    <a:pt x="216339" y="61485"/>
                    <a:pt x="215687" y="63052"/>
                    <a:pt x="215164" y="64619"/>
                  </a:cubicBezTo>
                  <a:lnTo>
                    <a:pt x="213075" y="69319"/>
                  </a:lnTo>
                  <a:cubicBezTo>
                    <a:pt x="207331" y="81853"/>
                    <a:pt x="202630" y="94778"/>
                    <a:pt x="199105" y="107965"/>
                  </a:cubicBezTo>
                  <a:cubicBezTo>
                    <a:pt x="197408" y="114623"/>
                    <a:pt x="196233" y="121543"/>
                    <a:pt x="195841" y="128332"/>
                  </a:cubicBezTo>
                  <a:cubicBezTo>
                    <a:pt x="195189" y="135252"/>
                    <a:pt x="195711" y="142172"/>
                    <a:pt x="195189" y="148308"/>
                  </a:cubicBezTo>
                  <a:cubicBezTo>
                    <a:pt x="195058" y="149744"/>
                    <a:pt x="194927" y="151050"/>
                    <a:pt x="194797" y="152355"/>
                  </a:cubicBezTo>
                  <a:lnTo>
                    <a:pt x="194014" y="156403"/>
                  </a:lnTo>
                  <a:cubicBezTo>
                    <a:pt x="193752" y="158100"/>
                    <a:pt x="193361" y="159797"/>
                    <a:pt x="192969" y="161364"/>
                  </a:cubicBezTo>
                  <a:cubicBezTo>
                    <a:pt x="192708" y="162931"/>
                    <a:pt x="192186" y="164498"/>
                    <a:pt x="191794" y="165803"/>
                  </a:cubicBezTo>
                  <a:cubicBezTo>
                    <a:pt x="191272" y="168675"/>
                    <a:pt x="190358" y="171026"/>
                    <a:pt x="189836" y="172853"/>
                  </a:cubicBezTo>
                  <a:cubicBezTo>
                    <a:pt x="189444" y="174551"/>
                    <a:pt x="189183" y="175726"/>
                    <a:pt x="189574" y="175856"/>
                  </a:cubicBezTo>
                  <a:cubicBezTo>
                    <a:pt x="189593" y="175865"/>
                    <a:pt x="189614" y="175870"/>
                    <a:pt x="189637" y="175870"/>
                  </a:cubicBezTo>
                  <a:cubicBezTo>
                    <a:pt x="189948" y="175870"/>
                    <a:pt x="190710" y="175048"/>
                    <a:pt x="191925" y="172984"/>
                  </a:cubicBezTo>
                  <a:cubicBezTo>
                    <a:pt x="194144" y="169328"/>
                    <a:pt x="195972" y="165542"/>
                    <a:pt x="197278" y="161495"/>
                  </a:cubicBezTo>
                  <a:cubicBezTo>
                    <a:pt x="197800" y="159797"/>
                    <a:pt x="198191" y="158100"/>
                    <a:pt x="198453" y="156403"/>
                  </a:cubicBezTo>
                  <a:cubicBezTo>
                    <a:pt x="198714" y="155358"/>
                    <a:pt x="198844" y="154444"/>
                    <a:pt x="198975" y="153400"/>
                  </a:cubicBezTo>
                  <a:cubicBezTo>
                    <a:pt x="199236" y="152486"/>
                    <a:pt x="199236" y="151441"/>
                    <a:pt x="199366" y="150528"/>
                  </a:cubicBezTo>
                  <a:cubicBezTo>
                    <a:pt x="199628" y="148700"/>
                    <a:pt x="199628" y="147002"/>
                    <a:pt x="199628" y="145827"/>
                  </a:cubicBezTo>
                  <a:lnTo>
                    <a:pt x="199628" y="143869"/>
                  </a:lnTo>
                  <a:cubicBezTo>
                    <a:pt x="199783" y="142934"/>
                    <a:pt x="199960" y="142578"/>
                    <a:pt x="200140" y="142578"/>
                  </a:cubicBezTo>
                  <a:cubicBezTo>
                    <a:pt x="200414" y="142578"/>
                    <a:pt x="200697" y="143396"/>
                    <a:pt x="200933" y="144261"/>
                  </a:cubicBezTo>
                  <a:cubicBezTo>
                    <a:pt x="201064" y="139430"/>
                    <a:pt x="200933" y="134730"/>
                    <a:pt x="201194" y="130030"/>
                  </a:cubicBezTo>
                  <a:cubicBezTo>
                    <a:pt x="201325" y="127679"/>
                    <a:pt x="201455" y="125329"/>
                    <a:pt x="201847" y="122979"/>
                  </a:cubicBezTo>
                  <a:cubicBezTo>
                    <a:pt x="202239" y="120760"/>
                    <a:pt x="202500" y="118410"/>
                    <a:pt x="203022" y="116060"/>
                  </a:cubicBezTo>
                  <a:cubicBezTo>
                    <a:pt x="204850" y="106790"/>
                    <a:pt x="207592" y="97781"/>
                    <a:pt x="210986" y="88903"/>
                  </a:cubicBezTo>
                  <a:cubicBezTo>
                    <a:pt x="212814" y="84464"/>
                    <a:pt x="214511" y="80155"/>
                    <a:pt x="216339" y="75716"/>
                  </a:cubicBezTo>
                  <a:cubicBezTo>
                    <a:pt x="218297" y="71278"/>
                    <a:pt x="220255" y="67101"/>
                    <a:pt x="222083" y="62402"/>
                  </a:cubicBezTo>
                  <a:lnTo>
                    <a:pt x="222083" y="62402"/>
                  </a:lnTo>
                  <a:cubicBezTo>
                    <a:pt x="220255" y="67101"/>
                    <a:pt x="218428" y="71409"/>
                    <a:pt x="216470" y="75847"/>
                  </a:cubicBezTo>
                  <a:cubicBezTo>
                    <a:pt x="214511" y="80155"/>
                    <a:pt x="212814" y="84725"/>
                    <a:pt x="211117" y="89164"/>
                  </a:cubicBezTo>
                  <a:cubicBezTo>
                    <a:pt x="207722" y="98042"/>
                    <a:pt x="204981" y="107312"/>
                    <a:pt x="203153" y="116712"/>
                  </a:cubicBezTo>
                  <a:cubicBezTo>
                    <a:pt x="202761" y="119062"/>
                    <a:pt x="202239" y="121412"/>
                    <a:pt x="202108" y="123763"/>
                  </a:cubicBezTo>
                  <a:cubicBezTo>
                    <a:pt x="201978" y="126113"/>
                    <a:pt x="201586" y="128463"/>
                    <a:pt x="201586" y="130813"/>
                  </a:cubicBezTo>
                  <a:cubicBezTo>
                    <a:pt x="201325" y="135644"/>
                    <a:pt x="201455" y="140474"/>
                    <a:pt x="201325" y="145436"/>
                  </a:cubicBezTo>
                  <a:cubicBezTo>
                    <a:pt x="201466" y="145789"/>
                    <a:pt x="201607" y="146027"/>
                    <a:pt x="201749" y="146027"/>
                  </a:cubicBezTo>
                  <a:cubicBezTo>
                    <a:pt x="201868" y="146027"/>
                    <a:pt x="201988" y="145855"/>
                    <a:pt x="202108" y="145436"/>
                  </a:cubicBezTo>
                  <a:cubicBezTo>
                    <a:pt x="202500" y="142824"/>
                    <a:pt x="202761" y="140344"/>
                    <a:pt x="202761" y="137863"/>
                  </a:cubicBezTo>
                  <a:cubicBezTo>
                    <a:pt x="202892" y="134860"/>
                    <a:pt x="202892" y="130291"/>
                    <a:pt x="203544" y="124546"/>
                  </a:cubicBezTo>
                  <a:cubicBezTo>
                    <a:pt x="204328" y="118018"/>
                    <a:pt x="205633" y="111620"/>
                    <a:pt x="207461" y="105354"/>
                  </a:cubicBezTo>
                  <a:cubicBezTo>
                    <a:pt x="208245" y="101828"/>
                    <a:pt x="209550" y="98303"/>
                    <a:pt x="210725" y="94778"/>
                  </a:cubicBezTo>
                  <a:cubicBezTo>
                    <a:pt x="211770" y="91122"/>
                    <a:pt x="213206" y="87728"/>
                    <a:pt x="214511" y="84333"/>
                  </a:cubicBezTo>
                  <a:cubicBezTo>
                    <a:pt x="215687" y="80939"/>
                    <a:pt x="217253" y="77544"/>
                    <a:pt x="218559" y="74541"/>
                  </a:cubicBezTo>
                  <a:cubicBezTo>
                    <a:pt x="219212" y="72974"/>
                    <a:pt x="219864" y="71408"/>
                    <a:pt x="220517" y="69972"/>
                  </a:cubicBezTo>
                  <a:cubicBezTo>
                    <a:pt x="221170" y="68535"/>
                    <a:pt x="221823" y="67099"/>
                    <a:pt x="222345" y="65663"/>
                  </a:cubicBezTo>
                  <a:cubicBezTo>
                    <a:pt x="226131" y="57568"/>
                    <a:pt x="227829" y="48690"/>
                    <a:pt x="227306" y="39681"/>
                  </a:cubicBezTo>
                  <a:cubicBezTo>
                    <a:pt x="227176" y="38637"/>
                    <a:pt x="227045" y="37462"/>
                    <a:pt x="226784" y="36287"/>
                  </a:cubicBezTo>
                  <a:cubicBezTo>
                    <a:pt x="226654" y="35242"/>
                    <a:pt x="226523" y="34067"/>
                    <a:pt x="226131" y="32892"/>
                  </a:cubicBezTo>
                  <a:cubicBezTo>
                    <a:pt x="224956" y="28453"/>
                    <a:pt x="222998" y="24145"/>
                    <a:pt x="220517" y="20228"/>
                  </a:cubicBezTo>
                  <a:cubicBezTo>
                    <a:pt x="219864" y="19183"/>
                    <a:pt x="219081" y="18400"/>
                    <a:pt x="218298" y="17356"/>
                  </a:cubicBezTo>
                  <a:lnTo>
                    <a:pt x="217253" y="16050"/>
                  </a:lnTo>
                  <a:lnTo>
                    <a:pt x="216078" y="14744"/>
                  </a:lnTo>
                  <a:cubicBezTo>
                    <a:pt x="209550" y="8086"/>
                    <a:pt x="201194" y="3386"/>
                    <a:pt x="192055" y="1297"/>
                  </a:cubicBezTo>
                  <a:cubicBezTo>
                    <a:pt x="188023" y="433"/>
                    <a:pt x="183940" y="1"/>
                    <a:pt x="179863"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0" name="Google Shape;360;p47"/>
          <p:cNvGrpSpPr/>
          <p:nvPr/>
        </p:nvGrpSpPr>
        <p:grpSpPr>
          <a:xfrm rot="8084555">
            <a:off x="7209633" y="2886159"/>
            <a:ext cx="2714781" cy="2557024"/>
            <a:chOff x="235075" y="777725"/>
            <a:chExt cx="7186900" cy="4132775"/>
          </a:xfrm>
        </p:grpSpPr>
        <p:sp>
          <p:nvSpPr>
            <p:cNvPr id="361" name="Google Shape;361;p47"/>
            <p:cNvSpPr/>
            <p:nvPr/>
          </p:nvSpPr>
          <p:spPr>
            <a:xfrm>
              <a:off x="342575" y="932875"/>
              <a:ext cx="7079400" cy="3826525"/>
            </a:xfrm>
            <a:custGeom>
              <a:rect b="b" l="l" r="r" t="t"/>
              <a:pathLst>
                <a:path extrusionOk="0" h="153061" w="283176">
                  <a:moveTo>
                    <a:pt x="168404" y="0"/>
                  </a:moveTo>
                  <a:cubicBezTo>
                    <a:pt x="157709" y="0"/>
                    <a:pt x="146666" y="1269"/>
                    <a:pt x="137470" y="1958"/>
                  </a:cubicBezTo>
                  <a:cubicBezTo>
                    <a:pt x="99769" y="4776"/>
                    <a:pt x="61970" y="14736"/>
                    <a:pt x="30657" y="36550"/>
                  </a:cubicBezTo>
                  <a:cubicBezTo>
                    <a:pt x="16422" y="46461"/>
                    <a:pt x="2915" y="60284"/>
                    <a:pt x="1336" y="77580"/>
                  </a:cubicBezTo>
                  <a:cubicBezTo>
                    <a:pt x="0" y="92204"/>
                    <a:pt x="7774" y="106560"/>
                    <a:pt x="18778" y="116301"/>
                  </a:cubicBezTo>
                  <a:cubicBezTo>
                    <a:pt x="29807" y="126043"/>
                    <a:pt x="43726" y="131800"/>
                    <a:pt x="57670" y="136415"/>
                  </a:cubicBezTo>
                  <a:cubicBezTo>
                    <a:pt x="91058" y="147472"/>
                    <a:pt x="125903" y="153060"/>
                    <a:pt x="160873" y="153060"/>
                  </a:cubicBezTo>
                  <a:cubicBezTo>
                    <a:pt x="176382" y="153060"/>
                    <a:pt x="191917" y="151961"/>
                    <a:pt x="207359" y="149752"/>
                  </a:cubicBezTo>
                  <a:cubicBezTo>
                    <a:pt x="222226" y="147614"/>
                    <a:pt x="237360" y="144286"/>
                    <a:pt x="249871" y="135929"/>
                  </a:cubicBezTo>
                  <a:cubicBezTo>
                    <a:pt x="275062" y="119095"/>
                    <a:pt x="283175" y="80398"/>
                    <a:pt x="265102" y="56057"/>
                  </a:cubicBezTo>
                  <a:cubicBezTo>
                    <a:pt x="255968" y="43789"/>
                    <a:pt x="242097" y="36137"/>
                    <a:pt x="229125" y="28024"/>
                  </a:cubicBezTo>
                  <a:cubicBezTo>
                    <a:pt x="217003" y="20420"/>
                    <a:pt x="204881" y="7643"/>
                    <a:pt x="191278" y="3027"/>
                  </a:cubicBezTo>
                  <a:cubicBezTo>
                    <a:pt x="184502" y="737"/>
                    <a:pt x="176554" y="0"/>
                    <a:pt x="168404"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47"/>
            <p:cNvSpPr/>
            <p:nvPr/>
          </p:nvSpPr>
          <p:spPr>
            <a:xfrm>
              <a:off x="235075" y="777725"/>
              <a:ext cx="7126775" cy="4132775"/>
            </a:xfrm>
            <a:custGeom>
              <a:rect b="b" l="l" r="r" t="t"/>
              <a:pathLst>
                <a:path extrusionOk="0" h="165311" w="285071">
                  <a:moveTo>
                    <a:pt x="193683" y="2310"/>
                  </a:moveTo>
                  <a:lnTo>
                    <a:pt x="194120" y="2431"/>
                  </a:lnTo>
                  <a:lnTo>
                    <a:pt x="194557" y="2553"/>
                  </a:lnTo>
                  <a:lnTo>
                    <a:pt x="195456" y="2820"/>
                  </a:lnTo>
                  <a:lnTo>
                    <a:pt x="196198" y="3047"/>
                  </a:lnTo>
                  <a:lnTo>
                    <a:pt x="196198" y="3047"/>
                  </a:lnTo>
                  <a:cubicBezTo>
                    <a:pt x="196113" y="3020"/>
                    <a:pt x="196027" y="2993"/>
                    <a:pt x="195942" y="2966"/>
                  </a:cubicBezTo>
                  <a:lnTo>
                    <a:pt x="194825" y="2626"/>
                  </a:lnTo>
                  <a:cubicBezTo>
                    <a:pt x="194436" y="2504"/>
                    <a:pt x="194072" y="2383"/>
                    <a:pt x="193683" y="2310"/>
                  </a:cubicBezTo>
                  <a:close/>
                  <a:moveTo>
                    <a:pt x="196198" y="3047"/>
                  </a:moveTo>
                  <a:cubicBezTo>
                    <a:pt x="196309" y="3081"/>
                    <a:pt x="196421" y="3115"/>
                    <a:pt x="196532" y="3149"/>
                  </a:cubicBezTo>
                  <a:lnTo>
                    <a:pt x="196532" y="3149"/>
                  </a:lnTo>
                  <a:lnTo>
                    <a:pt x="196198" y="3047"/>
                  </a:lnTo>
                  <a:close/>
                  <a:moveTo>
                    <a:pt x="196532" y="3149"/>
                  </a:moveTo>
                  <a:lnTo>
                    <a:pt x="197205" y="3354"/>
                  </a:lnTo>
                  <a:cubicBezTo>
                    <a:pt x="197213" y="3356"/>
                    <a:pt x="197220" y="3358"/>
                    <a:pt x="197228" y="3360"/>
                  </a:cubicBezTo>
                  <a:lnTo>
                    <a:pt x="197228" y="3360"/>
                  </a:lnTo>
                  <a:cubicBezTo>
                    <a:pt x="196996" y="3288"/>
                    <a:pt x="196764" y="3219"/>
                    <a:pt x="196532" y="3149"/>
                  </a:cubicBezTo>
                  <a:close/>
                  <a:moveTo>
                    <a:pt x="197228" y="3360"/>
                  </a:moveTo>
                  <a:lnTo>
                    <a:pt x="197228" y="3360"/>
                  </a:lnTo>
                  <a:cubicBezTo>
                    <a:pt x="197350" y="3398"/>
                    <a:pt x="197472" y="3437"/>
                    <a:pt x="197593" y="3477"/>
                  </a:cubicBezTo>
                  <a:lnTo>
                    <a:pt x="197593" y="3477"/>
                  </a:lnTo>
                  <a:cubicBezTo>
                    <a:pt x="197473" y="3434"/>
                    <a:pt x="197353" y="3392"/>
                    <a:pt x="197228" y="3360"/>
                  </a:cubicBezTo>
                  <a:close/>
                  <a:moveTo>
                    <a:pt x="197593" y="3477"/>
                  </a:moveTo>
                  <a:lnTo>
                    <a:pt x="197593" y="3477"/>
                  </a:lnTo>
                  <a:cubicBezTo>
                    <a:pt x="197745" y="3533"/>
                    <a:pt x="197897" y="3593"/>
                    <a:pt x="198055" y="3646"/>
                  </a:cubicBezTo>
                  <a:lnTo>
                    <a:pt x="198930" y="3986"/>
                  </a:lnTo>
                  <a:cubicBezTo>
                    <a:pt x="199513" y="4205"/>
                    <a:pt x="200096" y="4423"/>
                    <a:pt x="200655" y="4666"/>
                  </a:cubicBezTo>
                  <a:cubicBezTo>
                    <a:pt x="200971" y="4803"/>
                    <a:pt x="201287" y="4943"/>
                    <a:pt x="201601" y="5085"/>
                  </a:cubicBezTo>
                  <a:lnTo>
                    <a:pt x="201601" y="5085"/>
                  </a:lnTo>
                  <a:lnTo>
                    <a:pt x="200412" y="4545"/>
                  </a:lnTo>
                  <a:lnTo>
                    <a:pt x="198201" y="3694"/>
                  </a:lnTo>
                  <a:cubicBezTo>
                    <a:pt x="197999" y="3616"/>
                    <a:pt x="197796" y="3545"/>
                    <a:pt x="197593" y="3477"/>
                  </a:cubicBezTo>
                  <a:close/>
                  <a:moveTo>
                    <a:pt x="201601" y="5085"/>
                  </a:moveTo>
                  <a:lnTo>
                    <a:pt x="201792" y="5172"/>
                  </a:lnTo>
                  <a:lnTo>
                    <a:pt x="201792" y="5172"/>
                  </a:lnTo>
                  <a:cubicBezTo>
                    <a:pt x="201728" y="5143"/>
                    <a:pt x="201665" y="5114"/>
                    <a:pt x="201601" y="5085"/>
                  </a:cubicBezTo>
                  <a:close/>
                  <a:moveTo>
                    <a:pt x="201792" y="5172"/>
                  </a:moveTo>
                  <a:cubicBezTo>
                    <a:pt x="202347" y="5425"/>
                    <a:pt x="202898" y="5687"/>
                    <a:pt x="203447" y="5957"/>
                  </a:cubicBezTo>
                  <a:lnTo>
                    <a:pt x="203447" y="5957"/>
                  </a:lnTo>
                  <a:cubicBezTo>
                    <a:pt x="203149" y="5808"/>
                    <a:pt x="202850" y="5661"/>
                    <a:pt x="202550" y="5516"/>
                  </a:cubicBezTo>
                  <a:lnTo>
                    <a:pt x="201792" y="5172"/>
                  </a:lnTo>
                  <a:close/>
                  <a:moveTo>
                    <a:pt x="203447" y="5957"/>
                  </a:moveTo>
                  <a:cubicBezTo>
                    <a:pt x="205025" y="6746"/>
                    <a:pt x="206570" y="7594"/>
                    <a:pt x="208082" y="8506"/>
                  </a:cubicBezTo>
                  <a:lnTo>
                    <a:pt x="208082" y="8506"/>
                  </a:lnTo>
                  <a:cubicBezTo>
                    <a:pt x="207745" y="8301"/>
                    <a:pt x="207407" y="8098"/>
                    <a:pt x="207068" y="7897"/>
                  </a:cubicBezTo>
                  <a:cubicBezTo>
                    <a:pt x="205877" y="7204"/>
                    <a:pt x="204670" y="6559"/>
                    <a:pt x="203447" y="5957"/>
                  </a:cubicBezTo>
                  <a:close/>
                  <a:moveTo>
                    <a:pt x="208082" y="8506"/>
                  </a:moveTo>
                  <a:cubicBezTo>
                    <a:pt x="208378" y="8686"/>
                    <a:pt x="208674" y="8868"/>
                    <a:pt x="208969" y="9051"/>
                  </a:cubicBezTo>
                  <a:lnTo>
                    <a:pt x="208969" y="9051"/>
                  </a:lnTo>
                  <a:cubicBezTo>
                    <a:pt x="208675" y="8867"/>
                    <a:pt x="208379" y="8685"/>
                    <a:pt x="208082" y="8506"/>
                  </a:cubicBezTo>
                  <a:close/>
                  <a:moveTo>
                    <a:pt x="274827" y="94613"/>
                  </a:moveTo>
                  <a:cubicBezTo>
                    <a:pt x="274825" y="94672"/>
                    <a:pt x="274822" y="94731"/>
                    <a:pt x="274819" y="94790"/>
                  </a:cubicBezTo>
                  <a:lnTo>
                    <a:pt x="274827" y="94613"/>
                  </a:lnTo>
                  <a:close/>
                  <a:moveTo>
                    <a:pt x="182036" y="164515"/>
                  </a:moveTo>
                  <a:cubicBezTo>
                    <a:pt x="182009" y="164557"/>
                    <a:pt x="182151" y="164591"/>
                    <a:pt x="182606" y="164606"/>
                  </a:cubicBezTo>
                  <a:cubicBezTo>
                    <a:pt x="182112" y="164589"/>
                    <a:pt x="181975" y="164562"/>
                    <a:pt x="182036" y="164515"/>
                  </a:cubicBezTo>
                  <a:close/>
                  <a:moveTo>
                    <a:pt x="171889" y="1"/>
                  </a:moveTo>
                  <a:cubicBezTo>
                    <a:pt x="169431" y="1"/>
                    <a:pt x="166985" y="62"/>
                    <a:pt x="164556" y="148"/>
                  </a:cubicBezTo>
                  <a:cubicBezTo>
                    <a:pt x="156370" y="512"/>
                    <a:pt x="148378" y="1314"/>
                    <a:pt x="140483" y="1872"/>
                  </a:cubicBezTo>
                  <a:cubicBezTo>
                    <a:pt x="132321" y="2456"/>
                    <a:pt x="124183" y="3379"/>
                    <a:pt x="116020" y="4666"/>
                  </a:cubicBezTo>
                  <a:lnTo>
                    <a:pt x="112960" y="5128"/>
                  </a:lnTo>
                  <a:cubicBezTo>
                    <a:pt x="111964" y="5298"/>
                    <a:pt x="110943" y="5516"/>
                    <a:pt x="109923" y="5686"/>
                  </a:cubicBezTo>
                  <a:lnTo>
                    <a:pt x="106887" y="6269"/>
                  </a:lnTo>
                  <a:lnTo>
                    <a:pt x="105380" y="6537"/>
                  </a:lnTo>
                  <a:lnTo>
                    <a:pt x="103850" y="6877"/>
                  </a:lnTo>
                  <a:cubicBezTo>
                    <a:pt x="101834" y="7314"/>
                    <a:pt x="99817" y="7727"/>
                    <a:pt x="97777" y="8188"/>
                  </a:cubicBezTo>
                  <a:lnTo>
                    <a:pt x="91704" y="9719"/>
                  </a:lnTo>
                  <a:cubicBezTo>
                    <a:pt x="90878" y="9913"/>
                    <a:pt x="90052" y="10180"/>
                    <a:pt x="89226" y="10423"/>
                  </a:cubicBezTo>
                  <a:lnTo>
                    <a:pt x="86797" y="11128"/>
                  </a:lnTo>
                  <a:lnTo>
                    <a:pt x="84416" y="11857"/>
                  </a:lnTo>
                  <a:cubicBezTo>
                    <a:pt x="83615" y="12099"/>
                    <a:pt x="82861" y="12391"/>
                    <a:pt x="82108" y="12634"/>
                  </a:cubicBezTo>
                  <a:lnTo>
                    <a:pt x="77614" y="14213"/>
                  </a:lnTo>
                  <a:cubicBezTo>
                    <a:pt x="76157" y="14747"/>
                    <a:pt x="74748" y="15355"/>
                    <a:pt x="73363" y="15889"/>
                  </a:cubicBezTo>
                  <a:lnTo>
                    <a:pt x="71323" y="16739"/>
                  </a:lnTo>
                  <a:lnTo>
                    <a:pt x="70327" y="17152"/>
                  </a:lnTo>
                  <a:lnTo>
                    <a:pt x="69331" y="17590"/>
                  </a:lnTo>
                  <a:lnTo>
                    <a:pt x="65517" y="19363"/>
                  </a:lnTo>
                  <a:lnTo>
                    <a:pt x="63671" y="20213"/>
                  </a:lnTo>
                  <a:lnTo>
                    <a:pt x="61922" y="21136"/>
                  </a:lnTo>
                  <a:lnTo>
                    <a:pt x="58521" y="22910"/>
                  </a:lnTo>
                  <a:lnTo>
                    <a:pt x="62772" y="21088"/>
                  </a:lnTo>
                  <a:lnTo>
                    <a:pt x="63841" y="20650"/>
                  </a:lnTo>
                  <a:lnTo>
                    <a:pt x="64909" y="20213"/>
                  </a:lnTo>
                  <a:lnTo>
                    <a:pt x="67072" y="19387"/>
                  </a:lnTo>
                  <a:lnTo>
                    <a:pt x="69234" y="18561"/>
                  </a:lnTo>
                  <a:cubicBezTo>
                    <a:pt x="69962" y="18270"/>
                    <a:pt x="70691" y="17978"/>
                    <a:pt x="71420" y="17735"/>
                  </a:cubicBezTo>
                  <a:lnTo>
                    <a:pt x="75817" y="16229"/>
                  </a:lnTo>
                  <a:cubicBezTo>
                    <a:pt x="76545" y="15962"/>
                    <a:pt x="77274" y="15695"/>
                    <a:pt x="78027" y="15476"/>
                  </a:cubicBezTo>
                  <a:lnTo>
                    <a:pt x="80238" y="14796"/>
                  </a:lnTo>
                  <a:cubicBezTo>
                    <a:pt x="81720" y="14334"/>
                    <a:pt x="83202" y="13873"/>
                    <a:pt x="84708" y="13411"/>
                  </a:cubicBezTo>
                  <a:lnTo>
                    <a:pt x="89202" y="12172"/>
                  </a:lnTo>
                  <a:lnTo>
                    <a:pt x="91461" y="11565"/>
                  </a:lnTo>
                  <a:lnTo>
                    <a:pt x="93744" y="11031"/>
                  </a:lnTo>
                  <a:lnTo>
                    <a:pt x="98287" y="9913"/>
                  </a:lnTo>
                  <a:cubicBezTo>
                    <a:pt x="99817" y="9597"/>
                    <a:pt x="101372" y="9282"/>
                    <a:pt x="102878" y="8942"/>
                  </a:cubicBezTo>
                  <a:lnTo>
                    <a:pt x="105186" y="8480"/>
                  </a:lnTo>
                  <a:cubicBezTo>
                    <a:pt x="105963" y="8310"/>
                    <a:pt x="106716" y="8188"/>
                    <a:pt x="107494" y="8043"/>
                  </a:cubicBezTo>
                  <a:lnTo>
                    <a:pt x="112134" y="7217"/>
                  </a:lnTo>
                  <a:cubicBezTo>
                    <a:pt x="118328" y="6197"/>
                    <a:pt x="124547" y="5322"/>
                    <a:pt x="130839" y="4715"/>
                  </a:cubicBezTo>
                  <a:lnTo>
                    <a:pt x="133195" y="4472"/>
                  </a:lnTo>
                  <a:lnTo>
                    <a:pt x="134361" y="4350"/>
                  </a:lnTo>
                  <a:lnTo>
                    <a:pt x="135551" y="4277"/>
                  </a:lnTo>
                  <a:lnTo>
                    <a:pt x="140264" y="3913"/>
                  </a:lnTo>
                  <a:lnTo>
                    <a:pt x="141454" y="3816"/>
                  </a:lnTo>
                  <a:lnTo>
                    <a:pt x="142596" y="3743"/>
                  </a:lnTo>
                  <a:lnTo>
                    <a:pt x="144928" y="3573"/>
                  </a:lnTo>
                  <a:lnTo>
                    <a:pt x="149568" y="3209"/>
                  </a:lnTo>
                  <a:cubicBezTo>
                    <a:pt x="155811" y="2747"/>
                    <a:pt x="162151" y="2261"/>
                    <a:pt x="168589" y="2140"/>
                  </a:cubicBezTo>
                  <a:lnTo>
                    <a:pt x="171018" y="2115"/>
                  </a:lnTo>
                  <a:cubicBezTo>
                    <a:pt x="171419" y="2103"/>
                    <a:pt x="171820" y="2097"/>
                    <a:pt x="172224" y="2097"/>
                  </a:cubicBezTo>
                  <a:cubicBezTo>
                    <a:pt x="172628" y="2097"/>
                    <a:pt x="173034" y="2103"/>
                    <a:pt x="173447" y="2115"/>
                  </a:cubicBezTo>
                  <a:lnTo>
                    <a:pt x="175877" y="2164"/>
                  </a:lnTo>
                  <a:cubicBezTo>
                    <a:pt x="176678" y="2188"/>
                    <a:pt x="177504" y="2237"/>
                    <a:pt x="178330" y="2261"/>
                  </a:cubicBezTo>
                  <a:lnTo>
                    <a:pt x="179545" y="2334"/>
                  </a:lnTo>
                  <a:cubicBezTo>
                    <a:pt x="179958" y="2358"/>
                    <a:pt x="180346" y="2407"/>
                    <a:pt x="180759" y="2431"/>
                  </a:cubicBezTo>
                  <a:lnTo>
                    <a:pt x="183237" y="2650"/>
                  </a:lnTo>
                  <a:lnTo>
                    <a:pt x="185691" y="2941"/>
                  </a:lnTo>
                  <a:cubicBezTo>
                    <a:pt x="186104" y="2990"/>
                    <a:pt x="186517" y="3039"/>
                    <a:pt x="186930" y="3111"/>
                  </a:cubicBezTo>
                  <a:lnTo>
                    <a:pt x="188168" y="3330"/>
                  </a:lnTo>
                  <a:lnTo>
                    <a:pt x="189407" y="3549"/>
                  </a:lnTo>
                  <a:cubicBezTo>
                    <a:pt x="189820" y="3622"/>
                    <a:pt x="190233" y="3694"/>
                    <a:pt x="190646" y="3792"/>
                  </a:cubicBezTo>
                  <a:lnTo>
                    <a:pt x="193124" y="4350"/>
                  </a:lnTo>
                  <a:cubicBezTo>
                    <a:pt x="193537" y="4447"/>
                    <a:pt x="193950" y="4569"/>
                    <a:pt x="194363" y="4690"/>
                  </a:cubicBezTo>
                  <a:lnTo>
                    <a:pt x="195602" y="5079"/>
                  </a:lnTo>
                  <a:lnTo>
                    <a:pt x="196841" y="5443"/>
                  </a:lnTo>
                  <a:lnTo>
                    <a:pt x="198055" y="5905"/>
                  </a:lnTo>
                  <a:cubicBezTo>
                    <a:pt x="201238" y="7144"/>
                    <a:pt x="204299" y="8650"/>
                    <a:pt x="207189" y="10448"/>
                  </a:cubicBezTo>
                  <a:cubicBezTo>
                    <a:pt x="212898" y="13921"/>
                    <a:pt x="217975" y="17954"/>
                    <a:pt x="222955" y="21865"/>
                  </a:cubicBezTo>
                  <a:cubicBezTo>
                    <a:pt x="225433" y="23808"/>
                    <a:pt x="227911" y="25752"/>
                    <a:pt x="230388" y="27574"/>
                  </a:cubicBezTo>
                  <a:cubicBezTo>
                    <a:pt x="231020" y="28035"/>
                    <a:pt x="231627" y="28472"/>
                    <a:pt x="232259" y="28910"/>
                  </a:cubicBezTo>
                  <a:lnTo>
                    <a:pt x="233206" y="29566"/>
                  </a:lnTo>
                  <a:lnTo>
                    <a:pt x="234154" y="30173"/>
                  </a:lnTo>
                  <a:cubicBezTo>
                    <a:pt x="235368" y="30999"/>
                    <a:pt x="236753" y="31849"/>
                    <a:pt x="238065" y="32675"/>
                  </a:cubicBezTo>
                  <a:cubicBezTo>
                    <a:pt x="240761" y="34351"/>
                    <a:pt x="243482" y="36027"/>
                    <a:pt x="246178" y="37752"/>
                  </a:cubicBezTo>
                  <a:cubicBezTo>
                    <a:pt x="248875" y="39477"/>
                    <a:pt x="251571" y="41250"/>
                    <a:pt x="254243" y="43145"/>
                  </a:cubicBezTo>
                  <a:cubicBezTo>
                    <a:pt x="256891" y="45040"/>
                    <a:pt x="259491" y="47032"/>
                    <a:pt x="262017" y="49194"/>
                  </a:cubicBezTo>
                  <a:cubicBezTo>
                    <a:pt x="264543" y="51356"/>
                    <a:pt x="266924" y="53712"/>
                    <a:pt x="269135" y="56214"/>
                  </a:cubicBezTo>
                  <a:lnTo>
                    <a:pt x="269961" y="57161"/>
                  </a:lnTo>
                  <a:cubicBezTo>
                    <a:pt x="270228" y="57477"/>
                    <a:pt x="270495" y="57817"/>
                    <a:pt x="270762" y="58133"/>
                  </a:cubicBezTo>
                  <a:lnTo>
                    <a:pt x="272317" y="60125"/>
                  </a:lnTo>
                  <a:lnTo>
                    <a:pt x="273774" y="62239"/>
                  </a:lnTo>
                  <a:cubicBezTo>
                    <a:pt x="274017" y="62579"/>
                    <a:pt x="274236" y="62943"/>
                    <a:pt x="274455" y="63307"/>
                  </a:cubicBezTo>
                  <a:lnTo>
                    <a:pt x="275111" y="64401"/>
                  </a:lnTo>
                  <a:cubicBezTo>
                    <a:pt x="276811" y="67340"/>
                    <a:pt x="278269" y="70401"/>
                    <a:pt x="279410" y="73607"/>
                  </a:cubicBezTo>
                  <a:cubicBezTo>
                    <a:pt x="280528" y="76790"/>
                    <a:pt x="281354" y="80069"/>
                    <a:pt x="281864" y="83397"/>
                  </a:cubicBezTo>
                  <a:lnTo>
                    <a:pt x="282082" y="84636"/>
                  </a:lnTo>
                  <a:cubicBezTo>
                    <a:pt x="282155" y="85049"/>
                    <a:pt x="282180" y="85462"/>
                    <a:pt x="282228" y="85875"/>
                  </a:cubicBezTo>
                  <a:lnTo>
                    <a:pt x="282350" y="87138"/>
                  </a:lnTo>
                  <a:cubicBezTo>
                    <a:pt x="282398" y="87551"/>
                    <a:pt x="282447" y="87964"/>
                    <a:pt x="282471" y="88377"/>
                  </a:cubicBezTo>
                  <a:lnTo>
                    <a:pt x="282617" y="90879"/>
                  </a:lnTo>
                  <a:lnTo>
                    <a:pt x="282641" y="93381"/>
                  </a:lnTo>
                  <a:cubicBezTo>
                    <a:pt x="282593" y="100037"/>
                    <a:pt x="281524" y="106620"/>
                    <a:pt x="279459" y="112961"/>
                  </a:cubicBezTo>
                  <a:lnTo>
                    <a:pt x="279094" y="114127"/>
                  </a:lnTo>
                  <a:cubicBezTo>
                    <a:pt x="278973" y="114515"/>
                    <a:pt x="278803" y="114904"/>
                    <a:pt x="278657" y="115293"/>
                  </a:cubicBezTo>
                  <a:lnTo>
                    <a:pt x="278220" y="116459"/>
                  </a:lnTo>
                  <a:cubicBezTo>
                    <a:pt x="278074" y="116847"/>
                    <a:pt x="277928" y="117236"/>
                    <a:pt x="277758" y="117600"/>
                  </a:cubicBezTo>
                  <a:lnTo>
                    <a:pt x="276787" y="119884"/>
                  </a:lnTo>
                  <a:lnTo>
                    <a:pt x="275718" y="122094"/>
                  </a:lnTo>
                  <a:cubicBezTo>
                    <a:pt x="274236" y="125058"/>
                    <a:pt x="272536" y="127876"/>
                    <a:pt x="270616" y="130572"/>
                  </a:cubicBezTo>
                  <a:cubicBezTo>
                    <a:pt x="277224" y="121171"/>
                    <a:pt x="281208" y="110191"/>
                    <a:pt x="282204" y="98774"/>
                  </a:cubicBezTo>
                  <a:cubicBezTo>
                    <a:pt x="282447" y="95835"/>
                    <a:pt x="282495" y="92895"/>
                    <a:pt x="282350" y="89980"/>
                  </a:cubicBezTo>
                  <a:cubicBezTo>
                    <a:pt x="282180" y="87017"/>
                    <a:pt x="281815" y="84077"/>
                    <a:pt x="281208" y="81162"/>
                  </a:cubicBezTo>
                  <a:cubicBezTo>
                    <a:pt x="280601" y="78247"/>
                    <a:pt x="279775" y="75381"/>
                    <a:pt x="278706" y="72587"/>
                  </a:cubicBezTo>
                  <a:cubicBezTo>
                    <a:pt x="277637" y="69769"/>
                    <a:pt x="276325" y="67073"/>
                    <a:pt x="274770" y="64498"/>
                  </a:cubicBezTo>
                  <a:cubicBezTo>
                    <a:pt x="274357" y="63842"/>
                    <a:pt x="273993" y="63186"/>
                    <a:pt x="273580" y="62579"/>
                  </a:cubicBezTo>
                  <a:lnTo>
                    <a:pt x="272293" y="60708"/>
                  </a:lnTo>
                  <a:cubicBezTo>
                    <a:pt x="272171" y="60562"/>
                    <a:pt x="272074" y="60417"/>
                    <a:pt x="271953" y="60271"/>
                  </a:cubicBezTo>
                  <a:lnTo>
                    <a:pt x="271612" y="59809"/>
                  </a:lnTo>
                  <a:lnTo>
                    <a:pt x="270932" y="58935"/>
                  </a:lnTo>
                  <a:lnTo>
                    <a:pt x="270228" y="58060"/>
                  </a:lnTo>
                  <a:cubicBezTo>
                    <a:pt x="270009" y="57769"/>
                    <a:pt x="269742" y="57502"/>
                    <a:pt x="269523" y="57210"/>
                  </a:cubicBezTo>
                  <a:cubicBezTo>
                    <a:pt x="267604" y="54951"/>
                    <a:pt x="265539" y="52837"/>
                    <a:pt x="263353" y="50845"/>
                  </a:cubicBezTo>
                  <a:cubicBezTo>
                    <a:pt x="259005" y="46910"/>
                    <a:pt x="254341" y="43534"/>
                    <a:pt x="249652" y="40424"/>
                  </a:cubicBezTo>
                  <a:cubicBezTo>
                    <a:pt x="244964" y="37339"/>
                    <a:pt x="240251" y="34448"/>
                    <a:pt x="235708" y="31558"/>
                  </a:cubicBezTo>
                  <a:cubicBezTo>
                    <a:pt x="231312" y="28764"/>
                    <a:pt x="227230" y="25533"/>
                    <a:pt x="223125" y="22254"/>
                  </a:cubicBezTo>
                  <a:cubicBezTo>
                    <a:pt x="220186" y="19922"/>
                    <a:pt x="217222" y="17565"/>
                    <a:pt x="214161" y="15330"/>
                  </a:cubicBezTo>
                  <a:cubicBezTo>
                    <a:pt x="211076" y="13023"/>
                    <a:pt x="207845" y="10933"/>
                    <a:pt x="204469" y="9039"/>
                  </a:cubicBezTo>
                  <a:lnTo>
                    <a:pt x="203181" y="8359"/>
                  </a:lnTo>
                  <a:cubicBezTo>
                    <a:pt x="202744" y="8140"/>
                    <a:pt x="202307" y="7897"/>
                    <a:pt x="201869" y="7703"/>
                  </a:cubicBezTo>
                  <a:lnTo>
                    <a:pt x="200509" y="7095"/>
                  </a:lnTo>
                  <a:cubicBezTo>
                    <a:pt x="200072" y="6901"/>
                    <a:pt x="199634" y="6658"/>
                    <a:pt x="199149" y="6488"/>
                  </a:cubicBezTo>
                  <a:lnTo>
                    <a:pt x="197764" y="5954"/>
                  </a:lnTo>
                  <a:cubicBezTo>
                    <a:pt x="197278" y="5784"/>
                    <a:pt x="196817" y="5589"/>
                    <a:pt x="196355" y="5468"/>
                  </a:cubicBezTo>
                  <a:lnTo>
                    <a:pt x="193513" y="4593"/>
                  </a:lnTo>
                  <a:cubicBezTo>
                    <a:pt x="189796" y="3670"/>
                    <a:pt x="186031" y="3014"/>
                    <a:pt x="182217" y="2698"/>
                  </a:cubicBezTo>
                  <a:cubicBezTo>
                    <a:pt x="178826" y="2386"/>
                    <a:pt x="175435" y="2258"/>
                    <a:pt x="172044" y="2258"/>
                  </a:cubicBezTo>
                  <a:cubicBezTo>
                    <a:pt x="171743" y="2258"/>
                    <a:pt x="171441" y="2259"/>
                    <a:pt x="171140" y="2261"/>
                  </a:cubicBezTo>
                  <a:cubicBezTo>
                    <a:pt x="167496" y="2285"/>
                    <a:pt x="163876" y="2480"/>
                    <a:pt x="160305" y="2674"/>
                  </a:cubicBezTo>
                  <a:cubicBezTo>
                    <a:pt x="156734" y="2868"/>
                    <a:pt x="153212" y="3184"/>
                    <a:pt x="149738" y="3476"/>
                  </a:cubicBezTo>
                  <a:lnTo>
                    <a:pt x="139341" y="4326"/>
                  </a:lnTo>
                  <a:lnTo>
                    <a:pt x="134094" y="4763"/>
                  </a:lnTo>
                  <a:lnTo>
                    <a:pt x="128847" y="5322"/>
                  </a:lnTo>
                  <a:cubicBezTo>
                    <a:pt x="127122" y="5492"/>
                    <a:pt x="125373" y="5735"/>
                    <a:pt x="123648" y="5954"/>
                  </a:cubicBezTo>
                  <a:cubicBezTo>
                    <a:pt x="121923" y="6197"/>
                    <a:pt x="120199" y="6391"/>
                    <a:pt x="118474" y="6682"/>
                  </a:cubicBezTo>
                  <a:lnTo>
                    <a:pt x="113300" y="7508"/>
                  </a:lnTo>
                  <a:cubicBezTo>
                    <a:pt x="111599" y="7824"/>
                    <a:pt x="109899" y="8164"/>
                    <a:pt x="108174" y="8456"/>
                  </a:cubicBezTo>
                  <a:lnTo>
                    <a:pt x="105623" y="8942"/>
                  </a:lnTo>
                  <a:lnTo>
                    <a:pt x="103073" y="9500"/>
                  </a:lnTo>
                  <a:lnTo>
                    <a:pt x="100546" y="10059"/>
                  </a:lnTo>
                  <a:cubicBezTo>
                    <a:pt x="99696" y="10253"/>
                    <a:pt x="98846" y="10399"/>
                    <a:pt x="97996" y="10618"/>
                  </a:cubicBezTo>
                  <a:lnTo>
                    <a:pt x="92967" y="11881"/>
                  </a:lnTo>
                  <a:lnTo>
                    <a:pt x="91704" y="12172"/>
                  </a:lnTo>
                  <a:lnTo>
                    <a:pt x="90441" y="12537"/>
                  </a:lnTo>
                  <a:lnTo>
                    <a:pt x="87963" y="13241"/>
                  </a:lnTo>
                  <a:cubicBezTo>
                    <a:pt x="84611" y="14116"/>
                    <a:pt x="81331" y="15233"/>
                    <a:pt x="78027" y="16253"/>
                  </a:cubicBezTo>
                  <a:cubicBezTo>
                    <a:pt x="76400" y="16812"/>
                    <a:pt x="74772" y="17395"/>
                    <a:pt x="73120" y="17978"/>
                  </a:cubicBezTo>
                  <a:cubicBezTo>
                    <a:pt x="72343" y="18270"/>
                    <a:pt x="71517" y="18537"/>
                    <a:pt x="70691" y="18828"/>
                  </a:cubicBezTo>
                  <a:lnTo>
                    <a:pt x="68262" y="19776"/>
                  </a:lnTo>
                  <a:lnTo>
                    <a:pt x="65833" y="20723"/>
                  </a:lnTo>
                  <a:cubicBezTo>
                    <a:pt x="65055" y="21063"/>
                    <a:pt x="64229" y="21355"/>
                    <a:pt x="63452" y="21719"/>
                  </a:cubicBezTo>
                  <a:lnTo>
                    <a:pt x="58666" y="23784"/>
                  </a:lnTo>
                  <a:lnTo>
                    <a:pt x="57646" y="24221"/>
                  </a:lnTo>
                  <a:cubicBezTo>
                    <a:pt x="57306" y="24367"/>
                    <a:pt x="56966" y="24537"/>
                    <a:pt x="56626" y="24707"/>
                  </a:cubicBezTo>
                  <a:lnTo>
                    <a:pt x="54585" y="25679"/>
                  </a:lnTo>
                  <a:lnTo>
                    <a:pt x="52520" y="26651"/>
                  </a:lnTo>
                  <a:lnTo>
                    <a:pt x="51500" y="27136"/>
                  </a:lnTo>
                  <a:cubicBezTo>
                    <a:pt x="51160" y="27282"/>
                    <a:pt x="50820" y="27452"/>
                    <a:pt x="50480" y="27622"/>
                  </a:cubicBezTo>
                  <a:lnTo>
                    <a:pt x="45791" y="30732"/>
                  </a:lnTo>
                  <a:cubicBezTo>
                    <a:pt x="45427" y="30975"/>
                    <a:pt x="45063" y="31217"/>
                    <a:pt x="44698" y="31460"/>
                  </a:cubicBezTo>
                  <a:lnTo>
                    <a:pt x="43678" y="32213"/>
                  </a:lnTo>
                  <a:lnTo>
                    <a:pt x="41710" y="33671"/>
                  </a:lnTo>
                  <a:lnTo>
                    <a:pt x="39961" y="35031"/>
                  </a:lnTo>
                  <a:lnTo>
                    <a:pt x="39160" y="35687"/>
                  </a:lnTo>
                  <a:cubicBezTo>
                    <a:pt x="38892" y="35882"/>
                    <a:pt x="38650" y="36124"/>
                    <a:pt x="38382" y="36343"/>
                  </a:cubicBezTo>
                  <a:cubicBezTo>
                    <a:pt x="37411" y="37218"/>
                    <a:pt x="36560" y="37995"/>
                    <a:pt x="35880" y="38699"/>
                  </a:cubicBezTo>
                  <a:cubicBezTo>
                    <a:pt x="34520" y="40084"/>
                    <a:pt x="33791" y="41056"/>
                    <a:pt x="34034" y="41396"/>
                  </a:cubicBezTo>
                  <a:cubicBezTo>
                    <a:pt x="34094" y="41474"/>
                    <a:pt x="34212" y="41515"/>
                    <a:pt x="34392" y="41515"/>
                  </a:cubicBezTo>
                  <a:cubicBezTo>
                    <a:pt x="34934" y="41515"/>
                    <a:pt x="36041" y="41142"/>
                    <a:pt x="37848" y="40303"/>
                  </a:cubicBezTo>
                  <a:cubicBezTo>
                    <a:pt x="38455" y="40011"/>
                    <a:pt x="39135" y="39671"/>
                    <a:pt x="39913" y="39282"/>
                  </a:cubicBezTo>
                  <a:cubicBezTo>
                    <a:pt x="40301" y="39112"/>
                    <a:pt x="40690" y="38894"/>
                    <a:pt x="41127" y="38675"/>
                  </a:cubicBezTo>
                  <a:lnTo>
                    <a:pt x="42488" y="38019"/>
                  </a:lnTo>
                  <a:cubicBezTo>
                    <a:pt x="43435" y="37558"/>
                    <a:pt x="44480" y="37023"/>
                    <a:pt x="45597" y="36440"/>
                  </a:cubicBezTo>
                  <a:lnTo>
                    <a:pt x="47370" y="35541"/>
                  </a:lnTo>
                  <a:lnTo>
                    <a:pt x="49338" y="34618"/>
                  </a:lnTo>
                  <a:lnTo>
                    <a:pt x="51500" y="33404"/>
                  </a:lnTo>
                  <a:lnTo>
                    <a:pt x="52715" y="32748"/>
                  </a:lnTo>
                  <a:cubicBezTo>
                    <a:pt x="53152" y="32529"/>
                    <a:pt x="53565" y="32286"/>
                    <a:pt x="54002" y="32068"/>
                  </a:cubicBezTo>
                  <a:lnTo>
                    <a:pt x="59274" y="29444"/>
                  </a:lnTo>
                  <a:lnTo>
                    <a:pt x="59881" y="29128"/>
                  </a:lnTo>
                  <a:lnTo>
                    <a:pt x="60488" y="28861"/>
                  </a:lnTo>
                  <a:lnTo>
                    <a:pt x="61654" y="28351"/>
                  </a:lnTo>
                  <a:lnTo>
                    <a:pt x="63598" y="27452"/>
                  </a:lnTo>
                  <a:lnTo>
                    <a:pt x="65395" y="26651"/>
                  </a:lnTo>
                  <a:cubicBezTo>
                    <a:pt x="65757" y="26575"/>
                    <a:pt x="66038" y="26542"/>
                    <a:pt x="66253" y="26542"/>
                  </a:cubicBezTo>
                  <a:cubicBezTo>
                    <a:pt x="66730" y="26542"/>
                    <a:pt x="66871" y="26707"/>
                    <a:pt x="66804" y="26942"/>
                  </a:cubicBezTo>
                  <a:cubicBezTo>
                    <a:pt x="66707" y="27258"/>
                    <a:pt x="66197" y="27817"/>
                    <a:pt x="65687" y="28375"/>
                  </a:cubicBezTo>
                  <a:cubicBezTo>
                    <a:pt x="83323" y="20820"/>
                    <a:pt x="102077" y="15986"/>
                    <a:pt x="121098" y="13241"/>
                  </a:cubicBezTo>
                  <a:lnTo>
                    <a:pt x="128239" y="12318"/>
                  </a:lnTo>
                  <a:cubicBezTo>
                    <a:pt x="130644" y="12075"/>
                    <a:pt x="133025" y="11808"/>
                    <a:pt x="135430" y="11565"/>
                  </a:cubicBezTo>
                  <a:lnTo>
                    <a:pt x="149908" y="10448"/>
                  </a:lnTo>
                  <a:cubicBezTo>
                    <a:pt x="154742" y="10059"/>
                    <a:pt x="159552" y="9695"/>
                    <a:pt x="164338" y="9476"/>
                  </a:cubicBezTo>
                  <a:cubicBezTo>
                    <a:pt x="166718" y="9354"/>
                    <a:pt x="169093" y="9294"/>
                    <a:pt x="171468" y="9294"/>
                  </a:cubicBezTo>
                  <a:cubicBezTo>
                    <a:pt x="173842" y="9294"/>
                    <a:pt x="176217" y="9354"/>
                    <a:pt x="178597" y="9476"/>
                  </a:cubicBezTo>
                  <a:cubicBezTo>
                    <a:pt x="179326" y="9500"/>
                    <a:pt x="180055" y="9573"/>
                    <a:pt x="180784" y="9646"/>
                  </a:cubicBezTo>
                  <a:lnTo>
                    <a:pt x="181877" y="9719"/>
                  </a:lnTo>
                  <a:cubicBezTo>
                    <a:pt x="182241" y="9743"/>
                    <a:pt x="182606" y="9767"/>
                    <a:pt x="182970" y="9840"/>
                  </a:cubicBezTo>
                  <a:lnTo>
                    <a:pt x="185132" y="10108"/>
                  </a:lnTo>
                  <a:lnTo>
                    <a:pt x="185666" y="10156"/>
                  </a:lnTo>
                  <a:cubicBezTo>
                    <a:pt x="185861" y="10180"/>
                    <a:pt x="186031" y="10229"/>
                    <a:pt x="186201" y="10253"/>
                  </a:cubicBezTo>
                  <a:lnTo>
                    <a:pt x="187270" y="10448"/>
                  </a:lnTo>
                  <a:lnTo>
                    <a:pt x="188339" y="10618"/>
                  </a:lnTo>
                  <a:cubicBezTo>
                    <a:pt x="188509" y="10666"/>
                    <a:pt x="188703" y="10691"/>
                    <a:pt x="188873" y="10715"/>
                  </a:cubicBezTo>
                  <a:lnTo>
                    <a:pt x="189407" y="10836"/>
                  </a:lnTo>
                  <a:lnTo>
                    <a:pt x="191472" y="11322"/>
                  </a:lnTo>
                  <a:cubicBezTo>
                    <a:pt x="191837" y="11419"/>
                    <a:pt x="192152" y="11541"/>
                    <a:pt x="192493" y="11638"/>
                  </a:cubicBezTo>
                  <a:lnTo>
                    <a:pt x="193513" y="11929"/>
                  </a:lnTo>
                  <a:lnTo>
                    <a:pt x="194533" y="12245"/>
                  </a:lnTo>
                  <a:cubicBezTo>
                    <a:pt x="194849" y="12367"/>
                    <a:pt x="195165" y="12488"/>
                    <a:pt x="195505" y="12610"/>
                  </a:cubicBezTo>
                  <a:cubicBezTo>
                    <a:pt x="196817" y="13071"/>
                    <a:pt x="198080" y="13678"/>
                    <a:pt x="199367" y="14286"/>
                  </a:cubicBezTo>
                  <a:lnTo>
                    <a:pt x="201262" y="15282"/>
                  </a:lnTo>
                  <a:cubicBezTo>
                    <a:pt x="201894" y="15622"/>
                    <a:pt x="202501" y="16011"/>
                    <a:pt x="203133" y="16351"/>
                  </a:cubicBezTo>
                  <a:cubicBezTo>
                    <a:pt x="205610" y="17832"/>
                    <a:pt x="208015" y="19460"/>
                    <a:pt x="210396" y="21209"/>
                  </a:cubicBezTo>
                  <a:cubicBezTo>
                    <a:pt x="215157" y="24707"/>
                    <a:pt x="219773" y="28545"/>
                    <a:pt x="224655" y="32238"/>
                  </a:cubicBezTo>
                  <a:cubicBezTo>
                    <a:pt x="225870" y="33137"/>
                    <a:pt x="227109" y="34060"/>
                    <a:pt x="228396" y="34934"/>
                  </a:cubicBezTo>
                  <a:lnTo>
                    <a:pt x="229344" y="35614"/>
                  </a:lnTo>
                  <a:lnTo>
                    <a:pt x="230316" y="36270"/>
                  </a:lnTo>
                  <a:cubicBezTo>
                    <a:pt x="230971" y="36683"/>
                    <a:pt x="231627" y="37145"/>
                    <a:pt x="232259" y="37533"/>
                  </a:cubicBezTo>
                  <a:lnTo>
                    <a:pt x="239838" y="42295"/>
                  </a:lnTo>
                  <a:cubicBezTo>
                    <a:pt x="242365" y="43898"/>
                    <a:pt x="244818" y="45477"/>
                    <a:pt x="247223" y="47129"/>
                  </a:cubicBezTo>
                  <a:cubicBezTo>
                    <a:pt x="248438" y="47955"/>
                    <a:pt x="249652" y="48781"/>
                    <a:pt x="250794" y="49631"/>
                  </a:cubicBezTo>
                  <a:cubicBezTo>
                    <a:pt x="251960" y="50505"/>
                    <a:pt x="253102" y="51356"/>
                    <a:pt x="254219" y="52254"/>
                  </a:cubicBezTo>
                  <a:cubicBezTo>
                    <a:pt x="258713" y="55825"/>
                    <a:pt x="262746" y="59761"/>
                    <a:pt x="266025" y="64158"/>
                  </a:cubicBezTo>
                  <a:cubicBezTo>
                    <a:pt x="267629" y="66344"/>
                    <a:pt x="269037" y="68676"/>
                    <a:pt x="270228" y="71105"/>
                  </a:cubicBezTo>
                  <a:cubicBezTo>
                    <a:pt x="271370" y="73559"/>
                    <a:pt x="272341" y="76109"/>
                    <a:pt x="273070" y="78709"/>
                  </a:cubicBezTo>
                  <a:cubicBezTo>
                    <a:pt x="274386" y="83525"/>
                    <a:pt x="274985" y="88486"/>
                    <a:pt x="274868" y="93457"/>
                  </a:cubicBezTo>
                  <a:lnTo>
                    <a:pt x="274868" y="93457"/>
                  </a:lnTo>
                  <a:lnTo>
                    <a:pt x="274868" y="91170"/>
                  </a:lnTo>
                  <a:lnTo>
                    <a:pt x="274843" y="90660"/>
                  </a:lnTo>
                  <a:lnTo>
                    <a:pt x="274746" y="88571"/>
                  </a:lnTo>
                  <a:lnTo>
                    <a:pt x="274528" y="86531"/>
                  </a:lnTo>
                  <a:cubicBezTo>
                    <a:pt x="274212" y="83786"/>
                    <a:pt x="273677" y="81089"/>
                    <a:pt x="272924" y="78417"/>
                  </a:cubicBezTo>
                  <a:cubicBezTo>
                    <a:pt x="272147" y="75794"/>
                    <a:pt x="271151" y="73243"/>
                    <a:pt x="269936" y="70789"/>
                  </a:cubicBezTo>
                  <a:lnTo>
                    <a:pt x="269013" y="68967"/>
                  </a:lnTo>
                  <a:lnTo>
                    <a:pt x="267944" y="67194"/>
                  </a:lnTo>
                  <a:lnTo>
                    <a:pt x="267701" y="66757"/>
                  </a:lnTo>
                  <a:lnTo>
                    <a:pt x="267386" y="66344"/>
                  </a:lnTo>
                  <a:lnTo>
                    <a:pt x="266778" y="65494"/>
                  </a:lnTo>
                  <a:lnTo>
                    <a:pt x="266195" y="64643"/>
                  </a:lnTo>
                  <a:lnTo>
                    <a:pt x="265564" y="63818"/>
                  </a:lnTo>
                  <a:lnTo>
                    <a:pt x="264932" y="62992"/>
                  </a:lnTo>
                  <a:cubicBezTo>
                    <a:pt x="264738" y="62724"/>
                    <a:pt x="264519" y="62457"/>
                    <a:pt x="264300" y="62190"/>
                  </a:cubicBezTo>
                  <a:lnTo>
                    <a:pt x="262940" y="60587"/>
                  </a:lnTo>
                  <a:cubicBezTo>
                    <a:pt x="261993" y="59566"/>
                    <a:pt x="261045" y="58522"/>
                    <a:pt x="260025" y="57550"/>
                  </a:cubicBezTo>
                  <a:cubicBezTo>
                    <a:pt x="257984" y="55582"/>
                    <a:pt x="255822" y="53712"/>
                    <a:pt x="253588" y="51963"/>
                  </a:cubicBezTo>
                  <a:cubicBezTo>
                    <a:pt x="249069" y="48416"/>
                    <a:pt x="244138" y="45210"/>
                    <a:pt x="239134" y="42027"/>
                  </a:cubicBezTo>
                  <a:lnTo>
                    <a:pt x="231554" y="37266"/>
                  </a:lnTo>
                  <a:cubicBezTo>
                    <a:pt x="228907" y="35566"/>
                    <a:pt x="226429" y="33768"/>
                    <a:pt x="224000" y="31922"/>
                  </a:cubicBezTo>
                  <a:cubicBezTo>
                    <a:pt x="219165" y="28229"/>
                    <a:pt x="214598" y="24440"/>
                    <a:pt x="209886" y="20990"/>
                  </a:cubicBezTo>
                  <a:cubicBezTo>
                    <a:pt x="207578" y="19290"/>
                    <a:pt x="205173" y="17687"/>
                    <a:pt x="202695" y="16205"/>
                  </a:cubicBezTo>
                  <a:cubicBezTo>
                    <a:pt x="201481" y="15476"/>
                    <a:pt x="200242" y="14845"/>
                    <a:pt x="199003" y="14189"/>
                  </a:cubicBezTo>
                  <a:lnTo>
                    <a:pt x="197108" y="13314"/>
                  </a:lnTo>
                  <a:cubicBezTo>
                    <a:pt x="196792" y="13168"/>
                    <a:pt x="196476" y="13071"/>
                    <a:pt x="196136" y="12925"/>
                  </a:cubicBezTo>
                  <a:lnTo>
                    <a:pt x="195189" y="12561"/>
                  </a:lnTo>
                  <a:cubicBezTo>
                    <a:pt x="194557" y="12318"/>
                    <a:pt x="193901" y="12099"/>
                    <a:pt x="193221" y="11905"/>
                  </a:cubicBezTo>
                  <a:lnTo>
                    <a:pt x="192225" y="11614"/>
                  </a:lnTo>
                  <a:lnTo>
                    <a:pt x="191739" y="11444"/>
                  </a:lnTo>
                  <a:lnTo>
                    <a:pt x="191229" y="11322"/>
                  </a:lnTo>
                  <a:lnTo>
                    <a:pt x="189189" y="10836"/>
                  </a:lnTo>
                  <a:cubicBezTo>
                    <a:pt x="188849" y="10763"/>
                    <a:pt x="188484" y="10691"/>
                    <a:pt x="188144" y="10642"/>
                  </a:cubicBezTo>
                  <a:lnTo>
                    <a:pt x="187100" y="10448"/>
                  </a:lnTo>
                  <a:cubicBezTo>
                    <a:pt x="185715" y="10180"/>
                    <a:pt x="184282" y="10035"/>
                    <a:pt x="182873" y="9840"/>
                  </a:cubicBezTo>
                  <a:cubicBezTo>
                    <a:pt x="182144" y="9767"/>
                    <a:pt x="181440" y="9719"/>
                    <a:pt x="180711" y="9646"/>
                  </a:cubicBezTo>
                  <a:cubicBezTo>
                    <a:pt x="180006" y="9597"/>
                    <a:pt x="179278" y="9500"/>
                    <a:pt x="178549" y="9500"/>
                  </a:cubicBezTo>
                  <a:cubicBezTo>
                    <a:pt x="176287" y="9385"/>
                    <a:pt x="174025" y="9330"/>
                    <a:pt x="171763" y="9330"/>
                  </a:cubicBezTo>
                  <a:cubicBezTo>
                    <a:pt x="169264" y="9330"/>
                    <a:pt x="166764" y="9397"/>
                    <a:pt x="164265" y="9525"/>
                  </a:cubicBezTo>
                  <a:cubicBezTo>
                    <a:pt x="159479" y="9767"/>
                    <a:pt x="154621" y="10156"/>
                    <a:pt x="149762" y="10569"/>
                  </a:cubicBezTo>
                  <a:cubicBezTo>
                    <a:pt x="147333" y="10788"/>
                    <a:pt x="144880" y="10982"/>
                    <a:pt x="142402" y="11176"/>
                  </a:cubicBezTo>
                  <a:lnTo>
                    <a:pt x="135163" y="11784"/>
                  </a:lnTo>
                  <a:lnTo>
                    <a:pt x="127924" y="12561"/>
                  </a:lnTo>
                  <a:lnTo>
                    <a:pt x="120709" y="13557"/>
                  </a:lnTo>
                  <a:cubicBezTo>
                    <a:pt x="101518" y="16424"/>
                    <a:pt x="82546" y="21476"/>
                    <a:pt x="64739" y="29347"/>
                  </a:cubicBezTo>
                  <a:cubicBezTo>
                    <a:pt x="64352" y="29816"/>
                    <a:pt x="64239" y="30165"/>
                    <a:pt x="64800" y="30165"/>
                  </a:cubicBezTo>
                  <a:cubicBezTo>
                    <a:pt x="64908" y="30165"/>
                    <a:pt x="65040" y="30152"/>
                    <a:pt x="65201" y="30124"/>
                  </a:cubicBezTo>
                  <a:cubicBezTo>
                    <a:pt x="66027" y="29979"/>
                    <a:pt x="66829" y="29760"/>
                    <a:pt x="67630" y="29468"/>
                  </a:cubicBezTo>
                  <a:cubicBezTo>
                    <a:pt x="68796" y="29128"/>
                    <a:pt x="70302" y="28618"/>
                    <a:pt x="72294" y="27914"/>
                  </a:cubicBezTo>
                  <a:lnTo>
                    <a:pt x="73436" y="27549"/>
                  </a:lnTo>
                  <a:cubicBezTo>
                    <a:pt x="73825" y="27404"/>
                    <a:pt x="74238" y="27258"/>
                    <a:pt x="74699" y="27112"/>
                  </a:cubicBezTo>
                  <a:cubicBezTo>
                    <a:pt x="75622" y="26821"/>
                    <a:pt x="76618" y="26480"/>
                    <a:pt x="77712" y="26116"/>
                  </a:cubicBezTo>
                  <a:cubicBezTo>
                    <a:pt x="78780" y="25752"/>
                    <a:pt x="79946" y="25339"/>
                    <a:pt x="81210" y="24926"/>
                  </a:cubicBezTo>
                  <a:lnTo>
                    <a:pt x="85194" y="23687"/>
                  </a:lnTo>
                  <a:lnTo>
                    <a:pt x="87356" y="22982"/>
                  </a:lnTo>
                  <a:lnTo>
                    <a:pt x="89590" y="22326"/>
                  </a:lnTo>
                  <a:cubicBezTo>
                    <a:pt x="91145" y="21889"/>
                    <a:pt x="92724" y="21428"/>
                    <a:pt x="94352" y="20966"/>
                  </a:cubicBezTo>
                  <a:lnTo>
                    <a:pt x="99405" y="19654"/>
                  </a:lnTo>
                  <a:lnTo>
                    <a:pt x="100716" y="19314"/>
                  </a:lnTo>
                  <a:lnTo>
                    <a:pt x="102028" y="19023"/>
                  </a:lnTo>
                  <a:lnTo>
                    <a:pt x="104700" y="18415"/>
                  </a:lnTo>
                  <a:lnTo>
                    <a:pt x="107421" y="17808"/>
                  </a:lnTo>
                  <a:lnTo>
                    <a:pt x="110166" y="17249"/>
                  </a:lnTo>
                  <a:lnTo>
                    <a:pt x="112935" y="16691"/>
                  </a:lnTo>
                  <a:lnTo>
                    <a:pt x="114320" y="16424"/>
                  </a:lnTo>
                  <a:lnTo>
                    <a:pt x="115705" y="16181"/>
                  </a:lnTo>
                  <a:lnTo>
                    <a:pt x="121292" y="15233"/>
                  </a:lnTo>
                  <a:lnTo>
                    <a:pt x="126831" y="14456"/>
                  </a:lnTo>
                  <a:lnTo>
                    <a:pt x="128191" y="14261"/>
                  </a:lnTo>
                  <a:lnTo>
                    <a:pt x="129551" y="14116"/>
                  </a:lnTo>
                  <a:lnTo>
                    <a:pt x="132248" y="13800"/>
                  </a:lnTo>
                  <a:lnTo>
                    <a:pt x="134871" y="13508"/>
                  </a:lnTo>
                  <a:cubicBezTo>
                    <a:pt x="135746" y="13411"/>
                    <a:pt x="136620" y="13338"/>
                    <a:pt x="137471" y="13266"/>
                  </a:cubicBezTo>
                  <a:lnTo>
                    <a:pt x="142426" y="12853"/>
                  </a:lnTo>
                  <a:lnTo>
                    <a:pt x="147163" y="12512"/>
                  </a:lnTo>
                  <a:cubicBezTo>
                    <a:pt x="151317" y="12245"/>
                    <a:pt x="155423" y="11929"/>
                    <a:pt x="159528" y="11711"/>
                  </a:cubicBezTo>
                  <a:cubicBezTo>
                    <a:pt x="163335" y="11486"/>
                    <a:pt x="167122" y="11344"/>
                    <a:pt x="170888" y="11344"/>
                  </a:cubicBezTo>
                  <a:cubicBezTo>
                    <a:pt x="171182" y="11344"/>
                    <a:pt x="171477" y="11345"/>
                    <a:pt x="171771" y="11346"/>
                  </a:cubicBezTo>
                  <a:cubicBezTo>
                    <a:pt x="175779" y="11346"/>
                    <a:pt x="179788" y="11589"/>
                    <a:pt x="183772" y="12075"/>
                  </a:cubicBezTo>
                  <a:cubicBezTo>
                    <a:pt x="187585" y="12512"/>
                    <a:pt x="191326" y="13411"/>
                    <a:pt x="194922" y="14747"/>
                  </a:cubicBezTo>
                  <a:cubicBezTo>
                    <a:pt x="198371" y="16083"/>
                    <a:pt x="201796" y="18002"/>
                    <a:pt x="205149" y="20262"/>
                  </a:cubicBezTo>
                  <a:cubicBezTo>
                    <a:pt x="208477" y="22497"/>
                    <a:pt x="211781" y="25047"/>
                    <a:pt x="215133" y="27671"/>
                  </a:cubicBezTo>
                  <a:cubicBezTo>
                    <a:pt x="218510" y="30319"/>
                    <a:pt x="221910" y="33064"/>
                    <a:pt x="225554" y="35711"/>
                  </a:cubicBezTo>
                  <a:cubicBezTo>
                    <a:pt x="226502" y="36343"/>
                    <a:pt x="227401" y="37023"/>
                    <a:pt x="228372" y="37655"/>
                  </a:cubicBezTo>
                  <a:lnTo>
                    <a:pt x="229805" y="38602"/>
                  </a:lnTo>
                  <a:lnTo>
                    <a:pt x="230534" y="39088"/>
                  </a:lnTo>
                  <a:lnTo>
                    <a:pt x="231214" y="39501"/>
                  </a:lnTo>
                  <a:lnTo>
                    <a:pt x="236729" y="42951"/>
                  </a:lnTo>
                  <a:cubicBezTo>
                    <a:pt x="240373" y="45234"/>
                    <a:pt x="243944" y="47493"/>
                    <a:pt x="247369" y="49850"/>
                  </a:cubicBezTo>
                  <a:cubicBezTo>
                    <a:pt x="250721" y="52157"/>
                    <a:pt x="253928" y="54659"/>
                    <a:pt x="256940" y="57356"/>
                  </a:cubicBezTo>
                  <a:cubicBezTo>
                    <a:pt x="259855" y="59955"/>
                    <a:pt x="262503" y="62846"/>
                    <a:pt x="264811" y="65980"/>
                  </a:cubicBezTo>
                  <a:cubicBezTo>
                    <a:pt x="266997" y="69040"/>
                    <a:pt x="268770" y="72368"/>
                    <a:pt x="270082" y="75891"/>
                  </a:cubicBezTo>
                  <a:lnTo>
                    <a:pt x="270349" y="76547"/>
                  </a:lnTo>
                  <a:cubicBezTo>
                    <a:pt x="270422" y="76765"/>
                    <a:pt x="270495" y="76984"/>
                    <a:pt x="270568" y="77202"/>
                  </a:cubicBezTo>
                  <a:lnTo>
                    <a:pt x="270981" y="78539"/>
                  </a:lnTo>
                  <a:cubicBezTo>
                    <a:pt x="271151" y="79000"/>
                    <a:pt x="271248" y="79462"/>
                    <a:pt x="271370" y="79899"/>
                  </a:cubicBezTo>
                  <a:lnTo>
                    <a:pt x="271734" y="81284"/>
                  </a:lnTo>
                  <a:lnTo>
                    <a:pt x="272050" y="82668"/>
                  </a:lnTo>
                  <a:cubicBezTo>
                    <a:pt x="272123" y="83130"/>
                    <a:pt x="272244" y="83591"/>
                    <a:pt x="272317" y="84053"/>
                  </a:cubicBezTo>
                  <a:lnTo>
                    <a:pt x="272536" y="85462"/>
                  </a:lnTo>
                  <a:lnTo>
                    <a:pt x="272633" y="86166"/>
                  </a:lnTo>
                  <a:cubicBezTo>
                    <a:pt x="272681" y="86385"/>
                    <a:pt x="272706" y="86628"/>
                    <a:pt x="272730" y="86871"/>
                  </a:cubicBezTo>
                  <a:cubicBezTo>
                    <a:pt x="273143" y="90636"/>
                    <a:pt x="273167" y="94426"/>
                    <a:pt x="272778" y="98215"/>
                  </a:cubicBezTo>
                  <a:cubicBezTo>
                    <a:pt x="272754" y="98677"/>
                    <a:pt x="272681" y="99138"/>
                    <a:pt x="272608" y="99624"/>
                  </a:cubicBezTo>
                  <a:lnTo>
                    <a:pt x="272414" y="101009"/>
                  </a:lnTo>
                  <a:cubicBezTo>
                    <a:pt x="272268" y="101956"/>
                    <a:pt x="272074" y="102879"/>
                    <a:pt x="271928" y="103802"/>
                  </a:cubicBezTo>
                  <a:cubicBezTo>
                    <a:pt x="271710" y="104750"/>
                    <a:pt x="271515" y="105649"/>
                    <a:pt x="271272" y="106572"/>
                  </a:cubicBezTo>
                  <a:lnTo>
                    <a:pt x="270884" y="107932"/>
                  </a:lnTo>
                  <a:cubicBezTo>
                    <a:pt x="270762" y="108369"/>
                    <a:pt x="270641" y="108831"/>
                    <a:pt x="270471" y="109268"/>
                  </a:cubicBezTo>
                  <a:cubicBezTo>
                    <a:pt x="269353" y="112815"/>
                    <a:pt x="267871" y="116264"/>
                    <a:pt x="266050" y="119519"/>
                  </a:cubicBezTo>
                  <a:lnTo>
                    <a:pt x="265564" y="120394"/>
                  </a:lnTo>
                  <a:lnTo>
                    <a:pt x="265029" y="121244"/>
                  </a:lnTo>
                  <a:lnTo>
                    <a:pt x="264495" y="122119"/>
                  </a:lnTo>
                  <a:lnTo>
                    <a:pt x="264252" y="122532"/>
                  </a:lnTo>
                  <a:lnTo>
                    <a:pt x="263960" y="122945"/>
                  </a:lnTo>
                  <a:lnTo>
                    <a:pt x="262843" y="124596"/>
                  </a:lnTo>
                  <a:lnTo>
                    <a:pt x="261628" y="126200"/>
                  </a:lnTo>
                  <a:cubicBezTo>
                    <a:pt x="260001" y="128289"/>
                    <a:pt x="258203" y="130257"/>
                    <a:pt x="256284" y="132054"/>
                  </a:cubicBezTo>
                  <a:cubicBezTo>
                    <a:pt x="254341" y="133828"/>
                    <a:pt x="252276" y="135431"/>
                    <a:pt x="250089" y="136864"/>
                  </a:cubicBezTo>
                  <a:lnTo>
                    <a:pt x="248389" y="137933"/>
                  </a:lnTo>
                  <a:lnTo>
                    <a:pt x="246616" y="138929"/>
                  </a:lnTo>
                  <a:lnTo>
                    <a:pt x="246178" y="139196"/>
                  </a:lnTo>
                  <a:lnTo>
                    <a:pt x="245741" y="139415"/>
                  </a:lnTo>
                  <a:lnTo>
                    <a:pt x="244818" y="139876"/>
                  </a:lnTo>
                  <a:lnTo>
                    <a:pt x="243919" y="140338"/>
                  </a:lnTo>
                  <a:lnTo>
                    <a:pt x="242996" y="140775"/>
                  </a:lnTo>
                  <a:lnTo>
                    <a:pt x="242049" y="141188"/>
                  </a:lnTo>
                  <a:lnTo>
                    <a:pt x="241587" y="141407"/>
                  </a:lnTo>
                  <a:lnTo>
                    <a:pt x="241126" y="141601"/>
                  </a:lnTo>
                  <a:lnTo>
                    <a:pt x="239231" y="142403"/>
                  </a:lnTo>
                  <a:lnTo>
                    <a:pt x="237287" y="143131"/>
                  </a:lnTo>
                  <a:cubicBezTo>
                    <a:pt x="236656" y="143399"/>
                    <a:pt x="235976" y="143593"/>
                    <a:pt x="235344" y="143836"/>
                  </a:cubicBezTo>
                  <a:cubicBezTo>
                    <a:pt x="232721" y="144735"/>
                    <a:pt x="230000" y="145512"/>
                    <a:pt x="227255" y="146192"/>
                  </a:cubicBezTo>
                  <a:cubicBezTo>
                    <a:pt x="224485" y="146872"/>
                    <a:pt x="221692" y="147455"/>
                    <a:pt x="218850" y="147990"/>
                  </a:cubicBezTo>
                  <a:cubicBezTo>
                    <a:pt x="216007" y="148500"/>
                    <a:pt x="213117" y="148986"/>
                    <a:pt x="210226" y="149374"/>
                  </a:cubicBezTo>
                  <a:cubicBezTo>
                    <a:pt x="194787" y="151592"/>
                    <a:pt x="179230" y="152704"/>
                    <a:pt x="163670" y="152704"/>
                  </a:cubicBezTo>
                  <a:cubicBezTo>
                    <a:pt x="155702" y="152704"/>
                    <a:pt x="147733" y="152412"/>
                    <a:pt x="139778" y="151828"/>
                  </a:cubicBezTo>
                  <a:lnTo>
                    <a:pt x="136742" y="151634"/>
                  </a:lnTo>
                  <a:lnTo>
                    <a:pt x="133705" y="151342"/>
                  </a:lnTo>
                  <a:lnTo>
                    <a:pt x="127608" y="150735"/>
                  </a:lnTo>
                  <a:cubicBezTo>
                    <a:pt x="125567" y="150492"/>
                    <a:pt x="123551" y="150225"/>
                    <a:pt x="121510" y="149958"/>
                  </a:cubicBezTo>
                  <a:lnTo>
                    <a:pt x="118450" y="149569"/>
                  </a:lnTo>
                  <a:cubicBezTo>
                    <a:pt x="117454" y="149423"/>
                    <a:pt x="116433" y="149253"/>
                    <a:pt x="115413" y="149107"/>
                  </a:cubicBezTo>
                  <a:lnTo>
                    <a:pt x="109316" y="148111"/>
                  </a:lnTo>
                  <a:cubicBezTo>
                    <a:pt x="107275" y="147747"/>
                    <a:pt x="105235" y="147358"/>
                    <a:pt x="103218" y="146970"/>
                  </a:cubicBezTo>
                  <a:lnTo>
                    <a:pt x="100182" y="146387"/>
                  </a:lnTo>
                  <a:cubicBezTo>
                    <a:pt x="99162" y="146192"/>
                    <a:pt x="98141" y="145949"/>
                    <a:pt x="97145" y="145731"/>
                  </a:cubicBezTo>
                  <a:lnTo>
                    <a:pt x="91072" y="144370"/>
                  </a:lnTo>
                  <a:cubicBezTo>
                    <a:pt x="89056" y="143884"/>
                    <a:pt x="87040" y="143374"/>
                    <a:pt x="85048" y="142864"/>
                  </a:cubicBezTo>
                  <a:lnTo>
                    <a:pt x="82036" y="142087"/>
                  </a:lnTo>
                  <a:cubicBezTo>
                    <a:pt x="81040" y="141820"/>
                    <a:pt x="80044" y="141528"/>
                    <a:pt x="79048" y="141237"/>
                  </a:cubicBezTo>
                  <a:lnTo>
                    <a:pt x="73096" y="139536"/>
                  </a:lnTo>
                  <a:cubicBezTo>
                    <a:pt x="71128" y="138929"/>
                    <a:pt x="69161" y="138273"/>
                    <a:pt x="67193" y="137666"/>
                  </a:cubicBezTo>
                  <a:cubicBezTo>
                    <a:pt x="63258" y="136451"/>
                    <a:pt x="59395" y="135115"/>
                    <a:pt x="55630" y="133682"/>
                  </a:cubicBezTo>
                  <a:cubicBezTo>
                    <a:pt x="51865" y="132249"/>
                    <a:pt x="48221" y="130694"/>
                    <a:pt x="44698" y="128993"/>
                  </a:cubicBezTo>
                  <a:cubicBezTo>
                    <a:pt x="41249" y="127342"/>
                    <a:pt x="37921" y="125471"/>
                    <a:pt x="34714" y="123358"/>
                  </a:cubicBezTo>
                  <a:cubicBezTo>
                    <a:pt x="33937" y="122847"/>
                    <a:pt x="33159" y="122337"/>
                    <a:pt x="32406" y="121779"/>
                  </a:cubicBezTo>
                  <a:lnTo>
                    <a:pt x="31289" y="120953"/>
                  </a:lnTo>
                  <a:cubicBezTo>
                    <a:pt x="30925" y="120685"/>
                    <a:pt x="30560" y="120394"/>
                    <a:pt x="30196" y="120127"/>
                  </a:cubicBezTo>
                  <a:cubicBezTo>
                    <a:pt x="29831" y="119835"/>
                    <a:pt x="29467" y="119568"/>
                    <a:pt x="29103" y="119252"/>
                  </a:cubicBezTo>
                  <a:lnTo>
                    <a:pt x="28058" y="118378"/>
                  </a:lnTo>
                  <a:cubicBezTo>
                    <a:pt x="27354" y="117795"/>
                    <a:pt x="26722" y="117187"/>
                    <a:pt x="26066" y="116580"/>
                  </a:cubicBezTo>
                  <a:cubicBezTo>
                    <a:pt x="23491" y="114151"/>
                    <a:pt x="21159" y="111479"/>
                    <a:pt x="19143" y="108588"/>
                  </a:cubicBezTo>
                  <a:cubicBezTo>
                    <a:pt x="17199" y="105770"/>
                    <a:pt x="15572" y="102782"/>
                    <a:pt x="14309" y="99624"/>
                  </a:cubicBezTo>
                  <a:cubicBezTo>
                    <a:pt x="13094" y="96612"/>
                    <a:pt x="12317" y="93478"/>
                    <a:pt x="11928" y="90247"/>
                  </a:cubicBezTo>
                  <a:lnTo>
                    <a:pt x="11807" y="89081"/>
                  </a:lnTo>
                  <a:cubicBezTo>
                    <a:pt x="11782" y="88887"/>
                    <a:pt x="11782" y="88693"/>
                    <a:pt x="11782" y="88523"/>
                  </a:cubicBezTo>
                  <a:lnTo>
                    <a:pt x="11758" y="87940"/>
                  </a:lnTo>
                  <a:lnTo>
                    <a:pt x="11734" y="86774"/>
                  </a:lnTo>
                  <a:cubicBezTo>
                    <a:pt x="11709" y="86385"/>
                    <a:pt x="11758" y="86021"/>
                    <a:pt x="11758" y="85632"/>
                  </a:cubicBezTo>
                  <a:cubicBezTo>
                    <a:pt x="11807" y="84101"/>
                    <a:pt x="11977" y="82571"/>
                    <a:pt x="12268" y="81065"/>
                  </a:cubicBezTo>
                  <a:cubicBezTo>
                    <a:pt x="13361" y="75065"/>
                    <a:pt x="16228" y="69478"/>
                    <a:pt x="19823" y="64571"/>
                  </a:cubicBezTo>
                  <a:cubicBezTo>
                    <a:pt x="21305" y="62530"/>
                    <a:pt x="22884" y="60562"/>
                    <a:pt x="24584" y="58692"/>
                  </a:cubicBezTo>
                  <a:cubicBezTo>
                    <a:pt x="26139" y="56967"/>
                    <a:pt x="27621" y="55485"/>
                    <a:pt x="28981" y="54149"/>
                  </a:cubicBezTo>
                  <a:cubicBezTo>
                    <a:pt x="31678" y="51501"/>
                    <a:pt x="33864" y="49534"/>
                    <a:pt x="35394" y="48100"/>
                  </a:cubicBezTo>
                  <a:cubicBezTo>
                    <a:pt x="36147" y="47372"/>
                    <a:pt x="36730" y="46789"/>
                    <a:pt x="37168" y="46327"/>
                  </a:cubicBezTo>
                  <a:cubicBezTo>
                    <a:pt x="37484" y="45987"/>
                    <a:pt x="37751" y="45623"/>
                    <a:pt x="37969" y="45210"/>
                  </a:cubicBezTo>
                  <a:cubicBezTo>
                    <a:pt x="38077" y="44940"/>
                    <a:pt x="37975" y="44805"/>
                    <a:pt x="37672" y="44805"/>
                  </a:cubicBezTo>
                  <a:cubicBezTo>
                    <a:pt x="37429" y="44805"/>
                    <a:pt x="37057" y="44891"/>
                    <a:pt x="36560" y="45064"/>
                  </a:cubicBezTo>
                  <a:cubicBezTo>
                    <a:pt x="34836" y="45720"/>
                    <a:pt x="33184" y="46546"/>
                    <a:pt x="31605" y="47517"/>
                  </a:cubicBezTo>
                  <a:cubicBezTo>
                    <a:pt x="28860" y="49145"/>
                    <a:pt x="26260" y="50967"/>
                    <a:pt x="23783" y="52983"/>
                  </a:cubicBezTo>
                  <a:cubicBezTo>
                    <a:pt x="20333" y="55753"/>
                    <a:pt x="17199" y="58886"/>
                    <a:pt x="14454" y="62311"/>
                  </a:cubicBezTo>
                  <a:cubicBezTo>
                    <a:pt x="12778" y="64352"/>
                    <a:pt x="11272" y="66538"/>
                    <a:pt x="9960" y="68822"/>
                  </a:cubicBezTo>
                  <a:cubicBezTo>
                    <a:pt x="9620" y="69429"/>
                    <a:pt x="9280" y="70061"/>
                    <a:pt x="8989" y="70692"/>
                  </a:cubicBezTo>
                  <a:cubicBezTo>
                    <a:pt x="8673" y="71324"/>
                    <a:pt x="8381" y="71980"/>
                    <a:pt x="8066" y="72636"/>
                  </a:cubicBezTo>
                  <a:cubicBezTo>
                    <a:pt x="7458" y="73996"/>
                    <a:pt x="6948" y="75381"/>
                    <a:pt x="6511" y="76814"/>
                  </a:cubicBezTo>
                  <a:lnTo>
                    <a:pt x="5466" y="76498"/>
                  </a:lnTo>
                  <a:cubicBezTo>
                    <a:pt x="5879" y="75065"/>
                    <a:pt x="6365" y="73680"/>
                    <a:pt x="6924" y="72295"/>
                  </a:cubicBezTo>
                  <a:cubicBezTo>
                    <a:pt x="7483" y="71008"/>
                    <a:pt x="8017" y="69769"/>
                    <a:pt x="8600" y="68652"/>
                  </a:cubicBezTo>
                  <a:cubicBezTo>
                    <a:pt x="9669" y="66611"/>
                    <a:pt x="10835" y="64643"/>
                    <a:pt x="12098" y="62749"/>
                  </a:cubicBezTo>
                  <a:cubicBezTo>
                    <a:pt x="13896" y="60149"/>
                    <a:pt x="15815" y="57623"/>
                    <a:pt x="17880" y="55218"/>
                  </a:cubicBezTo>
                  <a:cubicBezTo>
                    <a:pt x="19386" y="53420"/>
                    <a:pt x="20455" y="52206"/>
                    <a:pt x="21135" y="51356"/>
                  </a:cubicBezTo>
                  <a:cubicBezTo>
                    <a:pt x="21791" y="50505"/>
                    <a:pt x="22058" y="50020"/>
                    <a:pt x="22058" y="49728"/>
                  </a:cubicBezTo>
                  <a:cubicBezTo>
                    <a:pt x="22068" y="49503"/>
                    <a:pt x="21894" y="49429"/>
                    <a:pt x="21629" y="49429"/>
                  </a:cubicBezTo>
                  <a:cubicBezTo>
                    <a:pt x="21263" y="49429"/>
                    <a:pt x="20725" y="49571"/>
                    <a:pt x="20260" y="49655"/>
                  </a:cubicBezTo>
                  <a:cubicBezTo>
                    <a:pt x="20065" y="49697"/>
                    <a:pt x="19883" y="49725"/>
                    <a:pt x="19731" y="49725"/>
                  </a:cubicBezTo>
                  <a:cubicBezTo>
                    <a:pt x="19262" y="49725"/>
                    <a:pt x="19095" y="49451"/>
                    <a:pt x="19774" y="48441"/>
                  </a:cubicBezTo>
                  <a:lnTo>
                    <a:pt x="19774" y="48441"/>
                  </a:lnTo>
                  <a:cubicBezTo>
                    <a:pt x="15159" y="52789"/>
                    <a:pt x="10859" y="57672"/>
                    <a:pt x="7385" y="63283"/>
                  </a:cubicBezTo>
                  <a:cubicBezTo>
                    <a:pt x="6511" y="64692"/>
                    <a:pt x="5685" y="66125"/>
                    <a:pt x="4956" y="67631"/>
                  </a:cubicBezTo>
                  <a:cubicBezTo>
                    <a:pt x="4227" y="69162"/>
                    <a:pt x="3547" y="70668"/>
                    <a:pt x="2964" y="72271"/>
                  </a:cubicBezTo>
                  <a:cubicBezTo>
                    <a:pt x="2357" y="73850"/>
                    <a:pt x="1847" y="75478"/>
                    <a:pt x="1434" y="77130"/>
                  </a:cubicBezTo>
                  <a:cubicBezTo>
                    <a:pt x="1215" y="77956"/>
                    <a:pt x="997" y="78781"/>
                    <a:pt x="875" y="79632"/>
                  </a:cubicBezTo>
                  <a:cubicBezTo>
                    <a:pt x="729" y="80458"/>
                    <a:pt x="559" y="81308"/>
                    <a:pt x="462" y="82158"/>
                  </a:cubicBezTo>
                  <a:cubicBezTo>
                    <a:pt x="49" y="85583"/>
                    <a:pt x="1" y="89033"/>
                    <a:pt x="365" y="92458"/>
                  </a:cubicBezTo>
                  <a:cubicBezTo>
                    <a:pt x="754" y="95835"/>
                    <a:pt x="1507" y="99187"/>
                    <a:pt x="2576" y="102418"/>
                  </a:cubicBezTo>
                  <a:cubicBezTo>
                    <a:pt x="3620" y="105600"/>
                    <a:pt x="4980" y="108685"/>
                    <a:pt x="6608" y="111624"/>
                  </a:cubicBezTo>
                  <a:cubicBezTo>
                    <a:pt x="8211" y="114564"/>
                    <a:pt x="10033" y="117357"/>
                    <a:pt x="12098" y="120005"/>
                  </a:cubicBezTo>
                  <a:cubicBezTo>
                    <a:pt x="12608" y="120661"/>
                    <a:pt x="13264" y="121341"/>
                    <a:pt x="13920" y="122094"/>
                  </a:cubicBezTo>
                  <a:cubicBezTo>
                    <a:pt x="14576" y="122872"/>
                    <a:pt x="15353" y="123649"/>
                    <a:pt x="16155" y="124451"/>
                  </a:cubicBezTo>
                  <a:lnTo>
                    <a:pt x="16762" y="125058"/>
                  </a:lnTo>
                  <a:lnTo>
                    <a:pt x="17418" y="125665"/>
                  </a:lnTo>
                  <a:lnTo>
                    <a:pt x="18730" y="126880"/>
                  </a:lnTo>
                  <a:cubicBezTo>
                    <a:pt x="19191" y="127293"/>
                    <a:pt x="19653" y="127682"/>
                    <a:pt x="20115" y="128070"/>
                  </a:cubicBezTo>
                  <a:cubicBezTo>
                    <a:pt x="20576" y="128459"/>
                    <a:pt x="21038" y="128872"/>
                    <a:pt x="21523" y="129261"/>
                  </a:cubicBezTo>
                  <a:cubicBezTo>
                    <a:pt x="24900" y="131957"/>
                    <a:pt x="28471" y="134386"/>
                    <a:pt x="32212" y="136548"/>
                  </a:cubicBezTo>
                  <a:cubicBezTo>
                    <a:pt x="36245" y="138856"/>
                    <a:pt x="40399" y="140921"/>
                    <a:pt x="44674" y="142743"/>
                  </a:cubicBezTo>
                  <a:cubicBezTo>
                    <a:pt x="48901" y="144540"/>
                    <a:pt x="53152" y="146119"/>
                    <a:pt x="57379" y="147577"/>
                  </a:cubicBezTo>
                  <a:cubicBezTo>
                    <a:pt x="58423" y="147917"/>
                    <a:pt x="59492" y="148306"/>
                    <a:pt x="60561" y="148621"/>
                  </a:cubicBezTo>
                  <a:lnTo>
                    <a:pt x="63743" y="149642"/>
                  </a:lnTo>
                  <a:lnTo>
                    <a:pt x="66926" y="150638"/>
                  </a:lnTo>
                  <a:cubicBezTo>
                    <a:pt x="67970" y="150953"/>
                    <a:pt x="69039" y="151318"/>
                    <a:pt x="70108" y="151609"/>
                  </a:cubicBezTo>
                  <a:cubicBezTo>
                    <a:pt x="74383" y="152824"/>
                    <a:pt x="78635" y="154087"/>
                    <a:pt x="82934" y="155107"/>
                  </a:cubicBezTo>
                  <a:lnTo>
                    <a:pt x="86141" y="155909"/>
                  </a:lnTo>
                  <a:lnTo>
                    <a:pt x="87769" y="156346"/>
                  </a:lnTo>
                  <a:lnTo>
                    <a:pt x="89372" y="156711"/>
                  </a:lnTo>
                  <a:lnTo>
                    <a:pt x="95834" y="158144"/>
                  </a:lnTo>
                  <a:cubicBezTo>
                    <a:pt x="96392" y="158241"/>
                    <a:pt x="96927" y="158387"/>
                    <a:pt x="97461" y="158484"/>
                  </a:cubicBezTo>
                  <a:lnTo>
                    <a:pt x="99089" y="158800"/>
                  </a:lnTo>
                  <a:lnTo>
                    <a:pt x="102320" y="159407"/>
                  </a:lnTo>
                  <a:cubicBezTo>
                    <a:pt x="104506" y="159796"/>
                    <a:pt x="106644" y="160257"/>
                    <a:pt x="108830" y="160573"/>
                  </a:cubicBezTo>
                  <a:lnTo>
                    <a:pt x="115340" y="161618"/>
                  </a:lnTo>
                  <a:cubicBezTo>
                    <a:pt x="116409" y="161812"/>
                    <a:pt x="117502" y="161934"/>
                    <a:pt x="118595" y="162079"/>
                  </a:cubicBezTo>
                  <a:lnTo>
                    <a:pt x="121851" y="162492"/>
                  </a:lnTo>
                  <a:lnTo>
                    <a:pt x="125106" y="162930"/>
                  </a:lnTo>
                  <a:lnTo>
                    <a:pt x="125932" y="163027"/>
                  </a:lnTo>
                  <a:lnTo>
                    <a:pt x="126758" y="163124"/>
                  </a:lnTo>
                  <a:lnTo>
                    <a:pt x="128385" y="163270"/>
                  </a:lnTo>
                  <a:lnTo>
                    <a:pt x="134920" y="163950"/>
                  </a:lnTo>
                  <a:cubicBezTo>
                    <a:pt x="137082" y="164144"/>
                    <a:pt x="139268" y="164290"/>
                    <a:pt x="141454" y="164436"/>
                  </a:cubicBezTo>
                  <a:lnTo>
                    <a:pt x="144734" y="164679"/>
                  </a:lnTo>
                  <a:cubicBezTo>
                    <a:pt x="145827" y="164751"/>
                    <a:pt x="146920" y="164800"/>
                    <a:pt x="147989" y="164849"/>
                  </a:cubicBezTo>
                  <a:lnTo>
                    <a:pt x="154548" y="165140"/>
                  </a:lnTo>
                  <a:lnTo>
                    <a:pt x="161083" y="165262"/>
                  </a:lnTo>
                  <a:lnTo>
                    <a:pt x="164338" y="165310"/>
                  </a:lnTo>
                  <a:lnTo>
                    <a:pt x="167617" y="165262"/>
                  </a:lnTo>
                  <a:lnTo>
                    <a:pt x="174152" y="165189"/>
                  </a:lnTo>
                  <a:lnTo>
                    <a:pt x="180662" y="164897"/>
                  </a:lnTo>
                  <a:cubicBezTo>
                    <a:pt x="181755" y="164849"/>
                    <a:pt x="182824" y="164824"/>
                    <a:pt x="183917" y="164776"/>
                  </a:cubicBezTo>
                  <a:lnTo>
                    <a:pt x="187173" y="164533"/>
                  </a:lnTo>
                  <a:cubicBezTo>
                    <a:pt x="189335" y="164363"/>
                    <a:pt x="191497" y="164241"/>
                    <a:pt x="193659" y="164071"/>
                  </a:cubicBezTo>
                  <a:lnTo>
                    <a:pt x="200145" y="163415"/>
                  </a:lnTo>
                  <a:cubicBezTo>
                    <a:pt x="201213" y="163294"/>
                    <a:pt x="202307" y="163197"/>
                    <a:pt x="203375" y="163075"/>
                  </a:cubicBezTo>
                  <a:lnTo>
                    <a:pt x="206606" y="162662"/>
                  </a:lnTo>
                  <a:cubicBezTo>
                    <a:pt x="208744" y="162371"/>
                    <a:pt x="210882" y="162104"/>
                    <a:pt x="213044" y="161812"/>
                  </a:cubicBezTo>
                  <a:cubicBezTo>
                    <a:pt x="217344" y="161156"/>
                    <a:pt x="221668" y="160427"/>
                    <a:pt x="225992" y="159504"/>
                  </a:cubicBezTo>
                  <a:cubicBezTo>
                    <a:pt x="230364" y="158581"/>
                    <a:pt x="234688" y="157415"/>
                    <a:pt x="238915" y="155982"/>
                  </a:cubicBezTo>
                  <a:cubicBezTo>
                    <a:pt x="243263" y="154524"/>
                    <a:pt x="247466" y="152727"/>
                    <a:pt x="251523" y="150613"/>
                  </a:cubicBezTo>
                  <a:cubicBezTo>
                    <a:pt x="251766" y="150468"/>
                    <a:pt x="252033" y="150346"/>
                    <a:pt x="252276" y="150200"/>
                  </a:cubicBezTo>
                  <a:lnTo>
                    <a:pt x="253029" y="149763"/>
                  </a:lnTo>
                  <a:lnTo>
                    <a:pt x="254559" y="148913"/>
                  </a:lnTo>
                  <a:cubicBezTo>
                    <a:pt x="255555" y="148306"/>
                    <a:pt x="256527" y="147674"/>
                    <a:pt x="257499" y="147042"/>
                  </a:cubicBezTo>
                  <a:lnTo>
                    <a:pt x="258956" y="146022"/>
                  </a:lnTo>
                  <a:lnTo>
                    <a:pt x="259685" y="145488"/>
                  </a:lnTo>
                  <a:lnTo>
                    <a:pt x="260049" y="145245"/>
                  </a:lnTo>
                  <a:lnTo>
                    <a:pt x="260389" y="144953"/>
                  </a:lnTo>
                  <a:lnTo>
                    <a:pt x="261774" y="143860"/>
                  </a:lnTo>
                  <a:lnTo>
                    <a:pt x="262479" y="143301"/>
                  </a:lnTo>
                  <a:cubicBezTo>
                    <a:pt x="262697" y="143107"/>
                    <a:pt x="262916" y="142913"/>
                    <a:pt x="263134" y="142718"/>
                  </a:cubicBezTo>
                  <a:cubicBezTo>
                    <a:pt x="266657" y="139609"/>
                    <a:pt x="269839" y="136111"/>
                    <a:pt x="272560" y="132297"/>
                  </a:cubicBezTo>
                  <a:cubicBezTo>
                    <a:pt x="272924" y="131836"/>
                    <a:pt x="273240" y="131350"/>
                    <a:pt x="273556" y="130864"/>
                  </a:cubicBezTo>
                  <a:lnTo>
                    <a:pt x="274528" y="129406"/>
                  </a:lnTo>
                  <a:cubicBezTo>
                    <a:pt x="275159" y="128410"/>
                    <a:pt x="275718" y="127414"/>
                    <a:pt x="276325" y="126418"/>
                  </a:cubicBezTo>
                  <a:lnTo>
                    <a:pt x="277151" y="124864"/>
                  </a:lnTo>
                  <a:cubicBezTo>
                    <a:pt x="277418" y="124354"/>
                    <a:pt x="277710" y="123843"/>
                    <a:pt x="277953" y="123309"/>
                  </a:cubicBezTo>
                  <a:lnTo>
                    <a:pt x="278706" y="121754"/>
                  </a:lnTo>
                  <a:lnTo>
                    <a:pt x="279094" y="120953"/>
                  </a:lnTo>
                  <a:lnTo>
                    <a:pt x="279435" y="120151"/>
                  </a:lnTo>
                  <a:cubicBezTo>
                    <a:pt x="281256" y="115900"/>
                    <a:pt x="282665" y="111454"/>
                    <a:pt x="283637" y="106912"/>
                  </a:cubicBezTo>
                  <a:cubicBezTo>
                    <a:pt x="283686" y="106645"/>
                    <a:pt x="283759" y="106353"/>
                    <a:pt x="283807" y="106062"/>
                  </a:cubicBezTo>
                  <a:lnTo>
                    <a:pt x="283953" y="105211"/>
                  </a:lnTo>
                  <a:lnTo>
                    <a:pt x="284269" y="103487"/>
                  </a:lnTo>
                  <a:cubicBezTo>
                    <a:pt x="284439" y="102345"/>
                    <a:pt x="284560" y="101179"/>
                    <a:pt x="284730" y="100037"/>
                  </a:cubicBezTo>
                  <a:cubicBezTo>
                    <a:pt x="284803" y="98871"/>
                    <a:pt x="284925" y="97729"/>
                    <a:pt x="284973" y="96563"/>
                  </a:cubicBezTo>
                  <a:lnTo>
                    <a:pt x="285046" y="94814"/>
                  </a:lnTo>
                  <a:lnTo>
                    <a:pt x="285070" y="93940"/>
                  </a:lnTo>
                  <a:lnTo>
                    <a:pt x="285070" y="93065"/>
                  </a:lnTo>
                  <a:cubicBezTo>
                    <a:pt x="285070" y="88377"/>
                    <a:pt x="284536" y="83688"/>
                    <a:pt x="283491" y="79122"/>
                  </a:cubicBezTo>
                  <a:cubicBezTo>
                    <a:pt x="282423" y="74482"/>
                    <a:pt x="280771" y="70012"/>
                    <a:pt x="278560" y="65809"/>
                  </a:cubicBezTo>
                  <a:lnTo>
                    <a:pt x="277710" y="64230"/>
                  </a:lnTo>
                  <a:cubicBezTo>
                    <a:pt x="277443" y="63720"/>
                    <a:pt x="277127" y="63210"/>
                    <a:pt x="276811" y="62700"/>
                  </a:cubicBezTo>
                  <a:cubicBezTo>
                    <a:pt x="276495" y="62190"/>
                    <a:pt x="276179" y="61680"/>
                    <a:pt x="275864" y="61170"/>
                  </a:cubicBezTo>
                  <a:lnTo>
                    <a:pt x="274819" y="59712"/>
                  </a:lnTo>
                  <a:cubicBezTo>
                    <a:pt x="273459" y="57793"/>
                    <a:pt x="272001" y="55947"/>
                    <a:pt x="270422" y="54198"/>
                  </a:cubicBezTo>
                  <a:cubicBezTo>
                    <a:pt x="267313" y="50797"/>
                    <a:pt x="263936" y="47688"/>
                    <a:pt x="260292" y="44870"/>
                  </a:cubicBezTo>
                  <a:cubicBezTo>
                    <a:pt x="253199" y="39307"/>
                    <a:pt x="245668" y="34813"/>
                    <a:pt x="238502" y="30343"/>
                  </a:cubicBezTo>
                  <a:lnTo>
                    <a:pt x="237166" y="29517"/>
                  </a:lnTo>
                  <a:lnTo>
                    <a:pt x="236486" y="29104"/>
                  </a:lnTo>
                  <a:lnTo>
                    <a:pt x="235879" y="28691"/>
                  </a:lnTo>
                  <a:lnTo>
                    <a:pt x="234640" y="27889"/>
                  </a:lnTo>
                  <a:cubicBezTo>
                    <a:pt x="234227" y="27622"/>
                    <a:pt x="233838" y="27331"/>
                    <a:pt x="233425" y="27039"/>
                  </a:cubicBezTo>
                  <a:cubicBezTo>
                    <a:pt x="233012" y="26748"/>
                    <a:pt x="232599" y="26456"/>
                    <a:pt x="232186" y="26165"/>
                  </a:cubicBezTo>
                  <a:lnTo>
                    <a:pt x="230947" y="25242"/>
                  </a:lnTo>
                  <a:cubicBezTo>
                    <a:pt x="230121" y="24659"/>
                    <a:pt x="229295" y="24003"/>
                    <a:pt x="228469" y="23395"/>
                  </a:cubicBezTo>
                  <a:cubicBezTo>
                    <a:pt x="225166" y="20869"/>
                    <a:pt x="221813" y="18173"/>
                    <a:pt x="218315" y="15525"/>
                  </a:cubicBezTo>
                  <a:cubicBezTo>
                    <a:pt x="215309" y="13209"/>
                    <a:pt x="212185" y="11047"/>
                    <a:pt x="208969" y="9051"/>
                  </a:cubicBezTo>
                  <a:lnTo>
                    <a:pt x="208969" y="9051"/>
                  </a:lnTo>
                  <a:cubicBezTo>
                    <a:pt x="209456" y="9356"/>
                    <a:pt x="209940" y="9668"/>
                    <a:pt x="210420" y="9986"/>
                  </a:cubicBezTo>
                  <a:cubicBezTo>
                    <a:pt x="210736" y="10180"/>
                    <a:pt x="211028" y="10375"/>
                    <a:pt x="211343" y="10593"/>
                  </a:cubicBezTo>
                  <a:lnTo>
                    <a:pt x="212242" y="11201"/>
                  </a:lnTo>
                  <a:cubicBezTo>
                    <a:pt x="212849" y="11614"/>
                    <a:pt x="213457" y="12002"/>
                    <a:pt x="214040" y="12415"/>
                  </a:cubicBezTo>
                  <a:cubicBezTo>
                    <a:pt x="215206" y="13266"/>
                    <a:pt x="216372" y="14091"/>
                    <a:pt x="217489" y="14966"/>
                  </a:cubicBezTo>
                  <a:cubicBezTo>
                    <a:pt x="219748" y="16642"/>
                    <a:pt x="221910" y="18367"/>
                    <a:pt x="224072" y="20067"/>
                  </a:cubicBezTo>
                  <a:cubicBezTo>
                    <a:pt x="226210" y="21743"/>
                    <a:pt x="228299" y="23395"/>
                    <a:pt x="230413" y="24974"/>
                  </a:cubicBezTo>
                  <a:cubicBezTo>
                    <a:pt x="232526" y="26553"/>
                    <a:pt x="234591" y="27987"/>
                    <a:pt x="236729" y="29371"/>
                  </a:cubicBezTo>
                  <a:cubicBezTo>
                    <a:pt x="241271" y="32213"/>
                    <a:pt x="245911" y="35056"/>
                    <a:pt x="250551" y="38092"/>
                  </a:cubicBezTo>
                  <a:cubicBezTo>
                    <a:pt x="252883" y="39647"/>
                    <a:pt x="255191" y="41226"/>
                    <a:pt x="257450" y="42902"/>
                  </a:cubicBezTo>
                  <a:cubicBezTo>
                    <a:pt x="258592" y="43728"/>
                    <a:pt x="259709" y="44627"/>
                    <a:pt x="260827" y="45501"/>
                  </a:cubicBezTo>
                  <a:cubicBezTo>
                    <a:pt x="261385" y="45963"/>
                    <a:pt x="261944" y="46424"/>
                    <a:pt x="262503" y="46886"/>
                  </a:cubicBezTo>
                  <a:lnTo>
                    <a:pt x="263329" y="47566"/>
                  </a:lnTo>
                  <a:lnTo>
                    <a:pt x="264130" y="48295"/>
                  </a:lnTo>
                  <a:cubicBezTo>
                    <a:pt x="266317" y="50214"/>
                    <a:pt x="268382" y="52279"/>
                    <a:pt x="270325" y="54441"/>
                  </a:cubicBezTo>
                  <a:lnTo>
                    <a:pt x="271782" y="56117"/>
                  </a:lnTo>
                  <a:cubicBezTo>
                    <a:pt x="272244" y="56676"/>
                    <a:pt x="272706" y="57283"/>
                    <a:pt x="273167" y="57866"/>
                  </a:cubicBezTo>
                  <a:lnTo>
                    <a:pt x="273847" y="58740"/>
                  </a:lnTo>
                  <a:cubicBezTo>
                    <a:pt x="274066" y="59032"/>
                    <a:pt x="274260" y="59348"/>
                    <a:pt x="274503" y="59664"/>
                  </a:cubicBezTo>
                  <a:lnTo>
                    <a:pt x="275766" y="61510"/>
                  </a:lnTo>
                  <a:cubicBezTo>
                    <a:pt x="276544" y="62797"/>
                    <a:pt x="277370" y="64060"/>
                    <a:pt x="278050" y="65396"/>
                  </a:cubicBezTo>
                  <a:lnTo>
                    <a:pt x="278560" y="66392"/>
                  </a:lnTo>
                  <a:lnTo>
                    <a:pt x="278827" y="66903"/>
                  </a:lnTo>
                  <a:cubicBezTo>
                    <a:pt x="278900" y="67073"/>
                    <a:pt x="278997" y="67243"/>
                    <a:pt x="279070" y="67413"/>
                  </a:cubicBezTo>
                  <a:lnTo>
                    <a:pt x="279993" y="69453"/>
                  </a:lnTo>
                  <a:cubicBezTo>
                    <a:pt x="280309" y="70133"/>
                    <a:pt x="280552" y="70838"/>
                    <a:pt x="280844" y="71518"/>
                  </a:cubicBezTo>
                  <a:lnTo>
                    <a:pt x="281232" y="72563"/>
                  </a:lnTo>
                  <a:cubicBezTo>
                    <a:pt x="281378" y="72927"/>
                    <a:pt x="281475" y="73267"/>
                    <a:pt x="281597" y="73632"/>
                  </a:cubicBezTo>
                  <a:cubicBezTo>
                    <a:pt x="281815" y="74336"/>
                    <a:pt x="282058" y="75040"/>
                    <a:pt x="282277" y="75745"/>
                  </a:cubicBezTo>
                  <a:lnTo>
                    <a:pt x="282884" y="77907"/>
                  </a:lnTo>
                  <a:cubicBezTo>
                    <a:pt x="283589" y="80773"/>
                    <a:pt x="284099" y="83688"/>
                    <a:pt x="284390" y="86628"/>
                  </a:cubicBezTo>
                  <a:lnTo>
                    <a:pt x="284536" y="87721"/>
                  </a:lnTo>
                  <a:lnTo>
                    <a:pt x="284609" y="88838"/>
                  </a:lnTo>
                  <a:cubicBezTo>
                    <a:pt x="284657" y="89567"/>
                    <a:pt x="284706" y="90296"/>
                    <a:pt x="284730" y="91025"/>
                  </a:cubicBezTo>
                  <a:cubicBezTo>
                    <a:pt x="284755" y="92507"/>
                    <a:pt x="284779" y="93964"/>
                    <a:pt x="284706" y="95422"/>
                  </a:cubicBezTo>
                  <a:cubicBezTo>
                    <a:pt x="284682" y="96903"/>
                    <a:pt x="284512" y="98337"/>
                    <a:pt x="284414" y="99794"/>
                  </a:cubicBezTo>
                  <a:cubicBezTo>
                    <a:pt x="284317" y="100523"/>
                    <a:pt x="284220" y="101252"/>
                    <a:pt x="284123" y="101980"/>
                  </a:cubicBezTo>
                  <a:lnTo>
                    <a:pt x="284002" y="103074"/>
                  </a:lnTo>
                  <a:lnTo>
                    <a:pt x="283807" y="104142"/>
                  </a:lnTo>
                  <a:cubicBezTo>
                    <a:pt x="283321" y="107009"/>
                    <a:pt x="282641" y="109851"/>
                    <a:pt x="281791" y="112645"/>
                  </a:cubicBezTo>
                  <a:lnTo>
                    <a:pt x="281135" y="114734"/>
                  </a:lnTo>
                  <a:cubicBezTo>
                    <a:pt x="280892" y="115414"/>
                    <a:pt x="280625" y="116094"/>
                    <a:pt x="280382" y="116799"/>
                  </a:cubicBezTo>
                  <a:lnTo>
                    <a:pt x="279993" y="117819"/>
                  </a:lnTo>
                  <a:cubicBezTo>
                    <a:pt x="279872" y="118159"/>
                    <a:pt x="279726" y="118499"/>
                    <a:pt x="279580" y="118839"/>
                  </a:cubicBezTo>
                  <a:cubicBezTo>
                    <a:pt x="279289" y="119495"/>
                    <a:pt x="279022" y="120175"/>
                    <a:pt x="278706" y="120856"/>
                  </a:cubicBezTo>
                  <a:cubicBezTo>
                    <a:pt x="278074" y="122167"/>
                    <a:pt x="277491" y="123503"/>
                    <a:pt x="276762" y="124767"/>
                  </a:cubicBezTo>
                  <a:lnTo>
                    <a:pt x="276252" y="125738"/>
                  </a:lnTo>
                  <a:lnTo>
                    <a:pt x="275985" y="126224"/>
                  </a:lnTo>
                  <a:lnTo>
                    <a:pt x="275694" y="126710"/>
                  </a:lnTo>
                  <a:lnTo>
                    <a:pt x="274576" y="128580"/>
                  </a:lnTo>
                  <a:cubicBezTo>
                    <a:pt x="271442" y="133609"/>
                    <a:pt x="267604" y="138152"/>
                    <a:pt x="263159" y="142063"/>
                  </a:cubicBezTo>
                  <a:lnTo>
                    <a:pt x="262333" y="142816"/>
                  </a:lnTo>
                  <a:cubicBezTo>
                    <a:pt x="262041" y="143059"/>
                    <a:pt x="261750" y="143277"/>
                    <a:pt x="261458" y="143520"/>
                  </a:cubicBezTo>
                  <a:cubicBezTo>
                    <a:pt x="260875" y="144006"/>
                    <a:pt x="260292" y="144443"/>
                    <a:pt x="259709" y="144905"/>
                  </a:cubicBezTo>
                  <a:cubicBezTo>
                    <a:pt x="258495" y="145755"/>
                    <a:pt x="257280" y="146678"/>
                    <a:pt x="256017" y="147431"/>
                  </a:cubicBezTo>
                  <a:lnTo>
                    <a:pt x="255094" y="148014"/>
                  </a:lnTo>
                  <a:lnTo>
                    <a:pt x="254632" y="148330"/>
                  </a:lnTo>
                  <a:lnTo>
                    <a:pt x="254195" y="148621"/>
                  </a:lnTo>
                  <a:lnTo>
                    <a:pt x="252276" y="149715"/>
                  </a:lnTo>
                  <a:cubicBezTo>
                    <a:pt x="251644" y="150079"/>
                    <a:pt x="250988" y="150395"/>
                    <a:pt x="250357" y="150735"/>
                  </a:cubicBezTo>
                  <a:lnTo>
                    <a:pt x="249385" y="151245"/>
                  </a:lnTo>
                  <a:lnTo>
                    <a:pt x="248389" y="151707"/>
                  </a:lnTo>
                  <a:cubicBezTo>
                    <a:pt x="243166" y="154160"/>
                    <a:pt x="237749" y="156103"/>
                    <a:pt x="232162" y="157561"/>
                  </a:cubicBezTo>
                  <a:cubicBezTo>
                    <a:pt x="229417" y="158290"/>
                    <a:pt x="226672" y="158921"/>
                    <a:pt x="223902" y="159480"/>
                  </a:cubicBezTo>
                  <a:cubicBezTo>
                    <a:pt x="221133" y="160039"/>
                    <a:pt x="218364" y="160525"/>
                    <a:pt x="215619" y="160962"/>
                  </a:cubicBezTo>
                  <a:lnTo>
                    <a:pt x="213554" y="161278"/>
                  </a:lnTo>
                  <a:cubicBezTo>
                    <a:pt x="212849" y="161399"/>
                    <a:pt x="212169" y="161496"/>
                    <a:pt x="211465" y="161569"/>
                  </a:cubicBezTo>
                  <a:lnTo>
                    <a:pt x="207335" y="162128"/>
                  </a:lnTo>
                  <a:lnTo>
                    <a:pt x="203181" y="162662"/>
                  </a:lnTo>
                  <a:cubicBezTo>
                    <a:pt x="201796" y="162808"/>
                    <a:pt x="200412" y="162954"/>
                    <a:pt x="199027" y="163100"/>
                  </a:cubicBezTo>
                  <a:cubicBezTo>
                    <a:pt x="196234" y="163367"/>
                    <a:pt x="193464" y="163707"/>
                    <a:pt x="190646" y="163853"/>
                  </a:cubicBezTo>
                  <a:lnTo>
                    <a:pt x="186444" y="164168"/>
                  </a:lnTo>
                  <a:cubicBezTo>
                    <a:pt x="185059" y="164266"/>
                    <a:pt x="183650" y="164387"/>
                    <a:pt x="182241" y="164436"/>
                  </a:cubicBezTo>
                  <a:cubicBezTo>
                    <a:pt x="182897" y="164217"/>
                    <a:pt x="184816" y="163901"/>
                    <a:pt x="181561" y="163901"/>
                  </a:cubicBezTo>
                  <a:lnTo>
                    <a:pt x="183699" y="163804"/>
                  </a:lnTo>
                  <a:lnTo>
                    <a:pt x="185812" y="163610"/>
                  </a:lnTo>
                  <a:lnTo>
                    <a:pt x="190063" y="163270"/>
                  </a:lnTo>
                  <a:lnTo>
                    <a:pt x="192201" y="163075"/>
                  </a:lnTo>
                  <a:lnTo>
                    <a:pt x="193246" y="163002"/>
                  </a:lnTo>
                  <a:lnTo>
                    <a:pt x="194314" y="162881"/>
                  </a:lnTo>
                  <a:lnTo>
                    <a:pt x="198541" y="162419"/>
                  </a:lnTo>
                  <a:lnTo>
                    <a:pt x="202768" y="161958"/>
                  </a:lnTo>
                  <a:lnTo>
                    <a:pt x="206971" y="161375"/>
                  </a:lnTo>
                  <a:cubicBezTo>
                    <a:pt x="209764" y="160986"/>
                    <a:pt x="212558" y="160597"/>
                    <a:pt x="215352" y="160160"/>
                  </a:cubicBezTo>
                  <a:cubicBezTo>
                    <a:pt x="218145" y="159699"/>
                    <a:pt x="220939" y="159213"/>
                    <a:pt x="223732" y="158630"/>
                  </a:cubicBezTo>
                  <a:cubicBezTo>
                    <a:pt x="226526" y="158047"/>
                    <a:pt x="229320" y="157415"/>
                    <a:pt x="232089" y="156662"/>
                  </a:cubicBezTo>
                  <a:cubicBezTo>
                    <a:pt x="234858" y="155909"/>
                    <a:pt x="237603" y="155059"/>
                    <a:pt x="240324" y="154087"/>
                  </a:cubicBezTo>
                  <a:cubicBezTo>
                    <a:pt x="241028" y="153844"/>
                    <a:pt x="241684" y="153553"/>
                    <a:pt x="242365" y="153310"/>
                  </a:cubicBezTo>
                  <a:lnTo>
                    <a:pt x="243385" y="152921"/>
                  </a:lnTo>
                  <a:cubicBezTo>
                    <a:pt x="243725" y="152775"/>
                    <a:pt x="244065" y="152630"/>
                    <a:pt x="244381" y="152484"/>
                  </a:cubicBezTo>
                  <a:cubicBezTo>
                    <a:pt x="245061" y="152217"/>
                    <a:pt x="245717" y="151925"/>
                    <a:pt x="246397" y="151634"/>
                  </a:cubicBezTo>
                  <a:lnTo>
                    <a:pt x="248389" y="150711"/>
                  </a:lnTo>
                  <a:cubicBezTo>
                    <a:pt x="249045" y="150395"/>
                    <a:pt x="249677" y="150055"/>
                    <a:pt x="250332" y="149715"/>
                  </a:cubicBezTo>
                  <a:cubicBezTo>
                    <a:pt x="250988" y="149374"/>
                    <a:pt x="251644" y="149034"/>
                    <a:pt x="252276" y="148670"/>
                  </a:cubicBezTo>
                  <a:lnTo>
                    <a:pt x="254195" y="147553"/>
                  </a:lnTo>
                  <a:lnTo>
                    <a:pt x="256041" y="146387"/>
                  </a:lnTo>
                  <a:cubicBezTo>
                    <a:pt x="258543" y="144759"/>
                    <a:pt x="260924" y="142937"/>
                    <a:pt x="263134" y="140945"/>
                  </a:cubicBezTo>
                  <a:lnTo>
                    <a:pt x="263960" y="140192"/>
                  </a:lnTo>
                  <a:lnTo>
                    <a:pt x="264762" y="139415"/>
                  </a:lnTo>
                  <a:cubicBezTo>
                    <a:pt x="265272" y="138905"/>
                    <a:pt x="265831" y="138394"/>
                    <a:pt x="266341" y="137836"/>
                  </a:cubicBezTo>
                  <a:lnTo>
                    <a:pt x="267847" y="136208"/>
                  </a:lnTo>
                  <a:lnTo>
                    <a:pt x="268212" y="135795"/>
                  </a:lnTo>
                  <a:lnTo>
                    <a:pt x="268552" y="135358"/>
                  </a:lnTo>
                  <a:lnTo>
                    <a:pt x="269256" y="134508"/>
                  </a:lnTo>
                  <a:cubicBezTo>
                    <a:pt x="270228" y="133390"/>
                    <a:pt x="271078" y="132176"/>
                    <a:pt x="271953" y="130985"/>
                  </a:cubicBezTo>
                  <a:cubicBezTo>
                    <a:pt x="272778" y="129771"/>
                    <a:pt x="273629" y="128556"/>
                    <a:pt x="274382" y="127293"/>
                  </a:cubicBezTo>
                  <a:lnTo>
                    <a:pt x="274916" y="126346"/>
                  </a:lnTo>
                  <a:lnTo>
                    <a:pt x="275208" y="125860"/>
                  </a:lnTo>
                  <a:lnTo>
                    <a:pt x="275451" y="125374"/>
                  </a:lnTo>
                  <a:lnTo>
                    <a:pt x="276519" y="123455"/>
                  </a:lnTo>
                  <a:cubicBezTo>
                    <a:pt x="276860" y="122799"/>
                    <a:pt x="277151" y="122119"/>
                    <a:pt x="277491" y="121463"/>
                  </a:cubicBezTo>
                  <a:lnTo>
                    <a:pt x="277953" y="120467"/>
                  </a:lnTo>
                  <a:lnTo>
                    <a:pt x="278390" y="119471"/>
                  </a:lnTo>
                  <a:cubicBezTo>
                    <a:pt x="279556" y="116774"/>
                    <a:pt x="280552" y="114005"/>
                    <a:pt x="281378" y="111187"/>
                  </a:cubicBezTo>
                  <a:lnTo>
                    <a:pt x="281961" y="109074"/>
                  </a:lnTo>
                  <a:cubicBezTo>
                    <a:pt x="282131" y="108369"/>
                    <a:pt x="282277" y="107641"/>
                    <a:pt x="282447" y="106936"/>
                  </a:cubicBezTo>
                  <a:lnTo>
                    <a:pt x="282690" y="105867"/>
                  </a:lnTo>
                  <a:lnTo>
                    <a:pt x="282884" y="104774"/>
                  </a:lnTo>
                  <a:cubicBezTo>
                    <a:pt x="283006" y="104045"/>
                    <a:pt x="283151" y="103341"/>
                    <a:pt x="283248" y="102612"/>
                  </a:cubicBezTo>
                  <a:cubicBezTo>
                    <a:pt x="283686" y="99697"/>
                    <a:pt x="283929" y="96758"/>
                    <a:pt x="283977" y="93818"/>
                  </a:cubicBezTo>
                  <a:cubicBezTo>
                    <a:pt x="284026" y="90879"/>
                    <a:pt x="283856" y="87915"/>
                    <a:pt x="283491" y="85000"/>
                  </a:cubicBezTo>
                  <a:cubicBezTo>
                    <a:pt x="283394" y="84247"/>
                    <a:pt x="283273" y="83518"/>
                    <a:pt x="283151" y="82790"/>
                  </a:cubicBezTo>
                  <a:lnTo>
                    <a:pt x="282981" y="81697"/>
                  </a:lnTo>
                  <a:lnTo>
                    <a:pt x="282763" y="80603"/>
                  </a:lnTo>
                  <a:cubicBezTo>
                    <a:pt x="282593" y="79875"/>
                    <a:pt x="282471" y="79146"/>
                    <a:pt x="282277" y="78417"/>
                  </a:cubicBezTo>
                  <a:lnTo>
                    <a:pt x="281694" y="76255"/>
                  </a:lnTo>
                  <a:cubicBezTo>
                    <a:pt x="281621" y="75891"/>
                    <a:pt x="281499" y="75551"/>
                    <a:pt x="281378" y="75186"/>
                  </a:cubicBezTo>
                  <a:lnTo>
                    <a:pt x="281038" y="74117"/>
                  </a:lnTo>
                  <a:lnTo>
                    <a:pt x="280698" y="73049"/>
                  </a:lnTo>
                  <a:cubicBezTo>
                    <a:pt x="280576" y="72708"/>
                    <a:pt x="280431" y="72344"/>
                    <a:pt x="280285" y="72004"/>
                  </a:cubicBezTo>
                  <a:cubicBezTo>
                    <a:pt x="280018" y="71324"/>
                    <a:pt x="279750" y="70595"/>
                    <a:pt x="279483" y="69915"/>
                  </a:cubicBezTo>
                  <a:lnTo>
                    <a:pt x="278536" y="67874"/>
                  </a:lnTo>
                  <a:cubicBezTo>
                    <a:pt x="278244" y="67170"/>
                    <a:pt x="277880" y="66514"/>
                    <a:pt x="277515" y="65858"/>
                  </a:cubicBezTo>
                  <a:cubicBezTo>
                    <a:pt x="277175" y="65178"/>
                    <a:pt x="276835" y="64498"/>
                    <a:pt x="276447" y="63866"/>
                  </a:cubicBezTo>
                  <a:lnTo>
                    <a:pt x="275256" y="61923"/>
                  </a:lnTo>
                  <a:cubicBezTo>
                    <a:pt x="274843" y="61291"/>
                    <a:pt x="274406" y="60684"/>
                    <a:pt x="273993" y="60052"/>
                  </a:cubicBezTo>
                  <a:cubicBezTo>
                    <a:pt x="273774" y="59736"/>
                    <a:pt x="273556" y="59445"/>
                    <a:pt x="273337" y="59129"/>
                  </a:cubicBezTo>
                  <a:lnTo>
                    <a:pt x="272657" y="58255"/>
                  </a:lnTo>
                  <a:cubicBezTo>
                    <a:pt x="272171" y="57672"/>
                    <a:pt x="271758" y="57064"/>
                    <a:pt x="271272" y="56506"/>
                  </a:cubicBezTo>
                  <a:lnTo>
                    <a:pt x="269815" y="54805"/>
                  </a:lnTo>
                  <a:cubicBezTo>
                    <a:pt x="269572" y="54514"/>
                    <a:pt x="269329" y="54246"/>
                    <a:pt x="269062" y="53979"/>
                  </a:cubicBezTo>
                  <a:lnTo>
                    <a:pt x="268309" y="53178"/>
                  </a:lnTo>
                  <a:cubicBezTo>
                    <a:pt x="267313" y="52084"/>
                    <a:pt x="266244" y="51113"/>
                    <a:pt x="265199" y="50068"/>
                  </a:cubicBezTo>
                  <a:cubicBezTo>
                    <a:pt x="264106" y="49096"/>
                    <a:pt x="263037" y="48100"/>
                    <a:pt x="261920" y="47202"/>
                  </a:cubicBezTo>
                  <a:cubicBezTo>
                    <a:pt x="257474" y="43461"/>
                    <a:pt x="252762" y="40230"/>
                    <a:pt x="248049" y="37193"/>
                  </a:cubicBezTo>
                  <a:cubicBezTo>
                    <a:pt x="245693" y="35687"/>
                    <a:pt x="243361" y="34230"/>
                    <a:pt x="241004" y="32772"/>
                  </a:cubicBezTo>
                  <a:lnTo>
                    <a:pt x="237506" y="30610"/>
                  </a:lnTo>
                  <a:lnTo>
                    <a:pt x="236656" y="30076"/>
                  </a:lnTo>
                  <a:lnTo>
                    <a:pt x="236219" y="29784"/>
                  </a:lnTo>
                  <a:lnTo>
                    <a:pt x="235806" y="29541"/>
                  </a:lnTo>
                  <a:lnTo>
                    <a:pt x="234178" y="28472"/>
                  </a:lnTo>
                  <a:cubicBezTo>
                    <a:pt x="229878" y="25557"/>
                    <a:pt x="225627" y="22156"/>
                    <a:pt x="221206" y="18731"/>
                  </a:cubicBezTo>
                  <a:cubicBezTo>
                    <a:pt x="218971" y="17031"/>
                    <a:pt x="216712" y="15306"/>
                    <a:pt x="214331" y="13630"/>
                  </a:cubicBezTo>
                  <a:cubicBezTo>
                    <a:pt x="213190" y="12804"/>
                    <a:pt x="211951" y="12002"/>
                    <a:pt x="210736" y="11176"/>
                  </a:cubicBezTo>
                  <a:cubicBezTo>
                    <a:pt x="209473" y="10399"/>
                    <a:pt x="208210" y="9622"/>
                    <a:pt x="206898" y="8844"/>
                  </a:cubicBezTo>
                  <a:cubicBezTo>
                    <a:pt x="205610" y="8067"/>
                    <a:pt x="204226" y="7387"/>
                    <a:pt x="202865" y="6707"/>
                  </a:cubicBezTo>
                  <a:cubicBezTo>
                    <a:pt x="201456" y="6051"/>
                    <a:pt x="200072" y="5395"/>
                    <a:pt x="198541" y="4885"/>
                  </a:cubicBezTo>
                  <a:lnTo>
                    <a:pt x="197424" y="4472"/>
                  </a:lnTo>
                  <a:cubicBezTo>
                    <a:pt x="197059" y="4326"/>
                    <a:pt x="196695" y="4229"/>
                    <a:pt x="196306" y="4132"/>
                  </a:cubicBezTo>
                  <a:lnTo>
                    <a:pt x="194047" y="3476"/>
                  </a:lnTo>
                  <a:cubicBezTo>
                    <a:pt x="193318" y="3257"/>
                    <a:pt x="192541" y="3111"/>
                    <a:pt x="191812" y="2941"/>
                  </a:cubicBezTo>
                  <a:cubicBezTo>
                    <a:pt x="191059" y="2796"/>
                    <a:pt x="190306" y="2601"/>
                    <a:pt x="189553" y="2504"/>
                  </a:cubicBezTo>
                  <a:lnTo>
                    <a:pt x="189747" y="1435"/>
                  </a:lnTo>
                  <a:lnTo>
                    <a:pt x="188144" y="1168"/>
                  </a:lnTo>
                  <a:cubicBezTo>
                    <a:pt x="187610" y="1071"/>
                    <a:pt x="187051" y="949"/>
                    <a:pt x="186541" y="901"/>
                  </a:cubicBezTo>
                  <a:lnTo>
                    <a:pt x="183334" y="512"/>
                  </a:lnTo>
                  <a:lnTo>
                    <a:pt x="180152" y="245"/>
                  </a:lnTo>
                  <a:cubicBezTo>
                    <a:pt x="179107" y="172"/>
                    <a:pt x="178063" y="148"/>
                    <a:pt x="176994" y="99"/>
                  </a:cubicBezTo>
                  <a:cubicBezTo>
                    <a:pt x="175288" y="30"/>
                    <a:pt x="173586" y="1"/>
                    <a:pt x="17188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3" name="Google Shape;363;p47"/>
          <p:cNvGrpSpPr/>
          <p:nvPr/>
        </p:nvGrpSpPr>
        <p:grpSpPr>
          <a:xfrm rot="-10222984">
            <a:off x="-1855784" y="-1041462"/>
            <a:ext cx="2714550" cy="2557214"/>
            <a:chOff x="235075" y="777725"/>
            <a:chExt cx="7186900" cy="4132775"/>
          </a:xfrm>
        </p:grpSpPr>
        <p:sp>
          <p:nvSpPr>
            <p:cNvPr id="364" name="Google Shape;364;p47"/>
            <p:cNvSpPr/>
            <p:nvPr/>
          </p:nvSpPr>
          <p:spPr>
            <a:xfrm>
              <a:off x="342575" y="932875"/>
              <a:ext cx="7079400" cy="3826525"/>
            </a:xfrm>
            <a:custGeom>
              <a:rect b="b" l="l" r="r" t="t"/>
              <a:pathLst>
                <a:path extrusionOk="0" h="153061" w="283176">
                  <a:moveTo>
                    <a:pt x="168404" y="0"/>
                  </a:moveTo>
                  <a:cubicBezTo>
                    <a:pt x="157709" y="0"/>
                    <a:pt x="146666" y="1269"/>
                    <a:pt x="137470" y="1958"/>
                  </a:cubicBezTo>
                  <a:cubicBezTo>
                    <a:pt x="99769" y="4776"/>
                    <a:pt x="61970" y="14736"/>
                    <a:pt x="30657" y="36550"/>
                  </a:cubicBezTo>
                  <a:cubicBezTo>
                    <a:pt x="16422" y="46461"/>
                    <a:pt x="2915" y="60284"/>
                    <a:pt x="1336" y="77580"/>
                  </a:cubicBezTo>
                  <a:cubicBezTo>
                    <a:pt x="0" y="92204"/>
                    <a:pt x="7774" y="106560"/>
                    <a:pt x="18778" y="116301"/>
                  </a:cubicBezTo>
                  <a:cubicBezTo>
                    <a:pt x="29807" y="126043"/>
                    <a:pt x="43726" y="131800"/>
                    <a:pt x="57670" y="136415"/>
                  </a:cubicBezTo>
                  <a:cubicBezTo>
                    <a:pt x="91058" y="147472"/>
                    <a:pt x="125903" y="153060"/>
                    <a:pt x="160873" y="153060"/>
                  </a:cubicBezTo>
                  <a:cubicBezTo>
                    <a:pt x="176382" y="153060"/>
                    <a:pt x="191917" y="151961"/>
                    <a:pt x="207359" y="149752"/>
                  </a:cubicBezTo>
                  <a:cubicBezTo>
                    <a:pt x="222226" y="147614"/>
                    <a:pt x="237360" y="144286"/>
                    <a:pt x="249871" y="135929"/>
                  </a:cubicBezTo>
                  <a:cubicBezTo>
                    <a:pt x="275062" y="119095"/>
                    <a:pt x="283175" y="80398"/>
                    <a:pt x="265102" y="56057"/>
                  </a:cubicBezTo>
                  <a:cubicBezTo>
                    <a:pt x="255968" y="43789"/>
                    <a:pt x="242097" y="36137"/>
                    <a:pt x="229125" y="28024"/>
                  </a:cubicBezTo>
                  <a:cubicBezTo>
                    <a:pt x="217003" y="20420"/>
                    <a:pt x="204881" y="7643"/>
                    <a:pt x="191278" y="3027"/>
                  </a:cubicBezTo>
                  <a:cubicBezTo>
                    <a:pt x="184502" y="737"/>
                    <a:pt x="176554" y="0"/>
                    <a:pt x="16840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47"/>
            <p:cNvSpPr/>
            <p:nvPr/>
          </p:nvSpPr>
          <p:spPr>
            <a:xfrm>
              <a:off x="235075" y="777725"/>
              <a:ext cx="7126775" cy="4132775"/>
            </a:xfrm>
            <a:custGeom>
              <a:rect b="b" l="l" r="r" t="t"/>
              <a:pathLst>
                <a:path extrusionOk="0" h="165311" w="285071">
                  <a:moveTo>
                    <a:pt x="193683" y="2310"/>
                  </a:moveTo>
                  <a:lnTo>
                    <a:pt x="194120" y="2431"/>
                  </a:lnTo>
                  <a:lnTo>
                    <a:pt x="194557" y="2553"/>
                  </a:lnTo>
                  <a:lnTo>
                    <a:pt x="195456" y="2820"/>
                  </a:lnTo>
                  <a:lnTo>
                    <a:pt x="196198" y="3047"/>
                  </a:lnTo>
                  <a:lnTo>
                    <a:pt x="196198" y="3047"/>
                  </a:lnTo>
                  <a:cubicBezTo>
                    <a:pt x="196113" y="3020"/>
                    <a:pt x="196027" y="2993"/>
                    <a:pt x="195942" y="2966"/>
                  </a:cubicBezTo>
                  <a:lnTo>
                    <a:pt x="194825" y="2626"/>
                  </a:lnTo>
                  <a:cubicBezTo>
                    <a:pt x="194436" y="2504"/>
                    <a:pt x="194072" y="2383"/>
                    <a:pt x="193683" y="2310"/>
                  </a:cubicBezTo>
                  <a:close/>
                  <a:moveTo>
                    <a:pt x="196198" y="3047"/>
                  </a:moveTo>
                  <a:cubicBezTo>
                    <a:pt x="196309" y="3081"/>
                    <a:pt x="196421" y="3115"/>
                    <a:pt x="196532" y="3149"/>
                  </a:cubicBezTo>
                  <a:lnTo>
                    <a:pt x="196532" y="3149"/>
                  </a:lnTo>
                  <a:lnTo>
                    <a:pt x="196198" y="3047"/>
                  </a:lnTo>
                  <a:close/>
                  <a:moveTo>
                    <a:pt x="196532" y="3149"/>
                  </a:moveTo>
                  <a:lnTo>
                    <a:pt x="197205" y="3354"/>
                  </a:lnTo>
                  <a:cubicBezTo>
                    <a:pt x="197213" y="3356"/>
                    <a:pt x="197220" y="3358"/>
                    <a:pt x="197228" y="3360"/>
                  </a:cubicBezTo>
                  <a:lnTo>
                    <a:pt x="197228" y="3360"/>
                  </a:lnTo>
                  <a:cubicBezTo>
                    <a:pt x="196996" y="3288"/>
                    <a:pt x="196764" y="3219"/>
                    <a:pt x="196532" y="3149"/>
                  </a:cubicBezTo>
                  <a:close/>
                  <a:moveTo>
                    <a:pt x="197228" y="3360"/>
                  </a:moveTo>
                  <a:lnTo>
                    <a:pt x="197228" y="3360"/>
                  </a:lnTo>
                  <a:cubicBezTo>
                    <a:pt x="197350" y="3398"/>
                    <a:pt x="197472" y="3437"/>
                    <a:pt x="197593" y="3477"/>
                  </a:cubicBezTo>
                  <a:lnTo>
                    <a:pt x="197593" y="3477"/>
                  </a:lnTo>
                  <a:cubicBezTo>
                    <a:pt x="197473" y="3434"/>
                    <a:pt x="197353" y="3392"/>
                    <a:pt x="197228" y="3360"/>
                  </a:cubicBezTo>
                  <a:close/>
                  <a:moveTo>
                    <a:pt x="197593" y="3477"/>
                  </a:moveTo>
                  <a:lnTo>
                    <a:pt x="197593" y="3477"/>
                  </a:lnTo>
                  <a:cubicBezTo>
                    <a:pt x="197745" y="3533"/>
                    <a:pt x="197897" y="3593"/>
                    <a:pt x="198055" y="3646"/>
                  </a:cubicBezTo>
                  <a:lnTo>
                    <a:pt x="198930" y="3986"/>
                  </a:lnTo>
                  <a:cubicBezTo>
                    <a:pt x="199513" y="4205"/>
                    <a:pt x="200096" y="4423"/>
                    <a:pt x="200655" y="4666"/>
                  </a:cubicBezTo>
                  <a:cubicBezTo>
                    <a:pt x="200971" y="4803"/>
                    <a:pt x="201287" y="4943"/>
                    <a:pt x="201601" y="5085"/>
                  </a:cubicBezTo>
                  <a:lnTo>
                    <a:pt x="201601" y="5085"/>
                  </a:lnTo>
                  <a:lnTo>
                    <a:pt x="200412" y="4545"/>
                  </a:lnTo>
                  <a:lnTo>
                    <a:pt x="198201" y="3694"/>
                  </a:lnTo>
                  <a:cubicBezTo>
                    <a:pt x="197999" y="3616"/>
                    <a:pt x="197796" y="3545"/>
                    <a:pt x="197593" y="3477"/>
                  </a:cubicBezTo>
                  <a:close/>
                  <a:moveTo>
                    <a:pt x="201601" y="5085"/>
                  </a:moveTo>
                  <a:lnTo>
                    <a:pt x="201792" y="5172"/>
                  </a:lnTo>
                  <a:lnTo>
                    <a:pt x="201792" y="5172"/>
                  </a:lnTo>
                  <a:cubicBezTo>
                    <a:pt x="201728" y="5143"/>
                    <a:pt x="201665" y="5114"/>
                    <a:pt x="201601" y="5085"/>
                  </a:cubicBezTo>
                  <a:close/>
                  <a:moveTo>
                    <a:pt x="201792" y="5172"/>
                  </a:moveTo>
                  <a:cubicBezTo>
                    <a:pt x="202347" y="5425"/>
                    <a:pt x="202898" y="5687"/>
                    <a:pt x="203447" y="5957"/>
                  </a:cubicBezTo>
                  <a:lnTo>
                    <a:pt x="203447" y="5957"/>
                  </a:lnTo>
                  <a:cubicBezTo>
                    <a:pt x="203149" y="5808"/>
                    <a:pt x="202850" y="5661"/>
                    <a:pt x="202550" y="5516"/>
                  </a:cubicBezTo>
                  <a:lnTo>
                    <a:pt x="201792" y="5172"/>
                  </a:lnTo>
                  <a:close/>
                  <a:moveTo>
                    <a:pt x="203447" y="5957"/>
                  </a:moveTo>
                  <a:cubicBezTo>
                    <a:pt x="205025" y="6746"/>
                    <a:pt x="206570" y="7594"/>
                    <a:pt x="208082" y="8506"/>
                  </a:cubicBezTo>
                  <a:lnTo>
                    <a:pt x="208082" y="8506"/>
                  </a:lnTo>
                  <a:cubicBezTo>
                    <a:pt x="207745" y="8301"/>
                    <a:pt x="207407" y="8098"/>
                    <a:pt x="207068" y="7897"/>
                  </a:cubicBezTo>
                  <a:cubicBezTo>
                    <a:pt x="205877" y="7204"/>
                    <a:pt x="204670" y="6559"/>
                    <a:pt x="203447" y="5957"/>
                  </a:cubicBezTo>
                  <a:close/>
                  <a:moveTo>
                    <a:pt x="208082" y="8506"/>
                  </a:moveTo>
                  <a:cubicBezTo>
                    <a:pt x="208378" y="8686"/>
                    <a:pt x="208674" y="8868"/>
                    <a:pt x="208969" y="9051"/>
                  </a:cubicBezTo>
                  <a:lnTo>
                    <a:pt x="208969" y="9051"/>
                  </a:lnTo>
                  <a:cubicBezTo>
                    <a:pt x="208675" y="8867"/>
                    <a:pt x="208379" y="8685"/>
                    <a:pt x="208082" y="8506"/>
                  </a:cubicBezTo>
                  <a:close/>
                  <a:moveTo>
                    <a:pt x="274827" y="94613"/>
                  </a:moveTo>
                  <a:cubicBezTo>
                    <a:pt x="274825" y="94672"/>
                    <a:pt x="274822" y="94731"/>
                    <a:pt x="274819" y="94790"/>
                  </a:cubicBezTo>
                  <a:lnTo>
                    <a:pt x="274827" y="94613"/>
                  </a:lnTo>
                  <a:close/>
                  <a:moveTo>
                    <a:pt x="182036" y="164515"/>
                  </a:moveTo>
                  <a:cubicBezTo>
                    <a:pt x="182009" y="164557"/>
                    <a:pt x="182151" y="164591"/>
                    <a:pt x="182606" y="164606"/>
                  </a:cubicBezTo>
                  <a:cubicBezTo>
                    <a:pt x="182112" y="164589"/>
                    <a:pt x="181975" y="164562"/>
                    <a:pt x="182036" y="164515"/>
                  </a:cubicBezTo>
                  <a:close/>
                  <a:moveTo>
                    <a:pt x="171889" y="1"/>
                  </a:moveTo>
                  <a:cubicBezTo>
                    <a:pt x="169431" y="1"/>
                    <a:pt x="166985" y="62"/>
                    <a:pt x="164556" y="148"/>
                  </a:cubicBezTo>
                  <a:cubicBezTo>
                    <a:pt x="156370" y="512"/>
                    <a:pt x="148378" y="1314"/>
                    <a:pt x="140483" y="1872"/>
                  </a:cubicBezTo>
                  <a:cubicBezTo>
                    <a:pt x="132321" y="2456"/>
                    <a:pt x="124183" y="3379"/>
                    <a:pt x="116020" y="4666"/>
                  </a:cubicBezTo>
                  <a:lnTo>
                    <a:pt x="112960" y="5128"/>
                  </a:lnTo>
                  <a:cubicBezTo>
                    <a:pt x="111964" y="5298"/>
                    <a:pt x="110943" y="5516"/>
                    <a:pt x="109923" y="5686"/>
                  </a:cubicBezTo>
                  <a:lnTo>
                    <a:pt x="106887" y="6269"/>
                  </a:lnTo>
                  <a:lnTo>
                    <a:pt x="105380" y="6537"/>
                  </a:lnTo>
                  <a:lnTo>
                    <a:pt x="103850" y="6877"/>
                  </a:lnTo>
                  <a:cubicBezTo>
                    <a:pt x="101834" y="7314"/>
                    <a:pt x="99817" y="7727"/>
                    <a:pt x="97777" y="8188"/>
                  </a:cubicBezTo>
                  <a:lnTo>
                    <a:pt x="91704" y="9719"/>
                  </a:lnTo>
                  <a:cubicBezTo>
                    <a:pt x="90878" y="9913"/>
                    <a:pt x="90052" y="10180"/>
                    <a:pt x="89226" y="10423"/>
                  </a:cubicBezTo>
                  <a:lnTo>
                    <a:pt x="86797" y="11128"/>
                  </a:lnTo>
                  <a:lnTo>
                    <a:pt x="84416" y="11857"/>
                  </a:lnTo>
                  <a:cubicBezTo>
                    <a:pt x="83615" y="12099"/>
                    <a:pt x="82861" y="12391"/>
                    <a:pt x="82108" y="12634"/>
                  </a:cubicBezTo>
                  <a:lnTo>
                    <a:pt x="77614" y="14213"/>
                  </a:lnTo>
                  <a:cubicBezTo>
                    <a:pt x="76157" y="14747"/>
                    <a:pt x="74748" y="15355"/>
                    <a:pt x="73363" y="15889"/>
                  </a:cubicBezTo>
                  <a:lnTo>
                    <a:pt x="71323" y="16739"/>
                  </a:lnTo>
                  <a:lnTo>
                    <a:pt x="70327" y="17152"/>
                  </a:lnTo>
                  <a:lnTo>
                    <a:pt x="69331" y="17590"/>
                  </a:lnTo>
                  <a:lnTo>
                    <a:pt x="65517" y="19363"/>
                  </a:lnTo>
                  <a:lnTo>
                    <a:pt x="63671" y="20213"/>
                  </a:lnTo>
                  <a:lnTo>
                    <a:pt x="61922" y="21136"/>
                  </a:lnTo>
                  <a:lnTo>
                    <a:pt x="58521" y="22910"/>
                  </a:lnTo>
                  <a:lnTo>
                    <a:pt x="62772" y="21088"/>
                  </a:lnTo>
                  <a:lnTo>
                    <a:pt x="63841" y="20650"/>
                  </a:lnTo>
                  <a:lnTo>
                    <a:pt x="64909" y="20213"/>
                  </a:lnTo>
                  <a:lnTo>
                    <a:pt x="67072" y="19387"/>
                  </a:lnTo>
                  <a:lnTo>
                    <a:pt x="69234" y="18561"/>
                  </a:lnTo>
                  <a:cubicBezTo>
                    <a:pt x="69962" y="18270"/>
                    <a:pt x="70691" y="17978"/>
                    <a:pt x="71420" y="17735"/>
                  </a:cubicBezTo>
                  <a:lnTo>
                    <a:pt x="75817" y="16229"/>
                  </a:lnTo>
                  <a:cubicBezTo>
                    <a:pt x="76545" y="15962"/>
                    <a:pt x="77274" y="15695"/>
                    <a:pt x="78027" y="15476"/>
                  </a:cubicBezTo>
                  <a:lnTo>
                    <a:pt x="80238" y="14796"/>
                  </a:lnTo>
                  <a:cubicBezTo>
                    <a:pt x="81720" y="14334"/>
                    <a:pt x="83202" y="13873"/>
                    <a:pt x="84708" y="13411"/>
                  </a:cubicBezTo>
                  <a:lnTo>
                    <a:pt x="89202" y="12172"/>
                  </a:lnTo>
                  <a:lnTo>
                    <a:pt x="91461" y="11565"/>
                  </a:lnTo>
                  <a:lnTo>
                    <a:pt x="93744" y="11031"/>
                  </a:lnTo>
                  <a:lnTo>
                    <a:pt x="98287" y="9913"/>
                  </a:lnTo>
                  <a:cubicBezTo>
                    <a:pt x="99817" y="9597"/>
                    <a:pt x="101372" y="9282"/>
                    <a:pt x="102878" y="8942"/>
                  </a:cubicBezTo>
                  <a:lnTo>
                    <a:pt x="105186" y="8480"/>
                  </a:lnTo>
                  <a:cubicBezTo>
                    <a:pt x="105963" y="8310"/>
                    <a:pt x="106716" y="8188"/>
                    <a:pt x="107494" y="8043"/>
                  </a:cubicBezTo>
                  <a:lnTo>
                    <a:pt x="112134" y="7217"/>
                  </a:lnTo>
                  <a:cubicBezTo>
                    <a:pt x="118328" y="6197"/>
                    <a:pt x="124547" y="5322"/>
                    <a:pt x="130839" y="4715"/>
                  </a:cubicBezTo>
                  <a:lnTo>
                    <a:pt x="133195" y="4472"/>
                  </a:lnTo>
                  <a:lnTo>
                    <a:pt x="134361" y="4350"/>
                  </a:lnTo>
                  <a:lnTo>
                    <a:pt x="135551" y="4277"/>
                  </a:lnTo>
                  <a:lnTo>
                    <a:pt x="140264" y="3913"/>
                  </a:lnTo>
                  <a:lnTo>
                    <a:pt x="141454" y="3816"/>
                  </a:lnTo>
                  <a:lnTo>
                    <a:pt x="142596" y="3743"/>
                  </a:lnTo>
                  <a:lnTo>
                    <a:pt x="144928" y="3573"/>
                  </a:lnTo>
                  <a:lnTo>
                    <a:pt x="149568" y="3209"/>
                  </a:lnTo>
                  <a:cubicBezTo>
                    <a:pt x="155811" y="2747"/>
                    <a:pt x="162151" y="2261"/>
                    <a:pt x="168589" y="2140"/>
                  </a:cubicBezTo>
                  <a:lnTo>
                    <a:pt x="171018" y="2115"/>
                  </a:lnTo>
                  <a:cubicBezTo>
                    <a:pt x="171419" y="2103"/>
                    <a:pt x="171820" y="2097"/>
                    <a:pt x="172224" y="2097"/>
                  </a:cubicBezTo>
                  <a:cubicBezTo>
                    <a:pt x="172628" y="2097"/>
                    <a:pt x="173034" y="2103"/>
                    <a:pt x="173447" y="2115"/>
                  </a:cubicBezTo>
                  <a:lnTo>
                    <a:pt x="175877" y="2164"/>
                  </a:lnTo>
                  <a:cubicBezTo>
                    <a:pt x="176678" y="2188"/>
                    <a:pt x="177504" y="2237"/>
                    <a:pt x="178330" y="2261"/>
                  </a:cubicBezTo>
                  <a:lnTo>
                    <a:pt x="179545" y="2334"/>
                  </a:lnTo>
                  <a:cubicBezTo>
                    <a:pt x="179958" y="2358"/>
                    <a:pt x="180346" y="2407"/>
                    <a:pt x="180759" y="2431"/>
                  </a:cubicBezTo>
                  <a:lnTo>
                    <a:pt x="183237" y="2650"/>
                  </a:lnTo>
                  <a:lnTo>
                    <a:pt x="185691" y="2941"/>
                  </a:lnTo>
                  <a:cubicBezTo>
                    <a:pt x="186104" y="2990"/>
                    <a:pt x="186517" y="3039"/>
                    <a:pt x="186930" y="3111"/>
                  </a:cubicBezTo>
                  <a:lnTo>
                    <a:pt x="188168" y="3330"/>
                  </a:lnTo>
                  <a:lnTo>
                    <a:pt x="189407" y="3549"/>
                  </a:lnTo>
                  <a:cubicBezTo>
                    <a:pt x="189820" y="3622"/>
                    <a:pt x="190233" y="3694"/>
                    <a:pt x="190646" y="3792"/>
                  </a:cubicBezTo>
                  <a:lnTo>
                    <a:pt x="193124" y="4350"/>
                  </a:lnTo>
                  <a:cubicBezTo>
                    <a:pt x="193537" y="4447"/>
                    <a:pt x="193950" y="4569"/>
                    <a:pt x="194363" y="4690"/>
                  </a:cubicBezTo>
                  <a:lnTo>
                    <a:pt x="195602" y="5079"/>
                  </a:lnTo>
                  <a:lnTo>
                    <a:pt x="196841" y="5443"/>
                  </a:lnTo>
                  <a:lnTo>
                    <a:pt x="198055" y="5905"/>
                  </a:lnTo>
                  <a:cubicBezTo>
                    <a:pt x="201238" y="7144"/>
                    <a:pt x="204299" y="8650"/>
                    <a:pt x="207189" y="10448"/>
                  </a:cubicBezTo>
                  <a:cubicBezTo>
                    <a:pt x="212898" y="13921"/>
                    <a:pt x="217975" y="17954"/>
                    <a:pt x="222955" y="21865"/>
                  </a:cubicBezTo>
                  <a:cubicBezTo>
                    <a:pt x="225433" y="23808"/>
                    <a:pt x="227911" y="25752"/>
                    <a:pt x="230388" y="27574"/>
                  </a:cubicBezTo>
                  <a:cubicBezTo>
                    <a:pt x="231020" y="28035"/>
                    <a:pt x="231627" y="28472"/>
                    <a:pt x="232259" y="28910"/>
                  </a:cubicBezTo>
                  <a:lnTo>
                    <a:pt x="233206" y="29566"/>
                  </a:lnTo>
                  <a:lnTo>
                    <a:pt x="234154" y="30173"/>
                  </a:lnTo>
                  <a:cubicBezTo>
                    <a:pt x="235368" y="30999"/>
                    <a:pt x="236753" y="31849"/>
                    <a:pt x="238065" y="32675"/>
                  </a:cubicBezTo>
                  <a:cubicBezTo>
                    <a:pt x="240761" y="34351"/>
                    <a:pt x="243482" y="36027"/>
                    <a:pt x="246178" y="37752"/>
                  </a:cubicBezTo>
                  <a:cubicBezTo>
                    <a:pt x="248875" y="39477"/>
                    <a:pt x="251571" y="41250"/>
                    <a:pt x="254243" y="43145"/>
                  </a:cubicBezTo>
                  <a:cubicBezTo>
                    <a:pt x="256891" y="45040"/>
                    <a:pt x="259491" y="47032"/>
                    <a:pt x="262017" y="49194"/>
                  </a:cubicBezTo>
                  <a:cubicBezTo>
                    <a:pt x="264543" y="51356"/>
                    <a:pt x="266924" y="53712"/>
                    <a:pt x="269135" y="56214"/>
                  </a:cubicBezTo>
                  <a:lnTo>
                    <a:pt x="269961" y="57161"/>
                  </a:lnTo>
                  <a:cubicBezTo>
                    <a:pt x="270228" y="57477"/>
                    <a:pt x="270495" y="57817"/>
                    <a:pt x="270762" y="58133"/>
                  </a:cubicBezTo>
                  <a:lnTo>
                    <a:pt x="272317" y="60125"/>
                  </a:lnTo>
                  <a:lnTo>
                    <a:pt x="273774" y="62239"/>
                  </a:lnTo>
                  <a:cubicBezTo>
                    <a:pt x="274017" y="62579"/>
                    <a:pt x="274236" y="62943"/>
                    <a:pt x="274455" y="63307"/>
                  </a:cubicBezTo>
                  <a:lnTo>
                    <a:pt x="275111" y="64401"/>
                  </a:lnTo>
                  <a:cubicBezTo>
                    <a:pt x="276811" y="67340"/>
                    <a:pt x="278269" y="70401"/>
                    <a:pt x="279410" y="73607"/>
                  </a:cubicBezTo>
                  <a:cubicBezTo>
                    <a:pt x="280528" y="76790"/>
                    <a:pt x="281354" y="80069"/>
                    <a:pt x="281864" y="83397"/>
                  </a:cubicBezTo>
                  <a:lnTo>
                    <a:pt x="282082" y="84636"/>
                  </a:lnTo>
                  <a:cubicBezTo>
                    <a:pt x="282155" y="85049"/>
                    <a:pt x="282180" y="85462"/>
                    <a:pt x="282228" y="85875"/>
                  </a:cubicBezTo>
                  <a:lnTo>
                    <a:pt x="282350" y="87138"/>
                  </a:lnTo>
                  <a:cubicBezTo>
                    <a:pt x="282398" y="87551"/>
                    <a:pt x="282447" y="87964"/>
                    <a:pt x="282471" y="88377"/>
                  </a:cubicBezTo>
                  <a:lnTo>
                    <a:pt x="282617" y="90879"/>
                  </a:lnTo>
                  <a:lnTo>
                    <a:pt x="282641" y="93381"/>
                  </a:lnTo>
                  <a:cubicBezTo>
                    <a:pt x="282593" y="100037"/>
                    <a:pt x="281524" y="106620"/>
                    <a:pt x="279459" y="112961"/>
                  </a:cubicBezTo>
                  <a:lnTo>
                    <a:pt x="279094" y="114127"/>
                  </a:lnTo>
                  <a:cubicBezTo>
                    <a:pt x="278973" y="114515"/>
                    <a:pt x="278803" y="114904"/>
                    <a:pt x="278657" y="115293"/>
                  </a:cubicBezTo>
                  <a:lnTo>
                    <a:pt x="278220" y="116459"/>
                  </a:lnTo>
                  <a:cubicBezTo>
                    <a:pt x="278074" y="116847"/>
                    <a:pt x="277928" y="117236"/>
                    <a:pt x="277758" y="117600"/>
                  </a:cubicBezTo>
                  <a:lnTo>
                    <a:pt x="276787" y="119884"/>
                  </a:lnTo>
                  <a:lnTo>
                    <a:pt x="275718" y="122094"/>
                  </a:lnTo>
                  <a:cubicBezTo>
                    <a:pt x="274236" y="125058"/>
                    <a:pt x="272536" y="127876"/>
                    <a:pt x="270616" y="130572"/>
                  </a:cubicBezTo>
                  <a:cubicBezTo>
                    <a:pt x="277224" y="121171"/>
                    <a:pt x="281208" y="110191"/>
                    <a:pt x="282204" y="98774"/>
                  </a:cubicBezTo>
                  <a:cubicBezTo>
                    <a:pt x="282447" y="95835"/>
                    <a:pt x="282495" y="92895"/>
                    <a:pt x="282350" y="89980"/>
                  </a:cubicBezTo>
                  <a:cubicBezTo>
                    <a:pt x="282180" y="87017"/>
                    <a:pt x="281815" y="84077"/>
                    <a:pt x="281208" y="81162"/>
                  </a:cubicBezTo>
                  <a:cubicBezTo>
                    <a:pt x="280601" y="78247"/>
                    <a:pt x="279775" y="75381"/>
                    <a:pt x="278706" y="72587"/>
                  </a:cubicBezTo>
                  <a:cubicBezTo>
                    <a:pt x="277637" y="69769"/>
                    <a:pt x="276325" y="67073"/>
                    <a:pt x="274770" y="64498"/>
                  </a:cubicBezTo>
                  <a:cubicBezTo>
                    <a:pt x="274357" y="63842"/>
                    <a:pt x="273993" y="63186"/>
                    <a:pt x="273580" y="62579"/>
                  </a:cubicBezTo>
                  <a:lnTo>
                    <a:pt x="272293" y="60708"/>
                  </a:lnTo>
                  <a:cubicBezTo>
                    <a:pt x="272171" y="60562"/>
                    <a:pt x="272074" y="60417"/>
                    <a:pt x="271953" y="60271"/>
                  </a:cubicBezTo>
                  <a:lnTo>
                    <a:pt x="271612" y="59809"/>
                  </a:lnTo>
                  <a:lnTo>
                    <a:pt x="270932" y="58935"/>
                  </a:lnTo>
                  <a:lnTo>
                    <a:pt x="270228" y="58060"/>
                  </a:lnTo>
                  <a:cubicBezTo>
                    <a:pt x="270009" y="57769"/>
                    <a:pt x="269742" y="57502"/>
                    <a:pt x="269523" y="57210"/>
                  </a:cubicBezTo>
                  <a:cubicBezTo>
                    <a:pt x="267604" y="54951"/>
                    <a:pt x="265539" y="52837"/>
                    <a:pt x="263353" y="50845"/>
                  </a:cubicBezTo>
                  <a:cubicBezTo>
                    <a:pt x="259005" y="46910"/>
                    <a:pt x="254341" y="43534"/>
                    <a:pt x="249652" y="40424"/>
                  </a:cubicBezTo>
                  <a:cubicBezTo>
                    <a:pt x="244964" y="37339"/>
                    <a:pt x="240251" y="34448"/>
                    <a:pt x="235708" y="31558"/>
                  </a:cubicBezTo>
                  <a:cubicBezTo>
                    <a:pt x="231312" y="28764"/>
                    <a:pt x="227230" y="25533"/>
                    <a:pt x="223125" y="22254"/>
                  </a:cubicBezTo>
                  <a:cubicBezTo>
                    <a:pt x="220186" y="19922"/>
                    <a:pt x="217222" y="17565"/>
                    <a:pt x="214161" y="15330"/>
                  </a:cubicBezTo>
                  <a:cubicBezTo>
                    <a:pt x="211076" y="13023"/>
                    <a:pt x="207845" y="10933"/>
                    <a:pt x="204469" y="9039"/>
                  </a:cubicBezTo>
                  <a:lnTo>
                    <a:pt x="203181" y="8359"/>
                  </a:lnTo>
                  <a:cubicBezTo>
                    <a:pt x="202744" y="8140"/>
                    <a:pt x="202307" y="7897"/>
                    <a:pt x="201869" y="7703"/>
                  </a:cubicBezTo>
                  <a:lnTo>
                    <a:pt x="200509" y="7095"/>
                  </a:lnTo>
                  <a:cubicBezTo>
                    <a:pt x="200072" y="6901"/>
                    <a:pt x="199634" y="6658"/>
                    <a:pt x="199149" y="6488"/>
                  </a:cubicBezTo>
                  <a:lnTo>
                    <a:pt x="197764" y="5954"/>
                  </a:lnTo>
                  <a:cubicBezTo>
                    <a:pt x="197278" y="5784"/>
                    <a:pt x="196817" y="5589"/>
                    <a:pt x="196355" y="5468"/>
                  </a:cubicBezTo>
                  <a:lnTo>
                    <a:pt x="193513" y="4593"/>
                  </a:lnTo>
                  <a:cubicBezTo>
                    <a:pt x="189796" y="3670"/>
                    <a:pt x="186031" y="3014"/>
                    <a:pt x="182217" y="2698"/>
                  </a:cubicBezTo>
                  <a:cubicBezTo>
                    <a:pt x="178826" y="2386"/>
                    <a:pt x="175435" y="2258"/>
                    <a:pt x="172044" y="2258"/>
                  </a:cubicBezTo>
                  <a:cubicBezTo>
                    <a:pt x="171743" y="2258"/>
                    <a:pt x="171441" y="2259"/>
                    <a:pt x="171140" y="2261"/>
                  </a:cubicBezTo>
                  <a:cubicBezTo>
                    <a:pt x="167496" y="2285"/>
                    <a:pt x="163876" y="2480"/>
                    <a:pt x="160305" y="2674"/>
                  </a:cubicBezTo>
                  <a:cubicBezTo>
                    <a:pt x="156734" y="2868"/>
                    <a:pt x="153212" y="3184"/>
                    <a:pt x="149738" y="3476"/>
                  </a:cubicBezTo>
                  <a:lnTo>
                    <a:pt x="139341" y="4326"/>
                  </a:lnTo>
                  <a:lnTo>
                    <a:pt x="134094" y="4763"/>
                  </a:lnTo>
                  <a:lnTo>
                    <a:pt x="128847" y="5322"/>
                  </a:lnTo>
                  <a:cubicBezTo>
                    <a:pt x="127122" y="5492"/>
                    <a:pt x="125373" y="5735"/>
                    <a:pt x="123648" y="5954"/>
                  </a:cubicBezTo>
                  <a:cubicBezTo>
                    <a:pt x="121923" y="6197"/>
                    <a:pt x="120199" y="6391"/>
                    <a:pt x="118474" y="6682"/>
                  </a:cubicBezTo>
                  <a:lnTo>
                    <a:pt x="113300" y="7508"/>
                  </a:lnTo>
                  <a:cubicBezTo>
                    <a:pt x="111599" y="7824"/>
                    <a:pt x="109899" y="8164"/>
                    <a:pt x="108174" y="8456"/>
                  </a:cubicBezTo>
                  <a:lnTo>
                    <a:pt x="105623" y="8942"/>
                  </a:lnTo>
                  <a:lnTo>
                    <a:pt x="103073" y="9500"/>
                  </a:lnTo>
                  <a:lnTo>
                    <a:pt x="100546" y="10059"/>
                  </a:lnTo>
                  <a:cubicBezTo>
                    <a:pt x="99696" y="10253"/>
                    <a:pt x="98846" y="10399"/>
                    <a:pt x="97996" y="10618"/>
                  </a:cubicBezTo>
                  <a:lnTo>
                    <a:pt x="92967" y="11881"/>
                  </a:lnTo>
                  <a:lnTo>
                    <a:pt x="91704" y="12172"/>
                  </a:lnTo>
                  <a:lnTo>
                    <a:pt x="90441" y="12537"/>
                  </a:lnTo>
                  <a:lnTo>
                    <a:pt x="87963" y="13241"/>
                  </a:lnTo>
                  <a:cubicBezTo>
                    <a:pt x="84611" y="14116"/>
                    <a:pt x="81331" y="15233"/>
                    <a:pt x="78027" y="16253"/>
                  </a:cubicBezTo>
                  <a:cubicBezTo>
                    <a:pt x="76400" y="16812"/>
                    <a:pt x="74772" y="17395"/>
                    <a:pt x="73120" y="17978"/>
                  </a:cubicBezTo>
                  <a:cubicBezTo>
                    <a:pt x="72343" y="18270"/>
                    <a:pt x="71517" y="18537"/>
                    <a:pt x="70691" y="18828"/>
                  </a:cubicBezTo>
                  <a:lnTo>
                    <a:pt x="68262" y="19776"/>
                  </a:lnTo>
                  <a:lnTo>
                    <a:pt x="65833" y="20723"/>
                  </a:lnTo>
                  <a:cubicBezTo>
                    <a:pt x="65055" y="21063"/>
                    <a:pt x="64229" y="21355"/>
                    <a:pt x="63452" y="21719"/>
                  </a:cubicBezTo>
                  <a:lnTo>
                    <a:pt x="58666" y="23784"/>
                  </a:lnTo>
                  <a:lnTo>
                    <a:pt x="57646" y="24221"/>
                  </a:lnTo>
                  <a:cubicBezTo>
                    <a:pt x="57306" y="24367"/>
                    <a:pt x="56966" y="24537"/>
                    <a:pt x="56626" y="24707"/>
                  </a:cubicBezTo>
                  <a:lnTo>
                    <a:pt x="54585" y="25679"/>
                  </a:lnTo>
                  <a:lnTo>
                    <a:pt x="52520" y="26651"/>
                  </a:lnTo>
                  <a:lnTo>
                    <a:pt x="51500" y="27136"/>
                  </a:lnTo>
                  <a:cubicBezTo>
                    <a:pt x="51160" y="27282"/>
                    <a:pt x="50820" y="27452"/>
                    <a:pt x="50480" y="27622"/>
                  </a:cubicBezTo>
                  <a:lnTo>
                    <a:pt x="45791" y="30732"/>
                  </a:lnTo>
                  <a:cubicBezTo>
                    <a:pt x="45427" y="30975"/>
                    <a:pt x="45063" y="31217"/>
                    <a:pt x="44698" y="31460"/>
                  </a:cubicBezTo>
                  <a:lnTo>
                    <a:pt x="43678" y="32213"/>
                  </a:lnTo>
                  <a:lnTo>
                    <a:pt x="41710" y="33671"/>
                  </a:lnTo>
                  <a:lnTo>
                    <a:pt x="39961" y="35031"/>
                  </a:lnTo>
                  <a:lnTo>
                    <a:pt x="39160" y="35687"/>
                  </a:lnTo>
                  <a:cubicBezTo>
                    <a:pt x="38892" y="35882"/>
                    <a:pt x="38650" y="36124"/>
                    <a:pt x="38382" y="36343"/>
                  </a:cubicBezTo>
                  <a:cubicBezTo>
                    <a:pt x="37411" y="37218"/>
                    <a:pt x="36560" y="37995"/>
                    <a:pt x="35880" y="38699"/>
                  </a:cubicBezTo>
                  <a:cubicBezTo>
                    <a:pt x="34520" y="40084"/>
                    <a:pt x="33791" y="41056"/>
                    <a:pt x="34034" y="41396"/>
                  </a:cubicBezTo>
                  <a:cubicBezTo>
                    <a:pt x="34094" y="41474"/>
                    <a:pt x="34212" y="41515"/>
                    <a:pt x="34392" y="41515"/>
                  </a:cubicBezTo>
                  <a:cubicBezTo>
                    <a:pt x="34934" y="41515"/>
                    <a:pt x="36041" y="41142"/>
                    <a:pt x="37848" y="40303"/>
                  </a:cubicBezTo>
                  <a:cubicBezTo>
                    <a:pt x="38455" y="40011"/>
                    <a:pt x="39135" y="39671"/>
                    <a:pt x="39913" y="39282"/>
                  </a:cubicBezTo>
                  <a:cubicBezTo>
                    <a:pt x="40301" y="39112"/>
                    <a:pt x="40690" y="38894"/>
                    <a:pt x="41127" y="38675"/>
                  </a:cubicBezTo>
                  <a:lnTo>
                    <a:pt x="42488" y="38019"/>
                  </a:lnTo>
                  <a:cubicBezTo>
                    <a:pt x="43435" y="37558"/>
                    <a:pt x="44480" y="37023"/>
                    <a:pt x="45597" y="36440"/>
                  </a:cubicBezTo>
                  <a:lnTo>
                    <a:pt x="47370" y="35541"/>
                  </a:lnTo>
                  <a:lnTo>
                    <a:pt x="49338" y="34618"/>
                  </a:lnTo>
                  <a:lnTo>
                    <a:pt x="51500" y="33404"/>
                  </a:lnTo>
                  <a:lnTo>
                    <a:pt x="52715" y="32748"/>
                  </a:lnTo>
                  <a:cubicBezTo>
                    <a:pt x="53152" y="32529"/>
                    <a:pt x="53565" y="32286"/>
                    <a:pt x="54002" y="32068"/>
                  </a:cubicBezTo>
                  <a:lnTo>
                    <a:pt x="59274" y="29444"/>
                  </a:lnTo>
                  <a:lnTo>
                    <a:pt x="59881" y="29128"/>
                  </a:lnTo>
                  <a:lnTo>
                    <a:pt x="60488" y="28861"/>
                  </a:lnTo>
                  <a:lnTo>
                    <a:pt x="61654" y="28351"/>
                  </a:lnTo>
                  <a:lnTo>
                    <a:pt x="63598" y="27452"/>
                  </a:lnTo>
                  <a:lnTo>
                    <a:pt x="65395" y="26651"/>
                  </a:lnTo>
                  <a:cubicBezTo>
                    <a:pt x="65757" y="26575"/>
                    <a:pt x="66038" y="26542"/>
                    <a:pt x="66253" y="26542"/>
                  </a:cubicBezTo>
                  <a:cubicBezTo>
                    <a:pt x="66730" y="26542"/>
                    <a:pt x="66871" y="26707"/>
                    <a:pt x="66804" y="26942"/>
                  </a:cubicBezTo>
                  <a:cubicBezTo>
                    <a:pt x="66707" y="27258"/>
                    <a:pt x="66197" y="27817"/>
                    <a:pt x="65687" y="28375"/>
                  </a:cubicBezTo>
                  <a:cubicBezTo>
                    <a:pt x="83323" y="20820"/>
                    <a:pt x="102077" y="15986"/>
                    <a:pt x="121098" y="13241"/>
                  </a:cubicBezTo>
                  <a:lnTo>
                    <a:pt x="128239" y="12318"/>
                  </a:lnTo>
                  <a:cubicBezTo>
                    <a:pt x="130644" y="12075"/>
                    <a:pt x="133025" y="11808"/>
                    <a:pt x="135430" y="11565"/>
                  </a:cubicBezTo>
                  <a:lnTo>
                    <a:pt x="149908" y="10448"/>
                  </a:lnTo>
                  <a:cubicBezTo>
                    <a:pt x="154742" y="10059"/>
                    <a:pt x="159552" y="9695"/>
                    <a:pt x="164338" y="9476"/>
                  </a:cubicBezTo>
                  <a:cubicBezTo>
                    <a:pt x="166718" y="9354"/>
                    <a:pt x="169093" y="9294"/>
                    <a:pt x="171468" y="9294"/>
                  </a:cubicBezTo>
                  <a:cubicBezTo>
                    <a:pt x="173842" y="9294"/>
                    <a:pt x="176217" y="9354"/>
                    <a:pt x="178597" y="9476"/>
                  </a:cubicBezTo>
                  <a:cubicBezTo>
                    <a:pt x="179326" y="9500"/>
                    <a:pt x="180055" y="9573"/>
                    <a:pt x="180784" y="9646"/>
                  </a:cubicBezTo>
                  <a:lnTo>
                    <a:pt x="181877" y="9719"/>
                  </a:lnTo>
                  <a:cubicBezTo>
                    <a:pt x="182241" y="9743"/>
                    <a:pt x="182606" y="9767"/>
                    <a:pt x="182970" y="9840"/>
                  </a:cubicBezTo>
                  <a:lnTo>
                    <a:pt x="185132" y="10108"/>
                  </a:lnTo>
                  <a:lnTo>
                    <a:pt x="185666" y="10156"/>
                  </a:lnTo>
                  <a:cubicBezTo>
                    <a:pt x="185861" y="10180"/>
                    <a:pt x="186031" y="10229"/>
                    <a:pt x="186201" y="10253"/>
                  </a:cubicBezTo>
                  <a:lnTo>
                    <a:pt x="187270" y="10448"/>
                  </a:lnTo>
                  <a:lnTo>
                    <a:pt x="188339" y="10618"/>
                  </a:lnTo>
                  <a:cubicBezTo>
                    <a:pt x="188509" y="10666"/>
                    <a:pt x="188703" y="10691"/>
                    <a:pt x="188873" y="10715"/>
                  </a:cubicBezTo>
                  <a:lnTo>
                    <a:pt x="189407" y="10836"/>
                  </a:lnTo>
                  <a:lnTo>
                    <a:pt x="191472" y="11322"/>
                  </a:lnTo>
                  <a:cubicBezTo>
                    <a:pt x="191837" y="11419"/>
                    <a:pt x="192152" y="11541"/>
                    <a:pt x="192493" y="11638"/>
                  </a:cubicBezTo>
                  <a:lnTo>
                    <a:pt x="193513" y="11929"/>
                  </a:lnTo>
                  <a:lnTo>
                    <a:pt x="194533" y="12245"/>
                  </a:lnTo>
                  <a:cubicBezTo>
                    <a:pt x="194849" y="12367"/>
                    <a:pt x="195165" y="12488"/>
                    <a:pt x="195505" y="12610"/>
                  </a:cubicBezTo>
                  <a:cubicBezTo>
                    <a:pt x="196817" y="13071"/>
                    <a:pt x="198080" y="13678"/>
                    <a:pt x="199367" y="14286"/>
                  </a:cubicBezTo>
                  <a:lnTo>
                    <a:pt x="201262" y="15282"/>
                  </a:lnTo>
                  <a:cubicBezTo>
                    <a:pt x="201894" y="15622"/>
                    <a:pt x="202501" y="16011"/>
                    <a:pt x="203133" y="16351"/>
                  </a:cubicBezTo>
                  <a:cubicBezTo>
                    <a:pt x="205610" y="17832"/>
                    <a:pt x="208015" y="19460"/>
                    <a:pt x="210396" y="21209"/>
                  </a:cubicBezTo>
                  <a:cubicBezTo>
                    <a:pt x="215157" y="24707"/>
                    <a:pt x="219773" y="28545"/>
                    <a:pt x="224655" y="32238"/>
                  </a:cubicBezTo>
                  <a:cubicBezTo>
                    <a:pt x="225870" y="33137"/>
                    <a:pt x="227109" y="34060"/>
                    <a:pt x="228396" y="34934"/>
                  </a:cubicBezTo>
                  <a:lnTo>
                    <a:pt x="229344" y="35614"/>
                  </a:lnTo>
                  <a:lnTo>
                    <a:pt x="230316" y="36270"/>
                  </a:lnTo>
                  <a:cubicBezTo>
                    <a:pt x="230971" y="36683"/>
                    <a:pt x="231627" y="37145"/>
                    <a:pt x="232259" y="37533"/>
                  </a:cubicBezTo>
                  <a:lnTo>
                    <a:pt x="239838" y="42295"/>
                  </a:lnTo>
                  <a:cubicBezTo>
                    <a:pt x="242365" y="43898"/>
                    <a:pt x="244818" y="45477"/>
                    <a:pt x="247223" y="47129"/>
                  </a:cubicBezTo>
                  <a:cubicBezTo>
                    <a:pt x="248438" y="47955"/>
                    <a:pt x="249652" y="48781"/>
                    <a:pt x="250794" y="49631"/>
                  </a:cubicBezTo>
                  <a:cubicBezTo>
                    <a:pt x="251960" y="50505"/>
                    <a:pt x="253102" y="51356"/>
                    <a:pt x="254219" y="52254"/>
                  </a:cubicBezTo>
                  <a:cubicBezTo>
                    <a:pt x="258713" y="55825"/>
                    <a:pt x="262746" y="59761"/>
                    <a:pt x="266025" y="64158"/>
                  </a:cubicBezTo>
                  <a:cubicBezTo>
                    <a:pt x="267629" y="66344"/>
                    <a:pt x="269037" y="68676"/>
                    <a:pt x="270228" y="71105"/>
                  </a:cubicBezTo>
                  <a:cubicBezTo>
                    <a:pt x="271370" y="73559"/>
                    <a:pt x="272341" y="76109"/>
                    <a:pt x="273070" y="78709"/>
                  </a:cubicBezTo>
                  <a:cubicBezTo>
                    <a:pt x="274386" y="83525"/>
                    <a:pt x="274985" y="88486"/>
                    <a:pt x="274868" y="93457"/>
                  </a:cubicBezTo>
                  <a:lnTo>
                    <a:pt x="274868" y="93457"/>
                  </a:lnTo>
                  <a:lnTo>
                    <a:pt x="274868" y="91170"/>
                  </a:lnTo>
                  <a:lnTo>
                    <a:pt x="274843" y="90660"/>
                  </a:lnTo>
                  <a:lnTo>
                    <a:pt x="274746" y="88571"/>
                  </a:lnTo>
                  <a:lnTo>
                    <a:pt x="274528" y="86531"/>
                  </a:lnTo>
                  <a:cubicBezTo>
                    <a:pt x="274212" y="83786"/>
                    <a:pt x="273677" y="81089"/>
                    <a:pt x="272924" y="78417"/>
                  </a:cubicBezTo>
                  <a:cubicBezTo>
                    <a:pt x="272147" y="75794"/>
                    <a:pt x="271151" y="73243"/>
                    <a:pt x="269936" y="70789"/>
                  </a:cubicBezTo>
                  <a:lnTo>
                    <a:pt x="269013" y="68967"/>
                  </a:lnTo>
                  <a:lnTo>
                    <a:pt x="267944" y="67194"/>
                  </a:lnTo>
                  <a:lnTo>
                    <a:pt x="267701" y="66757"/>
                  </a:lnTo>
                  <a:lnTo>
                    <a:pt x="267386" y="66344"/>
                  </a:lnTo>
                  <a:lnTo>
                    <a:pt x="266778" y="65494"/>
                  </a:lnTo>
                  <a:lnTo>
                    <a:pt x="266195" y="64643"/>
                  </a:lnTo>
                  <a:lnTo>
                    <a:pt x="265564" y="63818"/>
                  </a:lnTo>
                  <a:lnTo>
                    <a:pt x="264932" y="62992"/>
                  </a:lnTo>
                  <a:cubicBezTo>
                    <a:pt x="264738" y="62724"/>
                    <a:pt x="264519" y="62457"/>
                    <a:pt x="264300" y="62190"/>
                  </a:cubicBezTo>
                  <a:lnTo>
                    <a:pt x="262940" y="60587"/>
                  </a:lnTo>
                  <a:cubicBezTo>
                    <a:pt x="261993" y="59566"/>
                    <a:pt x="261045" y="58522"/>
                    <a:pt x="260025" y="57550"/>
                  </a:cubicBezTo>
                  <a:cubicBezTo>
                    <a:pt x="257984" y="55582"/>
                    <a:pt x="255822" y="53712"/>
                    <a:pt x="253588" y="51963"/>
                  </a:cubicBezTo>
                  <a:cubicBezTo>
                    <a:pt x="249069" y="48416"/>
                    <a:pt x="244138" y="45210"/>
                    <a:pt x="239134" y="42027"/>
                  </a:cubicBezTo>
                  <a:lnTo>
                    <a:pt x="231554" y="37266"/>
                  </a:lnTo>
                  <a:cubicBezTo>
                    <a:pt x="228907" y="35566"/>
                    <a:pt x="226429" y="33768"/>
                    <a:pt x="224000" y="31922"/>
                  </a:cubicBezTo>
                  <a:cubicBezTo>
                    <a:pt x="219165" y="28229"/>
                    <a:pt x="214598" y="24440"/>
                    <a:pt x="209886" y="20990"/>
                  </a:cubicBezTo>
                  <a:cubicBezTo>
                    <a:pt x="207578" y="19290"/>
                    <a:pt x="205173" y="17687"/>
                    <a:pt x="202695" y="16205"/>
                  </a:cubicBezTo>
                  <a:cubicBezTo>
                    <a:pt x="201481" y="15476"/>
                    <a:pt x="200242" y="14845"/>
                    <a:pt x="199003" y="14189"/>
                  </a:cubicBezTo>
                  <a:lnTo>
                    <a:pt x="197108" y="13314"/>
                  </a:lnTo>
                  <a:cubicBezTo>
                    <a:pt x="196792" y="13168"/>
                    <a:pt x="196476" y="13071"/>
                    <a:pt x="196136" y="12925"/>
                  </a:cubicBezTo>
                  <a:lnTo>
                    <a:pt x="195189" y="12561"/>
                  </a:lnTo>
                  <a:cubicBezTo>
                    <a:pt x="194557" y="12318"/>
                    <a:pt x="193901" y="12099"/>
                    <a:pt x="193221" y="11905"/>
                  </a:cubicBezTo>
                  <a:lnTo>
                    <a:pt x="192225" y="11614"/>
                  </a:lnTo>
                  <a:lnTo>
                    <a:pt x="191739" y="11444"/>
                  </a:lnTo>
                  <a:lnTo>
                    <a:pt x="191229" y="11322"/>
                  </a:lnTo>
                  <a:lnTo>
                    <a:pt x="189189" y="10836"/>
                  </a:lnTo>
                  <a:cubicBezTo>
                    <a:pt x="188849" y="10763"/>
                    <a:pt x="188484" y="10691"/>
                    <a:pt x="188144" y="10642"/>
                  </a:cubicBezTo>
                  <a:lnTo>
                    <a:pt x="187100" y="10448"/>
                  </a:lnTo>
                  <a:cubicBezTo>
                    <a:pt x="185715" y="10180"/>
                    <a:pt x="184282" y="10035"/>
                    <a:pt x="182873" y="9840"/>
                  </a:cubicBezTo>
                  <a:cubicBezTo>
                    <a:pt x="182144" y="9767"/>
                    <a:pt x="181440" y="9719"/>
                    <a:pt x="180711" y="9646"/>
                  </a:cubicBezTo>
                  <a:cubicBezTo>
                    <a:pt x="180006" y="9597"/>
                    <a:pt x="179278" y="9500"/>
                    <a:pt x="178549" y="9500"/>
                  </a:cubicBezTo>
                  <a:cubicBezTo>
                    <a:pt x="176287" y="9385"/>
                    <a:pt x="174025" y="9330"/>
                    <a:pt x="171763" y="9330"/>
                  </a:cubicBezTo>
                  <a:cubicBezTo>
                    <a:pt x="169264" y="9330"/>
                    <a:pt x="166764" y="9397"/>
                    <a:pt x="164265" y="9525"/>
                  </a:cubicBezTo>
                  <a:cubicBezTo>
                    <a:pt x="159479" y="9767"/>
                    <a:pt x="154621" y="10156"/>
                    <a:pt x="149762" y="10569"/>
                  </a:cubicBezTo>
                  <a:cubicBezTo>
                    <a:pt x="147333" y="10788"/>
                    <a:pt x="144880" y="10982"/>
                    <a:pt x="142402" y="11176"/>
                  </a:cubicBezTo>
                  <a:lnTo>
                    <a:pt x="135163" y="11784"/>
                  </a:lnTo>
                  <a:lnTo>
                    <a:pt x="127924" y="12561"/>
                  </a:lnTo>
                  <a:lnTo>
                    <a:pt x="120709" y="13557"/>
                  </a:lnTo>
                  <a:cubicBezTo>
                    <a:pt x="101518" y="16424"/>
                    <a:pt x="82546" y="21476"/>
                    <a:pt x="64739" y="29347"/>
                  </a:cubicBezTo>
                  <a:cubicBezTo>
                    <a:pt x="64352" y="29816"/>
                    <a:pt x="64239" y="30165"/>
                    <a:pt x="64800" y="30165"/>
                  </a:cubicBezTo>
                  <a:cubicBezTo>
                    <a:pt x="64908" y="30165"/>
                    <a:pt x="65040" y="30152"/>
                    <a:pt x="65201" y="30124"/>
                  </a:cubicBezTo>
                  <a:cubicBezTo>
                    <a:pt x="66027" y="29979"/>
                    <a:pt x="66829" y="29760"/>
                    <a:pt x="67630" y="29468"/>
                  </a:cubicBezTo>
                  <a:cubicBezTo>
                    <a:pt x="68796" y="29128"/>
                    <a:pt x="70302" y="28618"/>
                    <a:pt x="72294" y="27914"/>
                  </a:cubicBezTo>
                  <a:lnTo>
                    <a:pt x="73436" y="27549"/>
                  </a:lnTo>
                  <a:cubicBezTo>
                    <a:pt x="73825" y="27404"/>
                    <a:pt x="74238" y="27258"/>
                    <a:pt x="74699" y="27112"/>
                  </a:cubicBezTo>
                  <a:cubicBezTo>
                    <a:pt x="75622" y="26821"/>
                    <a:pt x="76618" y="26480"/>
                    <a:pt x="77712" y="26116"/>
                  </a:cubicBezTo>
                  <a:cubicBezTo>
                    <a:pt x="78780" y="25752"/>
                    <a:pt x="79946" y="25339"/>
                    <a:pt x="81210" y="24926"/>
                  </a:cubicBezTo>
                  <a:lnTo>
                    <a:pt x="85194" y="23687"/>
                  </a:lnTo>
                  <a:lnTo>
                    <a:pt x="87356" y="22982"/>
                  </a:lnTo>
                  <a:lnTo>
                    <a:pt x="89590" y="22326"/>
                  </a:lnTo>
                  <a:cubicBezTo>
                    <a:pt x="91145" y="21889"/>
                    <a:pt x="92724" y="21428"/>
                    <a:pt x="94352" y="20966"/>
                  </a:cubicBezTo>
                  <a:lnTo>
                    <a:pt x="99405" y="19654"/>
                  </a:lnTo>
                  <a:lnTo>
                    <a:pt x="100716" y="19314"/>
                  </a:lnTo>
                  <a:lnTo>
                    <a:pt x="102028" y="19023"/>
                  </a:lnTo>
                  <a:lnTo>
                    <a:pt x="104700" y="18415"/>
                  </a:lnTo>
                  <a:lnTo>
                    <a:pt x="107421" y="17808"/>
                  </a:lnTo>
                  <a:lnTo>
                    <a:pt x="110166" y="17249"/>
                  </a:lnTo>
                  <a:lnTo>
                    <a:pt x="112935" y="16691"/>
                  </a:lnTo>
                  <a:lnTo>
                    <a:pt x="114320" y="16424"/>
                  </a:lnTo>
                  <a:lnTo>
                    <a:pt x="115705" y="16181"/>
                  </a:lnTo>
                  <a:lnTo>
                    <a:pt x="121292" y="15233"/>
                  </a:lnTo>
                  <a:lnTo>
                    <a:pt x="126831" y="14456"/>
                  </a:lnTo>
                  <a:lnTo>
                    <a:pt x="128191" y="14261"/>
                  </a:lnTo>
                  <a:lnTo>
                    <a:pt x="129551" y="14116"/>
                  </a:lnTo>
                  <a:lnTo>
                    <a:pt x="132248" y="13800"/>
                  </a:lnTo>
                  <a:lnTo>
                    <a:pt x="134871" y="13508"/>
                  </a:lnTo>
                  <a:cubicBezTo>
                    <a:pt x="135746" y="13411"/>
                    <a:pt x="136620" y="13338"/>
                    <a:pt x="137471" y="13266"/>
                  </a:cubicBezTo>
                  <a:lnTo>
                    <a:pt x="142426" y="12853"/>
                  </a:lnTo>
                  <a:lnTo>
                    <a:pt x="147163" y="12512"/>
                  </a:lnTo>
                  <a:cubicBezTo>
                    <a:pt x="151317" y="12245"/>
                    <a:pt x="155423" y="11929"/>
                    <a:pt x="159528" y="11711"/>
                  </a:cubicBezTo>
                  <a:cubicBezTo>
                    <a:pt x="163335" y="11486"/>
                    <a:pt x="167122" y="11344"/>
                    <a:pt x="170888" y="11344"/>
                  </a:cubicBezTo>
                  <a:cubicBezTo>
                    <a:pt x="171182" y="11344"/>
                    <a:pt x="171477" y="11345"/>
                    <a:pt x="171771" y="11346"/>
                  </a:cubicBezTo>
                  <a:cubicBezTo>
                    <a:pt x="175779" y="11346"/>
                    <a:pt x="179788" y="11589"/>
                    <a:pt x="183772" y="12075"/>
                  </a:cubicBezTo>
                  <a:cubicBezTo>
                    <a:pt x="187585" y="12512"/>
                    <a:pt x="191326" y="13411"/>
                    <a:pt x="194922" y="14747"/>
                  </a:cubicBezTo>
                  <a:cubicBezTo>
                    <a:pt x="198371" y="16083"/>
                    <a:pt x="201796" y="18002"/>
                    <a:pt x="205149" y="20262"/>
                  </a:cubicBezTo>
                  <a:cubicBezTo>
                    <a:pt x="208477" y="22497"/>
                    <a:pt x="211781" y="25047"/>
                    <a:pt x="215133" y="27671"/>
                  </a:cubicBezTo>
                  <a:cubicBezTo>
                    <a:pt x="218510" y="30319"/>
                    <a:pt x="221910" y="33064"/>
                    <a:pt x="225554" y="35711"/>
                  </a:cubicBezTo>
                  <a:cubicBezTo>
                    <a:pt x="226502" y="36343"/>
                    <a:pt x="227401" y="37023"/>
                    <a:pt x="228372" y="37655"/>
                  </a:cubicBezTo>
                  <a:lnTo>
                    <a:pt x="229805" y="38602"/>
                  </a:lnTo>
                  <a:lnTo>
                    <a:pt x="230534" y="39088"/>
                  </a:lnTo>
                  <a:lnTo>
                    <a:pt x="231214" y="39501"/>
                  </a:lnTo>
                  <a:lnTo>
                    <a:pt x="236729" y="42951"/>
                  </a:lnTo>
                  <a:cubicBezTo>
                    <a:pt x="240373" y="45234"/>
                    <a:pt x="243944" y="47493"/>
                    <a:pt x="247369" y="49850"/>
                  </a:cubicBezTo>
                  <a:cubicBezTo>
                    <a:pt x="250721" y="52157"/>
                    <a:pt x="253928" y="54659"/>
                    <a:pt x="256940" y="57356"/>
                  </a:cubicBezTo>
                  <a:cubicBezTo>
                    <a:pt x="259855" y="59955"/>
                    <a:pt x="262503" y="62846"/>
                    <a:pt x="264811" y="65980"/>
                  </a:cubicBezTo>
                  <a:cubicBezTo>
                    <a:pt x="266997" y="69040"/>
                    <a:pt x="268770" y="72368"/>
                    <a:pt x="270082" y="75891"/>
                  </a:cubicBezTo>
                  <a:lnTo>
                    <a:pt x="270349" y="76547"/>
                  </a:lnTo>
                  <a:cubicBezTo>
                    <a:pt x="270422" y="76765"/>
                    <a:pt x="270495" y="76984"/>
                    <a:pt x="270568" y="77202"/>
                  </a:cubicBezTo>
                  <a:lnTo>
                    <a:pt x="270981" y="78539"/>
                  </a:lnTo>
                  <a:cubicBezTo>
                    <a:pt x="271151" y="79000"/>
                    <a:pt x="271248" y="79462"/>
                    <a:pt x="271370" y="79899"/>
                  </a:cubicBezTo>
                  <a:lnTo>
                    <a:pt x="271734" y="81284"/>
                  </a:lnTo>
                  <a:lnTo>
                    <a:pt x="272050" y="82668"/>
                  </a:lnTo>
                  <a:cubicBezTo>
                    <a:pt x="272123" y="83130"/>
                    <a:pt x="272244" y="83591"/>
                    <a:pt x="272317" y="84053"/>
                  </a:cubicBezTo>
                  <a:lnTo>
                    <a:pt x="272536" y="85462"/>
                  </a:lnTo>
                  <a:lnTo>
                    <a:pt x="272633" y="86166"/>
                  </a:lnTo>
                  <a:cubicBezTo>
                    <a:pt x="272681" y="86385"/>
                    <a:pt x="272706" y="86628"/>
                    <a:pt x="272730" y="86871"/>
                  </a:cubicBezTo>
                  <a:cubicBezTo>
                    <a:pt x="273143" y="90636"/>
                    <a:pt x="273167" y="94426"/>
                    <a:pt x="272778" y="98215"/>
                  </a:cubicBezTo>
                  <a:cubicBezTo>
                    <a:pt x="272754" y="98677"/>
                    <a:pt x="272681" y="99138"/>
                    <a:pt x="272608" y="99624"/>
                  </a:cubicBezTo>
                  <a:lnTo>
                    <a:pt x="272414" y="101009"/>
                  </a:lnTo>
                  <a:cubicBezTo>
                    <a:pt x="272268" y="101956"/>
                    <a:pt x="272074" y="102879"/>
                    <a:pt x="271928" y="103802"/>
                  </a:cubicBezTo>
                  <a:cubicBezTo>
                    <a:pt x="271710" y="104750"/>
                    <a:pt x="271515" y="105649"/>
                    <a:pt x="271272" y="106572"/>
                  </a:cubicBezTo>
                  <a:lnTo>
                    <a:pt x="270884" y="107932"/>
                  </a:lnTo>
                  <a:cubicBezTo>
                    <a:pt x="270762" y="108369"/>
                    <a:pt x="270641" y="108831"/>
                    <a:pt x="270471" y="109268"/>
                  </a:cubicBezTo>
                  <a:cubicBezTo>
                    <a:pt x="269353" y="112815"/>
                    <a:pt x="267871" y="116264"/>
                    <a:pt x="266050" y="119519"/>
                  </a:cubicBezTo>
                  <a:lnTo>
                    <a:pt x="265564" y="120394"/>
                  </a:lnTo>
                  <a:lnTo>
                    <a:pt x="265029" y="121244"/>
                  </a:lnTo>
                  <a:lnTo>
                    <a:pt x="264495" y="122119"/>
                  </a:lnTo>
                  <a:lnTo>
                    <a:pt x="264252" y="122532"/>
                  </a:lnTo>
                  <a:lnTo>
                    <a:pt x="263960" y="122945"/>
                  </a:lnTo>
                  <a:lnTo>
                    <a:pt x="262843" y="124596"/>
                  </a:lnTo>
                  <a:lnTo>
                    <a:pt x="261628" y="126200"/>
                  </a:lnTo>
                  <a:cubicBezTo>
                    <a:pt x="260001" y="128289"/>
                    <a:pt x="258203" y="130257"/>
                    <a:pt x="256284" y="132054"/>
                  </a:cubicBezTo>
                  <a:cubicBezTo>
                    <a:pt x="254341" y="133828"/>
                    <a:pt x="252276" y="135431"/>
                    <a:pt x="250089" y="136864"/>
                  </a:cubicBezTo>
                  <a:lnTo>
                    <a:pt x="248389" y="137933"/>
                  </a:lnTo>
                  <a:lnTo>
                    <a:pt x="246616" y="138929"/>
                  </a:lnTo>
                  <a:lnTo>
                    <a:pt x="246178" y="139196"/>
                  </a:lnTo>
                  <a:lnTo>
                    <a:pt x="245741" y="139415"/>
                  </a:lnTo>
                  <a:lnTo>
                    <a:pt x="244818" y="139876"/>
                  </a:lnTo>
                  <a:lnTo>
                    <a:pt x="243919" y="140338"/>
                  </a:lnTo>
                  <a:lnTo>
                    <a:pt x="242996" y="140775"/>
                  </a:lnTo>
                  <a:lnTo>
                    <a:pt x="242049" y="141188"/>
                  </a:lnTo>
                  <a:lnTo>
                    <a:pt x="241587" y="141407"/>
                  </a:lnTo>
                  <a:lnTo>
                    <a:pt x="241126" y="141601"/>
                  </a:lnTo>
                  <a:lnTo>
                    <a:pt x="239231" y="142403"/>
                  </a:lnTo>
                  <a:lnTo>
                    <a:pt x="237287" y="143131"/>
                  </a:lnTo>
                  <a:cubicBezTo>
                    <a:pt x="236656" y="143399"/>
                    <a:pt x="235976" y="143593"/>
                    <a:pt x="235344" y="143836"/>
                  </a:cubicBezTo>
                  <a:cubicBezTo>
                    <a:pt x="232721" y="144735"/>
                    <a:pt x="230000" y="145512"/>
                    <a:pt x="227255" y="146192"/>
                  </a:cubicBezTo>
                  <a:cubicBezTo>
                    <a:pt x="224485" y="146872"/>
                    <a:pt x="221692" y="147455"/>
                    <a:pt x="218850" y="147990"/>
                  </a:cubicBezTo>
                  <a:cubicBezTo>
                    <a:pt x="216007" y="148500"/>
                    <a:pt x="213117" y="148986"/>
                    <a:pt x="210226" y="149374"/>
                  </a:cubicBezTo>
                  <a:cubicBezTo>
                    <a:pt x="194787" y="151592"/>
                    <a:pt x="179230" y="152704"/>
                    <a:pt x="163670" y="152704"/>
                  </a:cubicBezTo>
                  <a:cubicBezTo>
                    <a:pt x="155702" y="152704"/>
                    <a:pt x="147733" y="152412"/>
                    <a:pt x="139778" y="151828"/>
                  </a:cubicBezTo>
                  <a:lnTo>
                    <a:pt x="136742" y="151634"/>
                  </a:lnTo>
                  <a:lnTo>
                    <a:pt x="133705" y="151342"/>
                  </a:lnTo>
                  <a:lnTo>
                    <a:pt x="127608" y="150735"/>
                  </a:lnTo>
                  <a:cubicBezTo>
                    <a:pt x="125567" y="150492"/>
                    <a:pt x="123551" y="150225"/>
                    <a:pt x="121510" y="149958"/>
                  </a:cubicBezTo>
                  <a:lnTo>
                    <a:pt x="118450" y="149569"/>
                  </a:lnTo>
                  <a:cubicBezTo>
                    <a:pt x="117454" y="149423"/>
                    <a:pt x="116433" y="149253"/>
                    <a:pt x="115413" y="149107"/>
                  </a:cubicBezTo>
                  <a:lnTo>
                    <a:pt x="109316" y="148111"/>
                  </a:lnTo>
                  <a:cubicBezTo>
                    <a:pt x="107275" y="147747"/>
                    <a:pt x="105235" y="147358"/>
                    <a:pt x="103218" y="146970"/>
                  </a:cubicBezTo>
                  <a:lnTo>
                    <a:pt x="100182" y="146387"/>
                  </a:lnTo>
                  <a:cubicBezTo>
                    <a:pt x="99162" y="146192"/>
                    <a:pt x="98141" y="145949"/>
                    <a:pt x="97145" y="145731"/>
                  </a:cubicBezTo>
                  <a:lnTo>
                    <a:pt x="91072" y="144370"/>
                  </a:lnTo>
                  <a:cubicBezTo>
                    <a:pt x="89056" y="143884"/>
                    <a:pt x="87040" y="143374"/>
                    <a:pt x="85048" y="142864"/>
                  </a:cubicBezTo>
                  <a:lnTo>
                    <a:pt x="82036" y="142087"/>
                  </a:lnTo>
                  <a:cubicBezTo>
                    <a:pt x="81040" y="141820"/>
                    <a:pt x="80044" y="141528"/>
                    <a:pt x="79048" y="141237"/>
                  </a:cubicBezTo>
                  <a:lnTo>
                    <a:pt x="73096" y="139536"/>
                  </a:lnTo>
                  <a:cubicBezTo>
                    <a:pt x="71128" y="138929"/>
                    <a:pt x="69161" y="138273"/>
                    <a:pt x="67193" y="137666"/>
                  </a:cubicBezTo>
                  <a:cubicBezTo>
                    <a:pt x="63258" y="136451"/>
                    <a:pt x="59395" y="135115"/>
                    <a:pt x="55630" y="133682"/>
                  </a:cubicBezTo>
                  <a:cubicBezTo>
                    <a:pt x="51865" y="132249"/>
                    <a:pt x="48221" y="130694"/>
                    <a:pt x="44698" y="128993"/>
                  </a:cubicBezTo>
                  <a:cubicBezTo>
                    <a:pt x="41249" y="127342"/>
                    <a:pt x="37921" y="125471"/>
                    <a:pt x="34714" y="123358"/>
                  </a:cubicBezTo>
                  <a:cubicBezTo>
                    <a:pt x="33937" y="122847"/>
                    <a:pt x="33159" y="122337"/>
                    <a:pt x="32406" y="121779"/>
                  </a:cubicBezTo>
                  <a:lnTo>
                    <a:pt x="31289" y="120953"/>
                  </a:lnTo>
                  <a:cubicBezTo>
                    <a:pt x="30925" y="120685"/>
                    <a:pt x="30560" y="120394"/>
                    <a:pt x="30196" y="120127"/>
                  </a:cubicBezTo>
                  <a:cubicBezTo>
                    <a:pt x="29831" y="119835"/>
                    <a:pt x="29467" y="119568"/>
                    <a:pt x="29103" y="119252"/>
                  </a:cubicBezTo>
                  <a:lnTo>
                    <a:pt x="28058" y="118378"/>
                  </a:lnTo>
                  <a:cubicBezTo>
                    <a:pt x="27354" y="117795"/>
                    <a:pt x="26722" y="117187"/>
                    <a:pt x="26066" y="116580"/>
                  </a:cubicBezTo>
                  <a:cubicBezTo>
                    <a:pt x="23491" y="114151"/>
                    <a:pt x="21159" y="111479"/>
                    <a:pt x="19143" y="108588"/>
                  </a:cubicBezTo>
                  <a:cubicBezTo>
                    <a:pt x="17199" y="105770"/>
                    <a:pt x="15572" y="102782"/>
                    <a:pt x="14309" y="99624"/>
                  </a:cubicBezTo>
                  <a:cubicBezTo>
                    <a:pt x="13094" y="96612"/>
                    <a:pt x="12317" y="93478"/>
                    <a:pt x="11928" y="90247"/>
                  </a:cubicBezTo>
                  <a:lnTo>
                    <a:pt x="11807" y="89081"/>
                  </a:lnTo>
                  <a:cubicBezTo>
                    <a:pt x="11782" y="88887"/>
                    <a:pt x="11782" y="88693"/>
                    <a:pt x="11782" y="88523"/>
                  </a:cubicBezTo>
                  <a:lnTo>
                    <a:pt x="11758" y="87940"/>
                  </a:lnTo>
                  <a:lnTo>
                    <a:pt x="11734" y="86774"/>
                  </a:lnTo>
                  <a:cubicBezTo>
                    <a:pt x="11709" y="86385"/>
                    <a:pt x="11758" y="86021"/>
                    <a:pt x="11758" y="85632"/>
                  </a:cubicBezTo>
                  <a:cubicBezTo>
                    <a:pt x="11807" y="84101"/>
                    <a:pt x="11977" y="82571"/>
                    <a:pt x="12268" y="81065"/>
                  </a:cubicBezTo>
                  <a:cubicBezTo>
                    <a:pt x="13361" y="75065"/>
                    <a:pt x="16228" y="69478"/>
                    <a:pt x="19823" y="64571"/>
                  </a:cubicBezTo>
                  <a:cubicBezTo>
                    <a:pt x="21305" y="62530"/>
                    <a:pt x="22884" y="60562"/>
                    <a:pt x="24584" y="58692"/>
                  </a:cubicBezTo>
                  <a:cubicBezTo>
                    <a:pt x="26139" y="56967"/>
                    <a:pt x="27621" y="55485"/>
                    <a:pt x="28981" y="54149"/>
                  </a:cubicBezTo>
                  <a:cubicBezTo>
                    <a:pt x="31678" y="51501"/>
                    <a:pt x="33864" y="49534"/>
                    <a:pt x="35394" y="48100"/>
                  </a:cubicBezTo>
                  <a:cubicBezTo>
                    <a:pt x="36147" y="47372"/>
                    <a:pt x="36730" y="46789"/>
                    <a:pt x="37168" y="46327"/>
                  </a:cubicBezTo>
                  <a:cubicBezTo>
                    <a:pt x="37484" y="45987"/>
                    <a:pt x="37751" y="45623"/>
                    <a:pt x="37969" y="45210"/>
                  </a:cubicBezTo>
                  <a:cubicBezTo>
                    <a:pt x="38077" y="44940"/>
                    <a:pt x="37975" y="44805"/>
                    <a:pt x="37672" y="44805"/>
                  </a:cubicBezTo>
                  <a:cubicBezTo>
                    <a:pt x="37429" y="44805"/>
                    <a:pt x="37057" y="44891"/>
                    <a:pt x="36560" y="45064"/>
                  </a:cubicBezTo>
                  <a:cubicBezTo>
                    <a:pt x="34836" y="45720"/>
                    <a:pt x="33184" y="46546"/>
                    <a:pt x="31605" y="47517"/>
                  </a:cubicBezTo>
                  <a:cubicBezTo>
                    <a:pt x="28860" y="49145"/>
                    <a:pt x="26260" y="50967"/>
                    <a:pt x="23783" y="52983"/>
                  </a:cubicBezTo>
                  <a:cubicBezTo>
                    <a:pt x="20333" y="55753"/>
                    <a:pt x="17199" y="58886"/>
                    <a:pt x="14454" y="62311"/>
                  </a:cubicBezTo>
                  <a:cubicBezTo>
                    <a:pt x="12778" y="64352"/>
                    <a:pt x="11272" y="66538"/>
                    <a:pt x="9960" y="68822"/>
                  </a:cubicBezTo>
                  <a:cubicBezTo>
                    <a:pt x="9620" y="69429"/>
                    <a:pt x="9280" y="70061"/>
                    <a:pt x="8989" y="70692"/>
                  </a:cubicBezTo>
                  <a:cubicBezTo>
                    <a:pt x="8673" y="71324"/>
                    <a:pt x="8381" y="71980"/>
                    <a:pt x="8066" y="72636"/>
                  </a:cubicBezTo>
                  <a:cubicBezTo>
                    <a:pt x="7458" y="73996"/>
                    <a:pt x="6948" y="75381"/>
                    <a:pt x="6511" y="76814"/>
                  </a:cubicBezTo>
                  <a:lnTo>
                    <a:pt x="5466" y="76498"/>
                  </a:lnTo>
                  <a:cubicBezTo>
                    <a:pt x="5879" y="75065"/>
                    <a:pt x="6365" y="73680"/>
                    <a:pt x="6924" y="72295"/>
                  </a:cubicBezTo>
                  <a:cubicBezTo>
                    <a:pt x="7483" y="71008"/>
                    <a:pt x="8017" y="69769"/>
                    <a:pt x="8600" y="68652"/>
                  </a:cubicBezTo>
                  <a:cubicBezTo>
                    <a:pt x="9669" y="66611"/>
                    <a:pt x="10835" y="64643"/>
                    <a:pt x="12098" y="62749"/>
                  </a:cubicBezTo>
                  <a:cubicBezTo>
                    <a:pt x="13896" y="60149"/>
                    <a:pt x="15815" y="57623"/>
                    <a:pt x="17880" y="55218"/>
                  </a:cubicBezTo>
                  <a:cubicBezTo>
                    <a:pt x="19386" y="53420"/>
                    <a:pt x="20455" y="52206"/>
                    <a:pt x="21135" y="51356"/>
                  </a:cubicBezTo>
                  <a:cubicBezTo>
                    <a:pt x="21791" y="50505"/>
                    <a:pt x="22058" y="50020"/>
                    <a:pt x="22058" y="49728"/>
                  </a:cubicBezTo>
                  <a:cubicBezTo>
                    <a:pt x="22068" y="49503"/>
                    <a:pt x="21894" y="49429"/>
                    <a:pt x="21629" y="49429"/>
                  </a:cubicBezTo>
                  <a:cubicBezTo>
                    <a:pt x="21263" y="49429"/>
                    <a:pt x="20725" y="49571"/>
                    <a:pt x="20260" y="49655"/>
                  </a:cubicBezTo>
                  <a:cubicBezTo>
                    <a:pt x="20065" y="49697"/>
                    <a:pt x="19883" y="49725"/>
                    <a:pt x="19731" y="49725"/>
                  </a:cubicBezTo>
                  <a:cubicBezTo>
                    <a:pt x="19262" y="49725"/>
                    <a:pt x="19095" y="49451"/>
                    <a:pt x="19774" y="48441"/>
                  </a:cubicBezTo>
                  <a:lnTo>
                    <a:pt x="19774" y="48441"/>
                  </a:lnTo>
                  <a:cubicBezTo>
                    <a:pt x="15159" y="52789"/>
                    <a:pt x="10859" y="57672"/>
                    <a:pt x="7385" y="63283"/>
                  </a:cubicBezTo>
                  <a:cubicBezTo>
                    <a:pt x="6511" y="64692"/>
                    <a:pt x="5685" y="66125"/>
                    <a:pt x="4956" y="67631"/>
                  </a:cubicBezTo>
                  <a:cubicBezTo>
                    <a:pt x="4227" y="69162"/>
                    <a:pt x="3547" y="70668"/>
                    <a:pt x="2964" y="72271"/>
                  </a:cubicBezTo>
                  <a:cubicBezTo>
                    <a:pt x="2357" y="73850"/>
                    <a:pt x="1847" y="75478"/>
                    <a:pt x="1434" y="77130"/>
                  </a:cubicBezTo>
                  <a:cubicBezTo>
                    <a:pt x="1215" y="77956"/>
                    <a:pt x="997" y="78781"/>
                    <a:pt x="875" y="79632"/>
                  </a:cubicBezTo>
                  <a:cubicBezTo>
                    <a:pt x="729" y="80458"/>
                    <a:pt x="559" y="81308"/>
                    <a:pt x="462" y="82158"/>
                  </a:cubicBezTo>
                  <a:cubicBezTo>
                    <a:pt x="49" y="85583"/>
                    <a:pt x="1" y="89033"/>
                    <a:pt x="365" y="92458"/>
                  </a:cubicBezTo>
                  <a:cubicBezTo>
                    <a:pt x="754" y="95835"/>
                    <a:pt x="1507" y="99187"/>
                    <a:pt x="2576" y="102418"/>
                  </a:cubicBezTo>
                  <a:cubicBezTo>
                    <a:pt x="3620" y="105600"/>
                    <a:pt x="4980" y="108685"/>
                    <a:pt x="6608" y="111624"/>
                  </a:cubicBezTo>
                  <a:cubicBezTo>
                    <a:pt x="8211" y="114564"/>
                    <a:pt x="10033" y="117357"/>
                    <a:pt x="12098" y="120005"/>
                  </a:cubicBezTo>
                  <a:cubicBezTo>
                    <a:pt x="12608" y="120661"/>
                    <a:pt x="13264" y="121341"/>
                    <a:pt x="13920" y="122094"/>
                  </a:cubicBezTo>
                  <a:cubicBezTo>
                    <a:pt x="14576" y="122872"/>
                    <a:pt x="15353" y="123649"/>
                    <a:pt x="16155" y="124451"/>
                  </a:cubicBezTo>
                  <a:lnTo>
                    <a:pt x="16762" y="125058"/>
                  </a:lnTo>
                  <a:lnTo>
                    <a:pt x="17418" y="125665"/>
                  </a:lnTo>
                  <a:lnTo>
                    <a:pt x="18730" y="126880"/>
                  </a:lnTo>
                  <a:cubicBezTo>
                    <a:pt x="19191" y="127293"/>
                    <a:pt x="19653" y="127682"/>
                    <a:pt x="20115" y="128070"/>
                  </a:cubicBezTo>
                  <a:cubicBezTo>
                    <a:pt x="20576" y="128459"/>
                    <a:pt x="21038" y="128872"/>
                    <a:pt x="21523" y="129261"/>
                  </a:cubicBezTo>
                  <a:cubicBezTo>
                    <a:pt x="24900" y="131957"/>
                    <a:pt x="28471" y="134386"/>
                    <a:pt x="32212" y="136548"/>
                  </a:cubicBezTo>
                  <a:cubicBezTo>
                    <a:pt x="36245" y="138856"/>
                    <a:pt x="40399" y="140921"/>
                    <a:pt x="44674" y="142743"/>
                  </a:cubicBezTo>
                  <a:cubicBezTo>
                    <a:pt x="48901" y="144540"/>
                    <a:pt x="53152" y="146119"/>
                    <a:pt x="57379" y="147577"/>
                  </a:cubicBezTo>
                  <a:cubicBezTo>
                    <a:pt x="58423" y="147917"/>
                    <a:pt x="59492" y="148306"/>
                    <a:pt x="60561" y="148621"/>
                  </a:cubicBezTo>
                  <a:lnTo>
                    <a:pt x="63743" y="149642"/>
                  </a:lnTo>
                  <a:lnTo>
                    <a:pt x="66926" y="150638"/>
                  </a:lnTo>
                  <a:cubicBezTo>
                    <a:pt x="67970" y="150953"/>
                    <a:pt x="69039" y="151318"/>
                    <a:pt x="70108" y="151609"/>
                  </a:cubicBezTo>
                  <a:cubicBezTo>
                    <a:pt x="74383" y="152824"/>
                    <a:pt x="78635" y="154087"/>
                    <a:pt x="82934" y="155107"/>
                  </a:cubicBezTo>
                  <a:lnTo>
                    <a:pt x="86141" y="155909"/>
                  </a:lnTo>
                  <a:lnTo>
                    <a:pt x="87769" y="156346"/>
                  </a:lnTo>
                  <a:lnTo>
                    <a:pt x="89372" y="156711"/>
                  </a:lnTo>
                  <a:lnTo>
                    <a:pt x="95834" y="158144"/>
                  </a:lnTo>
                  <a:cubicBezTo>
                    <a:pt x="96392" y="158241"/>
                    <a:pt x="96927" y="158387"/>
                    <a:pt x="97461" y="158484"/>
                  </a:cubicBezTo>
                  <a:lnTo>
                    <a:pt x="99089" y="158800"/>
                  </a:lnTo>
                  <a:lnTo>
                    <a:pt x="102320" y="159407"/>
                  </a:lnTo>
                  <a:cubicBezTo>
                    <a:pt x="104506" y="159796"/>
                    <a:pt x="106644" y="160257"/>
                    <a:pt x="108830" y="160573"/>
                  </a:cubicBezTo>
                  <a:lnTo>
                    <a:pt x="115340" y="161618"/>
                  </a:lnTo>
                  <a:cubicBezTo>
                    <a:pt x="116409" y="161812"/>
                    <a:pt x="117502" y="161934"/>
                    <a:pt x="118595" y="162079"/>
                  </a:cubicBezTo>
                  <a:lnTo>
                    <a:pt x="121851" y="162492"/>
                  </a:lnTo>
                  <a:lnTo>
                    <a:pt x="125106" y="162930"/>
                  </a:lnTo>
                  <a:lnTo>
                    <a:pt x="125932" y="163027"/>
                  </a:lnTo>
                  <a:lnTo>
                    <a:pt x="126758" y="163124"/>
                  </a:lnTo>
                  <a:lnTo>
                    <a:pt x="128385" y="163270"/>
                  </a:lnTo>
                  <a:lnTo>
                    <a:pt x="134920" y="163950"/>
                  </a:lnTo>
                  <a:cubicBezTo>
                    <a:pt x="137082" y="164144"/>
                    <a:pt x="139268" y="164290"/>
                    <a:pt x="141454" y="164436"/>
                  </a:cubicBezTo>
                  <a:lnTo>
                    <a:pt x="144734" y="164679"/>
                  </a:lnTo>
                  <a:cubicBezTo>
                    <a:pt x="145827" y="164751"/>
                    <a:pt x="146920" y="164800"/>
                    <a:pt x="147989" y="164849"/>
                  </a:cubicBezTo>
                  <a:lnTo>
                    <a:pt x="154548" y="165140"/>
                  </a:lnTo>
                  <a:lnTo>
                    <a:pt x="161083" y="165262"/>
                  </a:lnTo>
                  <a:lnTo>
                    <a:pt x="164338" y="165310"/>
                  </a:lnTo>
                  <a:lnTo>
                    <a:pt x="167617" y="165262"/>
                  </a:lnTo>
                  <a:lnTo>
                    <a:pt x="174152" y="165189"/>
                  </a:lnTo>
                  <a:lnTo>
                    <a:pt x="180662" y="164897"/>
                  </a:lnTo>
                  <a:cubicBezTo>
                    <a:pt x="181755" y="164849"/>
                    <a:pt x="182824" y="164824"/>
                    <a:pt x="183917" y="164776"/>
                  </a:cubicBezTo>
                  <a:lnTo>
                    <a:pt x="187173" y="164533"/>
                  </a:lnTo>
                  <a:cubicBezTo>
                    <a:pt x="189335" y="164363"/>
                    <a:pt x="191497" y="164241"/>
                    <a:pt x="193659" y="164071"/>
                  </a:cubicBezTo>
                  <a:lnTo>
                    <a:pt x="200145" y="163415"/>
                  </a:lnTo>
                  <a:cubicBezTo>
                    <a:pt x="201213" y="163294"/>
                    <a:pt x="202307" y="163197"/>
                    <a:pt x="203375" y="163075"/>
                  </a:cubicBezTo>
                  <a:lnTo>
                    <a:pt x="206606" y="162662"/>
                  </a:lnTo>
                  <a:cubicBezTo>
                    <a:pt x="208744" y="162371"/>
                    <a:pt x="210882" y="162104"/>
                    <a:pt x="213044" y="161812"/>
                  </a:cubicBezTo>
                  <a:cubicBezTo>
                    <a:pt x="217344" y="161156"/>
                    <a:pt x="221668" y="160427"/>
                    <a:pt x="225992" y="159504"/>
                  </a:cubicBezTo>
                  <a:cubicBezTo>
                    <a:pt x="230364" y="158581"/>
                    <a:pt x="234688" y="157415"/>
                    <a:pt x="238915" y="155982"/>
                  </a:cubicBezTo>
                  <a:cubicBezTo>
                    <a:pt x="243263" y="154524"/>
                    <a:pt x="247466" y="152727"/>
                    <a:pt x="251523" y="150613"/>
                  </a:cubicBezTo>
                  <a:cubicBezTo>
                    <a:pt x="251766" y="150468"/>
                    <a:pt x="252033" y="150346"/>
                    <a:pt x="252276" y="150200"/>
                  </a:cubicBezTo>
                  <a:lnTo>
                    <a:pt x="253029" y="149763"/>
                  </a:lnTo>
                  <a:lnTo>
                    <a:pt x="254559" y="148913"/>
                  </a:lnTo>
                  <a:cubicBezTo>
                    <a:pt x="255555" y="148306"/>
                    <a:pt x="256527" y="147674"/>
                    <a:pt x="257499" y="147042"/>
                  </a:cubicBezTo>
                  <a:lnTo>
                    <a:pt x="258956" y="146022"/>
                  </a:lnTo>
                  <a:lnTo>
                    <a:pt x="259685" y="145488"/>
                  </a:lnTo>
                  <a:lnTo>
                    <a:pt x="260049" y="145245"/>
                  </a:lnTo>
                  <a:lnTo>
                    <a:pt x="260389" y="144953"/>
                  </a:lnTo>
                  <a:lnTo>
                    <a:pt x="261774" y="143860"/>
                  </a:lnTo>
                  <a:lnTo>
                    <a:pt x="262479" y="143301"/>
                  </a:lnTo>
                  <a:cubicBezTo>
                    <a:pt x="262697" y="143107"/>
                    <a:pt x="262916" y="142913"/>
                    <a:pt x="263134" y="142718"/>
                  </a:cubicBezTo>
                  <a:cubicBezTo>
                    <a:pt x="266657" y="139609"/>
                    <a:pt x="269839" y="136111"/>
                    <a:pt x="272560" y="132297"/>
                  </a:cubicBezTo>
                  <a:cubicBezTo>
                    <a:pt x="272924" y="131836"/>
                    <a:pt x="273240" y="131350"/>
                    <a:pt x="273556" y="130864"/>
                  </a:cubicBezTo>
                  <a:lnTo>
                    <a:pt x="274528" y="129406"/>
                  </a:lnTo>
                  <a:cubicBezTo>
                    <a:pt x="275159" y="128410"/>
                    <a:pt x="275718" y="127414"/>
                    <a:pt x="276325" y="126418"/>
                  </a:cubicBezTo>
                  <a:lnTo>
                    <a:pt x="277151" y="124864"/>
                  </a:lnTo>
                  <a:cubicBezTo>
                    <a:pt x="277418" y="124354"/>
                    <a:pt x="277710" y="123843"/>
                    <a:pt x="277953" y="123309"/>
                  </a:cubicBezTo>
                  <a:lnTo>
                    <a:pt x="278706" y="121754"/>
                  </a:lnTo>
                  <a:lnTo>
                    <a:pt x="279094" y="120953"/>
                  </a:lnTo>
                  <a:lnTo>
                    <a:pt x="279435" y="120151"/>
                  </a:lnTo>
                  <a:cubicBezTo>
                    <a:pt x="281256" y="115900"/>
                    <a:pt x="282665" y="111454"/>
                    <a:pt x="283637" y="106912"/>
                  </a:cubicBezTo>
                  <a:cubicBezTo>
                    <a:pt x="283686" y="106645"/>
                    <a:pt x="283759" y="106353"/>
                    <a:pt x="283807" y="106062"/>
                  </a:cubicBezTo>
                  <a:lnTo>
                    <a:pt x="283953" y="105211"/>
                  </a:lnTo>
                  <a:lnTo>
                    <a:pt x="284269" y="103487"/>
                  </a:lnTo>
                  <a:cubicBezTo>
                    <a:pt x="284439" y="102345"/>
                    <a:pt x="284560" y="101179"/>
                    <a:pt x="284730" y="100037"/>
                  </a:cubicBezTo>
                  <a:cubicBezTo>
                    <a:pt x="284803" y="98871"/>
                    <a:pt x="284925" y="97729"/>
                    <a:pt x="284973" y="96563"/>
                  </a:cubicBezTo>
                  <a:lnTo>
                    <a:pt x="285046" y="94814"/>
                  </a:lnTo>
                  <a:lnTo>
                    <a:pt x="285070" y="93940"/>
                  </a:lnTo>
                  <a:lnTo>
                    <a:pt x="285070" y="93065"/>
                  </a:lnTo>
                  <a:cubicBezTo>
                    <a:pt x="285070" y="88377"/>
                    <a:pt x="284536" y="83688"/>
                    <a:pt x="283491" y="79122"/>
                  </a:cubicBezTo>
                  <a:cubicBezTo>
                    <a:pt x="282423" y="74482"/>
                    <a:pt x="280771" y="70012"/>
                    <a:pt x="278560" y="65809"/>
                  </a:cubicBezTo>
                  <a:lnTo>
                    <a:pt x="277710" y="64230"/>
                  </a:lnTo>
                  <a:cubicBezTo>
                    <a:pt x="277443" y="63720"/>
                    <a:pt x="277127" y="63210"/>
                    <a:pt x="276811" y="62700"/>
                  </a:cubicBezTo>
                  <a:cubicBezTo>
                    <a:pt x="276495" y="62190"/>
                    <a:pt x="276179" y="61680"/>
                    <a:pt x="275864" y="61170"/>
                  </a:cubicBezTo>
                  <a:lnTo>
                    <a:pt x="274819" y="59712"/>
                  </a:lnTo>
                  <a:cubicBezTo>
                    <a:pt x="273459" y="57793"/>
                    <a:pt x="272001" y="55947"/>
                    <a:pt x="270422" y="54198"/>
                  </a:cubicBezTo>
                  <a:cubicBezTo>
                    <a:pt x="267313" y="50797"/>
                    <a:pt x="263936" y="47688"/>
                    <a:pt x="260292" y="44870"/>
                  </a:cubicBezTo>
                  <a:cubicBezTo>
                    <a:pt x="253199" y="39307"/>
                    <a:pt x="245668" y="34813"/>
                    <a:pt x="238502" y="30343"/>
                  </a:cubicBezTo>
                  <a:lnTo>
                    <a:pt x="237166" y="29517"/>
                  </a:lnTo>
                  <a:lnTo>
                    <a:pt x="236486" y="29104"/>
                  </a:lnTo>
                  <a:lnTo>
                    <a:pt x="235879" y="28691"/>
                  </a:lnTo>
                  <a:lnTo>
                    <a:pt x="234640" y="27889"/>
                  </a:lnTo>
                  <a:cubicBezTo>
                    <a:pt x="234227" y="27622"/>
                    <a:pt x="233838" y="27331"/>
                    <a:pt x="233425" y="27039"/>
                  </a:cubicBezTo>
                  <a:cubicBezTo>
                    <a:pt x="233012" y="26748"/>
                    <a:pt x="232599" y="26456"/>
                    <a:pt x="232186" y="26165"/>
                  </a:cubicBezTo>
                  <a:lnTo>
                    <a:pt x="230947" y="25242"/>
                  </a:lnTo>
                  <a:cubicBezTo>
                    <a:pt x="230121" y="24659"/>
                    <a:pt x="229295" y="24003"/>
                    <a:pt x="228469" y="23395"/>
                  </a:cubicBezTo>
                  <a:cubicBezTo>
                    <a:pt x="225166" y="20869"/>
                    <a:pt x="221813" y="18173"/>
                    <a:pt x="218315" y="15525"/>
                  </a:cubicBezTo>
                  <a:cubicBezTo>
                    <a:pt x="215309" y="13209"/>
                    <a:pt x="212185" y="11047"/>
                    <a:pt x="208969" y="9051"/>
                  </a:cubicBezTo>
                  <a:lnTo>
                    <a:pt x="208969" y="9051"/>
                  </a:lnTo>
                  <a:cubicBezTo>
                    <a:pt x="209456" y="9356"/>
                    <a:pt x="209940" y="9668"/>
                    <a:pt x="210420" y="9986"/>
                  </a:cubicBezTo>
                  <a:cubicBezTo>
                    <a:pt x="210736" y="10180"/>
                    <a:pt x="211028" y="10375"/>
                    <a:pt x="211343" y="10593"/>
                  </a:cubicBezTo>
                  <a:lnTo>
                    <a:pt x="212242" y="11201"/>
                  </a:lnTo>
                  <a:cubicBezTo>
                    <a:pt x="212849" y="11614"/>
                    <a:pt x="213457" y="12002"/>
                    <a:pt x="214040" y="12415"/>
                  </a:cubicBezTo>
                  <a:cubicBezTo>
                    <a:pt x="215206" y="13266"/>
                    <a:pt x="216372" y="14091"/>
                    <a:pt x="217489" y="14966"/>
                  </a:cubicBezTo>
                  <a:cubicBezTo>
                    <a:pt x="219748" y="16642"/>
                    <a:pt x="221910" y="18367"/>
                    <a:pt x="224072" y="20067"/>
                  </a:cubicBezTo>
                  <a:cubicBezTo>
                    <a:pt x="226210" y="21743"/>
                    <a:pt x="228299" y="23395"/>
                    <a:pt x="230413" y="24974"/>
                  </a:cubicBezTo>
                  <a:cubicBezTo>
                    <a:pt x="232526" y="26553"/>
                    <a:pt x="234591" y="27987"/>
                    <a:pt x="236729" y="29371"/>
                  </a:cubicBezTo>
                  <a:cubicBezTo>
                    <a:pt x="241271" y="32213"/>
                    <a:pt x="245911" y="35056"/>
                    <a:pt x="250551" y="38092"/>
                  </a:cubicBezTo>
                  <a:cubicBezTo>
                    <a:pt x="252883" y="39647"/>
                    <a:pt x="255191" y="41226"/>
                    <a:pt x="257450" y="42902"/>
                  </a:cubicBezTo>
                  <a:cubicBezTo>
                    <a:pt x="258592" y="43728"/>
                    <a:pt x="259709" y="44627"/>
                    <a:pt x="260827" y="45501"/>
                  </a:cubicBezTo>
                  <a:cubicBezTo>
                    <a:pt x="261385" y="45963"/>
                    <a:pt x="261944" y="46424"/>
                    <a:pt x="262503" y="46886"/>
                  </a:cubicBezTo>
                  <a:lnTo>
                    <a:pt x="263329" y="47566"/>
                  </a:lnTo>
                  <a:lnTo>
                    <a:pt x="264130" y="48295"/>
                  </a:lnTo>
                  <a:cubicBezTo>
                    <a:pt x="266317" y="50214"/>
                    <a:pt x="268382" y="52279"/>
                    <a:pt x="270325" y="54441"/>
                  </a:cubicBezTo>
                  <a:lnTo>
                    <a:pt x="271782" y="56117"/>
                  </a:lnTo>
                  <a:cubicBezTo>
                    <a:pt x="272244" y="56676"/>
                    <a:pt x="272706" y="57283"/>
                    <a:pt x="273167" y="57866"/>
                  </a:cubicBezTo>
                  <a:lnTo>
                    <a:pt x="273847" y="58740"/>
                  </a:lnTo>
                  <a:cubicBezTo>
                    <a:pt x="274066" y="59032"/>
                    <a:pt x="274260" y="59348"/>
                    <a:pt x="274503" y="59664"/>
                  </a:cubicBezTo>
                  <a:lnTo>
                    <a:pt x="275766" y="61510"/>
                  </a:lnTo>
                  <a:cubicBezTo>
                    <a:pt x="276544" y="62797"/>
                    <a:pt x="277370" y="64060"/>
                    <a:pt x="278050" y="65396"/>
                  </a:cubicBezTo>
                  <a:lnTo>
                    <a:pt x="278560" y="66392"/>
                  </a:lnTo>
                  <a:lnTo>
                    <a:pt x="278827" y="66903"/>
                  </a:lnTo>
                  <a:cubicBezTo>
                    <a:pt x="278900" y="67073"/>
                    <a:pt x="278997" y="67243"/>
                    <a:pt x="279070" y="67413"/>
                  </a:cubicBezTo>
                  <a:lnTo>
                    <a:pt x="279993" y="69453"/>
                  </a:lnTo>
                  <a:cubicBezTo>
                    <a:pt x="280309" y="70133"/>
                    <a:pt x="280552" y="70838"/>
                    <a:pt x="280844" y="71518"/>
                  </a:cubicBezTo>
                  <a:lnTo>
                    <a:pt x="281232" y="72563"/>
                  </a:lnTo>
                  <a:cubicBezTo>
                    <a:pt x="281378" y="72927"/>
                    <a:pt x="281475" y="73267"/>
                    <a:pt x="281597" y="73632"/>
                  </a:cubicBezTo>
                  <a:cubicBezTo>
                    <a:pt x="281815" y="74336"/>
                    <a:pt x="282058" y="75040"/>
                    <a:pt x="282277" y="75745"/>
                  </a:cubicBezTo>
                  <a:lnTo>
                    <a:pt x="282884" y="77907"/>
                  </a:lnTo>
                  <a:cubicBezTo>
                    <a:pt x="283589" y="80773"/>
                    <a:pt x="284099" y="83688"/>
                    <a:pt x="284390" y="86628"/>
                  </a:cubicBezTo>
                  <a:lnTo>
                    <a:pt x="284536" y="87721"/>
                  </a:lnTo>
                  <a:lnTo>
                    <a:pt x="284609" y="88838"/>
                  </a:lnTo>
                  <a:cubicBezTo>
                    <a:pt x="284657" y="89567"/>
                    <a:pt x="284706" y="90296"/>
                    <a:pt x="284730" y="91025"/>
                  </a:cubicBezTo>
                  <a:cubicBezTo>
                    <a:pt x="284755" y="92507"/>
                    <a:pt x="284779" y="93964"/>
                    <a:pt x="284706" y="95422"/>
                  </a:cubicBezTo>
                  <a:cubicBezTo>
                    <a:pt x="284682" y="96903"/>
                    <a:pt x="284512" y="98337"/>
                    <a:pt x="284414" y="99794"/>
                  </a:cubicBezTo>
                  <a:cubicBezTo>
                    <a:pt x="284317" y="100523"/>
                    <a:pt x="284220" y="101252"/>
                    <a:pt x="284123" y="101980"/>
                  </a:cubicBezTo>
                  <a:lnTo>
                    <a:pt x="284002" y="103074"/>
                  </a:lnTo>
                  <a:lnTo>
                    <a:pt x="283807" y="104142"/>
                  </a:lnTo>
                  <a:cubicBezTo>
                    <a:pt x="283321" y="107009"/>
                    <a:pt x="282641" y="109851"/>
                    <a:pt x="281791" y="112645"/>
                  </a:cubicBezTo>
                  <a:lnTo>
                    <a:pt x="281135" y="114734"/>
                  </a:lnTo>
                  <a:cubicBezTo>
                    <a:pt x="280892" y="115414"/>
                    <a:pt x="280625" y="116094"/>
                    <a:pt x="280382" y="116799"/>
                  </a:cubicBezTo>
                  <a:lnTo>
                    <a:pt x="279993" y="117819"/>
                  </a:lnTo>
                  <a:cubicBezTo>
                    <a:pt x="279872" y="118159"/>
                    <a:pt x="279726" y="118499"/>
                    <a:pt x="279580" y="118839"/>
                  </a:cubicBezTo>
                  <a:cubicBezTo>
                    <a:pt x="279289" y="119495"/>
                    <a:pt x="279022" y="120175"/>
                    <a:pt x="278706" y="120856"/>
                  </a:cubicBezTo>
                  <a:cubicBezTo>
                    <a:pt x="278074" y="122167"/>
                    <a:pt x="277491" y="123503"/>
                    <a:pt x="276762" y="124767"/>
                  </a:cubicBezTo>
                  <a:lnTo>
                    <a:pt x="276252" y="125738"/>
                  </a:lnTo>
                  <a:lnTo>
                    <a:pt x="275985" y="126224"/>
                  </a:lnTo>
                  <a:lnTo>
                    <a:pt x="275694" y="126710"/>
                  </a:lnTo>
                  <a:lnTo>
                    <a:pt x="274576" y="128580"/>
                  </a:lnTo>
                  <a:cubicBezTo>
                    <a:pt x="271442" y="133609"/>
                    <a:pt x="267604" y="138152"/>
                    <a:pt x="263159" y="142063"/>
                  </a:cubicBezTo>
                  <a:lnTo>
                    <a:pt x="262333" y="142816"/>
                  </a:lnTo>
                  <a:cubicBezTo>
                    <a:pt x="262041" y="143059"/>
                    <a:pt x="261750" y="143277"/>
                    <a:pt x="261458" y="143520"/>
                  </a:cubicBezTo>
                  <a:cubicBezTo>
                    <a:pt x="260875" y="144006"/>
                    <a:pt x="260292" y="144443"/>
                    <a:pt x="259709" y="144905"/>
                  </a:cubicBezTo>
                  <a:cubicBezTo>
                    <a:pt x="258495" y="145755"/>
                    <a:pt x="257280" y="146678"/>
                    <a:pt x="256017" y="147431"/>
                  </a:cubicBezTo>
                  <a:lnTo>
                    <a:pt x="255094" y="148014"/>
                  </a:lnTo>
                  <a:lnTo>
                    <a:pt x="254632" y="148330"/>
                  </a:lnTo>
                  <a:lnTo>
                    <a:pt x="254195" y="148621"/>
                  </a:lnTo>
                  <a:lnTo>
                    <a:pt x="252276" y="149715"/>
                  </a:lnTo>
                  <a:cubicBezTo>
                    <a:pt x="251644" y="150079"/>
                    <a:pt x="250988" y="150395"/>
                    <a:pt x="250357" y="150735"/>
                  </a:cubicBezTo>
                  <a:lnTo>
                    <a:pt x="249385" y="151245"/>
                  </a:lnTo>
                  <a:lnTo>
                    <a:pt x="248389" y="151707"/>
                  </a:lnTo>
                  <a:cubicBezTo>
                    <a:pt x="243166" y="154160"/>
                    <a:pt x="237749" y="156103"/>
                    <a:pt x="232162" y="157561"/>
                  </a:cubicBezTo>
                  <a:cubicBezTo>
                    <a:pt x="229417" y="158290"/>
                    <a:pt x="226672" y="158921"/>
                    <a:pt x="223902" y="159480"/>
                  </a:cubicBezTo>
                  <a:cubicBezTo>
                    <a:pt x="221133" y="160039"/>
                    <a:pt x="218364" y="160525"/>
                    <a:pt x="215619" y="160962"/>
                  </a:cubicBezTo>
                  <a:lnTo>
                    <a:pt x="213554" y="161278"/>
                  </a:lnTo>
                  <a:cubicBezTo>
                    <a:pt x="212849" y="161399"/>
                    <a:pt x="212169" y="161496"/>
                    <a:pt x="211465" y="161569"/>
                  </a:cubicBezTo>
                  <a:lnTo>
                    <a:pt x="207335" y="162128"/>
                  </a:lnTo>
                  <a:lnTo>
                    <a:pt x="203181" y="162662"/>
                  </a:lnTo>
                  <a:cubicBezTo>
                    <a:pt x="201796" y="162808"/>
                    <a:pt x="200412" y="162954"/>
                    <a:pt x="199027" y="163100"/>
                  </a:cubicBezTo>
                  <a:cubicBezTo>
                    <a:pt x="196234" y="163367"/>
                    <a:pt x="193464" y="163707"/>
                    <a:pt x="190646" y="163853"/>
                  </a:cubicBezTo>
                  <a:lnTo>
                    <a:pt x="186444" y="164168"/>
                  </a:lnTo>
                  <a:cubicBezTo>
                    <a:pt x="185059" y="164266"/>
                    <a:pt x="183650" y="164387"/>
                    <a:pt x="182241" y="164436"/>
                  </a:cubicBezTo>
                  <a:cubicBezTo>
                    <a:pt x="182897" y="164217"/>
                    <a:pt x="184816" y="163901"/>
                    <a:pt x="181561" y="163901"/>
                  </a:cubicBezTo>
                  <a:lnTo>
                    <a:pt x="183699" y="163804"/>
                  </a:lnTo>
                  <a:lnTo>
                    <a:pt x="185812" y="163610"/>
                  </a:lnTo>
                  <a:lnTo>
                    <a:pt x="190063" y="163270"/>
                  </a:lnTo>
                  <a:lnTo>
                    <a:pt x="192201" y="163075"/>
                  </a:lnTo>
                  <a:lnTo>
                    <a:pt x="193246" y="163002"/>
                  </a:lnTo>
                  <a:lnTo>
                    <a:pt x="194314" y="162881"/>
                  </a:lnTo>
                  <a:lnTo>
                    <a:pt x="198541" y="162419"/>
                  </a:lnTo>
                  <a:lnTo>
                    <a:pt x="202768" y="161958"/>
                  </a:lnTo>
                  <a:lnTo>
                    <a:pt x="206971" y="161375"/>
                  </a:lnTo>
                  <a:cubicBezTo>
                    <a:pt x="209764" y="160986"/>
                    <a:pt x="212558" y="160597"/>
                    <a:pt x="215352" y="160160"/>
                  </a:cubicBezTo>
                  <a:cubicBezTo>
                    <a:pt x="218145" y="159699"/>
                    <a:pt x="220939" y="159213"/>
                    <a:pt x="223732" y="158630"/>
                  </a:cubicBezTo>
                  <a:cubicBezTo>
                    <a:pt x="226526" y="158047"/>
                    <a:pt x="229320" y="157415"/>
                    <a:pt x="232089" y="156662"/>
                  </a:cubicBezTo>
                  <a:cubicBezTo>
                    <a:pt x="234858" y="155909"/>
                    <a:pt x="237603" y="155059"/>
                    <a:pt x="240324" y="154087"/>
                  </a:cubicBezTo>
                  <a:cubicBezTo>
                    <a:pt x="241028" y="153844"/>
                    <a:pt x="241684" y="153553"/>
                    <a:pt x="242365" y="153310"/>
                  </a:cubicBezTo>
                  <a:lnTo>
                    <a:pt x="243385" y="152921"/>
                  </a:lnTo>
                  <a:cubicBezTo>
                    <a:pt x="243725" y="152775"/>
                    <a:pt x="244065" y="152630"/>
                    <a:pt x="244381" y="152484"/>
                  </a:cubicBezTo>
                  <a:cubicBezTo>
                    <a:pt x="245061" y="152217"/>
                    <a:pt x="245717" y="151925"/>
                    <a:pt x="246397" y="151634"/>
                  </a:cubicBezTo>
                  <a:lnTo>
                    <a:pt x="248389" y="150711"/>
                  </a:lnTo>
                  <a:cubicBezTo>
                    <a:pt x="249045" y="150395"/>
                    <a:pt x="249677" y="150055"/>
                    <a:pt x="250332" y="149715"/>
                  </a:cubicBezTo>
                  <a:cubicBezTo>
                    <a:pt x="250988" y="149374"/>
                    <a:pt x="251644" y="149034"/>
                    <a:pt x="252276" y="148670"/>
                  </a:cubicBezTo>
                  <a:lnTo>
                    <a:pt x="254195" y="147553"/>
                  </a:lnTo>
                  <a:lnTo>
                    <a:pt x="256041" y="146387"/>
                  </a:lnTo>
                  <a:cubicBezTo>
                    <a:pt x="258543" y="144759"/>
                    <a:pt x="260924" y="142937"/>
                    <a:pt x="263134" y="140945"/>
                  </a:cubicBezTo>
                  <a:lnTo>
                    <a:pt x="263960" y="140192"/>
                  </a:lnTo>
                  <a:lnTo>
                    <a:pt x="264762" y="139415"/>
                  </a:lnTo>
                  <a:cubicBezTo>
                    <a:pt x="265272" y="138905"/>
                    <a:pt x="265831" y="138394"/>
                    <a:pt x="266341" y="137836"/>
                  </a:cubicBezTo>
                  <a:lnTo>
                    <a:pt x="267847" y="136208"/>
                  </a:lnTo>
                  <a:lnTo>
                    <a:pt x="268212" y="135795"/>
                  </a:lnTo>
                  <a:lnTo>
                    <a:pt x="268552" y="135358"/>
                  </a:lnTo>
                  <a:lnTo>
                    <a:pt x="269256" y="134508"/>
                  </a:lnTo>
                  <a:cubicBezTo>
                    <a:pt x="270228" y="133390"/>
                    <a:pt x="271078" y="132176"/>
                    <a:pt x="271953" y="130985"/>
                  </a:cubicBezTo>
                  <a:cubicBezTo>
                    <a:pt x="272778" y="129771"/>
                    <a:pt x="273629" y="128556"/>
                    <a:pt x="274382" y="127293"/>
                  </a:cubicBezTo>
                  <a:lnTo>
                    <a:pt x="274916" y="126346"/>
                  </a:lnTo>
                  <a:lnTo>
                    <a:pt x="275208" y="125860"/>
                  </a:lnTo>
                  <a:lnTo>
                    <a:pt x="275451" y="125374"/>
                  </a:lnTo>
                  <a:lnTo>
                    <a:pt x="276519" y="123455"/>
                  </a:lnTo>
                  <a:cubicBezTo>
                    <a:pt x="276860" y="122799"/>
                    <a:pt x="277151" y="122119"/>
                    <a:pt x="277491" y="121463"/>
                  </a:cubicBezTo>
                  <a:lnTo>
                    <a:pt x="277953" y="120467"/>
                  </a:lnTo>
                  <a:lnTo>
                    <a:pt x="278390" y="119471"/>
                  </a:lnTo>
                  <a:cubicBezTo>
                    <a:pt x="279556" y="116774"/>
                    <a:pt x="280552" y="114005"/>
                    <a:pt x="281378" y="111187"/>
                  </a:cubicBezTo>
                  <a:lnTo>
                    <a:pt x="281961" y="109074"/>
                  </a:lnTo>
                  <a:cubicBezTo>
                    <a:pt x="282131" y="108369"/>
                    <a:pt x="282277" y="107641"/>
                    <a:pt x="282447" y="106936"/>
                  </a:cubicBezTo>
                  <a:lnTo>
                    <a:pt x="282690" y="105867"/>
                  </a:lnTo>
                  <a:lnTo>
                    <a:pt x="282884" y="104774"/>
                  </a:lnTo>
                  <a:cubicBezTo>
                    <a:pt x="283006" y="104045"/>
                    <a:pt x="283151" y="103341"/>
                    <a:pt x="283248" y="102612"/>
                  </a:cubicBezTo>
                  <a:cubicBezTo>
                    <a:pt x="283686" y="99697"/>
                    <a:pt x="283929" y="96758"/>
                    <a:pt x="283977" y="93818"/>
                  </a:cubicBezTo>
                  <a:cubicBezTo>
                    <a:pt x="284026" y="90879"/>
                    <a:pt x="283856" y="87915"/>
                    <a:pt x="283491" y="85000"/>
                  </a:cubicBezTo>
                  <a:cubicBezTo>
                    <a:pt x="283394" y="84247"/>
                    <a:pt x="283273" y="83518"/>
                    <a:pt x="283151" y="82790"/>
                  </a:cubicBezTo>
                  <a:lnTo>
                    <a:pt x="282981" y="81697"/>
                  </a:lnTo>
                  <a:lnTo>
                    <a:pt x="282763" y="80603"/>
                  </a:lnTo>
                  <a:cubicBezTo>
                    <a:pt x="282593" y="79875"/>
                    <a:pt x="282471" y="79146"/>
                    <a:pt x="282277" y="78417"/>
                  </a:cubicBezTo>
                  <a:lnTo>
                    <a:pt x="281694" y="76255"/>
                  </a:lnTo>
                  <a:cubicBezTo>
                    <a:pt x="281621" y="75891"/>
                    <a:pt x="281499" y="75551"/>
                    <a:pt x="281378" y="75186"/>
                  </a:cubicBezTo>
                  <a:lnTo>
                    <a:pt x="281038" y="74117"/>
                  </a:lnTo>
                  <a:lnTo>
                    <a:pt x="280698" y="73049"/>
                  </a:lnTo>
                  <a:cubicBezTo>
                    <a:pt x="280576" y="72708"/>
                    <a:pt x="280431" y="72344"/>
                    <a:pt x="280285" y="72004"/>
                  </a:cubicBezTo>
                  <a:cubicBezTo>
                    <a:pt x="280018" y="71324"/>
                    <a:pt x="279750" y="70595"/>
                    <a:pt x="279483" y="69915"/>
                  </a:cubicBezTo>
                  <a:lnTo>
                    <a:pt x="278536" y="67874"/>
                  </a:lnTo>
                  <a:cubicBezTo>
                    <a:pt x="278244" y="67170"/>
                    <a:pt x="277880" y="66514"/>
                    <a:pt x="277515" y="65858"/>
                  </a:cubicBezTo>
                  <a:cubicBezTo>
                    <a:pt x="277175" y="65178"/>
                    <a:pt x="276835" y="64498"/>
                    <a:pt x="276447" y="63866"/>
                  </a:cubicBezTo>
                  <a:lnTo>
                    <a:pt x="275256" y="61923"/>
                  </a:lnTo>
                  <a:cubicBezTo>
                    <a:pt x="274843" y="61291"/>
                    <a:pt x="274406" y="60684"/>
                    <a:pt x="273993" y="60052"/>
                  </a:cubicBezTo>
                  <a:cubicBezTo>
                    <a:pt x="273774" y="59736"/>
                    <a:pt x="273556" y="59445"/>
                    <a:pt x="273337" y="59129"/>
                  </a:cubicBezTo>
                  <a:lnTo>
                    <a:pt x="272657" y="58255"/>
                  </a:lnTo>
                  <a:cubicBezTo>
                    <a:pt x="272171" y="57672"/>
                    <a:pt x="271758" y="57064"/>
                    <a:pt x="271272" y="56506"/>
                  </a:cubicBezTo>
                  <a:lnTo>
                    <a:pt x="269815" y="54805"/>
                  </a:lnTo>
                  <a:cubicBezTo>
                    <a:pt x="269572" y="54514"/>
                    <a:pt x="269329" y="54246"/>
                    <a:pt x="269062" y="53979"/>
                  </a:cubicBezTo>
                  <a:lnTo>
                    <a:pt x="268309" y="53178"/>
                  </a:lnTo>
                  <a:cubicBezTo>
                    <a:pt x="267313" y="52084"/>
                    <a:pt x="266244" y="51113"/>
                    <a:pt x="265199" y="50068"/>
                  </a:cubicBezTo>
                  <a:cubicBezTo>
                    <a:pt x="264106" y="49096"/>
                    <a:pt x="263037" y="48100"/>
                    <a:pt x="261920" y="47202"/>
                  </a:cubicBezTo>
                  <a:cubicBezTo>
                    <a:pt x="257474" y="43461"/>
                    <a:pt x="252762" y="40230"/>
                    <a:pt x="248049" y="37193"/>
                  </a:cubicBezTo>
                  <a:cubicBezTo>
                    <a:pt x="245693" y="35687"/>
                    <a:pt x="243361" y="34230"/>
                    <a:pt x="241004" y="32772"/>
                  </a:cubicBezTo>
                  <a:lnTo>
                    <a:pt x="237506" y="30610"/>
                  </a:lnTo>
                  <a:lnTo>
                    <a:pt x="236656" y="30076"/>
                  </a:lnTo>
                  <a:lnTo>
                    <a:pt x="236219" y="29784"/>
                  </a:lnTo>
                  <a:lnTo>
                    <a:pt x="235806" y="29541"/>
                  </a:lnTo>
                  <a:lnTo>
                    <a:pt x="234178" y="28472"/>
                  </a:lnTo>
                  <a:cubicBezTo>
                    <a:pt x="229878" y="25557"/>
                    <a:pt x="225627" y="22156"/>
                    <a:pt x="221206" y="18731"/>
                  </a:cubicBezTo>
                  <a:cubicBezTo>
                    <a:pt x="218971" y="17031"/>
                    <a:pt x="216712" y="15306"/>
                    <a:pt x="214331" y="13630"/>
                  </a:cubicBezTo>
                  <a:cubicBezTo>
                    <a:pt x="213190" y="12804"/>
                    <a:pt x="211951" y="12002"/>
                    <a:pt x="210736" y="11176"/>
                  </a:cubicBezTo>
                  <a:cubicBezTo>
                    <a:pt x="209473" y="10399"/>
                    <a:pt x="208210" y="9622"/>
                    <a:pt x="206898" y="8844"/>
                  </a:cubicBezTo>
                  <a:cubicBezTo>
                    <a:pt x="205610" y="8067"/>
                    <a:pt x="204226" y="7387"/>
                    <a:pt x="202865" y="6707"/>
                  </a:cubicBezTo>
                  <a:cubicBezTo>
                    <a:pt x="201456" y="6051"/>
                    <a:pt x="200072" y="5395"/>
                    <a:pt x="198541" y="4885"/>
                  </a:cubicBezTo>
                  <a:lnTo>
                    <a:pt x="197424" y="4472"/>
                  </a:lnTo>
                  <a:cubicBezTo>
                    <a:pt x="197059" y="4326"/>
                    <a:pt x="196695" y="4229"/>
                    <a:pt x="196306" y="4132"/>
                  </a:cubicBezTo>
                  <a:lnTo>
                    <a:pt x="194047" y="3476"/>
                  </a:lnTo>
                  <a:cubicBezTo>
                    <a:pt x="193318" y="3257"/>
                    <a:pt x="192541" y="3111"/>
                    <a:pt x="191812" y="2941"/>
                  </a:cubicBezTo>
                  <a:cubicBezTo>
                    <a:pt x="191059" y="2796"/>
                    <a:pt x="190306" y="2601"/>
                    <a:pt x="189553" y="2504"/>
                  </a:cubicBezTo>
                  <a:lnTo>
                    <a:pt x="189747" y="1435"/>
                  </a:lnTo>
                  <a:lnTo>
                    <a:pt x="188144" y="1168"/>
                  </a:lnTo>
                  <a:cubicBezTo>
                    <a:pt x="187610" y="1071"/>
                    <a:pt x="187051" y="949"/>
                    <a:pt x="186541" y="901"/>
                  </a:cubicBezTo>
                  <a:lnTo>
                    <a:pt x="183334" y="512"/>
                  </a:lnTo>
                  <a:lnTo>
                    <a:pt x="180152" y="245"/>
                  </a:lnTo>
                  <a:cubicBezTo>
                    <a:pt x="179107" y="172"/>
                    <a:pt x="178063" y="148"/>
                    <a:pt x="176994" y="99"/>
                  </a:cubicBezTo>
                  <a:cubicBezTo>
                    <a:pt x="175288" y="30"/>
                    <a:pt x="173586" y="1"/>
                    <a:pt x="17188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accent1"/>
        </a:solidFill>
      </p:bgPr>
    </p:bg>
    <p:spTree>
      <p:nvGrpSpPr>
        <p:cNvPr id="366" name="Shape 366"/>
        <p:cNvGrpSpPr/>
        <p:nvPr/>
      </p:nvGrpSpPr>
      <p:grpSpPr>
        <a:xfrm>
          <a:off x="0" y="0"/>
          <a:ext cx="0" cy="0"/>
          <a:chOff x="0" y="0"/>
          <a:chExt cx="0" cy="0"/>
        </a:xfrm>
      </p:grpSpPr>
      <p:sp>
        <p:nvSpPr>
          <p:cNvPr id="367" name="Google Shape;367;p48"/>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368" name="Google Shape;368;p48"/>
          <p:cNvGrpSpPr/>
          <p:nvPr/>
        </p:nvGrpSpPr>
        <p:grpSpPr>
          <a:xfrm rot="9188654">
            <a:off x="-1342331" y="-624463"/>
            <a:ext cx="4860789" cy="3522647"/>
            <a:chOff x="879525" y="238350"/>
            <a:chExt cx="5929900" cy="5134125"/>
          </a:xfrm>
        </p:grpSpPr>
        <p:sp>
          <p:nvSpPr>
            <p:cNvPr id="369" name="Google Shape;369;p48"/>
            <p:cNvSpPr/>
            <p:nvPr/>
          </p:nvSpPr>
          <p:spPr>
            <a:xfrm>
              <a:off x="879525" y="350950"/>
              <a:ext cx="5929900" cy="4895750"/>
            </a:xfrm>
            <a:custGeom>
              <a:rect b="b" l="l" r="r" t="t"/>
              <a:pathLst>
                <a:path extrusionOk="0" h="195830" w="237196">
                  <a:moveTo>
                    <a:pt x="182493" y="0"/>
                  </a:moveTo>
                  <a:cubicBezTo>
                    <a:pt x="160794" y="0"/>
                    <a:pt x="136857" y="13684"/>
                    <a:pt x="125770" y="46667"/>
                  </a:cubicBezTo>
                  <a:cubicBezTo>
                    <a:pt x="112501" y="86475"/>
                    <a:pt x="99703" y="101135"/>
                    <a:pt x="82683" y="101135"/>
                  </a:cubicBezTo>
                  <a:cubicBezTo>
                    <a:pt x="77764" y="101135"/>
                    <a:pt x="72494" y="99911"/>
                    <a:pt x="66757" y="97716"/>
                  </a:cubicBezTo>
                  <a:cubicBezTo>
                    <a:pt x="59909" y="95081"/>
                    <a:pt x="53433" y="93896"/>
                    <a:pt x="47460" y="93896"/>
                  </a:cubicBezTo>
                  <a:cubicBezTo>
                    <a:pt x="17332" y="93896"/>
                    <a:pt x="1" y="124030"/>
                    <a:pt x="12313" y="150071"/>
                  </a:cubicBezTo>
                  <a:cubicBezTo>
                    <a:pt x="19223" y="164795"/>
                    <a:pt x="29540" y="168076"/>
                    <a:pt x="41648" y="168076"/>
                  </a:cubicBezTo>
                  <a:cubicBezTo>
                    <a:pt x="51382" y="168076"/>
                    <a:pt x="62272" y="165955"/>
                    <a:pt x="73479" y="165955"/>
                  </a:cubicBezTo>
                  <a:cubicBezTo>
                    <a:pt x="86528" y="165955"/>
                    <a:pt x="100005" y="168830"/>
                    <a:pt x="112584" y="181275"/>
                  </a:cubicBezTo>
                  <a:cubicBezTo>
                    <a:pt x="123109" y="191650"/>
                    <a:pt x="135906" y="195830"/>
                    <a:pt x="148277" y="195830"/>
                  </a:cubicBezTo>
                  <a:cubicBezTo>
                    <a:pt x="168129" y="195830"/>
                    <a:pt x="186885" y="185066"/>
                    <a:pt x="193400" y="171875"/>
                  </a:cubicBezTo>
                  <a:cubicBezTo>
                    <a:pt x="213115" y="132315"/>
                    <a:pt x="187003" y="136231"/>
                    <a:pt x="220818" y="61420"/>
                  </a:cubicBezTo>
                  <a:cubicBezTo>
                    <a:pt x="237196" y="25134"/>
                    <a:pt x="211900" y="0"/>
                    <a:pt x="18249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48"/>
            <p:cNvSpPr/>
            <p:nvPr/>
          </p:nvSpPr>
          <p:spPr>
            <a:xfrm>
              <a:off x="945800" y="238350"/>
              <a:ext cx="5695725" cy="5134125"/>
            </a:xfrm>
            <a:custGeom>
              <a:rect b="b" l="l" r="r" t="t"/>
              <a:pathLst>
                <a:path extrusionOk="0" h="205365" w="227829">
                  <a:moveTo>
                    <a:pt x="206027" y="18003"/>
                  </a:moveTo>
                  <a:lnTo>
                    <a:pt x="206027" y="18003"/>
                  </a:lnTo>
                  <a:cubicBezTo>
                    <a:pt x="208273" y="19839"/>
                    <a:pt x="210274" y="21959"/>
                    <a:pt x="212031" y="24275"/>
                  </a:cubicBezTo>
                  <a:lnTo>
                    <a:pt x="210464" y="22056"/>
                  </a:lnTo>
                  <a:lnTo>
                    <a:pt x="208506" y="20097"/>
                  </a:lnTo>
                  <a:cubicBezTo>
                    <a:pt x="207853" y="19445"/>
                    <a:pt x="207070" y="18922"/>
                    <a:pt x="206417" y="18270"/>
                  </a:cubicBezTo>
                  <a:cubicBezTo>
                    <a:pt x="206283" y="18181"/>
                    <a:pt x="206154" y="18092"/>
                    <a:pt x="206027" y="18003"/>
                  </a:cubicBezTo>
                  <a:close/>
                  <a:moveTo>
                    <a:pt x="180437" y="1544"/>
                  </a:moveTo>
                  <a:cubicBezTo>
                    <a:pt x="180872" y="1544"/>
                    <a:pt x="181307" y="1548"/>
                    <a:pt x="181741" y="1558"/>
                  </a:cubicBezTo>
                  <a:cubicBezTo>
                    <a:pt x="188008" y="1819"/>
                    <a:pt x="194144" y="3255"/>
                    <a:pt x="199889" y="5605"/>
                  </a:cubicBezTo>
                  <a:cubicBezTo>
                    <a:pt x="205633" y="8086"/>
                    <a:pt x="210856" y="11611"/>
                    <a:pt x="215164" y="16181"/>
                  </a:cubicBezTo>
                  <a:cubicBezTo>
                    <a:pt x="219473" y="20881"/>
                    <a:pt x="222606" y="26495"/>
                    <a:pt x="224304" y="32501"/>
                  </a:cubicBezTo>
                  <a:cubicBezTo>
                    <a:pt x="224695" y="33806"/>
                    <a:pt x="224956" y="34981"/>
                    <a:pt x="225087" y="36287"/>
                  </a:cubicBezTo>
                  <a:cubicBezTo>
                    <a:pt x="225146" y="36584"/>
                    <a:pt x="225199" y="36875"/>
                    <a:pt x="225247" y="37162"/>
                  </a:cubicBezTo>
                  <a:lnTo>
                    <a:pt x="225247" y="37162"/>
                  </a:lnTo>
                  <a:cubicBezTo>
                    <a:pt x="225195" y="36909"/>
                    <a:pt x="225141" y="36660"/>
                    <a:pt x="225087" y="36417"/>
                  </a:cubicBezTo>
                  <a:cubicBezTo>
                    <a:pt x="224956" y="35112"/>
                    <a:pt x="224695" y="33806"/>
                    <a:pt x="224304" y="32631"/>
                  </a:cubicBezTo>
                  <a:cubicBezTo>
                    <a:pt x="222606" y="26495"/>
                    <a:pt x="219342" y="20881"/>
                    <a:pt x="214903" y="16181"/>
                  </a:cubicBezTo>
                  <a:cubicBezTo>
                    <a:pt x="210595" y="11611"/>
                    <a:pt x="205242" y="8086"/>
                    <a:pt x="199366" y="5736"/>
                  </a:cubicBezTo>
                  <a:cubicBezTo>
                    <a:pt x="193028" y="3172"/>
                    <a:pt x="186263" y="1890"/>
                    <a:pt x="179494" y="1890"/>
                  </a:cubicBezTo>
                  <a:cubicBezTo>
                    <a:pt x="173853" y="1890"/>
                    <a:pt x="168210" y="2780"/>
                    <a:pt x="162810" y="4561"/>
                  </a:cubicBezTo>
                  <a:cubicBezTo>
                    <a:pt x="156934" y="6388"/>
                    <a:pt x="151320" y="9261"/>
                    <a:pt x="146228" y="12786"/>
                  </a:cubicBezTo>
                  <a:cubicBezTo>
                    <a:pt x="141398" y="16442"/>
                    <a:pt x="136959" y="20750"/>
                    <a:pt x="133172" y="25581"/>
                  </a:cubicBezTo>
                  <a:cubicBezTo>
                    <a:pt x="131644" y="27547"/>
                    <a:pt x="130115" y="29604"/>
                    <a:pt x="128739" y="31752"/>
                  </a:cubicBezTo>
                  <a:lnTo>
                    <a:pt x="128739" y="31752"/>
                  </a:lnTo>
                  <a:lnTo>
                    <a:pt x="129386" y="30673"/>
                  </a:lnTo>
                  <a:cubicBezTo>
                    <a:pt x="129778" y="30020"/>
                    <a:pt x="130300" y="29367"/>
                    <a:pt x="130692" y="28714"/>
                  </a:cubicBezTo>
                  <a:lnTo>
                    <a:pt x="133433" y="25059"/>
                  </a:lnTo>
                  <a:cubicBezTo>
                    <a:pt x="137350" y="20228"/>
                    <a:pt x="141789" y="15919"/>
                    <a:pt x="146751" y="12264"/>
                  </a:cubicBezTo>
                  <a:cubicBezTo>
                    <a:pt x="151842" y="8739"/>
                    <a:pt x="157457" y="5997"/>
                    <a:pt x="163462" y="4169"/>
                  </a:cubicBezTo>
                  <a:cubicBezTo>
                    <a:pt x="168922" y="2349"/>
                    <a:pt x="174720" y="1544"/>
                    <a:pt x="180437" y="1544"/>
                  </a:cubicBezTo>
                  <a:close/>
                  <a:moveTo>
                    <a:pt x="225608" y="40063"/>
                  </a:moveTo>
                  <a:cubicBezTo>
                    <a:pt x="225608" y="40067"/>
                    <a:pt x="225609" y="40070"/>
                    <a:pt x="225609" y="40073"/>
                  </a:cubicBezTo>
                  <a:lnTo>
                    <a:pt x="225740" y="43859"/>
                  </a:lnTo>
                  <a:lnTo>
                    <a:pt x="225735" y="43990"/>
                  </a:lnTo>
                  <a:lnTo>
                    <a:pt x="225609" y="40204"/>
                  </a:lnTo>
                  <a:cubicBezTo>
                    <a:pt x="225609" y="40157"/>
                    <a:pt x="225609" y="40110"/>
                    <a:pt x="225608" y="40063"/>
                  </a:cubicBezTo>
                  <a:close/>
                  <a:moveTo>
                    <a:pt x="127845" y="33228"/>
                  </a:moveTo>
                  <a:cubicBezTo>
                    <a:pt x="127202" y="34465"/>
                    <a:pt x="126349" y="35702"/>
                    <a:pt x="125730" y="36940"/>
                  </a:cubicBezTo>
                  <a:lnTo>
                    <a:pt x="123772" y="40987"/>
                  </a:lnTo>
                  <a:lnTo>
                    <a:pt x="122728" y="43076"/>
                  </a:lnTo>
                  <a:lnTo>
                    <a:pt x="121944" y="45165"/>
                  </a:lnTo>
                  <a:lnTo>
                    <a:pt x="120671" y="48298"/>
                  </a:lnTo>
                  <a:lnTo>
                    <a:pt x="121944" y="44904"/>
                  </a:lnTo>
                  <a:cubicBezTo>
                    <a:pt x="122205" y="44121"/>
                    <a:pt x="122466" y="43468"/>
                    <a:pt x="122858" y="42684"/>
                  </a:cubicBezTo>
                  <a:lnTo>
                    <a:pt x="123772" y="40726"/>
                  </a:lnTo>
                  <a:lnTo>
                    <a:pt x="125861" y="36548"/>
                  </a:lnTo>
                  <a:cubicBezTo>
                    <a:pt x="126414" y="35441"/>
                    <a:pt x="127155" y="34334"/>
                    <a:pt x="127845" y="33228"/>
                  </a:cubicBezTo>
                  <a:close/>
                  <a:moveTo>
                    <a:pt x="225723" y="44365"/>
                  </a:moveTo>
                  <a:lnTo>
                    <a:pt x="225609" y="47776"/>
                  </a:lnTo>
                  <a:cubicBezTo>
                    <a:pt x="225479" y="48951"/>
                    <a:pt x="225348" y="50257"/>
                    <a:pt x="225087" y="51432"/>
                  </a:cubicBezTo>
                  <a:cubicBezTo>
                    <a:pt x="224826" y="52738"/>
                    <a:pt x="224695" y="54043"/>
                    <a:pt x="224304" y="55218"/>
                  </a:cubicBezTo>
                  <a:cubicBezTo>
                    <a:pt x="224565" y="54043"/>
                    <a:pt x="224826" y="52868"/>
                    <a:pt x="224956" y="51562"/>
                  </a:cubicBezTo>
                  <a:lnTo>
                    <a:pt x="225348" y="49735"/>
                  </a:lnTo>
                  <a:cubicBezTo>
                    <a:pt x="225479" y="49082"/>
                    <a:pt x="225479" y="48429"/>
                    <a:pt x="225479" y="47907"/>
                  </a:cubicBezTo>
                  <a:lnTo>
                    <a:pt x="225723" y="44365"/>
                  </a:lnTo>
                  <a:close/>
                  <a:moveTo>
                    <a:pt x="118815" y="53361"/>
                  </a:moveTo>
                  <a:lnTo>
                    <a:pt x="118815" y="53361"/>
                  </a:lnTo>
                  <a:cubicBezTo>
                    <a:pt x="118357" y="54687"/>
                    <a:pt x="117899" y="55997"/>
                    <a:pt x="117375" y="57307"/>
                  </a:cubicBezTo>
                  <a:lnTo>
                    <a:pt x="118815" y="53361"/>
                  </a:lnTo>
                  <a:close/>
                  <a:moveTo>
                    <a:pt x="178999" y="7417"/>
                  </a:moveTo>
                  <a:cubicBezTo>
                    <a:pt x="181891" y="7417"/>
                    <a:pt x="184798" y="7683"/>
                    <a:pt x="187616" y="8216"/>
                  </a:cubicBezTo>
                  <a:cubicBezTo>
                    <a:pt x="194405" y="9261"/>
                    <a:pt x="200803" y="11872"/>
                    <a:pt x="206286" y="16050"/>
                  </a:cubicBezTo>
                  <a:cubicBezTo>
                    <a:pt x="211509" y="19967"/>
                    <a:pt x="215556" y="25320"/>
                    <a:pt x="217906" y="31456"/>
                  </a:cubicBezTo>
                  <a:cubicBezTo>
                    <a:pt x="218522" y="33158"/>
                    <a:pt x="218997" y="34900"/>
                    <a:pt x="219339" y="36666"/>
                  </a:cubicBezTo>
                  <a:lnTo>
                    <a:pt x="219339" y="36666"/>
                  </a:lnTo>
                  <a:cubicBezTo>
                    <a:pt x="218667" y="33287"/>
                    <a:pt x="217483" y="30031"/>
                    <a:pt x="215817" y="27017"/>
                  </a:cubicBezTo>
                  <a:cubicBezTo>
                    <a:pt x="212945" y="22056"/>
                    <a:pt x="208897" y="17747"/>
                    <a:pt x="204067" y="14744"/>
                  </a:cubicBezTo>
                  <a:cubicBezTo>
                    <a:pt x="196724" y="10010"/>
                    <a:pt x="188167" y="7564"/>
                    <a:pt x="179558" y="7564"/>
                  </a:cubicBezTo>
                  <a:cubicBezTo>
                    <a:pt x="176532" y="7564"/>
                    <a:pt x="173500" y="7866"/>
                    <a:pt x="170513" y="8477"/>
                  </a:cubicBezTo>
                  <a:cubicBezTo>
                    <a:pt x="164637" y="9522"/>
                    <a:pt x="159023" y="11741"/>
                    <a:pt x="153931" y="14744"/>
                  </a:cubicBezTo>
                  <a:cubicBezTo>
                    <a:pt x="148840" y="17747"/>
                    <a:pt x="144270" y="21664"/>
                    <a:pt x="140484" y="26234"/>
                  </a:cubicBezTo>
                  <a:lnTo>
                    <a:pt x="139048" y="27800"/>
                  </a:lnTo>
                  <a:cubicBezTo>
                    <a:pt x="138525" y="28323"/>
                    <a:pt x="138003" y="28975"/>
                    <a:pt x="137611" y="29628"/>
                  </a:cubicBezTo>
                  <a:lnTo>
                    <a:pt x="135000" y="33284"/>
                  </a:lnTo>
                  <a:cubicBezTo>
                    <a:pt x="134086" y="34459"/>
                    <a:pt x="133433" y="35765"/>
                    <a:pt x="132650" y="37070"/>
                  </a:cubicBezTo>
                  <a:lnTo>
                    <a:pt x="131475" y="39029"/>
                  </a:lnTo>
                  <a:cubicBezTo>
                    <a:pt x="131083" y="39681"/>
                    <a:pt x="130822" y="40334"/>
                    <a:pt x="130431" y="41118"/>
                  </a:cubicBezTo>
                  <a:lnTo>
                    <a:pt x="128603" y="45165"/>
                  </a:lnTo>
                  <a:cubicBezTo>
                    <a:pt x="127950" y="46471"/>
                    <a:pt x="127428" y="47907"/>
                    <a:pt x="126905" y="49343"/>
                  </a:cubicBezTo>
                  <a:cubicBezTo>
                    <a:pt x="125861" y="52085"/>
                    <a:pt x="124816" y="55088"/>
                    <a:pt x="123772" y="58091"/>
                  </a:cubicBezTo>
                  <a:cubicBezTo>
                    <a:pt x="121552" y="63966"/>
                    <a:pt x="119333" y="69841"/>
                    <a:pt x="116722" y="75455"/>
                  </a:cubicBezTo>
                  <a:cubicBezTo>
                    <a:pt x="114111" y="81200"/>
                    <a:pt x="110977" y="86814"/>
                    <a:pt x="107321" y="92036"/>
                  </a:cubicBezTo>
                  <a:cubicBezTo>
                    <a:pt x="113327" y="82897"/>
                    <a:pt x="118288" y="73105"/>
                    <a:pt x="121814" y="62791"/>
                  </a:cubicBezTo>
                  <a:cubicBezTo>
                    <a:pt x="123903" y="57699"/>
                    <a:pt x="125469" y="52215"/>
                    <a:pt x="127428" y="47385"/>
                  </a:cubicBezTo>
                  <a:lnTo>
                    <a:pt x="128211" y="45426"/>
                  </a:lnTo>
                  <a:cubicBezTo>
                    <a:pt x="128472" y="44773"/>
                    <a:pt x="128733" y="44251"/>
                    <a:pt x="128994" y="43598"/>
                  </a:cubicBezTo>
                  <a:lnTo>
                    <a:pt x="130692" y="39943"/>
                  </a:lnTo>
                  <a:cubicBezTo>
                    <a:pt x="131345" y="38768"/>
                    <a:pt x="131997" y="37592"/>
                    <a:pt x="132650" y="36417"/>
                  </a:cubicBezTo>
                  <a:cubicBezTo>
                    <a:pt x="133303" y="35242"/>
                    <a:pt x="133956" y="34067"/>
                    <a:pt x="134739" y="33023"/>
                  </a:cubicBezTo>
                  <a:cubicBezTo>
                    <a:pt x="136175" y="30803"/>
                    <a:pt x="137873" y="28584"/>
                    <a:pt x="139570" y="26625"/>
                  </a:cubicBezTo>
                  <a:cubicBezTo>
                    <a:pt x="140484" y="25711"/>
                    <a:pt x="141267" y="24536"/>
                    <a:pt x="142312" y="23622"/>
                  </a:cubicBezTo>
                  <a:lnTo>
                    <a:pt x="145053" y="21011"/>
                  </a:lnTo>
                  <a:cubicBezTo>
                    <a:pt x="148970" y="17486"/>
                    <a:pt x="153409" y="14483"/>
                    <a:pt x="158109" y="12264"/>
                  </a:cubicBezTo>
                  <a:cubicBezTo>
                    <a:pt x="162810" y="10044"/>
                    <a:pt x="167771" y="8608"/>
                    <a:pt x="172863" y="7825"/>
                  </a:cubicBezTo>
                  <a:cubicBezTo>
                    <a:pt x="174876" y="7553"/>
                    <a:pt x="176934" y="7417"/>
                    <a:pt x="178999" y="7417"/>
                  </a:cubicBezTo>
                  <a:close/>
                  <a:moveTo>
                    <a:pt x="23240" y="110054"/>
                  </a:moveTo>
                  <a:lnTo>
                    <a:pt x="23240" y="110054"/>
                  </a:lnTo>
                  <a:cubicBezTo>
                    <a:pt x="23203" y="110129"/>
                    <a:pt x="23176" y="110194"/>
                    <a:pt x="23170" y="110238"/>
                  </a:cubicBezTo>
                  <a:lnTo>
                    <a:pt x="23170" y="110238"/>
                  </a:lnTo>
                  <a:cubicBezTo>
                    <a:pt x="23161" y="110214"/>
                    <a:pt x="23191" y="110152"/>
                    <a:pt x="23240" y="110054"/>
                  </a:cubicBezTo>
                  <a:close/>
                  <a:moveTo>
                    <a:pt x="179863" y="1"/>
                  </a:moveTo>
                  <a:cubicBezTo>
                    <a:pt x="174698" y="1"/>
                    <a:pt x="169541" y="694"/>
                    <a:pt x="164507" y="2080"/>
                  </a:cubicBezTo>
                  <a:cubicBezTo>
                    <a:pt x="155629" y="4561"/>
                    <a:pt x="147403" y="9000"/>
                    <a:pt x="140484" y="15136"/>
                  </a:cubicBezTo>
                  <a:cubicBezTo>
                    <a:pt x="133825" y="21272"/>
                    <a:pt x="128342" y="28453"/>
                    <a:pt x="124164" y="36548"/>
                  </a:cubicBezTo>
                  <a:cubicBezTo>
                    <a:pt x="123250" y="38506"/>
                    <a:pt x="122205" y="40595"/>
                    <a:pt x="121291" y="42554"/>
                  </a:cubicBezTo>
                  <a:lnTo>
                    <a:pt x="118941" y="48821"/>
                  </a:lnTo>
                  <a:cubicBezTo>
                    <a:pt x="117375" y="52738"/>
                    <a:pt x="116200" y="56524"/>
                    <a:pt x="114633" y="60441"/>
                  </a:cubicBezTo>
                  <a:cubicBezTo>
                    <a:pt x="111891" y="67752"/>
                    <a:pt x="108496" y="74933"/>
                    <a:pt x="104580" y="81853"/>
                  </a:cubicBezTo>
                  <a:cubicBezTo>
                    <a:pt x="101838" y="86553"/>
                    <a:pt x="98574" y="90861"/>
                    <a:pt x="94657" y="94517"/>
                  </a:cubicBezTo>
                  <a:cubicBezTo>
                    <a:pt x="91132" y="97781"/>
                    <a:pt x="86562" y="99739"/>
                    <a:pt x="81862" y="100131"/>
                  </a:cubicBezTo>
                  <a:cubicBezTo>
                    <a:pt x="81332" y="100158"/>
                    <a:pt x="80803" y="100171"/>
                    <a:pt x="80275" y="100171"/>
                  </a:cubicBezTo>
                  <a:cubicBezTo>
                    <a:pt x="75610" y="100171"/>
                    <a:pt x="71071" y="99149"/>
                    <a:pt x="66848" y="97389"/>
                  </a:cubicBezTo>
                  <a:lnTo>
                    <a:pt x="62409" y="95823"/>
                  </a:lnTo>
                  <a:cubicBezTo>
                    <a:pt x="60842" y="95431"/>
                    <a:pt x="59275" y="95039"/>
                    <a:pt x="57708" y="94517"/>
                  </a:cubicBezTo>
                  <a:cubicBezTo>
                    <a:pt x="54444" y="93734"/>
                    <a:pt x="51311" y="93342"/>
                    <a:pt x="48047" y="93081"/>
                  </a:cubicBezTo>
                  <a:cubicBezTo>
                    <a:pt x="46915" y="93037"/>
                    <a:pt x="45798" y="93008"/>
                    <a:pt x="44691" y="93008"/>
                  </a:cubicBezTo>
                  <a:cubicBezTo>
                    <a:pt x="42476" y="93008"/>
                    <a:pt x="40300" y="93124"/>
                    <a:pt x="38124" y="93472"/>
                  </a:cubicBezTo>
                  <a:cubicBezTo>
                    <a:pt x="34730" y="93995"/>
                    <a:pt x="31466" y="94778"/>
                    <a:pt x="28332" y="95953"/>
                  </a:cubicBezTo>
                  <a:cubicBezTo>
                    <a:pt x="25068" y="97259"/>
                    <a:pt x="22065" y="98825"/>
                    <a:pt x="19324" y="100653"/>
                  </a:cubicBezTo>
                  <a:cubicBezTo>
                    <a:pt x="16582" y="102612"/>
                    <a:pt x="13971" y="104831"/>
                    <a:pt x="11751" y="107442"/>
                  </a:cubicBezTo>
                  <a:cubicBezTo>
                    <a:pt x="7182" y="112404"/>
                    <a:pt x="3918" y="118410"/>
                    <a:pt x="2220" y="124938"/>
                  </a:cubicBezTo>
                  <a:cubicBezTo>
                    <a:pt x="392" y="131466"/>
                    <a:pt x="1" y="138255"/>
                    <a:pt x="1176" y="144783"/>
                  </a:cubicBezTo>
                  <a:cubicBezTo>
                    <a:pt x="1959" y="149353"/>
                    <a:pt x="3395" y="153792"/>
                    <a:pt x="5484" y="157839"/>
                  </a:cubicBezTo>
                  <a:cubicBezTo>
                    <a:pt x="7573" y="162147"/>
                    <a:pt x="10446" y="166064"/>
                    <a:pt x="13971" y="169328"/>
                  </a:cubicBezTo>
                  <a:cubicBezTo>
                    <a:pt x="17626" y="172723"/>
                    <a:pt x="22065" y="175073"/>
                    <a:pt x="27027" y="176248"/>
                  </a:cubicBezTo>
                  <a:cubicBezTo>
                    <a:pt x="31017" y="177187"/>
                    <a:pt x="35219" y="177704"/>
                    <a:pt x="39347" y="177704"/>
                  </a:cubicBezTo>
                  <a:cubicBezTo>
                    <a:pt x="39811" y="177704"/>
                    <a:pt x="40274" y="177697"/>
                    <a:pt x="40736" y="177684"/>
                  </a:cubicBezTo>
                  <a:cubicBezTo>
                    <a:pt x="49614" y="177423"/>
                    <a:pt x="57839" y="176117"/>
                    <a:pt x="65673" y="175726"/>
                  </a:cubicBezTo>
                  <a:cubicBezTo>
                    <a:pt x="67169" y="175626"/>
                    <a:pt x="68665" y="175583"/>
                    <a:pt x="70161" y="175583"/>
                  </a:cubicBezTo>
                  <a:cubicBezTo>
                    <a:pt x="72582" y="175583"/>
                    <a:pt x="75002" y="175695"/>
                    <a:pt x="77423" y="175856"/>
                  </a:cubicBezTo>
                  <a:cubicBezTo>
                    <a:pt x="81079" y="176248"/>
                    <a:pt x="84734" y="177031"/>
                    <a:pt x="88260" y="178206"/>
                  </a:cubicBezTo>
                  <a:cubicBezTo>
                    <a:pt x="95179" y="180426"/>
                    <a:pt x="101316" y="184343"/>
                    <a:pt x="106538" y="189565"/>
                  </a:cubicBezTo>
                  <a:cubicBezTo>
                    <a:pt x="112544" y="195571"/>
                    <a:pt x="119986" y="200141"/>
                    <a:pt x="128211" y="202752"/>
                  </a:cubicBezTo>
                  <a:cubicBezTo>
                    <a:pt x="133720" y="204526"/>
                    <a:pt x="139495" y="205365"/>
                    <a:pt x="145299" y="205365"/>
                  </a:cubicBezTo>
                  <a:cubicBezTo>
                    <a:pt x="147611" y="205365"/>
                    <a:pt x="149928" y="205232"/>
                    <a:pt x="152234" y="204971"/>
                  </a:cubicBezTo>
                  <a:cubicBezTo>
                    <a:pt x="159676" y="204188"/>
                    <a:pt x="166857" y="201968"/>
                    <a:pt x="173516" y="198443"/>
                  </a:cubicBezTo>
                  <a:cubicBezTo>
                    <a:pt x="178346" y="195963"/>
                    <a:pt x="182785" y="192829"/>
                    <a:pt x="186572" y="189043"/>
                  </a:cubicBezTo>
                  <a:cubicBezTo>
                    <a:pt x="189052" y="186562"/>
                    <a:pt x="191011" y="183821"/>
                    <a:pt x="192577" y="180818"/>
                  </a:cubicBezTo>
                  <a:cubicBezTo>
                    <a:pt x="192969" y="179904"/>
                    <a:pt x="193361" y="179120"/>
                    <a:pt x="193752" y="178206"/>
                  </a:cubicBezTo>
                  <a:cubicBezTo>
                    <a:pt x="193883" y="177815"/>
                    <a:pt x="193883" y="177293"/>
                    <a:pt x="194014" y="176901"/>
                  </a:cubicBezTo>
                  <a:cubicBezTo>
                    <a:pt x="193963" y="176700"/>
                    <a:pt x="193874" y="176595"/>
                    <a:pt x="193746" y="176595"/>
                  </a:cubicBezTo>
                  <a:cubicBezTo>
                    <a:pt x="193542" y="176595"/>
                    <a:pt x="193240" y="176861"/>
                    <a:pt x="192838" y="177423"/>
                  </a:cubicBezTo>
                  <a:cubicBezTo>
                    <a:pt x="189705" y="181732"/>
                    <a:pt x="186049" y="185387"/>
                    <a:pt x="181871" y="188521"/>
                  </a:cubicBezTo>
                  <a:cubicBezTo>
                    <a:pt x="173777" y="194265"/>
                    <a:pt x="164376" y="197921"/>
                    <a:pt x="154584" y="199227"/>
                  </a:cubicBezTo>
                  <a:lnTo>
                    <a:pt x="154454" y="198443"/>
                  </a:lnTo>
                  <a:cubicBezTo>
                    <a:pt x="159284" y="197660"/>
                    <a:pt x="163854" y="196354"/>
                    <a:pt x="168293" y="194396"/>
                  </a:cubicBezTo>
                  <a:cubicBezTo>
                    <a:pt x="170904" y="193221"/>
                    <a:pt x="173646" y="191785"/>
                    <a:pt x="175996" y="190087"/>
                  </a:cubicBezTo>
                  <a:cubicBezTo>
                    <a:pt x="177302" y="189174"/>
                    <a:pt x="178607" y="188260"/>
                    <a:pt x="179652" y="187085"/>
                  </a:cubicBezTo>
                  <a:cubicBezTo>
                    <a:pt x="180305" y="186432"/>
                    <a:pt x="180696" y="186040"/>
                    <a:pt x="180696" y="185779"/>
                  </a:cubicBezTo>
                  <a:cubicBezTo>
                    <a:pt x="180725" y="185581"/>
                    <a:pt x="180569" y="185518"/>
                    <a:pt x="180326" y="185518"/>
                  </a:cubicBezTo>
                  <a:cubicBezTo>
                    <a:pt x="179899" y="185518"/>
                    <a:pt x="179203" y="185713"/>
                    <a:pt x="178766" y="185713"/>
                  </a:cubicBezTo>
                  <a:cubicBezTo>
                    <a:pt x="178306" y="185713"/>
                    <a:pt x="178134" y="185496"/>
                    <a:pt x="178868" y="184604"/>
                  </a:cubicBezTo>
                  <a:lnTo>
                    <a:pt x="178868" y="184604"/>
                  </a:lnTo>
                  <a:cubicBezTo>
                    <a:pt x="170252" y="191524"/>
                    <a:pt x="159546" y="195571"/>
                    <a:pt x="148578" y="195963"/>
                  </a:cubicBezTo>
                  <a:cubicBezTo>
                    <a:pt x="147699" y="196016"/>
                    <a:pt x="146820" y="196042"/>
                    <a:pt x="145943" y="196042"/>
                  </a:cubicBezTo>
                  <a:cubicBezTo>
                    <a:pt x="136018" y="196042"/>
                    <a:pt x="126337" y="192670"/>
                    <a:pt x="118419" y="186432"/>
                  </a:cubicBezTo>
                  <a:cubicBezTo>
                    <a:pt x="117375" y="185648"/>
                    <a:pt x="116069" y="184604"/>
                    <a:pt x="114763" y="183298"/>
                  </a:cubicBezTo>
                  <a:lnTo>
                    <a:pt x="109802" y="178859"/>
                  </a:lnTo>
                  <a:cubicBezTo>
                    <a:pt x="106538" y="175987"/>
                    <a:pt x="102882" y="173637"/>
                    <a:pt x="99096" y="171678"/>
                  </a:cubicBezTo>
                  <a:cubicBezTo>
                    <a:pt x="94788" y="169459"/>
                    <a:pt x="90218" y="167892"/>
                    <a:pt x="85648" y="166978"/>
                  </a:cubicBezTo>
                  <a:cubicBezTo>
                    <a:pt x="81079" y="165934"/>
                    <a:pt x="76379" y="165542"/>
                    <a:pt x="71809" y="165542"/>
                  </a:cubicBezTo>
                  <a:cubicBezTo>
                    <a:pt x="71379" y="165536"/>
                    <a:pt x="70950" y="165533"/>
                    <a:pt x="70521" y="165533"/>
                  </a:cubicBezTo>
                  <a:cubicBezTo>
                    <a:pt x="61847" y="165533"/>
                    <a:pt x="53535" y="166748"/>
                    <a:pt x="45697" y="167370"/>
                  </a:cubicBezTo>
                  <a:cubicBezTo>
                    <a:pt x="43592" y="167504"/>
                    <a:pt x="41504" y="167594"/>
                    <a:pt x="39466" y="167594"/>
                  </a:cubicBezTo>
                  <a:cubicBezTo>
                    <a:pt x="33541" y="167594"/>
                    <a:pt x="28037" y="166826"/>
                    <a:pt x="23763" y="164106"/>
                  </a:cubicBezTo>
                  <a:cubicBezTo>
                    <a:pt x="20760" y="162147"/>
                    <a:pt x="18279" y="159536"/>
                    <a:pt x="16451" y="156533"/>
                  </a:cubicBezTo>
                  <a:cubicBezTo>
                    <a:pt x="14493" y="153400"/>
                    <a:pt x="12926" y="150005"/>
                    <a:pt x="12012" y="146350"/>
                  </a:cubicBezTo>
                  <a:cubicBezTo>
                    <a:pt x="9923" y="139169"/>
                    <a:pt x="10315" y="131466"/>
                    <a:pt x="12926" y="124546"/>
                  </a:cubicBezTo>
                  <a:cubicBezTo>
                    <a:pt x="15668" y="117626"/>
                    <a:pt x="20629" y="111751"/>
                    <a:pt x="27027" y="107965"/>
                  </a:cubicBezTo>
                  <a:cubicBezTo>
                    <a:pt x="32353" y="104812"/>
                    <a:pt x="38403" y="103199"/>
                    <a:pt x="44575" y="103199"/>
                  </a:cubicBezTo>
                  <a:cubicBezTo>
                    <a:pt x="45816" y="103199"/>
                    <a:pt x="47062" y="103264"/>
                    <a:pt x="48308" y="103395"/>
                  </a:cubicBezTo>
                  <a:cubicBezTo>
                    <a:pt x="52094" y="103656"/>
                    <a:pt x="55881" y="104440"/>
                    <a:pt x="59536" y="105615"/>
                  </a:cubicBezTo>
                  <a:lnTo>
                    <a:pt x="65412" y="107704"/>
                  </a:lnTo>
                  <a:cubicBezTo>
                    <a:pt x="67500" y="108487"/>
                    <a:pt x="69720" y="109140"/>
                    <a:pt x="71940" y="109531"/>
                  </a:cubicBezTo>
                  <a:cubicBezTo>
                    <a:pt x="74524" y="110106"/>
                    <a:pt x="77187" y="110404"/>
                    <a:pt x="79843" y="110404"/>
                  </a:cubicBezTo>
                  <a:cubicBezTo>
                    <a:pt x="82017" y="110404"/>
                    <a:pt x="84185" y="110204"/>
                    <a:pt x="86301" y="109793"/>
                  </a:cubicBezTo>
                  <a:cubicBezTo>
                    <a:pt x="88782" y="109270"/>
                    <a:pt x="91132" y="108487"/>
                    <a:pt x="93351" y="107442"/>
                  </a:cubicBezTo>
                  <a:cubicBezTo>
                    <a:pt x="95571" y="106398"/>
                    <a:pt x="97660" y="105092"/>
                    <a:pt x="99488" y="103526"/>
                  </a:cubicBezTo>
                  <a:cubicBezTo>
                    <a:pt x="103143" y="100523"/>
                    <a:pt x="106277" y="97128"/>
                    <a:pt x="108888" y="93342"/>
                  </a:cubicBezTo>
                  <a:cubicBezTo>
                    <a:pt x="111499" y="89817"/>
                    <a:pt x="113719" y="86031"/>
                    <a:pt x="115677" y="82114"/>
                  </a:cubicBezTo>
                  <a:cubicBezTo>
                    <a:pt x="119594" y="74411"/>
                    <a:pt x="122858" y="66446"/>
                    <a:pt x="125730" y="58352"/>
                  </a:cubicBezTo>
                  <a:lnTo>
                    <a:pt x="127819" y="52346"/>
                  </a:lnTo>
                  <a:lnTo>
                    <a:pt x="129908" y="46862"/>
                  </a:lnTo>
                  <a:cubicBezTo>
                    <a:pt x="131475" y="43207"/>
                    <a:pt x="133172" y="39681"/>
                    <a:pt x="135261" y="36287"/>
                  </a:cubicBezTo>
                  <a:cubicBezTo>
                    <a:pt x="139178" y="29628"/>
                    <a:pt x="144531" y="23753"/>
                    <a:pt x="150667" y="19183"/>
                  </a:cubicBezTo>
                  <a:cubicBezTo>
                    <a:pt x="156804" y="14483"/>
                    <a:pt x="163985" y="11480"/>
                    <a:pt x="171557" y="10175"/>
                  </a:cubicBezTo>
                  <a:lnTo>
                    <a:pt x="172993" y="9914"/>
                  </a:lnTo>
                  <a:lnTo>
                    <a:pt x="174429" y="9652"/>
                  </a:lnTo>
                  <a:lnTo>
                    <a:pt x="177171" y="9391"/>
                  </a:lnTo>
                  <a:lnTo>
                    <a:pt x="181480" y="9391"/>
                  </a:lnTo>
                  <a:cubicBezTo>
                    <a:pt x="182002" y="9391"/>
                    <a:pt x="182524" y="9522"/>
                    <a:pt x="182916" y="9522"/>
                  </a:cubicBezTo>
                  <a:lnTo>
                    <a:pt x="185788" y="9783"/>
                  </a:lnTo>
                  <a:lnTo>
                    <a:pt x="188661" y="10305"/>
                  </a:lnTo>
                  <a:lnTo>
                    <a:pt x="190097" y="10436"/>
                  </a:lnTo>
                  <a:lnTo>
                    <a:pt x="191402" y="10828"/>
                  </a:lnTo>
                  <a:lnTo>
                    <a:pt x="194144" y="11611"/>
                  </a:lnTo>
                  <a:cubicBezTo>
                    <a:pt x="197669" y="12917"/>
                    <a:pt x="201064" y="14614"/>
                    <a:pt x="204197" y="16703"/>
                  </a:cubicBezTo>
                  <a:cubicBezTo>
                    <a:pt x="204847" y="17136"/>
                    <a:pt x="205407" y="17570"/>
                    <a:pt x="206027" y="18003"/>
                  </a:cubicBezTo>
                  <a:lnTo>
                    <a:pt x="206027" y="18003"/>
                  </a:lnTo>
                  <a:cubicBezTo>
                    <a:pt x="204602" y="16838"/>
                    <a:pt x="203078" y="15787"/>
                    <a:pt x="201455" y="14875"/>
                  </a:cubicBezTo>
                  <a:cubicBezTo>
                    <a:pt x="197278" y="12525"/>
                    <a:pt x="192708" y="10828"/>
                    <a:pt x="187877" y="9914"/>
                  </a:cubicBezTo>
                  <a:cubicBezTo>
                    <a:pt x="185134" y="9469"/>
                    <a:pt x="182392" y="9235"/>
                    <a:pt x="179649" y="9235"/>
                  </a:cubicBezTo>
                  <a:cubicBezTo>
                    <a:pt x="177561" y="9235"/>
                    <a:pt x="175473" y="9370"/>
                    <a:pt x="173385" y="9652"/>
                  </a:cubicBezTo>
                  <a:cubicBezTo>
                    <a:pt x="168554" y="10305"/>
                    <a:pt x="163854" y="11741"/>
                    <a:pt x="159415" y="13700"/>
                  </a:cubicBezTo>
                  <a:cubicBezTo>
                    <a:pt x="154976" y="15789"/>
                    <a:pt x="150929" y="18400"/>
                    <a:pt x="147142" y="21664"/>
                  </a:cubicBezTo>
                  <a:lnTo>
                    <a:pt x="144531" y="24145"/>
                  </a:lnTo>
                  <a:lnTo>
                    <a:pt x="143226" y="25450"/>
                  </a:lnTo>
                  <a:lnTo>
                    <a:pt x="141920" y="26756"/>
                  </a:lnTo>
                  <a:lnTo>
                    <a:pt x="139570" y="29628"/>
                  </a:lnTo>
                  <a:lnTo>
                    <a:pt x="137350" y="32631"/>
                  </a:lnTo>
                  <a:cubicBezTo>
                    <a:pt x="135914" y="34720"/>
                    <a:pt x="134609" y="36940"/>
                    <a:pt x="133303" y="39159"/>
                  </a:cubicBezTo>
                  <a:cubicBezTo>
                    <a:pt x="132781" y="40204"/>
                    <a:pt x="132258" y="41248"/>
                    <a:pt x="131736" y="42423"/>
                  </a:cubicBezTo>
                  <a:lnTo>
                    <a:pt x="130039" y="45818"/>
                  </a:lnTo>
                  <a:cubicBezTo>
                    <a:pt x="129125" y="48037"/>
                    <a:pt x="128211" y="50257"/>
                    <a:pt x="127428" y="52738"/>
                  </a:cubicBezTo>
                  <a:cubicBezTo>
                    <a:pt x="126514" y="55349"/>
                    <a:pt x="125600" y="57829"/>
                    <a:pt x="124686" y="60441"/>
                  </a:cubicBezTo>
                  <a:cubicBezTo>
                    <a:pt x="121161" y="70624"/>
                    <a:pt x="116461" y="80547"/>
                    <a:pt x="110847" y="89947"/>
                  </a:cubicBezTo>
                  <a:cubicBezTo>
                    <a:pt x="107844" y="94778"/>
                    <a:pt x="104057" y="99217"/>
                    <a:pt x="99618" y="103003"/>
                  </a:cubicBezTo>
                  <a:cubicBezTo>
                    <a:pt x="97268" y="104831"/>
                    <a:pt x="94657" y="106529"/>
                    <a:pt x="91785" y="107704"/>
                  </a:cubicBezTo>
                  <a:cubicBezTo>
                    <a:pt x="88912" y="108879"/>
                    <a:pt x="85909" y="109662"/>
                    <a:pt x="82776" y="109923"/>
                  </a:cubicBezTo>
                  <a:cubicBezTo>
                    <a:pt x="81868" y="109982"/>
                    <a:pt x="80964" y="110012"/>
                    <a:pt x="80062" y="110012"/>
                  </a:cubicBezTo>
                  <a:cubicBezTo>
                    <a:pt x="75000" y="110012"/>
                    <a:pt x="70047" y="109085"/>
                    <a:pt x="65281" y="107312"/>
                  </a:cubicBezTo>
                  <a:cubicBezTo>
                    <a:pt x="62409" y="106398"/>
                    <a:pt x="60189" y="105484"/>
                    <a:pt x="57839" y="104831"/>
                  </a:cubicBezTo>
                  <a:cubicBezTo>
                    <a:pt x="56664" y="104440"/>
                    <a:pt x="55489" y="104178"/>
                    <a:pt x="54183" y="103917"/>
                  </a:cubicBezTo>
                  <a:cubicBezTo>
                    <a:pt x="53008" y="103656"/>
                    <a:pt x="51833" y="103395"/>
                    <a:pt x="50658" y="103265"/>
                  </a:cubicBezTo>
                  <a:cubicBezTo>
                    <a:pt x="48758" y="102956"/>
                    <a:pt x="46848" y="102805"/>
                    <a:pt x="44945" y="102805"/>
                  </a:cubicBezTo>
                  <a:cubicBezTo>
                    <a:pt x="37175" y="102805"/>
                    <a:pt x="29534" y="105334"/>
                    <a:pt x="23241" y="110054"/>
                  </a:cubicBezTo>
                  <a:cubicBezTo>
                    <a:pt x="23484" y="109810"/>
                    <a:pt x="24083" y="109262"/>
                    <a:pt x="23932" y="109262"/>
                  </a:cubicBezTo>
                  <a:cubicBezTo>
                    <a:pt x="23840" y="109262"/>
                    <a:pt x="23474" y="109463"/>
                    <a:pt x="22588" y="110054"/>
                  </a:cubicBezTo>
                  <a:cubicBezTo>
                    <a:pt x="28973" y="104946"/>
                    <a:pt x="36919" y="102180"/>
                    <a:pt x="45083" y="102180"/>
                  </a:cubicBezTo>
                  <a:cubicBezTo>
                    <a:pt x="46936" y="102180"/>
                    <a:pt x="48799" y="102322"/>
                    <a:pt x="50658" y="102612"/>
                  </a:cubicBezTo>
                  <a:cubicBezTo>
                    <a:pt x="51833" y="102742"/>
                    <a:pt x="53139" y="103003"/>
                    <a:pt x="54314" y="103265"/>
                  </a:cubicBezTo>
                  <a:cubicBezTo>
                    <a:pt x="55619" y="103526"/>
                    <a:pt x="56795" y="103787"/>
                    <a:pt x="58100" y="104178"/>
                  </a:cubicBezTo>
                  <a:cubicBezTo>
                    <a:pt x="60581" y="104831"/>
                    <a:pt x="62800" y="105745"/>
                    <a:pt x="65673" y="106790"/>
                  </a:cubicBezTo>
                  <a:cubicBezTo>
                    <a:pt x="70432" y="108450"/>
                    <a:pt x="75378" y="109359"/>
                    <a:pt x="80433" y="109359"/>
                  </a:cubicBezTo>
                  <a:cubicBezTo>
                    <a:pt x="81341" y="109359"/>
                    <a:pt x="82253" y="109330"/>
                    <a:pt x="83168" y="109270"/>
                  </a:cubicBezTo>
                  <a:cubicBezTo>
                    <a:pt x="86301" y="108879"/>
                    <a:pt x="89304" y="108095"/>
                    <a:pt x="92176" y="106790"/>
                  </a:cubicBezTo>
                  <a:cubicBezTo>
                    <a:pt x="94918" y="105615"/>
                    <a:pt x="97529" y="103917"/>
                    <a:pt x="99749" y="101959"/>
                  </a:cubicBezTo>
                  <a:cubicBezTo>
                    <a:pt x="102099" y="100001"/>
                    <a:pt x="104057" y="97912"/>
                    <a:pt x="105885" y="95692"/>
                  </a:cubicBezTo>
                  <a:cubicBezTo>
                    <a:pt x="107713" y="93472"/>
                    <a:pt x="109280" y="91122"/>
                    <a:pt x="110847" y="88642"/>
                  </a:cubicBezTo>
                  <a:cubicBezTo>
                    <a:pt x="116461" y="79241"/>
                    <a:pt x="121030" y="69188"/>
                    <a:pt x="124686" y="58743"/>
                  </a:cubicBezTo>
                  <a:cubicBezTo>
                    <a:pt x="125600" y="56263"/>
                    <a:pt x="126383" y="53521"/>
                    <a:pt x="127428" y="51171"/>
                  </a:cubicBezTo>
                  <a:lnTo>
                    <a:pt x="128733" y="47646"/>
                  </a:lnTo>
                  <a:lnTo>
                    <a:pt x="129517" y="45818"/>
                  </a:lnTo>
                  <a:lnTo>
                    <a:pt x="130300" y="44121"/>
                  </a:lnTo>
                  <a:cubicBezTo>
                    <a:pt x="131345" y="41770"/>
                    <a:pt x="132520" y="39420"/>
                    <a:pt x="133825" y="37331"/>
                  </a:cubicBezTo>
                  <a:cubicBezTo>
                    <a:pt x="134478" y="36156"/>
                    <a:pt x="135131" y="35112"/>
                    <a:pt x="135784" y="34067"/>
                  </a:cubicBezTo>
                  <a:lnTo>
                    <a:pt x="138003" y="30934"/>
                  </a:lnTo>
                  <a:lnTo>
                    <a:pt x="139178" y="29367"/>
                  </a:lnTo>
                  <a:lnTo>
                    <a:pt x="140353" y="27931"/>
                  </a:lnTo>
                  <a:lnTo>
                    <a:pt x="142703" y="25320"/>
                  </a:lnTo>
                  <a:lnTo>
                    <a:pt x="145445" y="22709"/>
                  </a:lnTo>
                  <a:cubicBezTo>
                    <a:pt x="145967" y="22186"/>
                    <a:pt x="146359" y="21795"/>
                    <a:pt x="146881" y="21403"/>
                  </a:cubicBezTo>
                  <a:lnTo>
                    <a:pt x="148317" y="20228"/>
                  </a:lnTo>
                  <a:cubicBezTo>
                    <a:pt x="152234" y="17094"/>
                    <a:pt x="156543" y="14483"/>
                    <a:pt x="161112" y="12655"/>
                  </a:cubicBezTo>
                  <a:cubicBezTo>
                    <a:pt x="163462" y="11741"/>
                    <a:pt x="165812" y="10828"/>
                    <a:pt x="168293" y="10305"/>
                  </a:cubicBezTo>
                  <a:lnTo>
                    <a:pt x="171949" y="9522"/>
                  </a:lnTo>
                  <a:cubicBezTo>
                    <a:pt x="173124" y="9261"/>
                    <a:pt x="174429" y="9261"/>
                    <a:pt x="175604" y="9130"/>
                  </a:cubicBezTo>
                  <a:cubicBezTo>
                    <a:pt x="177050" y="9019"/>
                    <a:pt x="178485" y="8960"/>
                    <a:pt x="179909" y="8960"/>
                  </a:cubicBezTo>
                  <a:cubicBezTo>
                    <a:pt x="183503" y="8960"/>
                    <a:pt x="187029" y="9333"/>
                    <a:pt x="190488" y="10175"/>
                  </a:cubicBezTo>
                  <a:cubicBezTo>
                    <a:pt x="200280" y="12264"/>
                    <a:pt x="208897" y="18139"/>
                    <a:pt x="214381" y="26625"/>
                  </a:cubicBezTo>
                  <a:lnTo>
                    <a:pt x="213598" y="27017"/>
                  </a:lnTo>
                  <a:cubicBezTo>
                    <a:pt x="217123" y="33023"/>
                    <a:pt x="218689" y="39812"/>
                    <a:pt x="218037" y="46601"/>
                  </a:cubicBezTo>
                  <a:cubicBezTo>
                    <a:pt x="217906" y="48429"/>
                    <a:pt x="217645" y="50126"/>
                    <a:pt x="217253" y="51824"/>
                  </a:cubicBezTo>
                  <a:cubicBezTo>
                    <a:pt x="216992" y="53651"/>
                    <a:pt x="216470" y="55349"/>
                    <a:pt x="215948" y="57046"/>
                  </a:cubicBezTo>
                  <a:cubicBezTo>
                    <a:pt x="215425" y="58743"/>
                    <a:pt x="214773" y="60441"/>
                    <a:pt x="214120" y="62138"/>
                  </a:cubicBezTo>
                  <a:cubicBezTo>
                    <a:pt x="213467" y="63705"/>
                    <a:pt x="212553" y="65663"/>
                    <a:pt x="211770" y="67491"/>
                  </a:cubicBezTo>
                  <a:cubicBezTo>
                    <a:pt x="205242" y="81983"/>
                    <a:pt x="199236" y="97128"/>
                    <a:pt x="195841" y="113448"/>
                  </a:cubicBezTo>
                  <a:lnTo>
                    <a:pt x="195319" y="115929"/>
                  </a:lnTo>
                  <a:cubicBezTo>
                    <a:pt x="195189" y="116843"/>
                    <a:pt x="195058" y="117626"/>
                    <a:pt x="194927" y="118410"/>
                  </a:cubicBezTo>
                  <a:cubicBezTo>
                    <a:pt x="194666" y="120107"/>
                    <a:pt x="194405" y="121674"/>
                    <a:pt x="194275" y="123371"/>
                  </a:cubicBezTo>
                  <a:lnTo>
                    <a:pt x="194014" y="128202"/>
                  </a:lnTo>
                  <a:lnTo>
                    <a:pt x="194014" y="132641"/>
                  </a:lnTo>
                  <a:cubicBezTo>
                    <a:pt x="194014" y="138647"/>
                    <a:pt x="194405" y="143738"/>
                    <a:pt x="194405" y="148308"/>
                  </a:cubicBezTo>
                  <a:cubicBezTo>
                    <a:pt x="194927" y="142824"/>
                    <a:pt x="194666" y="136819"/>
                    <a:pt x="195058" y="130552"/>
                  </a:cubicBezTo>
                  <a:cubicBezTo>
                    <a:pt x="195319" y="124415"/>
                    <a:pt x="196233" y="118148"/>
                    <a:pt x="197669" y="112143"/>
                  </a:cubicBezTo>
                  <a:cubicBezTo>
                    <a:pt x="200542" y="100131"/>
                    <a:pt x="204589" y="88381"/>
                    <a:pt x="209420" y="77022"/>
                  </a:cubicBezTo>
                  <a:lnTo>
                    <a:pt x="213206" y="68535"/>
                  </a:lnTo>
                  <a:lnTo>
                    <a:pt x="215034" y="64227"/>
                  </a:lnTo>
                  <a:lnTo>
                    <a:pt x="216731" y="60180"/>
                  </a:lnTo>
                  <a:cubicBezTo>
                    <a:pt x="218820" y="54827"/>
                    <a:pt x="219864" y="49082"/>
                    <a:pt x="219995" y="43337"/>
                  </a:cubicBezTo>
                  <a:cubicBezTo>
                    <a:pt x="219995" y="42482"/>
                    <a:pt x="219963" y="41630"/>
                    <a:pt x="219900" y="40782"/>
                  </a:cubicBezTo>
                  <a:lnTo>
                    <a:pt x="219900" y="40782"/>
                  </a:lnTo>
                  <a:cubicBezTo>
                    <a:pt x="220164" y="44070"/>
                    <a:pt x="220004" y="47393"/>
                    <a:pt x="219473" y="50649"/>
                  </a:cubicBezTo>
                  <a:cubicBezTo>
                    <a:pt x="219212" y="52215"/>
                    <a:pt x="218820" y="53782"/>
                    <a:pt x="218428" y="55349"/>
                  </a:cubicBezTo>
                  <a:lnTo>
                    <a:pt x="217775" y="57699"/>
                  </a:lnTo>
                  <a:lnTo>
                    <a:pt x="217384" y="58874"/>
                  </a:lnTo>
                  <a:cubicBezTo>
                    <a:pt x="217253" y="59266"/>
                    <a:pt x="217123" y="59657"/>
                    <a:pt x="216992" y="60049"/>
                  </a:cubicBezTo>
                  <a:cubicBezTo>
                    <a:pt x="216339" y="61485"/>
                    <a:pt x="215687" y="63052"/>
                    <a:pt x="215164" y="64619"/>
                  </a:cubicBezTo>
                  <a:lnTo>
                    <a:pt x="213075" y="69319"/>
                  </a:lnTo>
                  <a:cubicBezTo>
                    <a:pt x="207331" y="81853"/>
                    <a:pt x="202630" y="94778"/>
                    <a:pt x="199105" y="107965"/>
                  </a:cubicBezTo>
                  <a:cubicBezTo>
                    <a:pt x="197408" y="114623"/>
                    <a:pt x="196233" y="121543"/>
                    <a:pt x="195841" y="128332"/>
                  </a:cubicBezTo>
                  <a:cubicBezTo>
                    <a:pt x="195189" y="135252"/>
                    <a:pt x="195711" y="142172"/>
                    <a:pt x="195189" y="148308"/>
                  </a:cubicBezTo>
                  <a:cubicBezTo>
                    <a:pt x="195058" y="149744"/>
                    <a:pt x="194927" y="151050"/>
                    <a:pt x="194797" y="152355"/>
                  </a:cubicBezTo>
                  <a:lnTo>
                    <a:pt x="194014" y="156403"/>
                  </a:lnTo>
                  <a:cubicBezTo>
                    <a:pt x="193752" y="158100"/>
                    <a:pt x="193361" y="159797"/>
                    <a:pt x="192969" y="161364"/>
                  </a:cubicBezTo>
                  <a:cubicBezTo>
                    <a:pt x="192708" y="162931"/>
                    <a:pt x="192186" y="164498"/>
                    <a:pt x="191794" y="165803"/>
                  </a:cubicBezTo>
                  <a:cubicBezTo>
                    <a:pt x="191272" y="168675"/>
                    <a:pt x="190358" y="171026"/>
                    <a:pt x="189836" y="172853"/>
                  </a:cubicBezTo>
                  <a:cubicBezTo>
                    <a:pt x="189444" y="174551"/>
                    <a:pt x="189183" y="175726"/>
                    <a:pt x="189574" y="175856"/>
                  </a:cubicBezTo>
                  <a:cubicBezTo>
                    <a:pt x="189593" y="175865"/>
                    <a:pt x="189614" y="175870"/>
                    <a:pt x="189637" y="175870"/>
                  </a:cubicBezTo>
                  <a:cubicBezTo>
                    <a:pt x="189948" y="175870"/>
                    <a:pt x="190710" y="175048"/>
                    <a:pt x="191925" y="172984"/>
                  </a:cubicBezTo>
                  <a:cubicBezTo>
                    <a:pt x="194144" y="169328"/>
                    <a:pt x="195972" y="165542"/>
                    <a:pt x="197278" y="161495"/>
                  </a:cubicBezTo>
                  <a:cubicBezTo>
                    <a:pt x="197800" y="159797"/>
                    <a:pt x="198191" y="158100"/>
                    <a:pt x="198453" y="156403"/>
                  </a:cubicBezTo>
                  <a:cubicBezTo>
                    <a:pt x="198714" y="155358"/>
                    <a:pt x="198844" y="154444"/>
                    <a:pt x="198975" y="153400"/>
                  </a:cubicBezTo>
                  <a:cubicBezTo>
                    <a:pt x="199236" y="152486"/>
                    <a:pt x="199236" y="151441"/>
                    <a:pt x="199366" y="150528"/>
                  </a:cubicBezTo>
                  <a:cubicBezTo>
                    <a:pt x="199628" y="148700"/>
                    <a:pt x="199628" y="147002"/>
                    <a:pt x="199628" y="145827"/>
                  </a:cubicBezTo>
                  <a:lnTo>
                    <a:pt x="199628" y="143869"/>
                  </a:lnTo>
                  <a:cubicBezTo>
                    <a:pt x="199783" y="142934"/>
                    <a:pt x="199960" y="142578"/>
                    <a:pt x="200140" y="142578"/>
                  </a:cubicBezTo>
                  <a:cubicBezTo>
                    <a:pt x="200414" y="142578"/>
                    <a:pt x="200697" y="143396"/>
                    <a:pt x="200933" y="144261"/>
                  </a:cubicBezTo>
                  <a:cubicBezTo>
                    <a:pt x="201064" y="139430"/>
                    <a:pt x="200933" y="134730"/>
                    <a:pt x="201194" y="130030"/>
                  </a:cubicBezTo>
                  <a:cubicBezTo>
                    <a:pt x="201325" y="127679"/>
                    <a:pt x="201455" y="125329"/>
                    <a:pt x="201847" y="122979"/>
                  </a:cubicBezTo>
                  <a:cubicBezTo>
                    <a:pt x="202239" y="120760"/>
                    <a:pt x="202500" y="118410"/>
                    <a:pt x="203022" y="116060"/>
                  </a:cubicBezTo>
                  <a:cubicBezTo>
                    <a:pt x="204850" y="106790"/>
                    <a:pt x="207592" y="97781"/>
                    <a:pt x="210986" y="88903"/>
                  </a:cubicBezTo>
                  <a:cubicBezTo>
                    <a:pt x="212814" y="84464"/>
                    <a:pt x="214511" y="80155"/>
                    <a:pt x="216339" y="75716"/>
                  </a:cubicBezTo>
                  <a:cubicBezTo>
                    <a:pt x="218297" y="71278"/>
                    <a:pt x="220255" y="67101"/>
                    <a:pt x="222083" y="62402"/>
                  </a:cubicBezTo>
                  <a:lnTo>
                    <a:pt x="222083" y="62402"/>
                  </a:lnTo>
                  <a:cubicBezTo>
                    <a:pt x="220255" y="67101"/>
                    <a:pt x="218428" y="71409"/>
                    <a:pt x="216470" y="75847"/>
                  </a:cubicBezTo>
                  <a:cubicBezTo>
                    <a:pt x="214511" y="80155"/>
                    <a:pt x="212814" y="84725"/>
                    <a:pt x="211117" y="89164"/>
                  </a:cubicBezTo>
                  <a:cubicBezTo>
                    <a:pt x="207722" y="98042"/>
                    <a:pt x="204981" y="107312"/>
                    <a:pt x="203153" y="116712"/>
                  </a:cubicBezTo>
                  <a:cubicBezTo>
                    <a:pt x="202761" y="119062"/>
                    <a:pt x="202239" y="121412"/>
                    <a:pt x="202108" y="123763"/>
                  </a:cubicBezTo>
                  <a:cubicBezTo>
                    <a:pt x="201978" y="126113"/>
                    <a:pt x="201586" y="128463"/>
                    <a:pt x="201586" y="130813"/>
                  </a:cubicBezTo>
                  <a:cubicBezTo>
                    <a:pt x="201325" y="135644"/>
                    <a:pt x="201455" y="140474"/>
                    <a:pt x="201325" y="145436"/>
                  </a:cubicBezTo>
                  <a:cubicBezTo>
                    <a:pt x="201466" y="145789"/>
                    <a:pt x="201607" y="146027"/>
                    <a:pt x="201749" y="146027"/>
                  </a:cubicBezTo>
                  <a:cubicBezTo>
                    <a:pt x="201868" y="146027"/>
                    <a:pt x="201988" y="145855"/>
                    <a:pt x="202108" y="145436"/>
                  </a:cubicBezTo>
                  <a:cubicBezTo>
                    <a:pt x="202500" y="142824"/>
                    <a:pt x="202761" y="140344"/>
                    <a:pt x="202761" y="137863"/>
                  </a:cubicBezTo>
                  <a:cubicBezTo>
                    <a:pt x="202892" y="134860"/>
                    <a:pt x="202892" y="130291"/>
                    <a:pt x="203544" y="124546"/>
                  </a:cubicBezTo>
                  <a:cubicBezTo>
                    <a:pt x="204328" y="118018"/>
                    <a:pt x="205633" y="111620"/>
                    <a:pt x="207461" y="105354"/>
                  </a:cubicBezTo>
                  <a:cubicBezTo>
                    <a:pt x="208245" y="101828"/>
                    <a:pt x="209550" y="98303"/>
                    <a:pt x="210725" y="94778"/>
                  </a:cubicBezTo>
                  <a:cubicBezTo>
                    <a:pt x="211770" y="91122"/>
                    <a:pt x="213206" y="87728"/>
                    <a:pt x="214511" y="84333"/>
                  </a:cubicBezTo>
                  <a:cubicBezTo>
                    <a:pt x="215687" y="80939"/>
                    <a:pt x="217253" y="77544"/>
                    <a:pt x="218559" y="74541"/>
                  </a:cubicBezTo>
                  <a:cubicBezTo>
                    <a:pt x="219212" y="72974"/>
                    <a:pt x="219864" y="71408"/>
                    <a:pt x="220517" y="69972"/>
                  </a:cubicBezTo>
                  <a:cubicBezTo>
                    <a:pt x="221170" y="68535"/>
                    <a:pt x="221823" y="67099"/>
                    <a:pt x="222345" y="65663"/>
                  </a:cubicBezTo>
                  <a:cubicBezTo>
                    <a:pt x="226131" y="57568"/>
                    <a:pt x="227829" y="48690"/>
                    <a:pt x="227306" y="39681"/>
                  </a:cubicBezTo>
                  <a:cubicBezTo>
                    <a:pt x="227176" y="38637"/>
                    <a:pt x="227045" y="37462"/>
                    <a:pt x="226784" y="36287"/>
                  </a:cubicBezTo>
                  <a:cubicBezTo>
                    <a:pt x="226654" y="35242"/>
                    <a:pt x="226523" y="34067"/>
                    <a:pt x="226131" y="32892"/>
                  </a:cubicBezTo>
                  <a:cubicBezTo>
                    <a:pt x="224956" y="28453"/>
                    <a:pt x="222998" y="24145"/>
                    <a:pt x="220517" y="20228"/>
                  </a:cubicBezTo>
                  <a:cubicBezTo>
                    <a:pt x="219864" y="19183"/>
                    <a:pt x="219081" y="18400"/>
                    <a:pt x="218298" y="17356"/>
                  </a:cubicBezTo>
                  <a:lnTo>
                    <a:pt x="217253" y="16050"/>
                  </a:lnTo>
                  <a:lnTo>
                    <a:pt x="216078" y="14744"/>
                  </a:lnTo>
                  <a:cubicBezTo>
                    <a:pt x="209550" y="8086"/>
                    <a:pt x="201194" y="3386"/>
                    <a:pt x="192055" y="1297"/>
                  </a:cubicBezTo>
                  <a:cubicBezTo>
                    <a:pt x="188023" y="433"/>
                    <a:pt x="183940" y="1"/>
                    <a:pt x="17986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1" name="Google Shape;371;p48"/>
          <p:cNvGrpSpPr/>
          <p:nvPr/>
        </p:nvGrpSpPr>
        <p:grpSpPr>
          <a:xfrm rot="3959244">
            <a:off x="-622292" y="2857193"/>
            <a:ext cx="2836346" cy="2990614"/>
            <a:chOff x="235075" y="777725"/>
            <a:chExt cx="7186900" cy="4132775"/>
          </a:xfrm>
        </p:grpSpPr>
        <p:sp>
          <p:nvSpPr>
            <p:cNvPr id="372" name="Google Shape;372;p48"/>
            <p:cNvSpPr/>
            <p:nvPr/>
          </p:nvSpPr>
          <p:spPr>
            <a:xfrm>
              <a:off x="342575" y="932875"/>
              <a:ext cx="7079400" cy="3826525"/>
            </a:xfrm>
            <a:custGeom>
              <a:rect b="b" l="l" r="r" t="t"/>
              <a:pathLst>
                <a:path extrusionOk="0" h="153061" w="283176">
                  <a:moveTo>
                    <a:pt x="168404" y="0"/>
                  </a:moveTo>
                  <a:cubicBezTo>
                    <a:pt x="157709" y="0"/>
                    <a:pt x="146666" y="1269"/>
                    <a:pt x="137470" y="1958"/>
                  </a:cubicBezTo>
                  <a:cubicBezTo>
                    <a:pt x="99769" y="4776"/>
                    <a:pt x="61970" y="14736"/>
                    <a:pt x="30657" y="36550"/>
                  </a:cubicBezTo>
                  <a:cubicBezTo>
                    <a:pt x="16422" y="46461"/>
                    <a:pt x="2915" y="60284"/>
                    <a:pt x="1336" y="77580"/>
                  </a:cubicBezTo>
                  <a:cubicBezTo>
                    <a:pt x="0" y="92204"/>
                    <a:pt x="7774" y="106560"/>
                    <a:pt x="18778" y="116301"/>
                  </a:cubicBezTo>
                  <a:cubicBezTo>
                    <a:pt x="29807" y="126043"/>
                    <a:pt x="43726" y="131800"/>
                    <a:pt x="57670" y="136415"/>
                  </a:cubicBezTo>
                  <a:cubicBezTo>
                    <a:pt x="91058" y="147472"/>
                    <a:pt x="125903" y="153060"/>
                    <a:pt x="160873" y="153060"/>
                  </a:cubicBezTo>
                  <a:cubicBezTo>
                    <a:pt x="176382" y="153060"/>
                    <a:pt x="191917" y="151961"/>
                    <a:pt x="207359" y="149752"/>
                  </a:cubicBezTo>
                  <a:cubicBezTo>
                    <a:pt x="222226" y="147614"/>
                    <a:pt x="237360" y="144286"/>
                    <a:pt x="249871" y="135929"/>
                  </a:cubicBezTo>
                  <a:cubicBezTo>
                    <a:pt x="275062" y="119095"/>
                    <a:pt x="283175" y="80398"/>
                    <a:pt x="265102" y="56057"/>
                  </a:cubicBezTo>
                  <a:cubicBezTo>
                    <a:pt x="255968" y="43789"/>
                    <a:pt x="242097" y="36137"/>
                    <a:pt x="229125" y="28024"/>
                  </a:cubicBezTo>
                  <a:cubicBezTo>
                    <a:pt x="217003" y="20420"/>
                    <a:pt x="204881" y="7643"/>
                    <a:pt x="191278" y="3027"/>
                  </a:cubicBezTo>
                  <a:cubicBezTo>
                    <a:pt x="184502" y="737"/>
                    <a:pt x="176554" y="0"/>
                    <a:pt x="168404"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48"/>
            <p:cNvSpPr/>
            <p:nvPr/>
          </p:nvSpPr>
          <p:spPr>
            <a:xfrm>
              <a:off x="235075" y="777725"/>
              <a:ext cx="7126775" cy="4132775"/>
            </a:xfrm>
            <a:custGeom>
              <a:rect b="b" l="l" r="r" t="t"/>
              <a:pathLst>
                <a:path extrusionOk="0" h="165311" w="285071">
                  <a:moveTo>
                    <a:pt x="193683" y="2310"/>
                  </a:moveTo>
                  <a:lnTo>
                    <a:pt x="194120" y="2431"/>
                  </a:lnTo>
                  <a:lnTo>
                    <a:pt x="194557" y="2553"/>
                  </a:lnTo>
                  <a:lnTo>
                    <a:pt x="195456" y="2820"/>
                  </a:lnTo>
                  <a:lnTo>
                    <a:pt x="196198" y="3047"/>
                  </a:lnTo>
                  <a:lnTo>
                    <a:pt x="196198" y="3047"/>
                  </a:lnTo>
                  <a:cubicBezTo>
                    <a:pt x="196113" y="3020"/>
                    <a:pt x="196027" y="2993"/>
                    <a:pt x="195942" y="2966"/>
                  </a:cubicBezTo>
                  <a:lnTo>
                    <a:pt x="194825" y="2626"/>
                  </a:lnTo>
                  <a:cubicBezTo>
                    <a:pt x="194436" y="2504"/>
                    <a:pt x="194072" y="2383"/>
                    <a:pt x="193683" y="2310"/>
                  </a:cubicBezTo>
                  <a:close/>
                  <a:moveTo>
                    <a:pt x="196198" y="3047"/>
                  </a:moveTo>
                  <a:cubicBezTo>
                    <a:pt x="196309" y="3081"/>
                    <a:pt x="196421" y="3115"/>
                    <a:pt x="196532" y="3149"/>
                  </a:cubicBezTo>
                  <a:lnTo>
                    <a:pt x="196532" y="3149"/>
                  </a:lnTo>
                  <a:lnTo>
                    <a:pt x="196198" y="3047"/>
                  </a:lnTo>
                  <a:close/>
                  <a:moveTo>
                    <a:pt x="196532" y="3149"/>
                  </a:moveTo>
                  <a:lnTo>
                    <a:pt x="197205" y="3354"/>
                  </a:lnTo>
                  <a:cubicBezTo>
                    <a:pt x="197213" y="3356"/>
                    <a:pt x="197220" y="3358"/>
                    <a:pt x="197228" y="3360"/>
                  </a:cubicBezTo>
                  <a:lnTo>
                    <a:pt x="197228" y="3360"/>
                  </a:lnTo>
                  <a:cubicBezTo>
                    <a:pt x="196996" y="3288"/>
                    <a:pt x="196764" y="3219"/>
                    <a:pt x="196532" y="3149"/>
                  </a:cubicBezTo>
                  <a:close/>
                  <a:moveTo>
                    <a:pt x="197228" y="3360"/>
                  </a:moveTo>
                  <a:lnTo>
                    <a:pt x="197228" y="3360"/>
                  </a:lnTo>
                  <a:cubicBezTo>
                    <a:pt x="197350" y="3398"/>
                    <a:pt x="197472" y="3437"/>
                    <a:pt x="197593" y="3477"/>
                  </a:cubicBezTo>
                  <a:lnTo>
                    <a:pt x="197593" y="3477"/>
                  </a:lnTo>
                  <a:cubicBezTo>
                    <a:pt x="197473" y="3434"/>
                    <a:pt x="197353" y="3392"/>
                    <a:pt x="197228" y="3360"/>
                  </a:cubicBezTo>
                  <a:close/>
                  <a:moveTo>
                    <a:pt x="197593" y="3477"/>
                  </a:moveTo>
                  <a:lnTo>
                    <a:pt x="197593" y="3477"/>
                  </a:lnTo>
                  <a:cubicBezTo>
                    <a:pt x="197745" y="3533"/>
                    <a:pt x="197897" y="3593"/>
                    <a:pt x="198055" y="3646"/>
                  </a:cubicBezTo>
                  <a:lnTo>
                    <a:pt x="198930" y="3986"/>
                  </a:lnTo>
                  <a:cubicBezTo>
                    <a:pt x="199513" y="4205"/>
                    <a:pt x="200096" y="4423"/>
                    <a:pt x="200655" y="4666"/>
                  </a:cubicBezTo>
                  <a:cubicBezTo>
                    <a:pt x="200971" y="4803"/>
                    <a:pt x="201287" y="4943"/>
                    <a:pt x="201601" y="5085"/>
                  </a:cubicBezTo>
                  <a:lnTo>
                    <a:pt x="201601" y="5085"/>
                  </a:lnTo>
                  <a:lnTo>
                    <a:pt x="200412" y="4545"/>
                  </a:lnTo>
                  <a:lnTo>
                    <a:pt x="198201" y="3694"/>
                  </a:lnTo>
                  <a:cubicBezTo>
                    <a:pt x="197999" y="3616"/>
                    <a:pt x="197796" y="3545"/>
                    <a:pt x="197593" y="3477"/>
                  </a:cubicBezTo>
                  <a:close/>
                  <a:moveTo>
                    <a:pt x="201601" y="5085"/>
                  </a:moveTo>
                  <a:lnTo>
                    <a:pt x="201792" y="5172"/>
                  </a:lnTo>
                  <a:lnTo>
                    <a:pt x="201792" y="5172"/>
                  </a:lnTo>
                  <a:cubicBezTo>
                    <a:pt x="201728" y="5143"/>
                    <a:pt x="201665" y="5114"/>
                    <a:pt x="201601" y="5085"/>
                  </a:cubicBezTo>
                  <a:close/>
                  <a:moveTo>
                    <a:pt x="201792" y="5172"/>
                  </a:moveTo>
                  <a:cubicBezTo>
                    <a:pt x="202347" y="5425"/>
                    <a:pt x="202898" y="5687"/>
                    <a:pt x="203447" y="5957"/>
                  </a:cubicBezTo>
                  <a:lnTo>
                    <a:pt x="203447" y="5957"/>
                  </a:lnTo>
                  <a:cubicBezTo>
                    <a:pt x="203149" y="5808"/>
                    <a:pt x="202850" y="5661"/>
                    <a:pt x="202550" y="5516"/>
                  </a:cubicBezTo>
                  <a:lnTo>
                    <a:pt x="201792" y="5172"/>
                  </a:lnTo>
                  <a:close/>
                  <a:moveTo>
                    <a:pt x="203447" y="5957"/>
                  </a:moveTo>
                  <a:cubicBezTo>
                    <a:pt x="205025" y="6746"/>
                    <a:pt x="206570" y="7594"/>
                    <a:pt x="208082" y="8506"/>
                  </a:cubicBezTo>
                  <a:lnTo>
                    <a:pt x="208082" y="8506"/>
                  </a:lnTo>
                  <a:cubicBezTo>
                    <a:pt x="207745" y="8301"/>
                    <a:pt x="207407" y="8098"/>
                    <a:pt x="207068" y="7897"/>
                  </a:cubicBezTo>
                  <a:cubicBezTo>
                    <a:pt x="205877" y="7204"/>
                    <a:pt x="204670" y="6559"/>
                    <a:pt x="203447" y="5957"/>
                  </a:cubicBezTo>
                  <a:close/>
                  <a:moveTo>
                    <a:pt x="208082" y="8506"/>
                  </a:moveTo>
                  <a:cubicBezTo>
                    <a:pt x="208378" y="8686"/>
                    <a:pt x="208674" y="8868"/>
                    <a:pt x="208969" y="9051"/>
                  </a:cubicBezTo>
                  <a:lnTo>
                    <a:pt x="208969" y="9051"/>
                  </a:lnTo>
                  <a:cubicBezTo>
                    <a:pt x="208675" y="8867"/>
                    <a:pt x="208379" y="8685"/>
                    <a:pt x="208082" y="8506"/>
                  </a:cubicBezTo>
                  <a:close/>
                  <a:moveTo>
                    <a:pt x="274827" y="94613"/>
                  </a:moveTo>
                  <a:cubicBezTo>
                    <a:pt x="274825" y="94672"/>
                    <a:pt x="274822" y="94731"/>
                    <a:pt x="274819" y="94790"/>
                  </a:cubicBezTo>
                  <a:lnTo>
                    <a:pt x="274827" y="94613"/>
                  </a:lnTo>
                  <a:close/>
                  <a:moveTo>
                    <a:pt x="182036" y="164515"/>
                  </a:moveTo>
                  <a:cubicBezTo>
                    <a:pt x="182009" y="164557"/>
                    <a:pt x="182151" y="164591"/>
                    <a:pt x="182606" y="164606"/>
                  </a:cubicBezTo>
                  <a:cubicBezTo>
                    <a:pt x="182112" y="164589"/>
                    <a:pt x="181975" y="164562"/>
                    <a:pt x="182036" y="164515"/>
                  </a:cubicBezTo>
                  <a:close/>
                  <a:moveTo>
                    <a:pt x="171889" y="1"/>
                  </a:moveTo>
                  <a:cubicBezTo>
                    <a:pt x="169431" y="1"/>
                    <a:pt x="166985" y="62"/>
                    <a:pt x="164556" y="148"/>
                  </a:cubicBezTo>
                  <a:cubicBezTo>
                    <a:pt x="156370" y="512"/>
                    <a:pt x="148378" y="1314"/>
                    <a:pt x="140483" y="1872"/>
                  </a:cubicBezTo>
                  <a:cubicBezTo>
                    <a:pt x="132321" y="2456"/>
                    <a:pt x="124183" y="3379"/>
                    <a:pt x="116020" y="4666"/>
                  </a:cubicBezTo>
                  <a:lnTo>
                    <a:pt x="112960" y="5128"/>
                  </a:lnTo>
                  <a:cubicBezTo>
                    <a:pt x="111964" y="5298"/>
                    <a:pt x="110943" y="5516"/>
                    <a:pt x="109923" y="5686"/>
                  </a:cubicBezTo>
                  <a:lnTo>
                    <a:pt x="106887" y="6269"/>
                  </a:lnTo>
                  <a:lnTo>
                    <a:pt x="105380" y="6537"/>
                  </a:lnTo>
                  <a:lnTo>
                    <a:pt x="103850" y="6877"/>
                  </a:lnTo>
                  <a:cubicBezTo>
                    <a:pt x="101834" y="7314"/>
                    <a:pt x="99817" y="7727"/>
                    <a:pt x="97777" y="8188"/>
                  </a:cubicBezTo>
                  <a:lnTo>
                    <a:pt x="91704" y="9719"/>
                  </a:lnTo>
                  <a:cubicBezTo>
                    <a:pt x="90878" y="9913"/>
                    <a:pt x="90052" y="10180"/>
                    <a:pt x="89226" y="10423"/>
                  </a:cubicBezTo>
                  <a:lnTo>
                    <a:pt x="86797" y="11128"/>
                  </a:lnTo>
                  <a:lnTo>
                    <a:pt x="84416" y="11857"/>
                  </a:lnTo>
                  <a:cubicBezTo>
                    <a:pt x="83615" y="12099"/>
                    <a:pt x="82861" y="12391"/>
                    <a:pt x="82108" y="12634"/>
                  </a:cubicBezTo>
                  <a:lnTo>
                    <a:pt x="77614" y="14213"/>
                  </a:lnTo>
                  <a:cubicBezTo>
                    <a:pt x="76157" y="14747"/>
                    <a:pt x="74748" y="15355"/>
                    <a:pt x="73363" y="15889"/>
                  </a:cubicBezTo>
                  <a:lnTo>
                    <a:pt x="71323" y="16739"/>
                  </a:lnTo>
                  <a:lnTo>
                    <a:pt x="70327" y="17152"/>
                  </a:lnTo>
                  <a:lnTo>
                    <a:pt x="69331" y="17590"/>
                  </a:lnTo>
                  <a:lnTo>
                    <a:pt x="65517" y="19363"/>
                  </a:lnTo>
                  <a:lnTo>
                    <a:pt x="63671" y="20213"/>
                  </a:lnTo>
                  <a:lnTo>
                    <a:pt x="61922" y="21136"/>
                  </a:lnTo>
                  <a:lnTo>
                    <a:pt x="58521" y="22910"/>
                  </a:lnTo>
                  <a:lnTo>
                    <a:pt x="62772" y="21088"/>
                  </a:lnTo>
                  <a:lnTo>
                    <a:pt x="63841" y="20650"/>
                  </a:lnTo>
                  <a:lnTo>
                    <a:pt x="64909" y="20213"/>
                  </a:lnTo>
                  <a:lnTo>
                    <a:pt x="67072" y="19387"/>
                  </a:lnTo>
                  <a:lnTo>
                    <a:pt x="69234" y="18561"/>
                  </a:lnTo>
                  <a:cubicBezTo>
                    <a:pt x="69962" y="18270"/>
                    <a:pt x="70691" y="17978"/>
                    <a:pt x="71420" y="17735"/>
                  </a:cubicBezTo>
                  <a:lnTo>
                    <a:pt x="75817" y="16229"/>
                  </a:lnTo>
                  <a:cubicBezTo>
                    <a:pt x="76545" y="15962"/>
                    <a:pt x="77274" y="15695"/>
                    <a:pt x="78027" y="15476"/>
                  </a:cubicBezTo>
                  <a:lnTo>
                    <a:pt x="80238" y="14796"/>
                  </a:lnTo>
                  <a:cubicBezTo>
                    <a:pt x="81720" y="14334"/>
                    <a:pt x="83202" y="13873"/>
                    <a:pt x="84708" y="13411"/>
                  </a:cubicBezTo>
                  <a:lnTo>
                    <a:pt x="89202" y="12172"/>
                  </a:lnTo>
                  <a:lnTo>
                    <a:pt x="91461" y="11565"/>
                  </a:lnTo>
                  <a:lnTo>
                    <a:pt x="93744" y="11031"/>
                  </a:lnTo>
                  <a:lnTo>
                    <a:pt x="98287" y="9913"/>
                  </a:lnTo>
                  <a:cubicBezTo>
                    <a:pt x="99817" y="9597"/>
                    <a:pt x="101372" y="9282"/>
                    <a:pt x="102878" y="8942"/>
                  </a:cubicBezTo>
                  <a:lnTo>
                    <a:pt x="105186" y="8480"/>
                  </a:lnTo>
                  <a:cubicBezTo>
                    <a:pt x="105963" y="8310"/>
                    <a:pt x="106716" y="8188"/>
                    <a:pt x="107494" y="8043"/>
                  </a:cubicBezTo>
                  <a:lnTo>
                    <a:pt x="112134" y="7217"/>
                  </a:lnTo>
                  <a:cubicBezTo>
                    <a:pt x="118328" y="6197"/>
                    <a:pt x="124547" y="5322"/>
                    <a:pt x="130839" y="4715"/>
                  </a:cubicBezTo>
                  <a:lnTo>
                    <a:pt x="133195" y="4472"/>
                  </a:lnTo>
                  <a:lnTo>
                    <a:pt x="134361" y="4350"/>
                  </a:lnTo>
                  <a:lnTo>
                    <a:pt x="135551" y="4277"/>
                  </a:lnTo>
                  <a:lnTo>
                    <a:pt x="140264" y="3913"/>
                  </a:lnTo>
                  <a:lnTo>
                    <a:pt x="141454" y="3816"/>
                  </a:lnTo>
                  <a:lnTo>
                    <a:pt x="142596" y="3743"/>
                  </a:lnTo>
                  <a:lnTo>
                    <a:pt x="144928" y="3573"/>
                  </a:lnTo>
                  <a:lnTo>
                    <a:pt x="149568" y="3209"/>
                  </a:lnTo>
                  <a:cubicBezTo>
                    <a:pt x="155811" y="2747"/>
                    <a:pt x="162151" y="2261"/>
                    <a:pt x="168589" y="2140"/>
                  </a:cubicBezTo>
                  <a:lnTo>
                    <a:pt x="171018" y="2115"/>
                  </a:lnTo>
                  <a:cubicBezTo>
                    <a:pt x="171419" y="2103"/>
                    <a:pt x="171820" y="2097"/>
                    <a:pt x="172224" y="2097"/>
                  </a:cubicBezTo>
                  <a:cubicBezTo>
                    <a:pt x="172628" y="2097"/>
                    <a:pt x="173034" y="2103"/>
                    <a:pt x="173447" y="2115"/>
                  </a:cubicBezTo>
                  <a:lnTo>
                    <a:pt x="175877" y="2164"/>
                  </a:lnTo>
                  <a:cubicBezTo>
                    <a:pt x="176678" y="2188"/>
                    <a:pt x="177504" y="2237"/>
                    <a:pt x="178330" y="2261"/>
                  </a:cubicBezTo>
                  <a:lnTo>
                    <a:pt x="179545" y="2334"/>
                  </a:lnTo>
                  <a:cubicBezTo>
                    <a:pt x="179958" y="2358"/>
                    <a:pt x="180346" y="2407"/>
                    <a:pt x="180759" y="2431"/>
                  </a:cubicBezTo>
                  <a:lnTo>
                    <a:pt x="183237" y="2650"/>
                  </a:lnTo>
                  <a:lnTo>
                    <a:pt x="185691" y="2941"/>
                  </a:lnTo>
                  <a:cubicBezTo>
                    <a:pt x="186104" y="2990"/>
                    <a:pt x="186517" y="3039"/>
                    <a:pt x="186930" y="3111"/>
                  </a:cubicBezTo>
                  <a:lnTo>
                    <a:pt x="188168" y="3330"/>
                  </a:lnTo>
                  <a:lnTo>
                    <a:pt x="189407" y="3549"/>
                  </a:lnTo>
                  <a:cubicBezTo>
                    <a:pt x="189820" y="3622"/>
                    <a:pt x="190233" y="3694"/>
                    <a:pt x="190646" y="3792"/>
                  </a:cubicBezTo>
                  <a:lnTo>
                    <a:pt x="193124" y="4350"/>
                  </a:lnTo>
                  <a:cubicBezTo>
                    <a:pt x="193537" y="4447"/>
                    <a:pt x="193950" y="4569"/>
                    <a:pt x="194363" y="4690"/>
                  </a:cubicBezTo>
                  <a:lnTo>
                    <a:pt x="195602" y="5079"/>
                  </a:lnTo>
                  <a:lnTo>
                    <a:pt x="196841" y="5443"/>
                  </a:lnTo>
                  <a:lnTo>
                    <a:pt x="198055" y="5905"/>
                  </a:lnTo>
                  <a:cubicBezTo>
                    <a:pt x="201238" y="7144"/>
                    <a:pt x="204299" y="8650"/>
                    <a:pt x="207189" y="10448"/>
                  </a:cubicBezTo>
                  <a:cubicBezTo>
                    <a:pt x="212898" y="13921"/>
                    <a:pt x="217975" y="17954"/>
                    <a:pt x="222955" y="21865"/>
                  </a:cubicBezTo>
                  <a:cubicBezTo>
                    <a:pt x="225433" y="23808"/>
                    <a:pt x="227911" y="25752"/>
                    <a:pt x="230388" y="27574"/>
                  </a:cubicBezTo>
                  <a:cubicBezTo>
                    <a:pt x="231020" y="28035"/>
                    <a:pt x="231627" y="28472"/>
                    <a:pt x="232259" y="28910"/>
                  </a:cubicBezTo>
                  <a:lnTo>
                    <a:pt x="233206" y="29566"/>
                  </a:lnTo>
                  <a:lnTo>
                    <a:pt x="234154" y="30173"/>
                  </a:lnTo>
                  <a:cubicBezTo>
                    <a:pt x="235368" y="30999"/>
                    <a:pt x="236753" y="31849"/>
                    <a:pt x="238065" y="32675"/>
                  </a:cubicBezTo>
                  <a:cubicBezTo>
                    <a:pt x="240761" y="34351"/>
                    <a:pt x="243482" y="36027"/>
                    <a:pt x="246178" y="37752"/>
                  </a:cubicBezTo>
                  <a:cubicBezTo>
                    <a:pt x="248875" y="39477"/>
                    <a:pt x="251571" y="41250"/>
                    <a:pt x="254243" y="43145"/>
                  </a:cubicBezTo>
                  <a:cubicBezTo>
                    <a:pt x="256891" y="45040"/>
                    <a:pt x="259491" y="47032"/>
                    <a:pt x="262017" y="49194"/>
                  </a:cubicBezTo>
                  <a:cubicBezTo>
                    <a:pt x="264543" y="51356"/>
                    <a:pt x="266924" y="53712"/>
                    <a:pt x="269135" y="56214"/>
                  </a:cubicBezTo>
                  <a:lnTo>
                    <a:pt x="269961" y="57161"/>
                  </a:lnTo>
                  <a:cubicBezTo>
                    <a:pt x="270228" y="57477"/>
                    <a:pt x="270495" y="57817"/>
                    <a:pt x="270762" y="58133"/>
                  </a:cubicBezTo>
                  <a:lnTo>
                    <a:pt x="272317" y="60125"/>
                  </a:lnTo>
                  <a:lnTo>
                    <a:pt x="273774" y="62239"/>
                  </a:lnTo>
                  <a:cubicBezTo>
                    <a:pt x="274017" y="62579"/>
                    <a:pt x="274236" y="62943"/>
                    <a:pt x="274455" y="63307"/>
                  </a:cubicBezTo>
                  <a:lnTo>
                    <a:pt x="275111" y="64401"/>
                  </a:lnTo>
                  <a:cubicBezTo>
                    <a:pt x="276811" y="67340"/>
                    <a:pt x="278269" y="70401"/>
                    <a:pt x="279410" y="73607"/>
                  </a:cubicBezTo>
                  <a:cubicBezTo>
                    <a:pt x="280528" y="76790"/>
                    <a:pt x="281354" y="80069"/>
                    <a:pt x="281864" y="83397"/>
                  </a:cubicBezTo>
                  <a:lnTo>
                    <a:pt x="282082" y="84636"/>
                  </a:lnTo>
                  <a:cubicBezTo>
                    <a:pt x="282155" y="85049"/>
                    <a:pt x="282180" y="85462"/>
                    <a:pt x="282228" y="85875"/>
                  </a:cubicBezTo>
                  <a:lnTo>
                    <a:pt x="282350" y="87138"/>
                  </a:lnTo>
                  <a:cubicBezTo>
                    <a:pt x="282398" y="87551"/>
                    <a:pt x="282447" y="87964"/>
                    <a:pt x="282471" y="88377"/>
                  </a:cubicBezTo>
                  <a:lnTo>
                    <a:pt x="282617" y="90879"/>
                  </a:lnTo>
                  <a:lnTo>
                    <a:pt x="282641" y="93381"/>
                  </a:lnTo>
                  <a:cubicBezTo>
                    <a:pt x="282593" y="100037"/>
                    <a:pt x="281524" y="106620"/>
                    <a:pt x="279459" y="112961"/>
                  </a:cubicBezTo>
                  <a:lnTo>
                    <a:pt x="279094" y="114127"/>
                  </a:lnTo>
                  <a:cubicBezTo>
                    <a:pt x="278973" y="114515"/>
                    <a:pt x="278803" y="114904"/>
                    <a:pt x="278657" y="115293"/>
                  </a:cubicBezTo>
                  <a:lnTo>
                    <a:pt x="278220" y="116459"/>
                  </a:lnTo>
                  <a:cubicBezTo>
                    <a:pt x="278074" y="116847"/>
                    <a:pt x="277928" y="117236"/>
                    <a:pt x="277758" y="117600"/>
                  </a:cubicBezTo>
                  <a:lnTo>
                    <a:pt x="276787" y="119884"/>
                  </a:lnTo>
                  <a:lnTo>
                    <a:pt x="275718" y="122094"/>
                  </a:lnTo>
                  <a:cubicBezTo>
                    <a:pt x="274236" y="125058"/>
                    <a:pt x="272536" y="127876"/>
                    <a:pt x="270616" y="130572"/>
                  </a:cubicBezTo>
                  <a:cubicBezTo>
                    <a:pt x="277224" y="121171"/>
                    <a:pt x="281208" y="110191"/>
                    <a:pt x="282204" y="98774"/>
                  </a:cubicBezTo>
                  <a:cubicBezTo>
                    <a:pt x="282447" y="95835"/>
                    <a:pt x="282495" y="92895"/>
                    <a:pt x="282350" y="89980"/>
                  </a:cubicBezTo>
                  <a:cubicBezTo>
                    <a:pt x="282180" y="87017"/>
                    <a:pt x="281815" y="84077"/>
                    <a:pt x="281208" y="81162"/>
                  </a:cubicBezTo>
                  <a:cubicBezTo>
                    <a:pt x="280601" y="78247"/>
                    <a:pt x="279775" y="75381"/>
                    <a:pt x="278706" y="72587"/>
                  </a:cubicBezTo>
                  <a:cubicBezTo>
                    <a:pt x="277637" y="69769"/>
                    <a:pt x="276325" y="67073"/>
                    <a:pt x="274770" y="64498"/>
                  </a:cubicBezTo>
                  <a:cubicBezTo>
                    <a:pt x="274357" y="63842"/>
                    <a:pt x="273993" y="63186"/>
                    <a:pt x="273580" y="62579"/>
                  </a:cubicBezTo>
                  <a:lnTo>
                    <a:pt x="272293" y="60708"/>
                  </a:lnTo>
                  <a:cubicBezTo>
                    <a:pt x="272171" y="60562"/>
                    <a:pt x="272074" y="60417"/>
                    <a:pt x="271953" y="60271"/>
                  </a:cubicBezTo>
                  <a:lnTo>
                    <a:pt x="271612" y="59809"/>
                  </a:lnTo>
                  <a:lnTo>
                    <a:pt x="270932" y="58935"/>
                  </a:lnTo>
                  <a:lnTo>
                    <a:pt x="270228" y="58060"/>
                  </a:lnTo>
                  <a:cubicBezTo>
                    <a:pt x="270009" y="57769"/>
                    <a:pt x="269742" y="57502"/>
                    <a:pt x="269523" y="57210"/>
                  </a:cubicBezTo>
                  <a:cubicBezTo>
                    <a:pt x="267604" y="54951"/>
                    <a:pt x="265539" y="52837"/>
                    <a:pt x="263353" y="50845"/>
                  </a:cubicBezTo>
                  <a:cubicBezTo>
                    <a:pt x="259005" y="46910"/>
                    <a:pt x="254341" y="43534"/>
                    <a:pt x="249652" y="40424"/>
                  </a:cubicBezTo>
                  <a:cubicBezTo>
                    <a:pt x="244964" y="37339"/>
                    <a:pt x="240251" y="34448"/>
                    <a:pt x="235708" y="31558"/>
                  </a:cubicBezTo>
                  <a:cubicBezTo>
                    <a:pt x="231312" y="28764"/>
                    <a:pt x="227230" y="25533"/>
                    <a:pt x="223125" y="22254"/>
                  </a:cubicBezTo>
                  <a:cubicBezTo>
                    <a:pt x="220186" y="19922"/>
                    <a:pt x="217222" y="17565"/>
                    <a:pt x="214161" y="15330"/>
                  </a:cubicBezTo>
                  <a:cubicBezTo>
                    <a:pt x="211076" y="13023"/>
                    <a:pt x="207845" y="10933"/>
                    <a:pt x="204469" y="9039"/>
                  </a:cubicBezTo>
                  <a:lnTo>
                    <a:pt x="203181" y="8359"/>
                  </a:lnTo>
                  <a:cubicBezTo>
                    <a:pt x="202744" y="8140"/>
                    <a:pt x="202307" y="7897"/>
                    <a:pt x="201869" y="7703"/>
                  </a:cubicBezTo>
                  <a:lnTo>
                    <a:pt x="200509" y="7095"/>
                  </a:lnTo>
                  <a:cubicBezTo>
                    <a:pt x="200072" y="6901"/>
                    <a:pt x="199634" y="6658"/>
                    <a:pt x="199149" y="6488"/>
                  </a:cubicBezTo>
                  <a:lnTo>
                    <a:pt x="197764" y="5954"/>
                  </a:lnTo>
                  <a:cubicBezTo>
                    <a:pt x="197278" y="5784"/>
                    <a:pt x="196817" y="5589"/>
                    <a:pt x="196355" y="5468"/>
                  </a:cubicBezTo>
                  <a:lnTo>
                    <a:pt x="193513" y="4593"/>
                  </a:lnTo>
                  <a:cubicBezTo>
                    <a:pt x="189796" y="3670"/>
                    <a:pt x="186031" y="3014"/>
                    <a:pt x="182217" y="2698"/>
                  </a:cubicBezTo>
                  <a:cubicBezTo>
                    <a:pt x="178826" y="2386"/>
                    <a:pt x="175435" y="2258"/>
                    <a:pt x="172044" y="2258"/>
                  </a:cubicBezTo>
                  <a:cubicBezTo>
                    <a:pt x="171743" y="2258"/>
                    <a:pt x="171441" y="2259"/>
                    <a:pt x="171140" y="2261"/>
                  </a:cubicBezTo>
                  <a:cubicBezTo>
                    <a:pt x="167496" y="2285"/>
                    <a:pt x="163876" y="2480"/>
                    <a:pt x="160305" y="2674"/>
                  </a:cubicBezTo>
                  <a:cubicBezTo>
                    <a:pt x="156734" y="2868"/>
                    <a:pt x="153212" y="3184"/>
                    <a:pt x="149738" y="3476"/>
                  </a:cubicBezTo>
                  <a:lnTo>
                    <a:pt x="139341" y="4326"/>
                  </a:lnTo>
                  <a:lnTo>
                    <a:pt x="134094" y="4763"/>
                  </a:lnTo>
                  <a:lnTo>
                    <a:pt x="128847" y="5322"/>
                  </a:lnTo>
                  <a:cubicBezTo>
                    <a:pt x="127122" y="5492"/>
                    <a:pt x="125373" y="5735"/>
                    <a:pt x="123648" y="5954"/>
                  </a:cubicBezTo>
                  <a:cubicBezTo>
                    <a:pt x="121923" y="6197"/>
                    <a:pt x="120199" y="6391"/>
                    <a:pt x="118474" y="6682"/>
                  </a:cubicBezTo>
                  <a:lnTo>
                    <a:pt x="113300" y="7508"/>
                  </a:lnTo>
                  <a:cubicBezTo>
                    <a:pt x="111599" y="7824"/>
                    <a:pt x="109899" y="8164"/>
                    <a:pt x="108174" y="8456"/>
                  </a:cubicBezTo>
                  <a:lnTo>
                    <a:pt x="105623" y="8942"/>
                  </a:lnTo>
                  <a:lnTo>
                    <a:pt x="103073" y="9500"/>
                  </a:lnTo>
                  <a:lnTo>
                    <a:pt x="100546" y="10059"/>
                  </a:lnTo>
                  <a:cubicBezTo>
                    <a:pt x="99696" y="10253"/>
                    <a:pt x="98846" y="10399"/>
                    <a:pt x="97996" y="10618"/>
                  </a:cubicBezTo>
                  <a:lnTo>
                    <a:pt x="92967" y="11881"/>
                  </a:lnTo>
                  <a:lnTo>
                    <a:pt x="91704" y="12172"/>
                  </a:lnTo>
                  <a:lnTo>
                    <a:pt x="90441" y="12537"/>
                  </a:lnTo>
                  <a:lnTo>
                    <a:pt x="87963" y="13241"/>
                  </a:lnTo>
                  <a:cubicBezTo>
                    <a:pt x="84611" y="14116"/>
                    <a:pt x="81331" y="15233"/>
                    <a:pt x="78027" y="16253"/>
                  </a:cubicBezTo>
                  <a:cubicBezTo>
                    <a:pt x="76400" y="16812"/>
                    <a:pt x="74772" y="17395"/>
                    <a:pt x="73120" y="17978"/>
                  </a:cubicBezTo>
                  <a:cubicBezTo>
                    <a:pt x="72343" y="18270"/>
                    <a:pt x="71517" y="18537"/>
                    <a:pt x="70691" y="18828"/>
                  </a:cubicBezTo>
                  <a:lnTo>
                    <a:pt x="68262" y="19776"/>
                  </a:lnTo>
                  <a:lnTo>
                    <a:pt x="65833" y="20723"/>
                  </a:lnTo>
                  <a:cubicBezTo>
                    <a:pt x="65055" y="21063"/>
                    <a:pt x="64229" y="21355"/>
                    <a:pt x="63452" y="21719"/>
                  </a:cubicBezTo>
                  <a:lnTo>
                    <a:pt x="58666" y="23784"/>
                  </a:lnTo>
                  <a:lnTo>
                    <a:pt x="57646" y="24221"/>
                  </a:lnTo>
                  <a:cubicBezTo>
                    <a:pt x="57306" y="24367"/>
                    <a:pt x="56966" y="24537"/>
                    <a:pt x="56626" y="24707"/>
                  </a:cubicBezTo>
                  <a:lnTo>
                    <a:pt x="54585" y="25679"/>
                  </a:lnTo>
                  <a:lnTo>
                    <a:pt x="52520" y="26651"/>
                  </a:lnTo>
                  <a:lnTo>
                    <a:pt x="51500" y="27136"/>
                  </a:lnTo>
                  <a:cubicBezTo>
                    <a:pt x="51160" y="27282"/>
                    <a:pt x="50820" y="27452"/>
                    <a:pt x="50480" y="27622"/>
                  </a:cubicBezTo>
                  <a:lnTo>
                    <a:pt x="45791" y="30732"/>
                  </a:lnTo>
                  <a:cubicBezTo>
                    <a:pt x="45427" y="30975"/>
                    <a:pt x="45063" y="31217"/>
                    <a:pt x="44698" y="31460"/>
                  </a:cubicBezTo>
                  <a:lnTo>
                    <a:pt x="43678" y="32213"/>
                  </a:lnTo>
                  <a:lnTo>
                    <a:pt x="41710" y="33671"/>
                  </a:lnTo>
                  <a:lnTo>
                    <a:pt x="39961" y="35031"/>
                  </a:lnTo>
                  <a:lnTo>
                    <a:pt x="39160" y="35687"/>
                  </a:lnTo>
                  <a:cubicBezTo>
                    <a:pt x="38892" y="35882"/>
                    <a:pt x="38650" y="36124"/>
                    <a:pt x="38382" y="36343"/>
                  </a:cubicBezTo>
                  <a:cubicBezTo>
                    <a:pt x="37411" y="37218"/>
                    <a:pt x="36560" y="37995"/>
                    <a:pt x="35880" y="38699"/>
                  </a:cubicBezTo>
                  <a:cubicBezTo>
                    <a:pt x="34520" y="40084"/>
                    <a:pt x="33791" y="41056"/>
                    <a:pt x="34034" y="41396"/>
                  </a:cubicBezTo>
                  <a:cubicBezTo>
                    <a:pt x="34094" y="41474"/>
                    <a:pt x="34212" y="41515"/>
                    <a:pt x="34392" y="41515"/>
                  </a:cubicBezTo>
                  <a:cubicBezTo>
                    <a:pt x="34934" y="41515"/>
                    <a:pt x="36041" y="41142"/>
                    <a:pt x="37848" y="40303"/>
                  </a:cubicBezTo>
                  <a:cubicBezTo>
                    <a:pt x="38455" y="40011"/>
                    <a:pt x="39135" y="39671"/>
                    <a:pt x="39913" y="39282"/>
                  </a:cubicBezTo>
                  <a:cubicBezTo>
                    <a:pt x="40301" y="39112"/>
                    <a:pt x="40690" y="38894"/>
                    <a:pt x="41127" y="38675"/>
                  </a:cubicBezTo>
                  <a:lnTo>
                    <a:pt x="42488" y="38019"/>
                  </a:lnTo>
                  <a:cubicBezTo>
                    <a:pt x="43435" y="37558"/>
                    <a:pt x="44480" y="37023"/>
                    <a:pt x="45597" y="36440"/>
                  </a:cubicBezTo>
                  <a:lnTo>
                    <a:pt x="47370" y="35541"/>
                  </a:lnTo>
                  <a:lnTo>
                    <a:pt x="49338" y="34618"/>
                  </a:lnTo>
                  <a:lnTo>
                    <a:pt x="51500" y="33404"/>
                  </a:lnTo>
                  <a:lnTo>
                    <a:pt x="52715" y="32748"/>
                  </a:lnTo>
                  <a:cubicBezTo>
                    <a:pt x="53152" y="32529"/>
                    <a:pt x="53565" y="32286"/>
                    <a:pt x="54002" y="32068"/>
                  </a:cubicBezTo>
                  <a:lnTo>
                    <a:pt x="59274" y="29444"/>
                  </a:lnTo>
                  <a:lnTo>
                    <a:pt x="59881" y="29128"/>
                  </a:lnTo>
                  <a:lnTo>
                    <a:pt x="60488" y="28861"/>
                  </a:lnTo>
                  <a:lnTo>
                    <a:pt x="61654" y="28351"/>
                  </a:lnTo>
                  <a:lnTo>
                    <a:pt x="63598" y="27452"/>
                  </a:lnTo>
                  <a:lnTo>
                    <a:pt x="65395" y="26651"/>
                  </a:lnTo>
                  <a:cubicBezTo>
                    <a:pt x="65757" y="26575"/>
                    <a:pt x="66038" y="26542"/>
                    <a:pt x="66253" y="26542"/>
                  </a:cubicBezTo>
                  <a:cubicBezTo>
                    <a:pt x="66730" y="26542"/>
                    <a:pt x="66871" y="26707"/>
                    <a:pt x="66804" y="26942"/>
                  </a:cubicBezTo>
                  <a:cubicBezTo>
                    <a:pt x="66707" y="27258"/>
                    <a:pt x="66197" y="27817"/>
                    <a:pt x="65687" y="28375"/>
                  </a:cubicBezTo>
                  <a:cubicBezTo>
                    <a:pt x="83323" y="20820"/>
                    <a:pt x="102077" y="15986"/>
                    <a:pt x="121098" y="13241"/>
                  </a:cubicBezTo>
                  <a:lnTo>
                    <a:pt x="128239" y="12318"/>
                  </a:lnTo>
                  <a:cubicBezTo>
                    <a:pt x="130644" y="12075"/>
                    <a:pt x="133025" y="11808"/>
                    <a:pt x="135430" y="11565"/>
                  </a:cubicBezTo>
                  <a:lnTo>
                    <a:pt x="149908" y="10448"/>
                  </a:lnTo>
                  <a:cubicBezTo>
                    <a:pt x="154742" y="10059"/>
                    <a:pt x="159552" y="9695"/>
                    <a:pt x="164338" y="9476"/>
                  </a:cubicBezTo>
                  <a:cubicBezTo>
                    <a:pt x="166718" y="9354"/>
                    <a:pt x="169093" y="9294"/>
                    <a:pt x="171468" y="9294"/>
                  </a:cubicBezTo>
                  <a:cubicBezTo>
                    <a:pt x="173842" y="9294"/>
                    <a:pt x="176217" y="9354"/>
                    <a:pt x="178597" y="9476"/>
                  </a:cubicBezTo>
                  <a:cubicBezTo>
                    <a:pt x="179326" y="9500"/>
                    <a:pt x="180055" y="9573"/>
                    <a:pt x="180784" y="9646"/>
                  </a:cubicBezTo>
                  <a:lnTo>
                    <a:pt x="181877" y="9719"/>
                  </a:lnTo>
                  <a:cubicBezTo>
                    <a:pt x="182241" y="9743"/>
                    <a:pt x="182606" y="9767"/>
                    <a:pt x="182970" y="9840"/>
                  </a:cubicBezTo>
                  <a:lnTo>
                    <a:pt x="185132" y="10108"/>
                  </a:lnTo>
                  <a:lnTo>
                    <a:pt x="185666" y="10156"/>
                  </a:lnTo>
                  <a:cubicBezTo>
                    <a:pt x="185861" y="10180"/>
                    <a:pt x="186031" y="10229"/>
                    <a:pt x="186201" y="10253"/>
                  </a:cubicBezTo>
                  <a:lnTo>
                    <a:pt x="187270" y="10448"/>
                  </a:lnTo>
                  <a:lnTo>
                    <a:pt x="188339" y="10618"/>
                  </a:lnTo>
                  <a:cubicBezTo>
                    <a:pt x="188509" y="10666"/>
                    <a:pt x="188703" y="10691"/>
                    <a:pt x="188873" y="10715"/>
                  </a:cubicBezTo>
                  <a:lnTo>
                    <a:pt x="189407" y="10836"/>
                  </a:lnTo>
                  <a:lnTo>
                    <a:pt x="191472" y="11322"/>
                  </a:lnTo>
                  <a:cubicBezTo>
                    <a:pt x="191837" y="11419"/>
                    <a:pt x="192152" y="11541"/>
                    <a:pt x="192493" y="11638"/>
                  </a:cubicBezTo>
                  <a:lnTo>
                    <a:pt x="193513" y="11929"/>
                  </a:lnTo>
                  <a:lnTo>
                    <a:pt x="194533" y="12245"/>
                  </a:lnTo>
                  <a:cubicBezTo>
                    <a:pt x="194849" y="12367"/>
                    <a:pt x="195165" y="12488"/>
                    <a:pt x="195505" y="12610"/>
                  </a:cubicBezTo>
                  <a:cubicBezTo>
                    <a:pt x="196817" y="13071"/>
                    <a:pt x="198080" y="13678"/>
                    <a:pt x="199367" y="14286"/>
                  </a:cubicBezTo>
                  <a:lnTo>
                    <a:pt x="201262" y="15282"/>
                  </a:lnTo>
                  <a:cubicBezTo>
                    <a:pt x="201894" y="15622"/>
                    <a:pt x="202501" y="16011"/>
                    <a:pt x="203133" y="16351"/>
                  </a:cubicBezTo>
                  <a:cubicBezTo>
                    <a:pt x="205610" y="17832"/>
                    <a:pt x="208015" y="19460"/>
                    <a:pt x="210396" y="21209"/>
                  </a:cubicBezTo>
                  <a:cubicBezTo>
                    <a:pt x="215157" y="24707"/>
                    <a:pt x="219773" y="28545"/>
                    <a:pt x="224655" y="32238"/>
                  </a:cubicBezTo>
                  <a:cubicBezTo>
                    <a:pt x="225870" y="33137"/>
                    <a:pt x="227109" y="34060"/>
                    <a:pt x="228396" y="34934"/>
                  </a:cubicBezTo>
                  <a:lnTo>
                    <a:pt x="229344" y="35614"/>
                  </a:lnTo>
                  <a:lnTo>
                    <a:pt x="230316" y="36270"/>
                  </a:lnTo>
                  <a:cubicBezTo>
                    <a:pt x="230971" y="36683"/>
                    <a:pt x="231627" y="37145"/>
                    <a:pt x="232259" y="37533"/>
                  </a:cubicBezTo>
                  <a:lnTo>
                    <a:pt x="239838" y="42295"/>
                  </a:lnTo>
                  <a:cubicBezTo>
                    <a:pt x="242365" y="43898"/>
                    <a:pt x="244818" y="45477"/>
                    <a:pt x="247223" y="47129"/>
                  </a:cubicBezTo>
                  <a:cubicBezTo>
                    <a:pt x="248438" y="47955"/>
                    <a:pt x="249652" y="48781"/>
                    <a:pt x="250794" y="49631"/>
                  </a:cubicBezTo>
                  <a:cubicBezTo>
                    <a:pt x="251960" y="50505"/>
                    <a:pt x="253102" y="51356"/>
                    <a:pt x="254219" y="52254"/>
                  </a:cubicBezTo>
                  <a:cubicBezTo>
                    <a:pt x="258713" y="55825"/>
                    <a:pt x="262746" y="59761"/>
                    <a:pt x="266025" y="64158"/>
                  </a:cubicBezTo>
                  <a:cubicBezTo>
                    <a:pt x="267629" y="66344"/>
                    <a:pt x="269037" y="68676"/>
                    <a:pt x="270228" y="71105"/>
                  </a:cubicBezTo>
                  <a:cubicBezTo>
                    <a:pt x="271370" y="73559"/>
                    <a:pt x="272341" y="76109"/>
                    <a:pt x="273070" y="78709"/>
                  </a:cubicBezTo>
                  <a:cubicBezTo>
                    <a:pt x="274386" y="83525"/>
                    <a:pt x="274985" y="88486"/>
                    <a:pt x="274868" y="93457"/>
                  </a:cubicBezTo>
                  <a:lnTo>
                    <a:pt x="274868" y="93457"/>
                  </a:lnTo>
                  <a:lnTo>
                    <a:pt x="274868" y="91170"/>
                  </a:lnTo>
                  <a:lnTo>
                    <a:pt x="274843" y="90660"/>
                  </a:lnTo>
                  <a:lnTo>
                    <a:pt x="274746" y="88571"/>
                  </a:lnTo>
                  <a:lnTo>
                    <a:pt x="274528" y="86531"/>
                  </a:lnTo>
                  <a:cubicBezTo>
                    <a:pt x="274212" y="83786"/>
                    <a:pt x="273677" y="81089"/>
                    <a:pt x="272924" y="78417"/>
                  </a:cubicBezTo>
                  <a:cubicBezTo>
                    <a:pt x="272147" y="75794"/>
                    <a:pt x="271151" y="73243"/>
                    <a:pt x="269936" y="70789"/>
                  </a:cubicBezTo>
                  <a:lnTo>
                    <a:pt x="269013" y="68967"/>
                  </a:lnTo>
                  <a:lnTo>
                    <a:pt x="267944" y="67194"/>
                  </a:lnTo>
                  <a:lnTo>
                    <a:pt x="267701" y="66757"/>
                  </a:lnTo>
                  <a:lnTo>
                    <a:pt x="267386" y="66344"/>
                  </a:lnTo>
                  <a:lnTo>
                    <a:pt x="266778" y="65494"/>
                  </a:lnTo>
                  <a:lnTo>
                    <a:pt x="266195" y="64643"/>
                  </a:lnTo>
                  <a:lnTo>
                    <a:pt x="265564" y="63818"/>
                  </a:lnTo>
                  <a:lnTo>
                    <a:pt x="264932" y="62992"/>
                  </a:lnTo>
                  <a:cubicBezTo>
                    <a:pt x="264738" y="62724"/>
                    <a:pt x="264519" y="62457"/>
                    <a:pt x="264300" y="62190"/>
                  </a:cubicBezTo>
                  <a:lnTo>
                    <a:pt x="262940" y="60587"/>
                  </a:lnTo>
                  <a:cubicBezTo>
                    <a:pt x="261993" y="59566"/>
                    <a:pt x="261045" y="58522"/>
                    <a:pt x="260025" y="57550"/>
                  </a:cubicBezTo>
                  <a:cubicBezTo>
                    <a:pt x="257984" y="55582"/>
                    <a:pt x="255822" y="53712"/>
                    <a:pt x="253588" y="51963"/>
                  </a:cubicBezTo>
                  <a:cubicBezTo>
                    <a:pt x="249069" y="48416"/>
                    <a:pt x="244138" y="45210"/>
                    <a:pt x="239134" y="42027"/>
                  </a:cubicBezTo>
                  <a:lnTo>
                    <a:pt x="231554" y="37266"/>
                  </a:lnTo>
                  <a:cubicBezTo>
                    <a:pt x="228907" y="35566"/>
                    <a:pt x="226429" y="33768"/>
                    <a:pt x="224000" y="31922"/>
                  </a:cubicBezTo>
                  <a:cubicBezTo>
                    <a:pt x="219165" y="28229"/>
                    <a:pt x="214598" y="24440"/>
                    <a:pt x="209886" y="20990"/>
                  </a:cubicBezTo>
                  <a:cubicBezTo>
                    <a:pt x="207578" y="19290"/>
                    <a:pt x="205173" y="17687"/>
                    <a:pt x="202695" y="16205"/>
                  </a:cubicBezTo>
                  <a:cubicBezTo>
                    <a:pt x="201481" y="15476"/>
                    <a:pt x="200242" y="14845"/>
                    <a:pt x="199003" y="14189"/>
                  </a:cubicBezTo>
                  <a:lnTo>
                    <a:pt x="197108" y="13314"/>
                  </a:lnTo>
                  <a:cubicBezTo>
                    <a:pt x="196792" y="13168"/>
                    <a:pt x="196476" y="13071"/>
                    <a:pt x="196136" y="12925"/>
                  </a:cubicBezTo>
                  <a:lnTo>
                    <a:pt x="195189" y="12561"/>
                  </a:lnTo>
                  <a:cubicBezTo>
                    <a:pt x="194557" y="12318"/>
                    <a:pt x="193901" y="12099"/>
                    <a:pt x="193221" y="11905"/>
                  </a:cubicBezTo>
                  <a:lnTo>
                    <a:pt x="192225" y="11614"/>
                  </a:lnTo>
                  <a:lnTo>
                    <a:pt x="191739" y="11444"/>
                  </a:lnTo>
                  <a:lnTo>
                    <a:pt x="191229" y="11322"/>
                  </a:lnTo>
                  <a:lnTo>
                    <a:pt x="189189" y="10836"/>
                  </a:lnTo>
                  <a:cubicBezTo>
                    <a:pt x="188849" y="10763"/>
                    <a:pt x="188484" y="10691"/>
                    <a:pt x="188144" y="10642"/>
                  </a:cubicBezTo>
                  <a:lnTo>
                    <a:pt x="187100" y="10448"/>
                  </a:lnTo>
                  <a:cubicBezTo>
                    <a:pt x="185715" y="10180"/>
                    <a:pt x="184282" y="10035"/>
                    <a:pt x="182873" y="9840"/>
                  </a:cubicBezTo>
                  <a:cubicBezTo>
                    <a:pt x="182144" y="9767"/>
                    <a:pt x="181440" y="9719"/>
                    <a:pt x="180711" y="9646"/>
                  </a:cubicBezTo>
                  <a:cubicBezTo>
                    <a:pt x="180006" y="9597"/>
                    <a:pt x="179278" y="9500"/>
                    <a:pt x="178549" y="9500"/>
                  </a:cubicBezTo>
                  <a:cubicBezTo>
                    <a:pt x="176287" y="9385"/>
                    <a:pt x="174025" y="9330"/>
                    <a:pt x="171763" y="9330"/>
                  </a:cubicBezTo>
                  <a:cubicBezTo>
                    <a:pt x="169264" y="9330"/>
                    <a:pt x="166764" y="9397"/>
                    <a:pt x="164265" y="9525"/>
                  </a:cubicBezTo>
                  <a:cubicBezTo>
                    <a:pt x="159479" y="9767"/>
                    <a:pt x="154621" y="10156"/>
                    <a:pt x="149762" y="10569"/>
                  </a:cubicBezTo>
                  <a:cubicBezTo>
                    <a:pt x="147333" y="10788"/>
                    <a:pt x="144880" y="10982"/>
                    <a:pt x="142402" y="11176"/>
                  </a:cubicBezTo>
                  <a:lnTo>
                    <a:pt x="135163" y="11784"/>
                  </a:lnTo>
                  <a:lnTo>
                    <a:pt x="127924" y="12561"/>
                  </a:lnTo>
                  <a:lnTo>
                    <a:pt x="120709" y="13557"/>
                  </a:lnTo>
                  <a:cubicBezTo>
                    <a:pt x="101518" y="16424"/>
                    <a:pt x="82546" y="21476"/>
                    <a:pt x="64739" y="29347"/>
                  </a:cubicBezTo>
                  <a:cubicBezTo>
                    <a:pt x="64352" y="29816"/>
                    <a:pt x="64239" y="30165"/>
                    <a:pt x="64800" y="30165"/>
                  </a:cubicBezTo>
                  <a:cubicBezTo>
                    <a:pt x="64908" y="30165"/>
                    <a:pt x="65040" y="30152"/>
                    <a:pt x="65201" y="30124"/>
                  </a:cubicBezTo>
                  <a:cubicBezTo>
                    <a:pt x="66027" y="29979"/>
                    <a:pt x="66829" y="29760"/>
                    <a:pt x="67630" y="29468"/>
                  </a:cubicBezTo>
                  <a:cubicBezTo>
                    <a:pt x="68796" y="29128"/>
                    <a:pt x="70302" y="28618"/>
                    <a:pt x="72294" y="27914"/>
                  </a:cubicBezTo>
                  <a:lnTo>
                    <a:pt x="73436" y="27549"/>
                  </a:lnTo>
                  <a:cubicBezTo>
                    <a:pt x="73825" y="27404"/>
                    <a:pt x="74238" y="27258"/>
                    <a:pt x="74699" y="27112"/>
                  </a:cubicBezTo>
                  <a:cubicBezTo>
                    <a:pt x="75622" y="26821"/>
                    <a:pt x="76618" y="26480"/>
                    <a:pt x="77712" y="26116"/>
                  </a:cubicBezTo>
                  <a:cubicBezTo>
                    <a:pt x="78780" y="25752"/>
                    <a:pt x="79946" y="25339"/>
                    <a:pt x="81210" y="24926"/>
                  </a:cubicBezTo>
                  <a:lnTo>
                    <a:pt x="85194" y="23687"/>
                  </a:lnTo>
                  <a:lnTo>
                    <a:pt x="87356" y="22982"/>
                  </a:lnTo>
                  <a:lnTo>
                    <a:pt x="89590" y="22326"/>
                  </a:lnTo>
                  <a:cubicBezTo>
                    <a:pt x="91145" y="21889"/>
                    <a:pt x="92724" y="21428"/>
                    <a:pt x="94352" y="20966"/>
                  </a:cubicBezTo>
                  <a:lnTo>
                    <a:pt x="99405" y="19654"/>
                  </a:lnTo>
                  <a:lnTo>
                    <a:pt x="100716" y="19314"/>
                  </a:lnTo>
                  <a:lnTo>
                    <a:pt x="102028" y="19023"/>
                  </a:lnTo>
                  <a:lnTo>
                    <a:pt x="104700" y="18415"/>
                  </a:lnTo>
                  <a:lnTo>
                    <a:pt x="107421" y="17808"/>
                  </a:lnTo>
                  <a:lnTo>
                    <a:pt x="110166" y="17249"/>
                  </a:lnTo>
                  <a:lnTo>
                    <a:pt x="112935" y="16691"/>
                  </a:lnTo>
                  <a:lnTo>
                    <a:pt x="114320" y="16424"/>
                  </a:lnTo>
                  <a:lnTo>
                    <a:pt x="115705" y="16181"/>
                  </a:lnTo>
                  <a:lnTo>
                    <a:pt x="121292" y="15233"/>
                  </a:lnTo>
                  <a:lnTo>
                    <a:pt x="126831" y="14456"/>
                  </a:lnTo>
                  <a:lnTo>
                    <a:pt x="128191" y="14261"/>
                  </a:lnTo>
                  <a:lnTo>
                    <a:pt x="129551" y="14116"/>
                  </a:lnTo>
                  <a:lnTo>
                    <a:pt x="132248" y="13800"/>
                  </a:lnTo>
                  <a:lnTo>
                    <a:pt x="134871" y="13508"/>
                  </a:lnTo>
                  <a:cubicBezTo>
                    <a:pt x="135746" y="13411"/>
                    <a:pt x="136620" y="13338"/>
                    <a:pt x="137471" y="13266"/>
                  </a:cubicBezTo>
                  <a:lnTo>
                    <a:pt x="142426" y="12853"/>
                  </a:lnTo>
                  <a:lnTo>
                    <a:pt x="147163" y="12512"/>
                  </a:lnTo>
                  <a:cubicBezTo>
                    <a:pt x="151317" y="12245"/>
                    <a:pt x="155423" y="11929"/>
                    <a:pt x="159528" y="11711"/>
                  </a:cubicBezTo>
                  <a:cubicBezTo>
                    <a:pt x="163335" y="11486"/>
                    <a:pt x="167122" y="11344"/>
                    <a:pt x="170888" y="11344"/>
                  </a:cubicBezTo>
                  <a:cubicBezTo>
                    <a:pt x="171182" y="11344"/>
                    <a:pt x="171477" y="11345"/>
                    <a:pt x="171771" y="11346"/>
                  </a:cubicBezTo>
                  <a:cubicBezTo>
                    <a:pt x="175779" y="11346"/>
                    <a:pt x="179788" y="11589"/>
                    <a:pt x="183772" y="12075"/>
                  </a:cubicBezTo>
                  <a:cubicBezTo>
                    <a:pt x="187585" y="12512"/>
                    <a:pt x="191326" y="13411"/>
                    <a:pt x="194922" y="14747"/>
                  </a:cubicBezTo>
                  <a:cubicBezTo>
                    <a:pt x="198371" y="16083"/>
                    <a:pt x="201796" y="18002"/>
                    <a:pt x="205149" y="20262"/>
                  </a:cubicBezTo>
                  <a:cubicBezTo>
                    <a:pt x="208477" y="22497"/>
                    <a:pt x="211781" y="25047"/>
                    <a:pt x="215133" y="27671"/>
                  </a:cubicBezTo>
                  <a:cubicBezTo>
                    <a:pt x="218510" y="30319"/>
                    <a:pt x="221910" y="33064"/>
                    <a:pt x="225554" y="35711"/>
                  </a:cubicBezTo>
                  <a:cubicBezTo>
                    <a:pt x="226502" y="36343"/>
                    <a:pt x="227401" y="37023"/>
                    <a:pt x="228372" y="37655"/>
                  </a:cubicBezTo>
                  <a:lnTo>
                    <a:pt x="229805" y="38602"/>
                  </a:lnTo>
                  <a:lnTo>
                    <a:pt x="230534" y="39088"/>
                  </a:lnTo>
                  <a:lnTo>
                    <a:pt x="231214" y="39501"/>
                  </a:lnTo>
                  <a:lnTo>
                    <a:pt x="236729" y="42951"/>
                  </a:lnTo>
                  <a:cubicBezTo>
                    <a:pt x="240373" y="45234"/>
                    <a:pt x="243944" y="47493"/>
                    <a:pt x="247369" y="49850"/>
                  </a:cubicBezTo>
                  <a:cubicBezTo>
                    <a:pt x="250721" y="52157"/>
                    <a:pt x="253928" y="54659"/>
                    <a:pt x="256940" y="57356"/>
                  </a:cubicBezTo>
                  <a:cubicBezTo>
                    <a:pt x="259855" y="59955"/>
                    <a:pt x="262503" y="62846"/>
                    <a:pt x="264811" y="65980"/>
                  </a:cubicBezTo>
                  <a:cubicBezTo>
                    <a:pt x="266997" y="69040"/>
                    <a:pt x="268770" y="72368"/>
                    <a:pt x="270082" y="75891"/>
                  </a:cubicBezTo>
                  <a:lnTo>
                    <a:pt x="270349" y="76547"/>
                  </a:lnTo>
                  <a:cubicBezTo>
                    <a:pt x="270422" y="76765"/>
                    <a:pt x="270495" y="76984"/>
                    <a:pt x="270568" y="77202"/>
                  </a:cubicBezTo>
                  <a:lnTo>
                    <a:pt x="270981" y="78539"/>
                  </a:lnTo>
                  <a:cubicBezTo>
                    <a:pt x="271151" y="79000"/>
                    <a:pt x="271248" y="79462"/>
                    <a:pt x="271370" y="79899"/>
                  </a:cubicBezTo>
                  <a:lnTo>
                    <a:pt x="271734" y="81284"/>
                  </a:lnTo>
                  <a:lnTo>
                    <a:pt x="272050" y="82668"/>
                  </a:lnTo>
                  <a:cubicBezTo>
                    <a:pt x="272123" y="83130"/>
                    <a:pt x="272244" y="83591"/>
                    <a:pt x="272317" y="84053"/>
                  </a:cubicBezTo>
                  <a:lnTo>
                    <a:pt x="272536" y="85462"/>
                  </a:lnTo>
                  <a:lnTo>
                    <a:pt x="272633" y="86166"/>
                  </a:lnTo>
                  <a:cubicBezTo>
                    <a:pt x="272681" y="86385"/>
                    <a:pt x="272706" y="86628"/>
                    <a:pt x="272730" y="86871"/>
                  </a:cubicBezTo>
                  <a:cubicBezTo>
                    <a:pt x="273143" y="90636"/>
                    <a:pt x="273167" y="94426"/>
                    <a:pt x="272778" y="98215"/>
                  </a:cubicBezTo>
                  <a:cubicBezTo>
                    <a:pt x="272754" y="98677"/>
                    <a:pt x="272681" y="99138"/>
                    <a:pt x="272608" y="99624"/>
                  </a:cubicBezTo>
                  <a:lnTo>
                    <a:pt x="272414" y="101009"/>
                  </a:lnTo>
                  <a:cubicBezTo>
                    <a:pt x="272268" y="101956"/>
                    <a:pt x="272074" y="102879"/>
                    <a:pt x="271928" y="103802"/>
                  </a:cubicBezTo>
                  <a:cubicBezTo>
                    <a:pt x="271710" y="104750"/>
                    <a:pt x="271515" y="105649"/>
                    <a:pt x="271272" y="106572"/>
                  </a:cubicBezTo>
                  <a:lnTo>
                    <a:pt x="270884" y="107932"/>
                  </a:lnTo>
                  <a:cubicBezTo>
                    <a:pt x="270762" y="108369"/>
                    <a:pt x="270641" y="108831"/>
                    <a:pt x="270471" y="109268"/>
                  </a:cubicBezTo>
                  <a:cubicBezTo>
                    <a:pt x="269353" y="112815"/>
                    <a:pt x="267871" y="116264"/>
                    <a:pt x="266050" y="119519"/>
                  </a:cubicBezTo>
                  <a:lnTo>
                    <a:pt x="265564" y="120394"/>
                  </a:lnTo>
                  <a:lnTo>
                    <a:pt x="265029" y="121244"/>
                  </a:lnTo>
                  <a:lnTo>
                    <a:pt x="264495" y="122119"/>
                  </a:lnTo>
                  <a:lnTo>
                    <a:pt x="264252" y="122532"/>
                  </a:lnTo>
                  <a:lnTo>
                    <a:pt x="263960" y="122945"/>
                  </a:lnTo>
                  <a:lnTo>
                    <a:pt x="262843" y="124596"/>
                  </a:lnTo>
                  <a:lnTo>
                    <a:pt x="261628" y="126200"/>
                  </a:lnTo>
                  <a:cubicBezTo>
                    <a:pt x="260001" y="128289"/>
                    <a:pt x="258203" y="130257"/>
                    <a:pt x="256284" y="132054"/>
                  </a:cubicBezTo>
                  <a:cubicBezTo>
                    <a:pt x="254341" y="133828"/>
                    <a:pt x="252276" y="135431"/>
                    <a:pt x="250089" y="136864"/>
                  </a:cubicBezTo>
                  <a:lnTo>
                    <a:pt x="248389" y="137933"/>
                  </a:lnTo>
                  <a:lnTo>
                    <a:pt x="246616" y="138929"/>
                  </a:lnTo>
                  <a:lnTo>
                    <a:pt x="246178" y="139196"/>
                  </a:lnTo>
                  <a:lnTo>
                    <a:pt x="245741" y="139415"/>
                  </a:lnTo>
                  <a:lnTo>
                    <a:pt x="244818" y="139876"/>
                  </a:lnTo>
                  <a:lnTo>
                    <a:pt x="243919" y="140338"/>
                  </a:lnTo>
                  <a:lnTo>
                    <a:pt x="242996" y="140775"/>
                  </a:lnTo>
                  <a:lnTo>
                    <a:pt x="242049" y="141188"/>
                  </a:lnTo>
                  <a:lnTo>
                    <a:pt x="241587" y="141407"/>
                  </a:lnTo>
                  <a:lnTo>
                    <a:pt x="241126" y="141601"/>
                  </a:lnTo>
                  <a:lnTo>
                    <a:pt x="239231" y="142403"/>
                  </a:lnTo>
                  <a:lnTo>
                    <a:pt x="237287" y="143131"/>
                  </a:lnTo>
                  <a:cubicBezTo>
                    <a:pt x="236656" y="143399"/>
                    <a:pt x="235976" y="143593"/>
                    <a:pt x="235344" y="143836"/>
                  </a:cubicBezTo>
                  <a:cubicBezTo>
                    <a:pt x="232721" y="144735"/>
                    <a:pt x="230000" y="145512"/>
                    <a:pt x="227255" y="146192"/>
                  </a:cubicBezTo>
                  <a:cubicBezTo>
                    <a:pt x="224485" y="146872"/>
                    <a:pt x="221692" y="147455"/>
                    <a:pt x="218850" y="147990"/>
                  </a:cubicBezTo>
                  <a:cubicBezTo>
                    <a:pt x="216007" y="148500"/>
                    <a:pt x="213117" y="148986"/>
                    <a:pt x="210226" y="149374"/>
                  </a:cubicBezTo>
                  <a:cubicBezTo>
                    <a:pt x="194787" y="151592"/>
                    <a:pt x="179230" y="152704"/>
                    <a:pt x="163670" y="152704"/>
                  </a:cubicBezTo>
                  <a:cubicBezTo>
                    <a:pt x="155702" y="152704"/>
                    <a:pt x="147733" y="152412"/>
                    <a:pt x="139778" y="151828"/>
                  </a:cubicBezTo>
                  <a:lnTo>
                    <a:pt x="136742" y="151634"/>
                  </a:lnTo>
                  <a:lnTo>
                    <a:pt x="133705" y="151342"/>
                  </a:lnTo>
                  <a:lnTo>
                    <a:pt x="127608" y="150735"/>
                  </a:lnTo>
                  <a:cubicBezTo>
                    <a:pt x="125567" y="150492"/>
                    <a:pt x="123551" y="150225"/>
                    <a:pt x="121510" y="149958"/>
                  </a:cubicBezTo>
                  <a:lnTo>
                    <a:pt x="118450" y="149569"/>
                  </a:lnTo>
                  <a:cubicBezTo>
                    <a:pt x="117454" y="149423"/>
                    <a:pt x="116433" y="149253"/>
                    <a:pt x="115413" y="149107"/>
                  </a:cubicBezTo>
                  <a:lnTo>
                    <a:pt x="109316" y="148111"/>
                  </a:lnTo>
                  <a:cubicBezTo>
                    <a:pt x="107275" y="147747"/>
                    <a:pt x="105235" y="147358"/>
                    <a:pt x="103218" y="146970"/>
                  </a:cubicBezTo>
                  <a:lnTo>
                    <a:pt x="100182" y="146387"/>
                  </a:lnTo>
                  <a:cubicBezTo>
                    <a:pt x="99162" y="146192"/>
                    <a:pt x="98141" y="145949"/>
                    <a:pt x="97145" y="145731"/>
                  </a:cubicBezTo>
                  <a:lnTo>
                    <a:pt x="91072" y="144370"/>
                  </a:lnTo>
                  <a:cubicBezTo>
                    <a:pt x="89056" y="143884"/>
                    <a:pt x="87040" y="143374"/>
                    <a:pt x="85048" y="142864"/>
                  </a:cubicBezTo>
                  <a:lnTo>
                    <a:pt x="82036" y="142087"/>
                  </a:lnTo>
                  <a:cubicBezTo>
                    <a:pt x="81040" y="141820"/>
                    <a:pt x="80044" y="141528"/>
                    <a:pt x="79048" y="141237"/>
                  </a:cubicBezTo>
                  <a:lnTo>
                    <a:pt x="73096" y="139536"/>
                  </a:lnTo>
                  <a:cubicBezTo>
                    <a:pt x="71128" y="138929"/>
                    <a:pt x="69161" y="138273"/>
                    <a:pt x="67193" y="137666"/>
                  </a:cubicBezTo>
                  <a:cubicBezTo>
                    <a:pt x="63258" y="136451"/>
                    <a:pt x="59395" y="135115"/>
                    <a:pt x="55630" y="133682"/>
                  </a:cubicBezTo>
                  <a:cubicBezTo>
                    <a:pt x="51865" y="132249"/>
                    <a:pt x="48221" y="130694"/>
                    <a:pt x="44698" y="128993"/>
                  </a:cubicBezTo>
                  <a:cubicBezTo>
                    <a:pt x="41249" y="127342"/>
                    <a:pt x="37921" y="125471"/>
                    <a:pt x="34714" y="123358"/>
                  </a:cubicBezTo>
                  <a:cubicBezTo>
                    <a:pt x="33937" y="122847"/>
                    <a:pt x="33159" y="122337"/>
                    <a:pt x="32406" y="121779"/>
                  </a:cubicBezTo>
                  <a:lnTo>
                    <a:pt x="31289" y="120953"/>
                  </a:lnTo>
                  <a:cubicBezTo>
                    <a:pt x="30925" y="120685"/>
                    <a:pt x="30560" y="120394"/>
                    <a:pt x="30196" y="120127"/>
                  </a:cubicBezTo>
                  <a:cubicBezTo>
                    <a:pt x="29831" y="119835"/>
                    <a:pt x="29467" y="119568"/>
                    <a:pt x="29103" y="119252"/>
                  </a:cubicBezTo>
                  <a:lnTo>
                    <a:pt x="28058" y="118378"/>
                  </a:lnTo>
                  <a:cubicBezTo>
                    <a:pt x="27354" y="117795"/>
                    <a:pt x="26722" y="117187"/>
                    <a:pt x="26066" y="116580"/>
                  </a:cubicBezTo>
                  <a:cubicBezTo>
                    <a:pt x="23491" y="114151"/>
                    <a:pt x="21159" y="111479"/>
                    <a:pt x="19143" y="108588"/>
                  </a:cubicBezTo>
                  <a:cubicBezTo>
                    <a:pt x="17199" y="105770"/>
                    <a:pt x="15572" y="102782"/>
                    <a:pt x="14309" y="99624"/>
                  </a:cubicBezTo>
                  <a:cubicBezTo>
                    <a:pt x="13094" y="96612"/>
                    <a:pt x="12317" y="93478"/>
                    <a:pt x="11928" y="90247"/>
                  </a:cubicBezTo>
                  <a:lnTo>
                    <a:pt x="11807" y="89081"/>
                  </a:lnTo>
                  <a:cubicBezTo>
                    <a:pt x="11782" y="88887"/>
                    <a:pt x="11782" y="88693"/>
                    <a:pt x="11782" y="88523"/>
                  </a:cubicBezTo>
                  <a:lnTo>
                    <a:pt x="11758" y="87940"/>
                  </a:lnTo>
                  <a:lnTo>
                    <a:pt x="11734" y="86774"/>
                  </a:lnTo>
                  <a:cubicBezTo>
                    <a:pt x="11709" y="86385"/>
                    <a:pt x="11758" y="86021"/>
                    <a:pt x="11758" y="85632"/>
                  </a:cubicBezTo>
                  <a:cubicBezTo>
                    <a:pt x="11807" y="84101"/>
                    <a:pt x="11977" y="82571"/>
                    <a:pt x="12268" y="81065"/>
                  </a:cubicBezTo>
                  <a:cubicBezTo>
                    <a:pt x="13361" y="75065"/>
                    <a:pt x="16228" y="69478"/>
                    <a:pt x="19823" y="64571"/>
                  </a:cubicBezTo>
                  <a:cubicBezTo>
                    <a:pt x="21305" y="62530"/>
                    <a:pt x="22884" y="60562"/>
                    <a:pt x="24584" y="58692"/>
                  </a:cubicBezTo>
                  <a:cubicBezTo>
                    <a:pt x="26139" y="56967"/>
                    <a:pt x="27621" y="55485"/>
                    <a:pt x="28981" y="54149"/>
                  </a:cubicBezTo>
                  <a:cubicBezTo>
                    <a:pt x="31678" y="51501"/>
                    <a:pt x="33864" y="49534"/>
                    <a:pt x="35394" y="48100"/>
                  </a:cubicBezTo>
                  <a:cubicBezTo>
                    <a:pt x="36147" y="47372"/>
                    <a:pt x="36730" y="46789"/>
                    <a:pt x="37168" y="46327"/>
                  </a:cubicBezTo>
                  <a:cubicBezTo>
                    <a:pt x="37484" y="45987"/>
                    <a:pt x="37751" y="45623"/>
                    <a:pt x="37969" y="45210"/>
                  </a:cubicBezTo>
                  <a:cubicBezTo>
                    <a:pt x="38077" y="44940"/>
                    <a:pt x="37975" y="44805"/>
                    <a:pt x="37672" y="44805"/>
                  </a:cubicBezTo>
                  <a:cubicBezTo>
                    <a:pt x="37429" y="44805"/>
                    <a:pt x="37057" y="44891"/>
                    <a:pt x="36560" y="45064"/>
                  </a:cubicBezTo>
                  <a:cubicBezTo>
                    <a:pt x="34836" y="45720"/>
                    <a:pt x="33184" y="46546"/>
                    <a:pt x="31605" y="47517"/>
                  </a:cubicBezTo>
                  <a:cubicBezTo>
                    <a:pt x="28860" y="49145"/>
                    <a:pt x="26260" y="50967"/>
                    <a:pt x="23783" y="52983"/>
                  </a:cubicBezTo>
                  <a:cubicBezTo>
                    <a:pt x="20333" y="55753"/>
                    <a:pt x="17199" y="58886"/>
                    <a:pt x="14454" y="62311"/>
                  </a:cubicBezTo>
                  <a:cubicBezTo>
                    <a:pt x="12778" y="64352"/>
                    <a:pt x="11272" y="66538"/>
                    <a:pt x="9960" y="68822"/>
                  </a:cubicBezTo>
                  <a:cubicBezTo>
                    <a:pt x="9620" y="69429"/>
                    <a:pt x="9280" y="70061"/>
                    <a:pt x="8989" y="70692"/>
                  </a:cubicBezTo>
                  <a:cubicBezTo>
                    <a:pt x="8673" y="71324"/>
                    <a:pt x="8381" y="71980"/>
                    <a:pt x="8066" y="72636"/>
                  </a:cubicBezTo>
                  <a:cubicBezTo>
                    <a:pt x="7458" y="73996"/>
                    <a:pt x="6948" y="75381"/>
                    <a:pt x="6511" y="76814"/>
                  </a:cubicBezTo>
                  <a:lnTo>
                    <a:pt x="5466" y="76498"/>
                  </a:lnTo>
                  <a:cubicBezTo>
                    <a:pt x="5879" y="75065"/>
                    <a:pt x="6365" y="73680"/>
                    <a:pt x="6924" y="72295"/>
                  </a:cubicBezTo>
                  <a:cubicBezTo>
                    <a:pt x="7483" y="71008"/>
                    <a:pt x="8017" y="69769"/>
                    <a:pt x="8600" y="68652"/>
                  </a:cubicBezTo>
                  <a:cubicBezTo>
                    <a:pt x="9669" y="66611"/>
                    <a:pt x="10835" y="64643"/>
                    <a:pt x="12098" y="62749"/>
                  </a:cubicBezTo>
                  <a:cubicBezTo>
                    <a:pt x="13896" y="60149"/>
                    <a:pt x="15815" y="57623"/>
                    <a:pt x="17880" y="55218"/>
                  </a:cubicBezTo>
                  <a:cubicBezTo>
                    <a:pt x="19386" y="53420"/>
                    <a:pt x="20455" y="52206"/>
                    <a:pt x="21135" y="51356"/>
                  </a:cubicBezTo>
                  <a:cubicBezTo>
                    <a:pt x="21791" y="50505"/>
                    <a:pt x="22058" y="50020"/>
                    <a:pt x="22058" y="49728"/>
                  </a:cubicBezTo>
                  <a:cubicBezTo>
                    <a:pt x="22068" y="49503"/>
                    <a:pt x="21894" y="49429"/>
                    <a:pt x="21629" y="49429"/>
                  </a:cubicBezTo>
                  <a:cubicBezTo>
                    <a:pt x="21263" y="49429"/>
                    <a:pt x="20725" y="49571"/>
                    <a:pt x="20260" y="49655"/>
                  </a:cubicBezTo>
                  <a:cubicBezTo>
                    <a:pt x="20065" y="49697"/>
                    <a:pt x="19883" y="49725"/>
                    <a:pt x="19731" y="49725"/>
                  </a:cubicBezTo>
                  <a:cubicBezTo>
                    <a:pt x="19262" y="49725"/>
                    <a:pt x="19095" y="49451"/>
                    <a:pt x="19774" y="48441"/>
                  </a:cubicBezTo>
                  <a:lnTo>
                    <a:pt x="19774" y="48441"/>
                  </a:lnTo>
                  <a:cubicBezTo>
                    <a:pt x="15159" y="52789"/>
                    <a:pt x="10859" y="57672"/>
                    <a:pt x="7385" y="63283"/>
                  </a:cubicBezTo>
                  <a:cubicBezTo>
                    <a:pt x="6511" y="64692"/>
                    <a:pt x="5685" y="66125"/>
                    <a:pt x="4956" y="67631"/>
                  </a:cubicBezTo>
                  <a:cubicBezTo>
                    <a:pt x="4227" y="69162"/>
                    <a:pt x="3547" y="70668"/>
                    <a:pt x="2964" y="72271"/>
                  </a:cubicBezTo>
                  <a:cubicBezTo>
                    <a:pt x="2357" y="73850"/>
                    <a:pt x="1847" y="75478"/>
                    <a:pt x="1434" y="77130"/>
                  </a:cubicBezTo>
                  <a:cubicBezTo>
                    <a:pt x="1215" y="77956"/>
                    <a:pt x="997" y="78781"/>
                    <a:pt x="875" y="79632"/>
                  </a:cubicBezTo>
                  <a:cubicBezTo>
                    <a:pt x="729" y="80458"/>
                    <a:pt x="559" y="81308"/>
                    <a:pt x="462" y="82158"/>
                  </a:cubicBezTo>
                  <a:cubicBezTo>
                    <a:pt x="49" y="85583"/>
                    <a:pt x="1" y="89033"/>
                    <a:pt x="365" y="92458"/>
                  </a:cubicBezTo>
                  <a:cubicBezTo>
                    <a:pt x="754" y="95835"/>
                    <a:pt x="1507" y="99187"/>
                    <a:pt x="2576" y="102418"/>
                  </a:cubicBezTo>
                  <a:cubicBezTo>
                    <a:pt x="3620" y="105600"/>
                    <a:pt x="4980" y="108685"/>
                    <a:pt x="6608" y="111624"/>
                  </a:cubicBezTo>
                  <a:cubicBezTo>
                    <a:pt x="8211" y="114564"/>
                    <a:pt x="10033" y="117357"/>
                    <a:pt x="12098" y="120005"/>
                  </a:cubicBezTo>
                  <a:cubicBezTo>
                    <a:pt x="12608" y="120661"/>
                    <a:pt x="13264" y="121341"/>
                    <a:pt x="13920" y="122094"/>
                  </a:cubicBezTo>
                  <a:cubicBezTo>
                    <a:pt x="14576" y="122872"/>
                    <a:pt x="15353" y="123649"/>
                    <a:pt x="16155" y="124451"/>
                  </a:cubicBezTo>
                  <a:lnTo>
                    <a:pt x="16762" y="125058"/>
                  </a:lnTo>
                  <a:lnTo>
                    <a:pt x="17418" y="125665"/>
                  </a:lnTo>
                  <a:lnTo>
                    <a:pt x="18730" y="126880"/>
                  </a:lnTo>
                  <a:cubicBezTo>
                    <a:pt x="19191" y="127293"/>
                    <a:pt x="19653" y="127682"/>
                    <a:pt x="20115" y="128070"/>
                  </a:cubicBezTo>
                  <a:cubicBezTo>
                    <a:pt x="20576" y="128459"/>
                    <a:pt x="21038" y="128872"/>
                    <a:pt x="21523" y="129261"/>
                  </a:cubicBezTo>
                  <a:cubicBezTo>
                    <a:pt x="24900" y="131957"/>
                    <a:pt x="28471" y="134386"/>
                    <a:pt x="32212" y="136548"/>
                  </a:cubicBezTo>
                  <a:cubicBezTo>
                    <a:pt x="36245" y="138856"/>
                    <a:pt x="40399" y="140921"/>
                    <a:pt x="44674" y="142743"/>
                  </a:cubicBezTo>
                  <a:cubicBezTo>
                    <a:pt x="48901" y="144540"/>
                    <a:pt x="53152" y="146119"/>
                    <a:pt x="57379" y="147577"/>
                  </a:cubicBezTo>
                  <a:cubicBezTo>
                    <a:pt x="58423" y="147917"/>
                    <a:pt x="59492" y="148306"/>
                    <a:pt x="60561" y="148621"/>
                  </a:cubicBezTo>
                  <a:lnTo>
                    <a:pt x="63743" y="149642"/>
                  </a:lnTo>
                  <a:lnTo>
                    <a:pt x="66926" y="150638"/>
                  </a:lnTo>
                  <a:cubicBezTo>
                    <a:pt x="67970" y="150953"/>
                    <a:pt x="69039" y="151318"/>
                    <a:pt x="70108" y="151609"/>
                  </a:cubicBezTo>
                  <a:cubicBezTo>
                    <a:pt x="74383" y="152824"/>
                    <a:pt x="78635" y="154087"/>
                    <a:pt x="82934" y="155107"/>
                  </a:cubicBezTo>
                  <a:lnTo>
                    <a:pt x="86141" y="155909"/>
                  </a:lnTo>
                  <a:lnTo>
                    <a:pt x="87769" y="156346"/>
                  </a:lnTo>
                  <a:lnTo>
                    <a:pt x="89372" y="156711"/>
                  </a:lnTo>
                  <a:lnTo>
                    <a:pt x="95834" y="158144"/>
                  </a:lnTo>
                  <a:cubicBezTo>
                    <a:pt x="96392" y="158241"/>
                    <a:pt x="96927" y="158387"/>
                    <a:pt x="97461" y="158484"/>
                  </a:cubicBezTo>
                  <a:lnTo>
                    <a:pt x="99089" y="158800"/>
                  </a:lnTo>
                  <a:lnTo>
                    <a:pt x="102320" y="159407"/>
                  </a:lnTo>
                  <a:cubicBezTo>
                    <a:pt x="104506" y="159796"/>
                    <a:pt x="106644" y="160257"/>
                    <a:pt x="108830" y="160573"/>
                  </a:cubicBezTo>
                  <a:lnTo>
                    <a:pt x="115340" y="161618"/>
                  </a:lnTo>
                  <a:cubicBezTo>
                    <a:pt x="116409" y="161812"/>
                    <a:pt x="117502" y="161934"/>
                    <a:pt x="118595" y="162079"/>
                  </a:cubicBezTo>
                  <a:lnTo>
                    <a:pt x="121851" y="162492"/>
                  </a:lnTo>
                  <a:lnTo>
                    <a:pt x="125106" y="162930"/>
                  </a:lnTo>
                  <a:lnTo>
                    <a:pt x="125932" y="163027"/>
                  </a:lnTo>
                  <a:lnTo>
                    <a:pt x="126758" y="163124"/>
                  </a:lnTo>
                  <a:lnTo>
                    <a:pt x="128385" y="163270"/>
                  </a:lnTo>
                  <a:lnTo>
                    <a:pt x="134920" y="163950"/>
                  </a:lnTo>
                  <a:cubicBezTo>
                    <a:pt x="137082" y="164144"/>
                    <a:pt x="139268" y="164290"/>
                    <a:pt x="141454" y="164436"/>
                  </a:cubicBezTo>
                  <a:lnTo>
                    <a:pt x="144734" y="164679"/>
                  </a:lnTo>
                  <a:cubicBezTo>
                    <a:pt x="145827" y="164751"/>
                    <a:pt x="146920" y="164800"/>
                    <a:pt x="147989" y="164849"/>
                  </a:cubicBezTo>
                  <a:lnTo>
                    <a:pt x="154548" y="165140"/>
                  </a:lnTo>
                  <a:lnTo>
                    <a:pt x="161083" y="165262"/>
                  </a:lnTo>
                  <a:lnTo>
                    <a:pt x="164338" y="165310"/>
                  </a:lnTo>
                  <a:lnTo>
                    <a:pt x="167617" y="165262"/>
                  </a:lnTo>
                  <a:lnTo>
                    <a:pt x="174152" y="165189"/>
                  </a:lnTo>
                  <a:lnTo>
                    <a:pt x="180662" y="164897"/>
                  </a:lnTo>
                  <a:cubicBezTo>
                    <a:pt x="181755" y="164849"/>
                    <a:pt x="182824" y="164824"/>
                    <a:pt x="183917" y="164776"/>
                  </a:cubicBezTo>
                  <a:lnTo>
                    <a:pt x="187173" y="164533"/>
                  </a:lnTo>
                  <a:cubicBezTo>
                    <a:pt x="189335" y="164363"/>
                    <a:pt x="191497" y="164241"/>
                    <a:pt x="193659" y="164071"/>
                  </a:cubicBezTo>
                  <a:lnTo>
                    <a:pt x="200145" y="163415"/>
                  </a:lnTo>
                  <a:cubicBezTo>
                    <a:pt x="201213" y="163294"/>
                    <a:pt x="202307" y="163197"/>
                    <a:pt x="203375" y="163075"/>
                  </a:cubicBezTo>
                  <a:lnTo>
                    <a:pt x="206606" y="162662"/>
                  </a:lnTo>
                  <a:cubicBezTo>
                    <a:pt x="208744" y="162371"/>
                    <a:pt x="210882" y="162104"/>
                    <a:pt x="213044" y="161812"/>
                  </a:cubicBezTo>
                  <a:cubicBezTo>
                    <a:pt x="217344" y="161156"/>
                    <a:pt x="221668" y="160427"/>
                    <a:pt x="225992" y="159504"/>
                  </a:cubicBezTo>
                  <a:cubicBezTo>
                    <a:pt x="230364" y="158581"/>
                    <a:pt x="234688" y="157415"/>
                    <a:pt x="238915" y="155982"/>
                  </a:cubicBezTo>
                  <a:cubicBezTo>
                    <a:pt x="243263" y="154524"/>
                    <a:pt x="247466" y="152727"/>
                    <a:pt x="251523" y="150613"/>
                  </a:cubicBezTo>
                  <a:cubicBezTo>
                    <a:pt x="251766" y="150468"/>
                    <a:pt x="252033" y="150346"/>
                    <a:pt x="252276" y="150200"/>
                  </a:cubicBezTo>
                  <a:lnTo>
                    <a:pt x="253029" y="149763"/>
                  </a:lnTo>
                  <a:lnTo>
                    <a:pt x="254559" y="148913"/>
                  </a:lnTo>
                  <a:cubicBezTo>
                    <a:pt x="255555" y="148306"/>
                    <a:pt x="256527" y="147674"/>
                    <a:pt x="257499" y="147042"/>
                  </a:cubicBezTo>
                  <a:lnTo>
                    <a:pt x="258956" y="146022"/>
                  </a:lnTo>
                  <a:lnTo>
                    <a:pt x="259685" y="145488"/>
                  </a:lnTo>
                  <a:lnTo>
                    <a:pt x="260049" y="145245"/>
                  </a:lnTo>
                  <a:lnTo>
                    <a:pt x="260389" y="144953"/>
                  </a:lnTo>
                  <a:lnTo>
                    <a:pt x="261774" y="143860"/>
                  </a:lnTo>
                  <a:lnTo>
                    <a:pt x="262479" y="143301"/>
                  </a:lnTo>
                  <a:cubicBezTo>
                    <a:pt x="262697" y="143107"/>
                    <a:pt x="262916" y="142913"/>
                    <a:pt x="263134" y="142718"/>
                  </a:cubicBezTo>
                  <a:cubicBezTo>
                    <a:pt x="266657" y="139609"/>
                    <a:pt x="269839" y="136111"/>
                    <a:pt x="272560" y="132297"/>
                  </a:cubicBezTo>
                  <a:cubicBezTo>
                    <a:pt x="272924" y="131836"/>
                    <a:pt x="273240" y="131350"/>
                    <a:pt x="273556" y="130864"/>
                  </a:cubicBezTo>
                  <a:lnTo>
                    <a:pt x="274528" y="129406"/>
                  </a:lnTo>
                  <a:cubicBezTo>
                    <a:pt x="275159" y="128410"/>
                    <a:pt x="275718" y="127414"/>
                    <a:pt x="276325" y="126418"/>
                  </a:cubicBezTo>
                  <a:lnTo>
                    <a:pt x="277151" y="124864"/>
                  </a:lnTo>
                  <a:cubicBezTo>
                    <a:pt x="277418" y="124354"/>
                    <a:pt x="277710" y="123843"/>
                    <a:pt x="277953" y="123309"/>
                  </a:cubicBezTo>
                  <a:lnTo>
                    <a:pt x="278706" y="121754"/>
                  </a:lnTo>
                  <a:lnTo>
                    <a:pt x="279094" y="120953"/>
                  </a:lnTo>
                  <a:lnTo>
                    <a:pt x="279435" y="120151"/>
                  </a:lnTo>
                  <a:cubicBezTo>
                    <a:pt x="281256" y="115900"/>
                    <a:pt x="282665" y="111454"/>
                    <a:pt x="283637" y="106912"/>
                  </a:cubicBezTo>
                  <a:cubicBezTo>
                    <a:pt x="283686" y="106645"/>
                    <a:pt x="283759" y="106353"/>
                    <a:pt x="283807" y="106062"/>
                  </a:cubicBezTo>
                  <a:lnTo>
                    <a:pt x="283953" y="105211"/>
                  </a:lnTo>
                  <a:lnTo>
                    <a:pt x="284269" y="103487"/>
                  </a:lnTo>
                  <a:cubicBezTo>
                    <a:pt x="284439" y="102345"/>
                    <a:pt x="284560" y="101179"/>
                    <a:pt x="284730" y="100037"/>
                  </a:cubicBezTo>
                  <a:cubicBezTo>
                    <a:pt x="284803" y="98871"/>
                    <a:pt x="284925" y="97729"/>
                    <a:pt x="284973" y="96563"/>
                  </a:cubicBezTo>
                  <a:lnTo>
                    <a:pt x="285046" y="94814"/>
                  </a:lnTo>
                  <a:lnTo>
                    <a:pt x="285070" y="93940"/>
                  </a:lnTo>
                  <a:lnTo>
                    <a:pt x="285070" y="93065"/>
                  </a:lnTo>
                  <a:cubicBezTo>
                    <a:pt x="285070" y="88377"/>
                    <a:pt x="284536" y="83688"/>
                    <a:pt x="283491" y="79122"/>
                  </a:cubicBezTo>
                  <a:cubicBezTo>
                    <a:pt x="282423" y="74482"/>
                    <a:pt x="280771" y="70012"/>
                    <a:pt x="278560" y="65809"/>
                  </a:cubicBezTo>
                  <a:lnTo>
                    <a:pt x="277710" y="64230"/>
                  </a:lnTo>
                  <a:cubicBezTo>
                    <a:pt x="277443" y="63720"/>
                    <a:pt x="277127" y="63210"/>
                    <a:pt x="276811" y="62700"/>
                  </a:cubicBezTo>
                  <a:cubicBezTo>
                    <a:pt x="276495" y="62190"/>
                    <a:pt x="276179" y="61680"/>
                    <a:pt x="275864" y="61170"/>
                  </a:cubicBezTo>
                  <a:lnTo>
                    <a:pt x="274819" y="59712"/>
                  </a:lnTo>
                  <a:cubicBezTo>
                    <a:pt x="273459" y="57793"/>
                    <a:pt x="272001" y="55947"/>
                    <a:pt x="270422" y="54198"/>
                  </a:cubicBezTo>
                  <a:cubicBezTo>
                    <a:pt x="267313" y="50797"/>
                    <a:pt x="263936" y="47688"/>
                    <a:pt x="260292" y="44870"/>
                  </a:cubicBezTo>
                  <a:cubicBezTo>
                    <a:pt x="253199" y="39307"/>
                    <a:pt x="245668" y="34813"/>
                    <a:pt x="238502" y="30343"/>
                  </a:cubicBezTo>
                  <a:lnTo>
                    <a:pt x="237166" y="29517"/>
                  </a:lnTo>
                  <a:lnTo>
                    <a:pt x="236486" y="29104"/>
                  </a:lnTo>
                  <a:lnTo>
                    <a:pt x="235879" y="28691"/>
                  </a:lnTo>
                  <a:lnTo>
                    <a:pt x="234640" y="27889"/>
                  </a:lnTo>
                  <a:cubicBezTo>
                    <a:pt x="234227" y="27622"/>
                    <a:pt x="233838" y="27331"/>
                    <a:pt x="233425" y="27039"/>
                  </a:cubicBezTo>
                  <a:cubicBezTo>
                    <a:pt x="233012" y="26748"/>
                    <a:pt x="232599" y="26456"/>
                    <a:pt x="232186" y="26165"/>
                  </a:cubicBezTo>
                  <a:lnTo>
                    <a:pt x="230947" y="25242"/>
                  </a:lnTo>
                  <a:cubicBezTo>
                    <a:pt x="230121" y="24659"/>
                    <a:pt x="229295" y="24003"/>
                    <a:pt x="228469" y="23395"/>
                  </a:cubicBezTo>
                  <a:cubicBezTo>
                    <a:pt x="225166" y="20869"/>
                    <a:pt x="221813" y="18173"/>
                    <a:pt x="218315" y="15525"/>
                  </a:cubicBezTo>
                  <a:cubicBezTo>
                    <a:pt x="215309" y="13209"/>
                    <a:pt x="212185" y="11047"/>
                    <a:pt x="208969" y="9051"/>
                  </a:cubicBezTo>
                  <a:lnTo>
                    <a:pt x="208969" y="9051"/>
                  </a:lnTo>
                  <a:cubicBezTo>
                    <a:pt x="209456" y="9356"/>
                    <a:pt x="209940" y="9668"/>
                    <a:pt x="210420" y="9986"/>
                  </a:cubicBezTo>
                  <a:cubicBezTo>
                    <a:pt x="210736" y="10180"/>
                    <a:pt x="211028" y="10375"/>
                    <a:pt x="211343" y="10593"/>
                  </a:cubicBezTo>
                  <a:lnTo>
                    <a:pt x="212242" y="11201"/>
                  </a:lnTo>
                  <a:cubicBezTo>
                    <a:pt x="212849" y="11614"/>
                    <a:pt x="213457" y="12002"/>
                    <a:pt x="214040" y="12415"/>
                  </a:cubicBezTo>
                  <a:cubicBezTo>
                    <a:pt x="215206" y="13266"/>
                    <a:pt x="216372" y="14091"/>
                    <a:pt x="217489" y="14966"/>
                  </a:cubicBezTo>
                  <a:cubicBezTo>
                    <a:pt x="219748" y="16642"/>
                    <a:pt x="221910" y="18367"/>
                    <a:pt x="224072" y="20067"/>
                  </a:cubicBezTo>
                  <a:cubicBezTo>
                    <a:pt x="226210" y="21743"/>
                    <a:pt x="228299" y="23395"/>
                    <a:pt x="230413" y="24974"/>
                  </a:cubicBezTo>
                  <a:cubicBezTo>
                    <a:pt x="232526" y="26553"/>
                    <a:pt x="234591" y="27987"/>
                    <a:pt x="236729" y="29371"/>
                  </a:cubicBezTo>
                  <a:cubicBezTo>
                    <a:pt x="241271" y="32213"/>
                    <a:pt x="245911" y="35056"/>
                    <a:pt x="250551" y="38092"/>
                  </a:cubicBezTo>
                  <a:cubicBezTo>
                    <a:pt x="252883" y="39647"/>
                    <a:pt x="255191" y="41226"/>
                    <a:pt x="257450" y="42902"/>
                  </a:cubicBezTo>
                  <a:cubicBezTo>
                    <a:pt x="258592" y="43728"/>
                    <a:pt x="259709" y="44627"/>
                    <a:pt x="260827" y="45501"/>
                  </a:cubicBezTo>
                  <a:cubicBezTo>
                    <a:pt x="261385" y="45963"/>
                    <a:pt x="261944" y="46424"/>
                    <a:pt x="262503" y="46886"/>
                  </a:cubicBezTo>
                  <a:lnTo>
                    <a:pt x="263329" y="47566"/>
                  </a:lnTo>
                  <a:lnTo>
                    <a:pt x="264130" y="48295"/>
                  </a:lnTo>
                  <a:cubicBezTo>
                    <a:pt x="266317" y="50214"/>
                    <a:pt x="268382" y="52279"/>
                    <a:pt x="270325" y="54441"/>
                  </a:cubicBezTo>
                  <a:lnTo>
                    <a:pt x="271782" y="56117"/>
                  </a:lnTo>
                  <a:cubicBezTo>
                    <a:pt x="272244" y="56676"/>
                    <a:pt x="272706" y="57283"/>
                    <a:pt x="273167" y="57866"/>
                  </a:cubicBezTo>
                  <a:lnTo>
                    <a:pt x="273847" y="58740"/>
                  </a:lnTo>
                  <a:cubicBezTo>
                    <a:pt x="274066" y="59032"/>
                    <a:pt x="274260" y="59348"/>
                    <a:pt x="274503" y="59664"/>
                  </a:cubicBezTo>
                  <a:lnTo>
                    <a:pt x="275766" y="61510"/>
                  </a:lnTo>
                  <a:cubicBezTo>
                    <a:pt x="276544" y="62797"/>
                    <a:pt x="277370" y="64060"/>
                    <a:pt x="278050" y="65396"/>
                  </a:cubicBezTo>
                  <a:lnTo>
                    <a:pt x="278560" y="66392"/>
                  </a:lnTo>
                  <a:lnTo>
                    <a:pt x="278827" y="66903"/>
                  </a:lnTo>
                  <a:cubicBezTo>
                    <a:pt x="278900" y="67073"/>
                    <a:pt x="278997" y="67243"/>
                    <a:pt x="279070" y="67413"/>
                  </a:cubicBezTo>
                  <a:lnTo>
                    <a:pt x="279993" y="69453"/>
                  </a:lnTo>
                  <a:cubicBezTo>
                    <a:pt x="280309" y="70133"/>
                    <a:pt x="280552" y="70838"/>
                    <a:pt x="280844" y="71518"/>
                  </a:cubicBezTo>
                  <a:lnTo>
                    <a:pt x="281232" y="72563"/>
                  </a:lnTo>
                  <a:cubicBezTo>
                    <a:pt x="281378" y="72927"/>
                    <a:pt x="281475" y="73267"/>
                    <a:pt x="281597" y="73632"/>
                  </a:cubicBezTo>
                  <a:cubicBezTo>
                    <a:pt x="281815" y="74336"/>
                    <a:pt x="282058" y="75040"/>
                    <a:pt x="282277" y="75745"/>
                  </a:cubicBezTo>
                  <a:lnTo>
                    <a:pt x="282884" y="77907"/>
                  </a:lnTo>
                  <a:cubicBezTo>
                    <a:pt x="283589" y="80773"/>
                    <a:pt x="284099" y="83688"/>
                    <a:pt x="284390" y="86628"/>
                  </a:cubicBezTo>
                  <a:lnTo>
                    <a:pt x="284536" y="87721"/>
                  </a:lnTo>
                  <a:lnTo>
                    <a:pt x="284609" y="88838"/>
                  </a:lnTo>
                  <a:cubicBezTo>
                    <a:pt x="284657" y="89567"/>
                    <a:pt x="284706" y="90296"/>
                    <a:pt x="284730" y="91025"/>
                  </a:cubicBezTo>
                  <a:cubicBezTo>
                    <a:pt x="284755" y="92507"/>
                    <a:pt x="284779" y="93964"/>
                    <a:pt x="284706" y="95422"/>
                  </a:cubicBezTo>
                  <a:cubicBezTo>
                    <a:pt x="284682" y="96903"/>
                    <a:pt x="284512" y="98337"/>
                    <a:pt x="284414" y="99794"/>
                  </a:cubicBezTo>
                  <a:cubicBezTo>
                    <a:pt x="284317" y="100523"/>
                    <a:pt x="284220" y="101252"/>
                    <a:pt x="284123" y="101980"/>
                  </a:cubicBezTo>
                  <a:lnTo>
                    <a:pt x="284002" y="103074"/>
                  </a:lnTo>
                  <a:lnTo>
                    <a:pt x="283807" y="104142"/>
                  </a:lnTo>
                  <a:cubicBezTo>
                    <a:pt x="283321" y="107009"/>
                    <a:pt x="282641" y="109851"/>
                    <a:pt x="281791" y="112645"/>
                  </a:cubicBezTo>
                  <a:lnTo>
                    <a:pt x="281135" y="114734"/>
                  </a:lnTo>
                  <a:cubicBezTo>
                    <a:pt x="280892" y="115414"/>
                    <a:pt x="280625" y="116094"/>
                    <a:pt x="280382" y="116799"/>
                  </a:cubicBezTo>
                  <a:lnTo>
                    <a:pt x="279993" y="117819"/>
                  </a:lnTo>
                  <a:cubicBezTo>
                    <a:pt x="279872" y="118159"/>
                    <a:pt x="279726" y="118499"/>
                    <a:pt x="279580" y="118839"/>
                  </a:cubicBezTo>
                  <a:cubicBezTo>
                    <a:pt x="279289" y="119495"/>
                    <a:pt x="279022" y="120175"/>
                    <a:pt x="278706" y="120856"/>
                  </a:cubicBezTo>
                  <a:cubicBezTo>
                    <a:pt x="278074" y="122167"/>
                    <a:pt x="277491" y="123503"/>
                    <a:pt x="276762" y="124767"/>
                  </a:cubicBezTo>
                  <a:lnTo>
                    <a:pt x="276252" y="125738"/>
                  </a:lnTo>
                  <a:lnTo>
                    <a:pt x="275985" y="126224"/>
                  </a:lnTo>
                  <a:lnTo>
                    <a:pt x="275694" y="126710"/>
                  </a:lnTo>
                  <a:lnTo>
                    <a:pt x="274576" y="128580"/>
                  </a:lnTo>
                  <a:cubicBezTo>
                    <a:pt x="271442" y="133609"/>
                    <a:pt x="267604" y="138152"/>
                    <a:pt x="263159" y="142063"/>
                  </a:cubicBezTo>
                  <a:lnTo>
                    <a:pt x="262333" y="142816"/>
                  </a:lnTo>
                  <a:cubicBezTo>
                    <a:pt x="262041" y="143059"/>
                    <a:pt x="261750" y="143277"/>
                    <a:pt x="261458" y="143520"/>
                  </a:cubicBezTo>
                  <a:cubicBezTo>
                    <a:pt x="260875" y="144006"/>
                    <a:pt x="260292" y="144443"/>
                    <a:pt x="259709" y="144905"/>
                  </a:cubicBezTo>
                  <a:cubicBezTo>
                    <a:pt x="258495" y="145755"/>
                    <a:pt x="257280" y="146678"/>
                    <a:pt x="256017" y="147431"/>
                  </a:cubicBezTo>
                  <a:lnTo>
                    <a:pt x="255094" y="148014"/>
                  </a:lnTo>
                  <a:lnTo>
                    <a:pt x="254632" y="148330"/>
                  </a:lnTo>
                  <a:lnTo>
                    <a:pt x="254195" y="148621"/>
                  </a:lnTo>
                  <a:lnTo>
                    <a:pt x="252276" y="149715"/>
                  </a:lnTo>
                  <a:cubicBezTo>
                    <a:pt x="251644" y="150079"/>
                    <a:pt x="250988" y="150395"/>
                    <a:pt x="250357" y="150735"/>
                  </a:cubicBezTo>
                  <a:lnTo>
                    <a:pt x="249385" y="151245"/>
                  </a:lnTo>
                  <a:lnTo>
                    <a:pt x="248389" y="151707"/>
                  </a:lnTo>
                  <a:cubicBezTo>
                    <a:pt x="243166" y="154160"/>
                    <a:pt x="237749" y="156103"/>
                    <a:pt x="232162" y="157561"/>
                  </a:cubicBezTo>
                  <a:cubicBezTo>
                    <a:pt x="229417" y="158290"/>
                    <a:pt x="226672" y="158921"/>
                    <a:pt x="223902" y="159480"/>
                  </a:cubicBezTo>
                  <a:cubicBezTo>
                    <a:pt x="221133" y="160039"/>
                    <a:pt x="218364" y="160525"/>
                    <a:pt x="215619" y="160962"/>
                  </a:cubicBezTo>
                  <a:lnTo>
                    <a:pt x="213554" y="161278"/>
                  </a:lnTo>
                  <a:cubicBezTo>
                    <a:pt x="212849" y="161399"/>
                    <a:pt x="212169" y="161496"/>
                    <a:pt x="211465" y="161569"/>
                  </a:cubicBezTo>
                  <a:lnTo>
                    <a:pt x="207335" y="162128"/>
                  </a:lnTo>
                  <a:lnTo>
                    <a:pt x="203181" y="162662"/>
                  </a:lnTo>
                  <a:cubicBezTo>
                    <a:pt x="201796" y="162808"/>
                    <a:pt x="200412" y="162954"/>
                    <a:pt x="199027" y="163100"/>
                  </a:cubicBezTo>
                  <a:cubicBezTo>
                    <a:pt x="196234" y="163367"/>
                    <a:pt x="193464" y="163707"/>
                    <a:pt x="190646" y="163853"/>
                  </a:cubicBezTo>
                  <a:lnTo>
                    <a:pt x="186444" y="164168"/>
                  </a:lnTo>
                  <a:cubicBezTo>
                    <a:pt x="185059" y="164266"/>
                    <a:pt x="183650" y="164387"/>
                    <a:pt x="182241" y="164436"/>
                  </a:cubicBezTo>
                  <a:cubicBezTo>
                    <a:pt x="182897" y="164217"/>
                    <a:pt x="184816" y="163901"/>
                    <a:pt x="181561" y="163901"/>
                  </a:cubicBezTo>
                  <a:lnTo>
                    <a:pt x="183699" y="163804"/>
                  </a:lnTo>
                  <a:lnTo>
                    <a:pt x="185812" y="163610"/>
                  </a:lnTo>
                  <a:lnTo>
                    <a:pt x="190063" y="163270"/>
                  </a:lnTo>
                  <a:lnTo>
                    <a:pt x="192201" y="163075"/>
                  </a:lnTo>
                  <a:lnTo>
                    <a:pt x="193246" y="163002"/>
                  </a:lnTo>
                  <a:lnTo>
                    <a:pt x="194314" y="162881"/>
                  </a:lnTo>
                  <a:lnTo>
                    <a:pt x="198541" y="162419"/>
                  </a:lnTo>
                  <a:lnTo>
                    <a:pt x="202768" y="161958"/>
                  </a:lnTo>
                  <a:lnTo>
                    <a:pt x="206971" y="161375"/>
                  </a:lnTo>
                  <a:cubicBezTo>
                    <a:pt x="209764" y="160986"/>
                    <a:pt x="212558" y="160597"/>
                    <a:pt x="215352" y="160160"/>
                  </a:cubicBezTo>
                  <a:cubicBezTo>
                    <a:pt x="218145" y="159699"/>
                    <a:pt x="220939" y="159213"/>
                    <a:pt x="223732" y="158630"/>
                  </a:cubicBezTo>
                  <a:cubicBezTo>
                    <a:pt x="226526" y="158047"/>
                    <a:pt x="229320" y="157415"/>
                    <a:pt x="232089" y="156662"/>
                  </a:cubicBezTo>
                  <a:cubicBezTo>
                    <a:pt x="234858" y="155909"/>
                    <a:pt x="237603" y="155059"/>
                    <a:pt x="240324" y="154087"/>
                  </a:cubicBezTo>
                  <a:cubicBezTo>
                    <a:pt x="241028" y="153844"/>
                    <a:pt x="241684" y="153553"/>
                    <a:pt x="242365" y="153310"/>
                  </a:cubicBezTo>
                  <a:lnTo>
                    <a:pt x="243385" y="152921"/>
                  </a:lnTo>
                  <a:cubicBezTo>
                    <a:pt x="243725" y="152775"/>
                    <a:pt x="244065" y="152630"/>
                    <a:pt x="244381" y="152484"/>
                  </a:cubicBezTo>
                  <a:cubicBezTo>
                    <a:pt x="245061" y="152217"/>
                    <a:pt x="245717" y="151925"/>
                    <a:pt x="246397" y="151634"/>
                  </a:cubicBezTo>
                  <a:lnTo>
                    <a:pt x="248389" y="150711"/>
                  </a:lnTo>
                  <a:cubicBezTo>
                    <a:pt x="249045" y="150395"/>
                    <a:pt x="249677" y="150055"/>
                    <a:pt x="250332" y="149715"/>
                  </a:cubicBezTo>
                  <a:cubicBezTo>
                    <a:pt x="250988" y="149374"/>
                    <a:pt x="251644" y="149034"/>
                    <a:pt x="252276" y="148670"/>
                  </a:cubicBezTo>
                  <a:lnTo>
                    <a:pt x="254195" y="147553"/>
                  </a:lnTo>
                  <a:lnTo>
                    <a:pt x="256041" y="146387"/>
                  </a:lnTo>
                  <a:cubicBezTo>
                    <a:pt x="258543" y="144759"/>
                    <a:pt x="260924" y="142937"/>
                    <a:pt x="263134" y="140945"/>
                  </a:cubicBezTo>
                  <a:lnTo>
                    <a:pt x="263960" y="140192"/>
                  </a:lnTo>
                  <a:lnTo>
                    <a:pt x="264762" y="139415"/>
                  </a:lnTo>
                  <a:cubicBezTo>
                    <a:pt x="265272" y="138905"/>
                    <a:pt x="265831" y="138394"/>
                    <a:pt x="266341" y="137836"/>
                  </a:cubicBezTo>
                  <a:lnTo>
                    <a:pt x="267847" y="136208"/>
                  </a:lnTo>
                  <a:lnTo>
                    <a:pt x="268212" y="135795"/>
                  </a:lnTo>
                  <a:lnTo>
                    <a:pt x="268552" y="135358"/>
                  </a:lnTo>
                  <a:lnTo>
                    <a:pt x="269256" y="134508"/>
                  </a:lnTo>
                  <a:cubicBezTo>
                    <a:pt x="270228" y="133390"/>
                    <a:pt x="271078" y="132176"/>
                    <a:pt x="271953" y="130985"/>
                  </a:cubicBezTo>
                  <a:cubicBezTo>
                    <a:pt x="272778" y="129771"/>
                    <a:pt x="273629" y="128556"/>
                    <a:pt x="274382" y="127293"/>
                  </a:cubicBezTo>
                  <a:lnTo>
                    <a:pt x="274916" y="126346"/>
                  </a:lnTo>
                  <a:lnTo>
                    <a:pt x="275208" y="125860"/>
                  </a:lnTo>
                  <a:lnTo>
                    <a:pt x="275451" y="125374"/>
                  </a:lnTo>
                  <a:lnTo>
                    <a:pt x="276519" y="123455"/>
                  </a:lnTo>
                  <a:cubicBezTo>
                    <a:pt x="276860" y="122799"/>
                    <a:pt x="277151" y="122119"/>
                    <a:pt x="277491" y="121463"/>
                  </a:cubicBezTo>
                  <a:lnTo>
                    <a:pt x="277953" y="120467"/>
                  </a:lnTo>
                  <a:lnTo>
                    <a:pt x="278390" y="119471"/>
                  </a:lnTo>
                  <a:cubicBezTo>
                    <a:pt x="279556" y="116774"/>
                    <a:pt x="280552" y="114005"/>
                    <a:pt x="281378" y="111187"/>
                  </a:cubicBezTo>
                  <a:lnTo>
                    <a:pt x="281961" y="109074"/>
                  </a:lnTo>
                  <a:cubicBezTo>
                    <a:pt x="282131" y="108369"/>
                    <a:pt x="282277" y="107641"/>
                    <a:pt x="282447" y="106936"/>
                  </a:cubicBezTo>
                  <a:lnTo>
                    <a:pt x="282690" y="105867"/>
                  </a:lnTo>
                  <a:lnTo>
                    <a:pt x="282884" y="104774"/>
                  </a:lnTo>
                  <a:cubicBezTo>
                    <a:pt x="283006" y="104045"/>
                    <a:pt x="283151" y="103341"/>
                    <a:pt x="283248" y="102612"/>
                  </a:cubicBezTo>
                  <a:cubicBezTo>
                    <a:pt x="283686" y="99697"/>
                    <a:pt x="283929" y="96758"/>
                    <a:pt x="283977" y="93818"/>
                  </a:cubicBezTo>
                  <a:cubicBezTo>
                    <a:pt x="284026" y="90879"/>
                    <a:pt x="283856" y="87915"/>
                    <a:pt x="283491" y="85000"/>
                  </a:cubicBezTo>
                  <a:cubicBezTo>
                    <a:pt x="283394" y="84247"/>
                    <a:pt x="283273" y="83518"/>
                    <a:pt x="283151" y="82790"/>
                  </a:cubicBezTo>
                  <a:lnTo>
                    <a:pt x="282981" y="81697"/>
                  </a:lnTo>
                  <a:lnTo>
                    <a:pt x="282763" y="80603"/>
                  </a:lnTo>
                  <a:cubicBezTo>
                    <a:pt x="282593" y="79875"/>
                    <a:pt x="282471" y="79146"/>
                    <a:pt x="282277" y="78417"/>
                  </a:cubicBezTo>
                  <a:lnTo>
                    <a:pt x="281694" y="76255"/>
                  </a:lnTo>
                  <a:cubicBezTo>
                    <a:pt x="281621" y="75891"/>
                    <a:pt x="281499" y="75551"/>
                    <a:pt x="281378" y="75186"/>
                  </a:cubicBezTo>
                  <a:lnTo>
                    <a:pt x="281038" y="74117"/>
                  </a:lnTo>
                  <a:lnTo>
                    <a:pt x="280698" y="73049"/>
                  </a:lnTo>
                  <a:cubicBezTo>
                    <a:pt x="280576" y="72708"/>
                    <a:pt x="280431" y="72344"/>
                    <a:pt x="280285" y="72004"/>
                  </a:cubicBezTo>
                  <a:cubicBezTo>
                    <a:pt x="280018" y="71324"/>
                    <a:pt x="279750" y="70595"/>
                    <a:pt x="279483" y="69915"/>
                  </a:cubicBezTo>
                  <a:lnTo>
                    <a:pt x="278536" y="67874"/>
                  </a:lnTo>
                  <a:cubicBezTo>
                    <a:pt x="278244" y="67170"/>
                    <a:pt x="277880" y="66514"/>
                    <a:pt x="277515" y="65858"/>
                  </a:cubicBezTo>
                  <a:cubicBezTo>
                    <a:pt x="277175" y="65178"/>
                    <a:pt x="276835" y="64498"/>
                    <a:pt x="276447" y="63866"/>
                  </a:cubicBezTo>
                  <a:lnTo>
                    <a:pt x="275256" y="61923"/>
                  </a:lnTo>
                  <a:cubicBezTo>
                    <a:pt x="274843" y="61291"/>
                    <a:pt x="274406" y="60684"/>
                    <a:pt x="273993" y="60052"/>
                  </a:cubicBezTo>
                  <a:cubicBezTo>
                    <a:pt x="273774" y="59736"/>
                    <a:pt x="273556" y="59445"/>
                    <a:pt x="273337" y="59129"/>
                  </a:cubicBezTo>
                  <a:lnTo>
                    <a:pt x="272657" y="58255"/>
                  </a:lnTo>
                  <a:cubicBezTo>
                    <a:pt x="272171" y="57672"/>
                    <a:pt x="271758" y="57064"/>
                    <a:pt x="271272" y="56506"/>
                  </a:cubicBezTo>
                  <a:lnTo>
                    <a:pt x="269815" y="54805"/>
                  </a:lnTo>
                  <a:cubicBezTo>
                    <a:pt x="269572" y="54514"/>
                    <a:pt x="269329" y="54246"/>
                    <a:pt x="269062" y="53979"/>
                  </a:cubicBezTo>
                  <a:lnTo>
                    <a:pt x="268309" y="53178"/>
                  </a:lnTo>
                  <a:cubicBezTo>
                    <a:pt x="267313" y="52084"/>
                    <a:pt x="266244" y="51113"/>
                    <a:pt x="265199" y="50068"/>
                  </a:cubicBezTo>
                  <a:cubicBezTo>
                    <a:pt x="264106" y="49096"/>
                    <a:pt x="263037" y="48100"/>
                    <a:pt x="261920" y="47202"/>
                  </a:cubicBezTo>
                  <a:cubicBezTo>
                    <a:pt x="257474" y="43461"/>
                    <a:pt x="252762" y="40230"/>
                    <a:pt x="248049" y="37193"/>
                  </a:cubicBezTo>
                  <a:cubicBezTo>
                    <a:pt x="245693" y="35687"/>
                    <a:pt x="243361" y="34230"/>
                    <a:pt x="241004" y="32772"/>
                  </a:cubicBezTo>
                  <a:lnTo>
                    <a:pt x="237506" y="30610"/>
                  </a:lnTo>
                  <a:lnTo>
                    <a:pt x="236656" y="30076"/>
                  </a:lnTo>
                  <a:lnTo>
                    <a:pt x="236219" y="29784"/>
                  </a:lnTo>
                  <a:lnTo>
                    <a:pt x="235806" y="29541"/>
                  </a:lnTo>
                  <a:lnTo>
                    <a:pt x="234178" y="28472"/>
                  </a:lnTo>
                  <a:cubicBezTo>
                    <a:pt x="229878" y="25557"/>
                    <a:pt x="225627" y="22156"/>
                    <a:pt x="221206" y="18731"/>
                  </a:cubicBezTo>
                  <a:cubicBezTo>
                    <a:pt x="218971" y="17031"/>
                    <a:pt x="216712" y="15306"/>
                    <a:pt x="214331" y="13630"/>
                  </a:cubicBezTo>
                  <a:cubicBezTo>
                    <a:pt x="213190" y="12804"/>
                    <a:pt x="211951" y="12002"/>
                    <a:pt x="210736" y="11176"/>
                  </a:cubicBezTo>
                  <a:cubicBezTo>
                    <a:pt x="209473" y="10399"/>
                    <a:pt x="208210" y="9622"/>
                    <a:pt x="206898" y="8844"/>
                  </a:cubicBezTo>
                  <a:cubicBezTo>
                    <a:pt x="205610" y="8067"/>
                    <a:pt x="204226" y="7387"/>
                    <a:pt x="202865" y="6707"/>
                  </a:cubicBezTo>
                  <a:cubicBezTo>
                    <a:pt x="201456" y="6051"/>
                    <a:pt x="200072" y="5395"/>
                    <a:pt x="198541" y="4885"/>
                  </a:cubicBezTo>
                  <a:lnTo>
                    <a:pt x="197424" y="4472"/>
                  </a:lnTo>
                  <a:cubicBezTo>
                    <a:pt x="197059" y="4326"/>
                    <a:pt x="196695" y="4229"/>
                    <a:pt x="196306" y="4132"/>
                  </a:cubicBezTo>
                  <a:lnTo>
                    <a:pt x="194047" y="3476"/>
                  </a:lnTo>
                  <a:cubicBezTo>
                    <a:pt x="193318" y="3257"/>
                    <a:pt x="192541" y="3111"/>
                    <a:pt x="191812" y="2941"/>
                  </a:cubicBezTo>
                  <a:cubicBezTo>
                    <a:pt x="191059" y="2796"/>
                    <a:pt x="190306" y="2601"/>
                    <a:pt x="189553" y="2504"/>
                  </a:cubicBezTo>
                  <a:lnTo>
                    <a:pt x="189747" y="1435"/>
                  </a:lnTo>
                  <a:lnTo>
                    <a:pt x="188144" y="1168"/>
                  </a:lnTo>
                  <a:cubicBezTo>
                    <a:pt x="187610" y="1071"/>
                    <a:pt x="187051" y="949"/>
                    <a:pt x="186541" y="901"/>
                  </a:cubicBezTo>
                  <a:lnTo>
                    <a:pt x="183334" y="512"/>
                  </a:lnTo>
                  <a:lnTo>
                    <a:pt x="180152" y="245"/>
                  </a:lnTo>
                  <a:cubicBezTo>
                    <a:pt x="179107" y="172"/>
                    <a:pt x="178063" y="148"/>
                    <a:pt x="176994" y="99"/>
                  </a:cubicBezTo>
                  <a:cubicBezTo>
                    <a:pt x="175288" y="30"/>
                    <a:pt x="173586" y="1"/>
                    <a:pt x="17188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4" name="Google Shape;374;p48"/>
          <p:cNvGrpSpPr/>
          <p:nvPr/>
        </p:nvGrpSpPr>
        <p:grpSpPr>
          <a:xfrm rot="-1451482">
            <a:off x="6192968" y="2109446"/>
            <a:ext cx="4129950" cy="3494351"/>
            <a:chOff x="879525" y="238350"/>
            <a:chExt cx="5929900" cy="5134125"/>
          </a:xfrm>
        </p:grpSpPr>
        <p:sp>
          <p:nvSpPr>
            <p:cNvPr id="375" name="Google Shape;375;p48"/>
            <p:cNvSpPr/>
            <p:nvPr/>
          </p:nvSpPr>
          <p:spPr>
            <a:xfrm>
              <a:off x="879525" y="350950"/>
              <a:ext cx="5929900" cy="4895750"/>
            </a:xfrm>
            <a:custGeom>
              <a:rect b="b" l="l" r="r" t="t"/>
              <a:pathLst>
                <a:path extrusionOk="0" h="195830" w="237196">
                  <a:moveTo>
                    <a:pt x="182493" y="0"/>
                  </a:moveTo>
                  <a:cubicBezTo>
                    <a:pt x="160794" y="0"/>
                    <a:pt x="136857" y="13684"/>
                    <a:pt x="125770" y="46667"/>
                  </a:cubicBezTo>
                  <a:cubicBezTo>
                    <a:pt x="112501" y="86475"/>
                    <a:pt x="99703" y="101135"/>
                    <a:pt x="82683" y="101135"/>
                  </a:cubicBezTo>
                  <a:cubicBezTo>
                    <a:pt x="77764" y="101135"/>
                    <a:pt x="72494" y="99911"/>
                    <a:pt x="66757" y="97716"/>
                  </a:cubicBezTo>
                  <a:cubicBezTo>
                    <a:pt x="59909" y="95081"/>
                    <a:pt x="53433" y="93896"/>
                    <a:pt x="47460" y="93896"/>
                  </a:cubicBezTo>
                  <a:cubicBezTo>
                    <a:pt x="17332" y="93896"/>
                    <a:pt x="1" y="124030"/>
                    <a:pt x="12313" y="150071"/>
                  </a:cubicBezTo>
                  <a:cubicBezTo>
                    <a:pt x="19223" y="164795"/>
                    <a:pt x="29540" y="168076"/>
                    <a:pt x="41648" y="168076"/>
                  </a:cubicBezTo>
                  <a:cubicBezTo>
                    <a:pt x="51382" y="168076"/>
                    <a:pt x="62272" y="165955"/>
                    <a:pt x="73479" y="165955"/>
                  </a:cubicBezTo>
                  <a:cubicBezTo>
                    <a:pt x="86528" y="165955"/>
                    <a:pt x="100005" y="168830"/>
                    <a:pt x="112584" y="181275"/>
                  </a:cubicBezTo>
                  <a:cubicBezTo>
                    <a:pt x="123109" y="191650"/>
                    <a:pt x="135906" y="195830"/>
                    <a:pt x="148277" y="195830"/>
                  </a:cubicBezTo>
                  <a:cubicBezTo>
                    <a:pt x="168129" y="195830"/>
                    <a:pt x="186885" y="185066"/>
                    <a:pt x="193400" y="171875"/>
                  </a:cubicBezTo>
                  <a:cubicBezTo>
                    <a:pt x="213115" y="132315"/>
                    <a:pt x="187003" y="136231"/>
                    <a:pt x="220818" y="61420"/>
                  </a:cubicBezTo>
                  <a:cubicBezTo>
                    <a:pt x="237196" y="25134"/>
                    <a:pt x="211900" y="0"/>
                    <a:pt x="182493" y="0"/>
                  </a:cubicBezTo>
                  <a:close/>
                </a:path>
              </a:pathLst>
            </a:custGeom>
            <a:solidFill>
              <a:srgbClr val="35C4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48"/>
            <p:cNvSpPr/>
            <p:nvPr/>
          </p:nvSpPr>
          <p:spPr>
            <a:xfrm>
              <a:off x="945800" y="238350"/>
              <a:ext cx="5695725" cy="5134125"/>
            </a:xfrm>
            <a:custGeom>
              <a:rect b="b" l="l" r="r" t="t"/>
              <a:pathLst>
                <a:path extrusionOk="0" h="205365" w="227829">
                  <a:moveTo>
                    <a:pt x="206027" y="18003"/>
                  </a:moveTo>
                  <a:lnTo>
                    <a:pt x="206027" y="18003"/>
                  </a:lnTo>
                  <a:cubicBezTo>
                    <a:pt x="208273" y="19839"/>
                    <a:pt x="210274" y="21959"/>
                    <a:pt x="212031" y="24275"/>
                  </a:cubicBezTo>
                  <a:lnTo>
                    <a:pt x="210464" y="22056"/>
                  </a:lnTo>
                  <a:lnTo>
                    <a:pt x="208506" y="20097"/>
                  </a:lnTo>
                  <a:cubicBezTo>
                    <a:pt x="207853" y="19445"/>
                    <a:pt x="207070" y="18922"/>
                    <a:pt x="206417" y="18270"/>
                  </a:cubicBezTo>
                  <a:cubicBezTo>
                    <a:pt x="206283" y="18181"/>
                    <a:pt x="206154" y="18092"/>
                    <a:pt x="206027" y="18003"/>
                  </a:cubicBezTo>
                  <a:close/>
                  <a:moveTo>
                    <a:pt x="180437" y="1544"/>
                  </a:moveTo>
                  <a:cubicBezTo>
                    <a:pt x="180872" y="1544"/>
                    <a:pt x="181307" y="1548"/>
                    <a:pt x="181741" y="1558"/>
                  </a:cubicBezTo>
                  <a:cubicBezTo>
                    <a:pt x="188008" y="1819"/>
                    <a:pt x="194144" y="3255"/>
                    <a:pt x="199889" y="5605"/>
                  </a:cubicBezTo>
                  <a:cubicBezTo>
                    <a:pt x="205633" y="8086"/>
                    <a:pt x="210856" y="11611"/>
                    <a:pt x="215164" y="16181"/>
                  </a:cubicBezTo>
                  <a:cubicBezTo>
                    <a:pt x="219473" y="20881"/>
                    <a:pt x="222606" y="26495"/>
                    <a:pt x="224304" y="32501"/>
                  </a:cubicBezTo>
                  <a:cubicBezTo>
                    <a:pt x="224695" y="33806"/>
                    <a:pt x="224956" y="34981"/>
                    <a:pt x="225087" y="36287"/>
                  </a:cubicBezTo>
                  <a:cubicBezTo>
                    <a:pt x="225146" y="36584"/>
                    <a:pt x="225199" y="36875"/>
                    <a:pt x="225247" y="37162"/>
                  </a:cubicBezTo>
                  <a:lnTo>
                    <a:pt x="225247" y="37162"/>
                  </a:lnTo>
                  <a:cubicBezTo>
                    <a:pt x="225195" y="36909"/>
                    <a:pt x="225141" y="36660"/>
                    <a:pt x="225087" y="36417"/>
                  </a:cubicBezTo>
                  <a:cubicBezTo>
                    <a:pt x="224956" y="35112"/>
                    <a:pt x="224695" y="33806"/>
                    <a:pt x="224304" y="32631"/>
                  </a:cubicBezTo>
                  <a:cubicBezTo>
                    <a:pt x="222606" y="26495"/>
                    <a:pt x="219342" y="20881"/>
                    <a:pt x="214903" y="16181"/>
                  </a:cubicBezTo>
                  <a:cubicBezTo>
                    <a:pt x="210595" y="11611"/>
                    <a:pt x="205242" y="8086"/>
                    <a:pt x="199366" y="5736"/>
                  </a:cubicBezTo>
                  <a:cubicBezTo>
                    <a:pt x="193028" y="3172"/>
                    <a:pt x="186263" y="1890"/>
                    <a:pt x="179494" y="1890"/>
                  </a:cubicBezTo>
                  <a:cubicBezTo>
                    <a:pt x="173853" y="1890"/>
                    <a:pt x="168210" y="2780"/>
                    <a:pt x="162810" y="4561"/>
                  </a:cubicBezTo>
                  <a:cubicBezTo>
                    <a:pt x="156934" y="6388"/>
                    <a:pt x="151320" y="9261"/>
                    <a:pt x="146228" y="12786"/>
                  </a:cubicBezTo>
                  <a:cubicBezTo>
                    <a:pt x="141398" y="16442"/>
                    <a:pt x="136959" y="20750"/>
                    <a:pt x="133172" y="25581"/>
                  </a:cubicBezTo>
                  <a:cubicBezTo>
                    <a:pt x="131644" y="27547"/>
                    <a:pt x="130115" y="29604"/>
                    <a:pt x="128739" y="31752"/>
                  </a:cubicBezTo>
                  <a:lnTo>
                    <a:pt x="128739" y="31752"/>
                  </a:lnTo>
                  <a:lnTo>
                    <a:pt x="129386" y="30673"/>
                  </a:lnTo>
                  <a:cubicBezTo>
                    <a:pt x="129778" y="30020"/>
                    <a:pt x="130300" y="29367"/>
                    <a:pt x="130692" y="28714"/>
                  </a:cubicBezTo>
                  <a:lnTo>
                    <a:pt x="133433" y="25059"/>
                  </a:lnTo>
                  <a:cubicBezTo>
                    <a:pt x="137350" y="20228"/>
                    <a:pt x="141789" y="15919"/>
                    <a:pt x="146751" y="12264"/>
                  </a:cubicBezTo>
                  <a:cubicBezTo>
                    <a:pt x="151842" y="8739"/>
                    <a:pt x="157457" y="5997"/>
                    <a:pt x="163462" y="4169"/>
                  </a:cubicBezTo>
                  <a:cubicBezTo>
                    <a:pt x="168922" y="2349"/>
                    <a:pt x="174720" y="1544"/>
                    <a:pt x="180437" y="1544"/>
                  </a:cubicBezTo>
                  <a:close/>
                  <a:moveTo>
                    <a:pt x="225608" y="40063"/>
                  </a:moveTo>
                  <a:cubicBezTo>
                    <a:pt x="225608" y="40067"/>
                    <a:pt x="225609" y="40070"/>
                    <a:pt x="225609" y="40073"/>
                  </a:cubicBezTo>
                  <a:lnTo>
                    <a:pt x="225740" y="43859"/>
                  </a:lnTo>
                  <a:lnTo>
                    <a:pt x="225735" y="43990"/>
                  </a:lnTo>
                  <a:lnTo>
                    <a:pt x="225609" y="40204"/>
                  </a:lnTo>
                  <a:cubicBezTo>
                    <a:pt x="225609" y="40157"/>
                    <a:pt x="225609" y="40110"/>
                    <a:pt x="225608" y="40063"/>
                  </a:cubicBezTo>
                  <a:close/>
                  <a:moveTo>
                    <a:pt x="127845" y="33228"/>
                  </a:moveTo>
                  <a:cubicBezTo>
                    <a:pt x="127202" y="34465"/>
                    <a:pt x="126349" y="35702"/>
                    <a:pt x="125730" y="36940"/>
                  </a:cubicBezTo>
                  <a:lnTo>
                    <a:pt x="123772" y="40987"/>
                  </a:lnTo>
                  <a:lnTo>
                    <a:pt x="122728" y="43076"/>
                  </a:lnTo>
                  <a:lnTo>
                    <a:pt x="121944" y="45165"/>
                  </a:lnTo>
                  <a:lnTo>
                    <a:pt x="120671" y="48298"/>
                  </a:lnTo>
                  <a:lnTo>
                    <a:pt x="121944" y="44904"/>
                  </a:lnTo>
                  <a:cubicBezTo>
                    <a:pt x="122205" y="44121"/>
                    <a:pt x="122466" y="43468"/>
                    <a:pt x="122858" y="42684"/>
                  </a:cubicBezTo>
                  <a:lnTo>
                    <a:pt x="123772" y="40726"/>
                  </a:lnTo>
                  <a:lnTo>
                    <a:pt x="125861" y="36548"/>
                  </a:lnTo>
                  <a:cubicBezTo>
                    <a:pt x="126414" y="35441"/>
                    <a:pt x="127155" y="34334"/>
                    <a:pt x="127845" y="33228"/>
                  </a:cubicBezTo>
                  <a:close/>
                  <a:moveTo>
                    <a:pt x="225723" y="44365"/>
                  </a:moveTo>
                  <a:lnTo>
                    <a:pt x="225609" y="47776"/>
                  </a:lnTo>
                  <a:cubicBezTo>
                    <a:pt x="225479" y="48951"/>
                    <a:pt x="225348" y="50257"/>
                    <a:pt x="225087" y="51432"/>
                  </a:cubicBezTo>
                  <a:cubicBezTo>
                    <a:pt x="224826" y="52738"/>
                    <a:pt x="224695" y="54043"/>
                    <a:pt x="224304" y="55218"/>
                  </a:cubicBezTo>
                  <a:cubicBezTo>
                    <a:pt x="224565" y="54043"/>
                    <a:pt x="224826" y="52868"/>
                    <a:pt x="224956" y="51562"/>
                  </a:cubicBezTo>
                  <a:lnTo>
                    <a:pt x="225348" y="49735"/>
                  </a:lnTo>
                  <a:cubicBezTo>
                    <a:pt x="225479" y="49082"/>
                    <a:pt x="225479" y="48429"/>
                    <a:pt x="225479" y="47907"/>
                  </a:cubicBezTo>
                  <a:lnTo>
                    <a:pt x="225723" y="44365"/>
                  </a:lnTo>
                  <a:close/>
                  <a:moveTo>
                    <a:pt x="118815" y="53361"/>
                  </a:moveTo>
                  <a:lnTo>
                    <a:pt x="118815" y="53361"/>
                  </a:lnTo>
                  <a:cubicBezTo>
                    <a:pt x="118357" y="54687"/>
                    <a:pt x="117899" y="55997"/>
                    <a:pt x="117375" y="57307"/>
                  </a:cubicBezTo>
                  <a:lnTo>
                    <a:pt x="118815" y="53361"/>
                  </a:lnTo>
                  <a:close/>
                  <a:moveTo>
                    <a:pt x="178999" y="7417"/>
                  </a:moveTo>
                  <a:cubicBezTo>
                    <a:pt x="181891" y="7417"/>
                    <a:pt x="184798" y="7683"/>
                    <a:pt x="187616" y="8216"/>
                  </a:cubicBezTo>
                  <a:cubicBezTo>
                    <a:pt x="194405" y="9261"/>
                    <a:pt x="200803" y="11872"/>
                    <a:pt x="206286" y="16050"/>
                  </a:cubicBezTo>
                  <a:cubicBezTo>
                    <a:pt x="211509" y="19967"/>
                    <a:pt x="215556" y="25320"/>
                    <a:pt x="217906" y="31456"/>
                  </a:cubicBezTo>
                  <a:cubicBezTo>
                    <a:pt x="218522" y="33158"/>
                    <a:pt x="218997" y="34900"/>
                    <a:pt x="219339" y="36666"/>
                  </a:cubicBezTo>
                  <a:lnTo>
                    <a:pt x="219339" y="36666"/>
                  </a:lnTo>
                  <a:cubicBezTo>
                    <a:pt x="218667" y="33287"/>
                    <a:pt x="217483" y="30031"/>
                    <a:pt x="215817" y="27017"/>
                  </a:cubicBezTo>
                  <a:cubicBezTo>
                    <a:pt x="212945" y="22056"/>
                    <a:pt x="208897" y="17747"/>
                    <a:pt x="204067" y="14744"/>
                  </a:cubicBezTo>
                  <a:cubicBezTo>
                    <a:pt x="196724" y="10010"/>
                    <a:pt x="188167" y="7564"/>
                    <a:pt x="179558" y="7564"/>
                  </a:cubicBezTo>
                  <a:cubicBezTo>
                    <a:pt x="176532" y="7564"/>
                    <a:pt x="173500" y="7866"/>
                    <a:pt x="170513" y="8477"/>
                  </a:cubicBezTo>
                  <a:cubicBezTo>
                    <a:pt x="164637" y="9522"/>
                    <a:pt x="159023" y="11741"/>
                    <a:pt x="153931" y="14744"/>
                  </a:cubicBezTo>
                  <a:cubicBezTo>
                    <a:pt x="148840" y="17747"/>
                    <a:pt x="144270" y="21664"/>
                    <a:pt x="140484" y="26234"/>
                  </a:cubicBezTo>
                  <a:lnTo>
                    <a:pt x="139048" y="27800"/>
                  </a:lnTo>
                  <a:cubicBezTo>
                    <a:pt x="138525" y="28323"/>
                    <a:pt x="138003" y="28975"/>
                    <a:pt x="137611" y="29628"/>
                  </a:cubicBezTo>
                  <a:lnTo>
                    <a:pt x="135000" y="33284"/>
                  </a:lnTo>
                  <a:cubicBezTo>
                    <a:pt x="134086" y="34459"/>
                    <a:pt x="133433" y="35765"/>
                    <a:pt x="132650" y="37070"/>
                  </a:cubicBezTo>
                  <a:lnTo>
                    <a:pt x="131475" y="39029"/>
                  </a:lnTo>
                  <a:cubicBezTo>
                    <a:pt x="131083" y="39681"/>
                    <a:pt x="130822" y="40334"/>
                    <a:pt x="130431" y="41118"/>
                  </a:cubicBezTo>
                  <a:lnTo>
                    <a:pt x="128603" y="45165"/>
                  </a:lnTo>
                  <a:cubicBezTo>
                    <a:pt x="127950" y="46471"/>
                    <a:pt x="127428" y="47907"/>
                    <a:pt x="126905" y="49343"/>
                  </a:cubicBezTo>
                  <a:cubicBezTo>
                    <a:pt x="125861" y="52085"/>
                    <a:pt x="124816" y="55088"/>
                    <a:pt x="123772" y="58091"/>
                  </a:cubicBezTo>
                  <a:cubicBezTo>
                    <a:pt x="121552" y="63966"/>
                    <a:pt x="119333" y="69841"/>
                    <a:pt x="116722" y="75455"/>
                  </a:cubicBezTo>
                  <a:cubicBezTo>
                    <a:pt x="114111" y="81200"/>
                    <a:pt x="110977" y="86814"/>
                    <a:pt x="107321" y="92036"/>
                  </a:cubicBezTo>
                  <a:cubicBezTo>
                    <a:pt x="113327" y="82897"/>
                    <a:pt x="118288" y="73105"/>
                    <a:pt x="121814" y="62791"/>
                  </a:cubicBezTo>
                  <a:cubicBezTo>
                    <a:pt x="123903" y="57699"/>
                    <a:pt x="125469" y="52215"/>
                    <a:pt x="127428" y="47385"/>
                  </a:cubicBezTo>
                  <a:lnTo>
                    <a:pt x="128211" y="45426"/>
                  </a:lnTo>
                  <a:cubicBezTo>
                    <a:pt x="128472" y="44773"/>
                    <a:pt x="128733" y="44251"/>
                    <a:pt x="128994" y="43598"/>
                  </a:cubicBezTo>
                  <a:lnTo>
                    <a:pt x="130692" y="39943"/>
                  </a:lnTo>
                  <a:cubicBezTo>
                    <a:pt x="131345" y="38768"/>
                    <a:pt x="131997" y="37592"/>
                    <a:pt x="132650" y="36417"/>
                  </a:cubicBezTo>
                  <a:cubicBezTo>
                    <a:pt x="133303" y="35242"/>
                    <a:pt x="133956" y="34067"/>
                    <a:pt x="134739" y="33023"/>
                  </a:cubicBezTo>
                  <a:cubicBezTo>
                    <a:pt x="136175" y="30803"/>
                    <a:pt x="137873" y="28584"/>
                    <a:pt x="139570" y="26625"/>
                  </a:cubicBezTo>
                  <a:cubicBezTo>
                    <a:pt x="140484" y="25711"/>
                    <a:pt x="141267" y="24536"/>
                    <a:pt x="142312" y="23622"/>
                  </a:cubicBezTo>
                  <a:lnTo>
                    <a:pt x="145053" y="21011"/>
                  </a:lnTo>
                  <a:cubicBezTo>
                    <a:pt x="148970" y="17486"/>
                    <a:pt x="153409" y="14483"/>
                    <a:pt x="158109" y="12264"/>
                  </a:cubicBezTo>
                  <a:cubicBezTo>
                    <a:pt x="162810" y="10044"/>
                    <a:pt x="167771" y="8608"/>
                    <a:pt x="172863" y="7825"/>
                  </a:cubicBezTo>
                  <a:cubicBezTo>
                    <a:pt x="174876" y="7553"/>
                    <a:pt x="176934" y="7417"/>
                    <a:pt x="178999" y="7417"/>
                  </a:cubicBezTo>
                  <a:close/>
                  <a:moveTo>
                    <a:pt x="23240" y="110054"/>
                  </a:moveTo>
                  <a:lnTo>
                    <a:pt x="23240" y="110054"/>
                  </a:lnTo>
                  <a:cubicBezTo>
                    <a:pt x="23203" y="110129"/>
                    <a:pt x="23176" y="110194"/>
                    <a:pt x="23170" y="110238"/>
                  </a:cubicBezTo>
                  <a:lnTo>
                    <a:pt x="23170" y="110238"/>
                  </a:lnTo>
                  <a:cubicBezTo>
                    <a:pt x="23161" y="110214"/>
                    <a:pt x="23191" y="110152"/>
                    <a:pt x="23240" y="110054"/>
                  </a:cubicBezTo>
                  <a:close/>
                  <a:moveTo>
                    <a:pt x="179863" y="1"/>
                  </a:moveTo>
                  <a:cubicBezTo>
                    <a:pt x="174698" y="1"/>
                    <a:pt x="169541" y="694"/>
                    <a:pt x="164507" y="2080"/>
                  </a:cubicBezTo>
                  <a:cubicBezTo>
                    <a:pt x="155629" y="4561"/>
                    <a:pt x="147403" y="9000"/>
                    <a:pt x="140484" y="15136"/>
                  </a:cubicBezTo>
                  <a:cubicBezTo>
                    <a:pt x="133825" y="21272"/>
                    <a:pt x="128342" y="28453"/>
                    <a:pt x="124164" y="36548"/>
                  </a:cubicBezTo>
                  <a:cubicBezTo>
                    <a:pt x="123250" y="38506"/>
                    <a:pt x="122205" y="40595"/>
                    <a:pt x="121291" y="42554"/>
                  </a:cubicBezTo>
                  <a:lnTo>
                    <a:pt x="118941" y="48821"/>
                  </a:lnTo>
                  <a:cubicBezTo>
                    <a:pt x="117375" y="52738"/>
                    <a:pt x="116200" y="56524"/>
                    <a:pt x="114633" y="60441"/>
                  </a:cubicBezTo>
                  <a:cubicBezTo>
                    <a:pt x="111891" y="67752"/>
                    <a:pt x="108496" y="74933"/>
                    <a:pt x="104580" y="81853"/>
                  </a:cubicBezTo>
                  <a:cubicBezTo>
                    <a:pt x="101838" y="86553"/>
                    <a:pt x="98574" y="90861"/>
                    <a:pt x="94657" y="94517"/>
                  </a:cubicBezTo>
                  <a:cubicBezTo>
                    <a:pt x="91132" y="97781"/>
                    <a:pt x="86562" y="99739"/>
                    <a:pt x="81862" y="100131"/>
                  </a:cubicBezTo>
                  <a:cubicBezTo>
                    <a:pt x="81332" y="100158"/>
                    <a:pt x="80803" y="100171"/>
                    <a:pt x="80275" y="100171"/>
                  </a:cubicBezTo>
                  <a:cubicBezTo>
                    <a:pt x="75610" y="100171"/>
                    <a:pt x="71071" y="99149"/>
                    <a:pt x="66848" y="97389"/>
                  </a:cubicBezTo>
                  <a:lnTo>
                    <a:pt x="62409" y="95823"/>
                  </a:lnTo>
                  <a:cubicBezTo>
                    <a:pt x="60842" y="95431"/>
                    <a:pt x="59275" y="95039"/>
                    <a:pt x="57708" y="94517"/>
                  </a:cubicBezTo>
                  <a:cubicBezTo>
                    <a:pt x="54444" y="93734"/>
                    <a:pt x="51311" y="93342"/>
                    <a:pt x="48047" y="93081"/>
                  </a:cubicBezTo>
                  <a:cubicBezTo>
                    <a:pt x="46915" y="93037"/>
                    <a:pt x="45798" y="93008"/>
                    <a:pt x="44691" y="93008"/>
                  </a:cubicBezTo>
                  <a:cubicBezTo>
                    <a:pt x="42476" y="93008"/>
                    <a:pt x="40300" y="93124"/>
                    <a:pt x="38124" y="93472"/>
                  </a:cubicBezTo>
                  <a:cubicBezTo>
                    <a:pt x="34730" y="93995"/>
                    <a:pt x="31466" y="94778"/>
                    <a:pt x="28332" y="95953"/>
                  </a:cubicBezTo>
                  <a:cubicBezTo>
                    <a:pt x="25068" y="97259"/>
                    <a:pt x="22065" y="98825"/>
                    <a:pt x="19324" y="100653"/>
                  </a:cubicBezTo>
                  <a:cubicBezTo>
                    <a:pt x="16582" y="102612"/>
                    <a:pt x="13971" y="104831"/>
                    <a:pt x="11751" y="107442"/>
                  </a:cubicBezTo>
                  <a:cubicBezTo>
                    <a:pt x="7182" y="112404"/>
                    <a:pt x="3918" y="118410"/>
                    <a:pt x="2220" y="124938"/>
                  </a:cubicBezTo>
                  <a:cubicBezTo>
                    <a:pt x="392" y="131466"/>
                    <a:pt x="1" y="138255"/>
                    <a:pt x="1176" y="144783"/>
                  </a:cubicBezTo>
                  <a:cubicBezTo>
                    <a:pt x="1959" y="149353"/>
                    <a:pt x="3395" y="153792"/>
                    <a:pt x="5484" y="157839"/>
                  </a:cubicBezTo>
                  <a:cubicBezTo>
                    <a:pt x="7573" y="162147"/>
                    <a:pt x="10446" y="166064"/>
                    <a:pt x="13971" y="169328"/>
                  </a:cubicBezTo>
                  <a:cubicBezTo>
                    <a:pt x="17626" y="172723"/>
                    <a:pt x="22065" y="175073"/>
                    <a:pt x="27027" y="176248"/>
                  </a:cubicBezTo>
                  <a:cubicBezTo>
                    <a:pt x="31017" y="177187"/>
                    <a:pt x="35219" y="177704"/>
                    <a:pt x="39347" y="177704"/>
                  </a:cubicBezTo>
                  <a:cubicBezTo>
                    <a:pt x="39811" y="177704"/>
                    <a:pt x="40274" y="177697"/>
                    <a:pt x="40736" y="177684"/>
                  </a:cubicBezTo>
                  <a:cubicBezTo>
                    <a:pt x="49614" y="177423"/>
                    <a:pt x="57839" y="176117"/>
                    <a:pt x="65673" y="175726"/>
                  </a:cubicBezTo>
                  <a:cubicBezTo>
                    <a:pt x="67169" y="175626"/>
                    <a:pt x="68665" y="175583"/>
                    <a:pt x="70161" y="175583"/>
                  </a:cubicBezTo>
                  <a:cubicBezTo>
                    <a:pt x="72582" y="175583"/>
                    <a:pt x="75002" y="175695"/>
                    <a:pt x="77423" y="175856"/>
                  </a:cubicBezTo>
                  <a:cubicBezTo>
                    <a:pt x="81079" y="176248"/>
                    <a:pt x="84734" y="177031"/>
                    <a:pt x="88260" y="178206"/>
                  </a:cubicBezTo>
                  <a:cubicBezTo>
                    <a:pt x="95179" y="180426"/>
                    <a:pt x="101316" y="184343"/>
                    <a:pt x="106538" y="189565"/>
                  </a:cubicBezTo>
                  <a:cubicBezTo>
                    <a:pt x="112544" y="195571"/>
                    <a:pt x="119986" y="200141"/>
                    <a:pt x="128211" y="202752"/>
                  </a:cubicBezTo>
                  <a:cubicBezTo>
                    <a:pt x="133720" y="204526"/>
                    <a:pt x="139495" y="205365"/>
                    <a:pt x="145299" y="205365"/>
                  </a:cubicBezTo>
                  <a:cubicBezTo>
                    <a:pt x="147611" y="205365"/>
                    <a:pt x="149928" y="205232"/>
                    <a:pt x="152234" y="204971"/>
                  </a:cubicBezTo>
                  <a:cubicBezTo>
                    <a:pt x="159676" y="204188"/>
                    <a:pt x="166857" y="201968"/>
                    <a:pt x="173516" y="198443"/>
                  </a:cubicBezTo>
                  <a:cubicBezTo>
                    <a:pt x="178346" y="195963"/>
                    <a:pt x="182785" y="192829"/>
                    <a:pt x="186572" y="189043"/>
                  </a:cubicBezTo>
                  <a:cubicBezTo>
                    <a:pt x="189052" y="186562"/>
                    <a:pt x="191011" y="183821"/>
                    <a:pt x="192577" y="180818"/>
                  </a:cubicBezTo>
                  <a:cubicBezTo>
                    <a:pt x="192969" y="179904"/>
                    <a:pt x="193361" y="179120"/>
                    <a:pt x="193752" y="178206"/>
                  </a:cubicBezTo>
                  <a:cubicBezTo>
                    <a:pt x="193883" y="177815"/>
                    <a:pt x="193883" y="177293"/>
                    <a:pt x="194014" y="176901"/>
                  </a:cubicBezTo>
                  <a:cubicBezTo>
                    <a:pt x="193963" y="176700"/>
                    <a:pt x="193874" y="176595"/>
                    <a:pt x="193746" y="176595"/>
                  </a:cubicBezTo>
                  <a:cubicBezTo>
                    <a:pt x="193542" y="176595"/>
                    <a:pt x="193240" y="176861"/>
                    <a:pt x="192838" y="177423"/>
                  </a:cubicBezTo>
                  <a:cubicBezTo>
                    <a:pt x="189705" y="181732"/>
                    <a:pt x="186049" y="185387"/>
                    <a:pt x="181871" y="188521"/>
                  </a:cubicBezTo>
                  <a:cubicBezTo>
                    <a:pt x="173777" y="194265"/>
                    <a:pt x="164376" y="197921"/>
                    <a:pt x="154584" y="199227"/>
                  </a:cubicBezTo>
                  <a:lnTo>
                    <a:pt x="154454" y="198443"/>
                  </a:lnTo>
                  <a:cubicBezTo>
                    <a:pt x="159284" y="197660"/>
                    <a:pt x="163854" y="196354"/>
                    <a:pt x="168293" y="194396"/>
                  </a:cubicBezTo>
                  <a:cubicBezTo>
                    <a:pt x="170904" y="193221"/>
                    <a:pt x="173646" y="191785"/>
                    <a:pt x="175996" y="190087"/>
                  </a:cubicBezTo>
                  <a:cubicBezTo>
                    <a:pt x="177302" y="189174"/>
                    <a:pt x="178607" y="188260"/>
                    <a:pt x="179652" y="187085"/>
                  </a:cubicBezTo>
                  <a:cubicBezTo>
                    <a:pt x="180305" y="186432"/>
                    <a:pt x="180696" y="186040"/>
                    <a:pt x="180696" y="185779"/>
                  </a:cubicBezTo>
                  <a:cubicBezTo>
                    <a:pt x="180725" y="185581"/>
                    <a:pt x="180569" y="185518"/>
                    <a:pt x="180326" y="185518"/>
                  </a:cubicBezTo>
                  <a:cubicBezTo>
                    <a:pt x="179899" y="185518"/>
                    <a:pt x="179203" y="185713"/>
                    <a:pt x="178766" y="185713"/>
                  </a:cubicBezTo>
                  <a:cubicBezTo>
                    <a:pt x="178306" y="185713"/>
                    <a:pt x="178134" y="185496"/>
                    <a:pt x="178868" y="184604"/>
                  </a:cubicBezTo>
                  <a:lnTo>
                    <a:pt x="178868" y="184604"/>
                  </a:lnTo>
                  <a:cubicBezTo>
                    <a:pt x="170252" y="191524"/>
                    <a:pt x="159546" y="195571"/>
                    <a:pt x="148578" y="195963"/>
                  </a:cubicBezTo>
                  <a:cubicBezTo>
                    <a:pt x="147699" y="196016"/>
                    <a:pt x="146820" y="196042"/>
                    <a:pt x="145943" y="196042"/>
                  </a:cubicBezTo>
                  <a:cubicBezTo>
                    <a:pt x="136018" y="196042"/>
                    <a:pt x="126337" y="192670"/>
                    <a:pt x="118419" y="186432"/>
                  </a:cubicBezTo>
                  <a:cubicBezTo>
                    <a:pt x="117375" y="185648"/>
                    <a:pt x="116069" y="184604"/>
                    <a:pt x="114763" y="183298"/>
                  </a:cubicBezTo>
                  <a:lnTo>
                    <a:pt x="109802" y="178859"/>
                  </a:lnTo>
                  <a:cubicBezTo>
                    <a:pt x="106538" y="175987"/>
                    <a:pt x="102882" y="173637"/>
                    <a:pt x="99096" y="171678"/>
                  </a:cubicBezTo>
                  <a:cubicBezTo>
                    <a:pt x="94788" y="169459"/>
                    <a:pt x="90218" y="167892"/>
                    <a:pt x="85648" y="166978"/>
                  </a:cubicBezTo>
                  <a:cubicBezTo>
                    <a:pt x="81079" y="165934"/>
                    <a:pt x="76379" y="165542"/>
                    <a:pt x="71809" y="165542"/>
                  </a:cubicBezTo>
                  <a:cubicBezTo>
                    <a:pt x="71379" y="165536"/>
                    <a:pt x="70950" y="165533"/>
                    <a:pt x="70521" y="165533"/>
                  </a:cubicBezTo>
                  <a:cubicBezTo>
                    <a:pt x="61847" y="165533"/>
                    <a:pt x="53535" y="166748"/>
                    <a:pt x="45697" y="167370"/>
                  </a:cubicBezTo>
                  <a:cubicBezTo>
                    <a:pt x="43592" y="167504"/>
                    <a:pt x="41504" y="167594"/>
                    <a:pt x="39466" y="167594"/>
                  </a:cubicBezTo>
                  <a:cubicBezTo>
                    <a:pt x="33541" y="167594"/>
                    <a:pt x="28037" y="166826"/>
                    <a:pt x="23763" y="164106"/>
                  </a:cubicBezTo>
                  <a:cubicBezTo>
                    <a:pt x="20760" y="162147"/>
                    <a:pt x="18279" y="159536"/>
                    <a:pt x="16451" y="156533"/>
                  </a:cubicBezTo>
                  <a:cubicBezTo>
                    <a:pt x="14493" y="153400"/>
                    <a:pt x="12926" y="150005"/>
                    <a:pt x="12012" y="146350"/>
                  </a:cubicBezTo>
                  <a:cubicBezTo>
                    <a:pt x="9923" y="139169"/>
                    <a:pt x="10315" y="131466"/>
                    <a:pt x="12926" y="124546"/>
                  </a:cubicBezTo>
                  <a:cubicBezTo>
                    <a:pt x="15668" y="117626"/>
                    <a:pt x="20629" y="111751"/>
                    <a:pt x="27027" y="107965"/>
                  </a:cubicBezTo>
                  <a:cubicBezTo>
                    <a:pt x="32353" y="104812"/>
                    <a:pt x="38403" y="103199"/>
                    <a:pt x="44575" y="103199"/>
                  </a:cubicBezTo>
                  <a:cubicBezTo>
                    <a:pt x="45816" y="103199"/>
                    <a:pt x="47062" y="103264"/>
                    <a:pt x="48308" y="103395"/>
                  </a:cubicBezTo>
                  <a:cubicBezTo>
                    <a:pt x="52094" y="103656"/>
                    <a:pt x="55881" y="104440"/>
                    <a:pt x="59536" y="105615"/>
                  </a:cubicBezTo>
                  <a:lnTo>
                    <a:pt x="65412" y="107704"/>
                  </a:lnTo>
                  <a:cubicBezTo>
                    <a:pt x="67500" y="108487"/>
                    <a:pt x="69720" y="109140"/>
                    <a:pt x="71940" y="109531"/>
                  </a:cubicBezTo>
                  <a:cubicBezTo>
                    <a:pt x="74524" y="110106"/>
                    <a:pt x="77187" y="110404"/>
                    <a:pt x="79843" y="110404"/>
                  </a:cubicBezTo>
                  <a:cubicBezTo>
                    <a:pt x="82017" y="110404"/>
                    <a:pt x="84185" y="110204"/>
                    <a:pt x="86301" y="109793"/>
                  </a:cubicBezTo>
                  <a:cubicBezTo>
                    <a:pt x="88782" y="109270"/>
                    <a:pt x="91132" y="108487"/>
                    <a:pt x="93351" y="107442"/>
                  </a:cubicBezTo>
                  <a:cubicBezTo>
                    <a:pt x="95571" y="106398"/>
                    <a:pt x="97660" y="105092"/>
                    <a:pt x="99488" y="103526"/>
                  </a:cubicBezTo>
                  <a:cubicBezTo>
                    <a:pt x="103143" y="100523"/>
                    <a:pt x="106277" y="97128"/>
                    <a:pt x="108888" y="93342"/>
                  </a:cubicBezTo>
                  <a:cubicBezTo>
                    <a:pt x="111499" y="89817"/>
                    <a:pt x="113719" y="86031"/>
                    <a:pt x="115677" y="82114"/>
                  </a:cubicBezTo>
                  <a:cubicBezTo>
                    <a:pt x="119594" y="74411"/>
                    <a:pt x="122858" y="66446"/>
                    <a:pt x="125730" y="58352"/>
                  </a:cubicBezTo>
                  <a:lnTo>
                    <a:pt x="127819" y="52346"/>
                  </a:lnTo>
                  <a:lnTo>
                    <a:pt x="129908" y="46862"/>
                  </a:lnTo>
                  <a:cubicBezTo>
                    <a:pt x="131475" y="43207"/>
                    <a:pt x="133172" y="39681"/>
                    <a:pt x="135261" y="36287"/>
                  </a:cubicBezTo>
                  <a:cubicBezTo>
                    <a:pt x="139178" y="29628"/>
                    <a:pt x="144531" y="23753"/>
                    <a:pt x="150667" y="19183"/>
                  </a:cubicBezTo>
                  <a:cubicBezTo>
                    <a:pt x="156804" y="14483"/>
                    <a:pt x="163985" y="11480"/>
                    <a:pt x="171557" y="10175"/>
                  </a:cubicBezTo>
                  <a:lnTo>
                    <a:pt x="172993" y="9914"/>
                  </a:lnTo>
                  <a:lnTo>
                    <a:pt x="174429" y="9652"/>
                  </a:lnTo>
                  <a:lnTo>
                    <a:pt x="177171" y="9391"/>
                  </a:lnTo>
                  <a:lnTo>
                    <a:pt x="181480" y="9391"/>
                  </a:lnTo>
                  <a:cubicBezTo>
                    <a:pt x="182002" y="9391"/>
                    <a:pt x="182524" y="9522"/>
                    <a:pt x="182916" y="9522"/>
                  </a:cubicBezTo>
                  <a:lnTo>
                    <a:pt x="185788" y="9783"/>
                  </a:lnTo>
                  <a:lnTo>
                    <a:pt x="188661" y="10305"/>
                  </a:lnTo>
                  <a:lnTo>
                    <a:pt x="190097" y="10436"/>
                  </a:lnTo>
                  <a:lnTo>
                    <a:pt x="191402" y="10828"/>
                  </a:lnTo>
                  <a:lnTo>
                    <a:pt x="194144" y="11611"/>
                  </a:lnTo>
                  <a:cubicBezTo>
                    <a:pt x="197669" y="12917"/>
                    <a:pt x="201064" y="14614"/>
                    <a:pt x="204197" y="16703"/>
                  </a:cubicBezTo>
                  <a:cubicBezTo>
                    <a:pt x="204847" y="17136"/>
                    <a:pt x="205407" y="17570"/>
                    <a:pt x="206027" y="18003"/>
                  </a:cubicBezTo>
                  <a:lnTo>
                    <a:pt x="206027" y="18003"/>
                  </a:lnTo>
                  <a:cubicBezTo>
                    <a:pt x="204602" y="16838"/>
                    <a:pt x="203078" y="15787"/>
                    <a:pt x="201455" y="14875"/>
                  </a:cubicBezTo>
                  <a:cubicBezTo>
                    <a:pt x="197278" y="12525"/>
                    <a:pt x="192708" y="10828"/>
                    <a:pt x="187877" y="9914"/>
                  </a:cubicBezTo>
                  <a:cubicBezTo>
                    <a:pt x="185134" y="9469"/>
                    <a:pt x="182392" y="9235"/>
                    <a:pt x="179649" y="9235"/>
                  </a:cubicBezTo>
                  <a:cubicBezTo>
                    <a:pt x="177561" y="9235"/>
                    <a:pt x="175473" y="9370"/>
                    <a:pt x="173385" y="9652"/>
                  </a:cubicBezTo>
                  <a:cubicBezTo>
                    <a:pt x="168554" y="10305"/>
                    <a:pt x="163854" y="11741"/>
                    <a:pt x="159415" y="13700"/>
                  </a:cubicBezTo>
                  <a:cubicBezTo>
                    <a:pt x="154976" y="15789"/>
                    <a:pt x="150929" y="18400"/>
                    <a:pt x="147142" y="21664"/>
                  </a:cubicBezTo>
                  <a:lnTo>
                    <a:pt x="144531" y="24145"/>
                  </a:lnTo>
                  <a:lnTo>
                    <a:pt x="143226" y="25450"/>
                  </a:lnTo>
                  <a:lnTo>
                    <a:pt x="141920" y="26756"/>
                  </a:lnTo>
                  <a:lnTo>
                    <a:pt x="139570" y="29628"/>
                  </a:lnTo>
                  <a:lnTo>
                    <a:pt x="137350" y="32631"/>
                  </a:lnTo>
                  <a:cubicBezTo>
                    <a:pt x="135914" y="34720"/>
                    <a:pt x="134609" y="36940"/>
                    <a:pt x="133303" y="39159"/>
                  </a:cubicBezTo>
                  <a:cubicBezTo>
                    <a:pt x="132781" y="40204"/>
                    <a:pt x="132258" y="41248"/>
                    <a:pt x="131736" y="42423"/>
                  </a:cubicBezTo>
                  <a:lnTo>
                    <a:pt x="130039" y="45818"/>
                  </a:lnTo>
                  <a:cubicBezTo>
                    <a:pt x="129125" y="48037"/>
                    <a:pt x="128211" y="50257"/>
                    <a:pt x="127428" y="52738"/>
                  </a:cubicBezTo>
                  <a:cubicBezTo>
                    <a:pt x="126514" y="55349"/>
                    <a:pt x="125600" y="57829"/>
                    <a:pt x="124686" y="60441"/>
                  </a:cubicBezTo>
                  <a:cubicBezTo>
                    <a:pt x="121161" y="70624"/>
                    <a:pt x="116461" y="80547"/>
                    <a:pt x="110847" y="89947"/>
                  </a:cubicBezTo>
                  <a:cubicBezTo>
                    <a:pt x="107844" y="94778"/>
                    <a:pt x="104057" y="99217"/>
                    <a:pt x="99618" y="103003"/>
                  </a:cubicBezTo>
                  <a:cubicBezTo>
                    <a:pt x="97268" y="104831"/>
                    <a:pt x="94657" y="106529"/>
                    <a:pt x="91785" y="107704"/>
                  </a:cubicBezTo>
                  <a:cubicBezTo>
                    <a:pt x="88912" y="108879"/>
                    <a:pt x="85909" y="109662"/>
                    <a:pt x="82776" y="109923"/>
                  </a:cubicBezTo>
                  <a:cubicBezTo>
                    <a:pt x="81868" y="109982"/>
                    <a:pt x="80964" y="110012"/>
                    <a:pt x="80062" y="110012"/>
                  </a:cubicBezTo>
                  <a:cubicBezTo>
                    <a:pt x="75000" y="110012"/>
                    <a:pt x="70047" y="109085"/>
                    <a:pt x="65281" y="107312"/>
                  </a:cubicBezTo>
                  <a:cubicBezTo>
                    <a:pt x="62409" y="106398"/>
                    <a:pt x="60189" y="105484"/>
                    <a:pt x="57839" y="104831"/>
                  </a:cubicBezTo>
                  <a:cubicBezTo>
                    <a:pt x="56664" y="104440"/>
                    <a:pt x="55489" y="104178"/>
                    <a:pt x="54183" y="103917"/>
                  </a:cubicBezTo>
                  <a:cubicBezTo>
                    <a:pt x="53008" y="103656"/>
                    <a:pt x="51833" y="103395"/>
                    <a:pt x="50658" y="103265"/>
                  </a:cubicBezTo>
                  <a:cubicBezTo>
                    <a:pt x="48758" y="102956"/>
                    <a:pt x="46848" y="102805"/>
                    <a:pt x="44945" y="102805"/>
                  </a:cubicBezTo>
                  <a:cubicBezTo>
                    <a:pt x="37175" y="102805"/>
                    <a:pt x="29534" y="105334"/>
                    <a:pt x="23241" y="110054"/>
                  </a:cubicBezTo>
                  <a:cubicBezTo>
                    <a:pt x="23484" y="109810"/>
                    <a:pt x="24083" y="109262"/>
                    <a:pt x="23932" y="109262"/>
                  </a:cubicBezTo>
                  <a:cubicBezTo>
                    <a:pt x="23840" y="109262"/>
                    <a:pt x="23474" y="109463"/>
                    <a:pt x="22588" y="110054"/>
                  </a:cubicBezTo>
                  <a:cubicBezTo>
                    <a:pt x="28973" y="104946"/>
                    <a:pt x="36919" y="102180"/>
                    <a:pt x="45083" y="102180"/>
                  </a:cubicBezTo>
                  <a:cubicBezTo>
                    <a:pt x="46936" y="102180"/>
                    <a:pt x="48799" y="102322"/>
                    <a:pt x="50658" y="102612"/>
                  </a:cubicBezTo>
                  <a:cubicBezTo>
                    <a:pt x="51833" y="102742"/>
                    <a:pt x="53139" y="103003"/>
                    <a:pt x="54314" y="103265"/>
                  </a:cubicBezTo>
                  <a:cubicBezTo>
                    <a:pt x="55619" y="103526"/>
                    <a:pt x="56795" y="103787"/>
                    <a:pt x="58100" y="104178"/>
                  </a:cubicBezTo>
                  <a:cubicBezTo>
                    <a:pt x="60581" y="104831"/>
                    <a:pt x="62800" y="105745"/>
                    <a:pt x="65673" y="106790"/>
                  </a:cubicBezTo>
                  <a:cubicBezTo>
                    <a:pt x="70432" y="108450"/>
                    <a:pt x="75378" y="109359"/>
                    <a:pt x="80433" y="109359"/>
                  </a:cubicBezTo>
                  <a:cubicBezTo>
                    <a:pt x="81341" y="109359"/>
                    <a:pt x="82253" y="109330"/>
                    <a:pt x="83168" y="109270"/>
                  </a:cubicBezTo>
                  <a:cubicBezTo>
                    <a:pt x="86301" y="108879"/>
                    <a:pt x="89304" y="108095"/>
                    <a:pt x="92176" y="106790"/>
                  </a:cubicBezTo>
                  <a:cubicBezTo>
                    <a:pt x="94918" y="105615"/>
                    <a:pt x="97529" y="103917"/>
                    <a:pt x="99749" y="101959"/>
                  </a:cubicBezTo>
                  <a:cubicBezTo>
                    <a:pt x="102099" y="100001"/>
                    <a:pt x="104057" y="97912"/>
                    <a:pt x="105885" y="95692"/>
                  </a:cubicBezTo>
                  <a:cubicBezTo>
                    <a:pt x="107713" y="93472"/>
                    <a:pt x="109280" y="91122"/>
                    <a:pt x="110847" y="88642"/>
                  </a:cubicBezTo>
                  <a:cubicBezTo>
                    <a:pt x="116461" y="79241"/>
                    <a:pt x="121030" y="69188"/>
                    <a:pt x="124686" y="58743"/>
                  </a:cubicBezTo>
                  <a:cubicBezTo>
                    <a:pt x="125600" y="56263"/>
                    <a:pt x="126383" y="53521"/>
                    <a:pt x="127428" y="51171"/>
                  </a:cubicBezTo>
                  <a:lnTo>
                    <a:pt x="128733" y="47646"/>
                  </a:lnTo>
                  <a:lnTo>
                    <a:pt x="129517" y="45818"/>
                  </a:lnTo>
                  <a:lnTo>
                    <a:pt x="130300" y="44121"/>
                  </a:lnTo>
                  <a:cubicBezTo>
                    <a:pt x="131345" y="41770"/>
                    <a:pt x="132520" y="39420"/>
                    <a:pt x="133825" y="37331"/>
                  </a:cubicBezTo>
                  <a:cubicBezTo>
                    <a:pt x="134478" y="36156"/>
                    <a:pt x="135131" y="35112"/>
                    <a:pt x="135784" y="34067"/>
                  </a:cubicBezTo>
                  <a:lnTo>
                    <a:pt x="138003" y="30934"/>
                  </a:lnTo>
                  <a:lnTo>
                    <a:pt x="139178" y="29367"/>
                  </a:lnTo>
                  <a:lnTo>
                    <a:pt x="140353" y="27931"/>
                  </a:lnTo>
                  <a:lnTo>
                    <a:pt x="142703" y="25320"/>
                  </a:lnTo>
                  <a:lnTo>
                    <a:pt x="145445" y="22709"/>
                  </a:lnTo>
                  <a:cubicBezTo>
                    <a:pt x="145967" y="22186"/>
                    <a:pt x="146359" y="21795"/>
                    <a:pt x="146881" y="21403"/>
                  </a:cubicBezTo>
                  <a:lnTo>
                    <a:pt x="148317" y="20228"/>
                  </a:lnTo>
                  <a:cubicBezTo>
                    <a:pt x="152234" y="17094"/>
                    <a:pt x="156543" y="14483"/>
                    <a:pt x="161112" y="12655"/>
                  </a:cubicBezTo>
                  <a:cubicBezTo>
                    <a:pt x="163462" y="11741"/>
                    <a:pt x="165812" y="10828"/>
                    <a:pt x="168293" y="10305"/>
                  </a:cubicBezTo>
                  <a:lnTo>
                    <a:pt x="171949" y="9522"/>
                  </a:lnTo>
                  <a:cubicBezTo>
                    <a:pt x="173124" y="9261"/>
                    <a:pt x="174429" y="9261"/>
                    <a:pt x="175604" y="9130"/>
                  </a:cubicBezTo>
                  <a:cubicBezTo>
                    <a:pt x="177050" y="9019"/>
                    <a:pt x="178485" y="8960"/>
                    <a:pt x="179909" y="8960"/>
                  </a:cubicBezTo>
                  <a:cubicBezTo>
                    <a:pt x="183503" y="8960"/>
                    <a:pt x="187029" y="9333"/>
                    <a:pt x="190488" y="10175"/>
                  </a:cubicBezTo>
                  <a:cubicBezTo>
                    <a:pt x="200280" y="12264"/>
                    <a:pt x="208897" y="18139"/>
                    <a:pt x="214381" y="26625"/>
                  </a:cubicBezTo>
                  <a:lnTo>
                    <a:pt x="213598" y="27017"/>
                  </a:lnTo>
                  <a:cubicBezTo>
                    <a:pt x="217123" y="33023"/>
                    <a:pt x="218689" y="39812"/>
                    <a:pt x="218037" y="46601"/>
                  </a:cubicBezTo>
                  <a:cubicBezTo>
                    <a:pt x="217906" y="48429"/>
                    <a:pt x="217645" y="50126"/>
                    <a:pt x="217253" y="51824"/>
                  </a:cubicBezTo>
                  <a:cubicBezTo>
                    <a:pt x="216992" y="53651"/>
                    <a:pt x="216470" y="55349"/>
                    <a:pt x="215948" y="57046"/>
                  </a:cubicBezTo>
                  <a:cubicBezTo>
                    <a:pt x="215425" y="58743"/>
                    <a:pt x="214773" y="60441"/>
                    <a:pt x="214120" y="62138"/>
                  </a:cubicBezTo>
                  <a:cubicBezTo>
                    <a:pt x="213467" y="63705"/>
                    <a:pt x="212553" y="65663"/>
                    <a:pt x="211770" y="67491"/>
                  </a:cubicBezTo>
                  <a:cubicBezTo>
                    <a:pt x="205242" y="81983"/>
                    <a:pt x="199236" y="97128"/>
                    <a:pt x="195841" y="113448"/>
                  </a:cubicBezTo>
                  <a:lnTo>
                    <a:pt x="195319" y="115929"/>
                  </a:lnTo>
                  <a:cubicBezTo>
                    <a:pt x="195189" y="116843"/>
                    <a:pt x="195058" y="117626"/>
                    <a:pt x="194927" y="118410"/>
                  </a:cubicBezTo>
                  <a:cubicBezTo>
                    <a:pt x="194666" y="120107"/>
                    <a:pt x="194405" y="121674"/>
                    <a:pt x="194275" y="123371"/>
                  </a:cubicBezTo>
                  <a:lnTo>
                    <a:pt x="194014" y="128202"/>
                  </a:lnTo>
                  <a:lnTo>
                    <a:pt x="194014" y="132641"/>
                  </a:lnTo>
                  <a:cubicBezTo>
                    <a:pt x="194014" y="138647"/>
                    <a:pt x="194405" y="143738"/>
                    <a:pt x="194405" y="148308"/>
                  </a:cubicBezTo>
                  <a:cubicBezTo>
                    <a:pt x="194927" y="142824"/>
                    <a:pt x="194666" y="136819"/>
                    <a:pt x="195058" y="130552"/>
                  </a:cubicBezTo>
                  <a:cubicBezTo>
                    <a:pt x="195319" y="124415"/>
                    <a:pt x="196233" y="118148"/>
                    <a:pt x="197669" y="112143"/>
                  </a:cubicBezTo>
                  <a:cubicBezTo>
                    <a:pt x="200542" y="100131"/>
                    <a:pt x="204589" y="88381"/>
                    <a:pt x="209420" y="77022"/>
                  </a:cubicBezTo>
                  <a:lnTo>
                    <a:pt x="213206" y="68535"/>
                  </a:lnTo>
                  <a:lnTo>
                    <a:pt x="215034" y="64227"/>
                  </a:lnTo>
                  <a:lnTo>
                    <a:pt x="216731" y="60180"/>
                  </a:lnTo>
                  <a:cubicBezTo>
                    <a:pt x="218820" y="54827"/>
                    <a:pt x="219864" y="49082"/>
                    <a:pt x="219995" y="43337"/>
                  </a:cubicBezTo>
                  <a:cubicBezTo>
                    <a:pt x="219995" y="42482"/>
                    <a:pt x="219963" y="41630"/>
                    <a:pt x="219900" y="40782"/>
                  </a:cubicBezTo>
                  <a:lnTo>
                    <a:pt x="219900" y="40782"/>
                  </a:lnTo>
                  <a:cubicBezTo>
                    <a:pt x="220164" y="44070"/>
                    <a:pt x="220004" y="47393"/>
                    <a:pt x="219473" y="50649"/>
                  </a:cubicBezTo>
                  <a:cubicBezTo>
                    <a:pt x="219212" y="52215"/>
                    <a:pt x="218820" y="53782"/>
                    <a:pt x="218428" y="55349"/>
                  </a:cubicBezTo>
                  <a:lnTo>
                    <a:pt x="217775" y="57699"/>
                  </a:lnTo>
                  <a:lnTo>
                    <a:pt x="217384" y="58874"/>
                  </a:lnTo>
                  <a:cubicBezTo>
                    <a:pt x="217253" y="59266"/>
                    <a:pt x="217123" y="59657"/>
                    <a:pt x="216992" y="60049"/>
                  </a:cubicBezTo>
                  <a:cubicBezTo>
                    <a:pt x="216339" y="61485"/>
                    <a:pt x="215687" y="63052"/>
                    <a:pt x="215164" y="64619"/>
                  </a:cubicBezTo>
                  <a:lnTo>
                    <a:pt x="213075" y="69319"/>
                  </a:lnTo>
                  <a:cubicBezTo>
                    <a:pt x="207331" y="81853"/>
                    <a:pt x="202630" y="94778"/>
                    <a:pt x="199105" y="107965"/>
                  </a:cubicBezTo>
                  <a:cubicBezTo>
                    <a:pt x="197408" y="114623"/>
                    <a:pt x="196233" y="121543"/>
                    <a:pt x="195841" y="128332"/>
                  </a:cubicBezTo>
                  <a:cubicBezTo>
                    <a:pt x="195189" y="135252"/>
                    <a:pt x="195711" y="142172"/>
                    <a:pt x="195189" y="148308"/>
                  </a:cubicBezTo>
                  <a:cubicBezTo>
                    <a:pt x="195058" y="149744"/>
                    <a:pt x="194927" y="151050"/>
                    <a:pt x="194797" y="152355"/>
                  </a:cubicBezTo>
                  <a:lnTo>
                    <a:pt x="194014" y="156403"/>
                  </a:lnTo>
                  <a:cubicBezTo>
                    <a:pt x="193752" y="158100"/>
                    <a:pt x="193361" y="159797"/>
                    <a:pt x="192969" y="161364"/>
                  </a:cubicBezTo>
                  <a:cubicBezTo>
                    <a:pt x="192708" y="162931"/>
                    <a:pt x="192186" y="164498"/>
                    <a:pt x="191794" y="165803"/>
                  </a:cubicBezTo>
                  <a:cubicBezTo>
                    <a:pt x="191272" y="168675"/>
                    <a:pt x="190358" y="171026"/>
                    <a:pt x="189836" y="172853"/>
                  </a:cubicBezTo>
                  <a:cubicBezTo>
                    <a:pt x="189444" y="174551"/>
                    <a:pt x="189183" y="175726"/>
                    <a:pt x="189574" y="175856"/>
                  </a:cubicBezTo>
                  <a:cubicBezTo>
                    <a:pt x="189593" y="175865"/>
                    <a:pt x="189614" y="175870"/>
                    <a:pt x="189637" y="175870"/>
                  </a:cubicBezTo>
                  <a:cubicBezTo>
                    <a:pt x="189948" y="175870"/>
                    <a:pt x="190710" y="175048"/>
                    <a:pt x="191925" y="172984"/>
                  </a:cubicBezTo>
                  <a:cubicBezTo>
                    <a:pt x="194144" y="169328"/>
                    <a:pt x="195972" y="165542"/>
                    <a:pt x="197278" y="161495"/>
                  </a:cubicBezTo>
                  <a:cubicBezTo>
                    <a:pt x="197800" y="159797"/>
                    <a:pt x="198191" y="158100"/>
                    <a:pt x="198453" y="156403"/>
                  </a:cubicBezTo>
                  <a:cubicBezTo>
                    <a:pt x="198714" y="155358"/>
                    <a:pt x="198844" y="154444"/>
                    <a:pt x="198975" y="153400"/>
                  </a:cubicBezTo>
                  <a:cubicBezTo>
                    <a:pt x="199236" y="152486"/>
                    <a:pt x="199236" y="151441"/>
                    <a:pt x="199366" y="150528"/>
                  </a:cubicBezTo>
                  <a:cubicBezTo>
                    <a:pt x="199628" y="148700"/>
                    <a:pt x="199628" y="147002"/>
                    <a:pt x="199628" y="145827"/>
                  </a:cubicBezTo>
                  <a:lnTo>
                    <a:pt x="199628" y="143869"/>
                  </a:lnTo>
                  <a:cubicBezTo>
                    <a:pt x="199783" y="142934"/>
                    <a:pt x="199960" y="142578"/>
                    <a:pt x="200140" y="142578"/>
                  </a:cubicBezTo>
                  <a:cubicBezTo>
                    <a:pt x="200414" y="142578"/>
                    <a:pt x="200697" y="143396"/>
                    <a:pt x="200933" y="144261"/>
                  </a:cubicBezTo>
                  <a:cubicBezTo>
                    <a:pt x="201064" y="139430"/>
                    <a:pt x="200933" y="134730"/>
                    <a:pt x="201194" y="130030"/>
                  </a:cubicBezTo>
                  <a:cubicBezTo>
                    <a:pt x="201325" y="127679"/>
                    <a:pt x="201455" y="125329"/>
                    <a:pt x="201847" y="122979"/>
                  </a:cubicBezTo>
                  <a:cubicBezTo>
                    <a:pt x="202239" y="120760"/>
                    <a:pt x="202500" y="118410"/>
                    <a:pt x="203022" y="116060"/>
                  </a:cubicBezTo>
                  <a:cubicBezTo>
                    <a:pt x="204850" y="106790"/>
                    <a:pt x="207592" y="97781"/>
                    <a:pt x="210986" y="88903"/>
                  </a:cubicBezTo>
                  <a:cubicBezTo>
                    <a:pt x="212814" y="84464"/>
                    <a:pt x="214511" y="80155"/>
                    <a:pt x="216339" y="75716"/>
                  </a:cubicBezTo>
                  <a:cubicBezTo>
                    <a:pt x="218297" y="71278"/>
                    <a:pt x="220255" y="67101"/>
                    <a:pt x="222083" y="62402"/>
                  </a:cubicBezTo>
                  <a:lnTo>
                    <a:pt x="222083" y="62402"/>
                  </a:lnTo>
                  <a:cubicBezTo>
                    <a:pt x="220255" y="67101"/>
                    <a:pt x="218428" y="71409"/>
                    <a:pt x="216470" y="75847"/>
                  </a:cubicBezTo>
                  <a:cubicBezTo>
                    <a:pt x="214511" y="80155"/>
                    <a:pt x="212814" y="84725"/>
                    <a:pt x="211117" y="89164"/>
                  </a:cubicBezTo>
                  <a:cubicBezTo>
                    <a:pt x="207722" y="98042"/>
                    <a:pt x="204981" y="107312"/>
                    <a:pt x="203153" y="116712"/>
                  </a:cubicBezTo>
                  <a:cubicBezTo>
                    <a:pt x="202761" y="119062"/>
                    <a:pt x="202239" y="121412"/>
                    <a:pt x="202108" y="123763"/>
                  </a:cubicBezTo>
                  <a:cubicBezTo>
                    <a:pt x="201978" y="126113"/>
                    <a:pt x="201586" y="128463"/>
                    <a:pt x="201586" y="130813"/>
                  </a:cubicBezTo>
                  <a:cubicBezTo>
                    <a:pt x="201325" y="135644"/>
                    <a:pt x="201455" y="140474"/>
                    <a:pt x="201325" y="145436"/>
                  </a:cubicBezTo>
                  <a:cubicBezTo>
                    <a:pt x="201466" y="145789"/>
                    <a:pt x="201607" y="146027"/>
                    <a:pt x="201749" y="146027"/>
                  </a:cubicBezTo>
                  <a:cubicBezTo>
                    <a:pt x="201868" y="146027"/>
                    <a:pt x="201988" y="145855"/>
                    <a:pt x="202108" y="145436"/>
                  </a:cubicBezTo>
                  <a:cubicBezTo>
                    <a:pt x="202500" y="142824"/>
                    <a:pt x="202761" y="140344"/>
                    <a:pt x="202761" y="137863"/>
                  </a:cubicBezTo>
                  <a:cubicBezTo>
                    <a:pt x="202892" y="134860"/>
                    <a:pt x="202892" y="130291"/>
                    <a:pt x="203544" y="124546"/>
                  </a:cubicBezTo>
                  <a:cubicBezTo>
                    <a:pt x="204328" y="118018"/>
                    <a:pt x="205633" y="111620"/>
                    <a:pt x="207461" y="105354"/>
                  </a:cubicBezTo>
                  <a:cubicBezTo>
                    <a:pt x="208245" y="101828"/>
                    <a:pt x="209550" y="98303"/>
                    <a:pt x="210725" y="94778"/>
                  </a:cubicBezTo>
                  <a:cubicBezTo>
                    <a:pt x="211770" y="91122"/>
                    <a:pt x="213206" y="87728"/>
                    <a:pt x="214511" y="84333"/>
                  </a:cubicBezTo>
                  <a:cubicBezTo>
                    <a:pt x="215687" y="80939"/>
                    <a:pt x="217253" y="77544"/>
                    <a:pt x="218559" y="74541"/>
                  </a:cubicBezTo>
                  <a:cubicBezTo>
                    <a:pt x="219212" y="72974"/>
                    <a:pt x="219864" y="71408"/>
                    <a:pt x="220517" y="69972"/>
                  </a:cubicBezTo>
                  <a:cubicBezTo>
                    <a:pt x="221170" y="68535"/>
                    <a:pt x="221823" y="67099"/>
                    <a:pt x="222345" y="65663"/>
                  </a:cubicBezTo>
                  <a:cubicBezTo>
                    <a:pt x="226131" y="57568"/>
                    <a:pt x="227829" y="48690"/>
                    <a:pt x="227306" y="39681"/>
                  </a:cubicBezTo>
                  <a:cubicBezTo>
                    <a:pt x="227176" y="38637"/>
                    <a:pt x="227045" y="37462"/>
                    <a:pt x="226784" y="36287"/>
                  </a:cubicBezTo>
                  <a:cubicBezTo>
                    <a:pt x="226654" y="35242"/>
                    <a:pt x="226523" y="34067"/>
                    <a:pt x="226131" y="32892"/>
                  </a:cubicBezTo>
                  <a:cubicBezTo>
                    <a:pt x="224956" y="28453"/>
                    <a:pt x="222998" y="24145"/>
                    <a:pt x="220517" y="20228"/>
                  </a:cubicBezTo>
                  <a:cubicBezTo>
                    <a:pt x="219864" y="19183"/>
                    <a:pt x="219081" y="18400"/>
                    <a:pt x="218298" y="17356"/>
                  </a:cubicBezTo>
                  <a:lnTo>
                    <a:pt x="217253" y="16050"/>
                  </a:lnTo>
                  <a:lnTo>
                    <a:pt x="216078" y="14744"/>
                  </a:lnTo>
                  <a:cubicBezTo>
                    <a:pt x="209550" y="8086"/>
                    <a:pt x="201194" y="3386"/>
                    <a:pt x="192055" y="1297"/>
                  </a:cubicBezTo>
                  <a:cubicBezTo>
                    <a:pt x="188023" y="433"/>
                    <a:pt x="183940" y="1"/>
                    <a:pt x="179863" y="1"/>
                  </a:cubicBezTo>
                  <a:close/>
                </a:path>
              </a:pathLst>
            </a:custGeom>
            <a:solidFill>
              <a:srgbClr val="35C4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7" name="Google Shape;377;p48"/>
          <p:cNvGrpSpPr/>
          <p:nvPr/>
        </p:nvGrpSpPr>
        <p:grpSpPr>
          <a:xfrm rot="-757038">
            <a:off x="7509200" y="-407298"/>
            <a:ext cx="2069495" cy="2469268"/>
            <a:chOff x="235075" y="777725"/>
            <a:chExt cx="7186900" cy="4132775"/>
          </a:xfrm>
        </p:grpSpPr>
        <p:sp>
          <p:nvSpPr>
            <p:cNvPr id="378" name="Google Shape;378;p48"/>
            <p:cNvSpPr/>
            <p:nvPr/>
          </p:nvSpPr>
          <p:spPr>
            <a:xfrm>
              <a:off x="342575" y="932875"/>
              <a:ext cx="7079400" cy="3826525"/>
            </a:xfrm>
            <a:custGeom>
              <a:rect b="b" l="l" r="r" t="t"/>
              <a:pathLst>
                <a:path extrusionOk="0" h="153061" w="283176">
                  <a:moveTo>
                    <a:pt x="168404" y="0"/>
                  </a:moveTo>
                  <a:cubicBezTo>
                    <a:pt x="157709" y="0"/>
                    <a:pt x="146666" y="1269"/>
                    <a:pt x="137470" y="1958"/>
                  </a:cubicBezTo>
                  <a:cubicBezTo>
                    <a:pt x="99769" y="4776"/>
                    <a:pt x="61970" y="14736"/>
                    <a:pt x="30657" y="36550"/>
                  </a:cubicBezTo>
                  <a:cubicBezTo>
                    <a:pt x="16422" y="46461"/>
                    <a:pt x="2915" y="60284"/>
                    <a:pt x="1336" y="77580"/>
                  </a:cubicBezTo>
                  <a:cubicBezTo>
                    <a:pt x="0" y="92204"/>
                    <a:pt x="7774" y="106560"/>
                    <a:pt x="18778" y="116301"/>
                  </a:cubicBezTo>
                  <a:cubicBezTo>
                    <a:pt x="29807" y="126043"/>
                    <a:pt x="43726" y="131800"/>
                    <a:pt x="57670" y="136415"/>
                  </a:cubicBezTo>
                  <a:cubicBezTo>
                    <a:pt x="91058" y="147472"/>
                    <a:pt x="125903" y="153060"/>
                    <a:pt x="160873" y="153060"/>
                  </a:cubicBezTo>
                  <a:cubicBezTo>
                    <a:pt x="176382" y="153060"/>
                    <a:pt x="191917" y="151961"/>
                    <a:pt x="207359" y="149752"/>
                  </a:cubicBezTo>
                  <a:cubicBezTo>
                    <a:pt x="222226" y="147614"/>
                    <a:pt x="237360" y="144286"/>
                    <a:pt x="249871" y="135929"/>
                  </a:cubicBezTo>
                  <a:cubicBezTo>
                    <a:pt x="275062" y="119095"/>
                    <a:pt x="283175" y="80398"/>
                    <a:pt x="265102" y="56057"/>
                  </a:cubicBezTo>
                  <a:cubicBezTo>
                    <a:pt x="255968" y="43789"/>
                    <a:pt x="242097" y="36137"/>
                    <a:pt x="229125" y="28024"/>
                  </a:cubicBezTo>
                  <a:cubicBezTo>
                    <a:pt x="217003" y="20420"/>
                    <a:pt x="204881" y="7643"/>
                    <a:pt x="191278" y="3027"/>
                  </a:cubicBezTo>
                  <a:cubicBezTo>
                    <a:pt x="184502" y="737"/>
                    <a:pt x="176554" y="0"/>
                    <a:pt x="168404" y="0"/>
                  </a:cubicBezTo>
                  <a:close/>
                </a:path>
              </a:pathLst>
            </a:custGeom>
            <a:solidFill>
              <a:srgbClr val="5EA4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48"/>
            <p:cNvSpPr/>
            <p:nvPr/>
          </p:nvSpPr>
          <p:spPr>
            <a:xfrm>
              <a:off x="235075" y="777725"/>
              <a:ext cx="7126775" cy="4132775"/>
            </a:xfrm>
            <a:custGeom>
              <a:rect b="b" l="l" r="r" t="t"/>
              <a:pathLst>
                <a:path extrusionOk="0" h="165311" w="285071">
                  <a:moveTo>
                    <a:pt x="193683" y="2310"/>
                  </a:moveTo>
                  <a:lnTo>
                    <a:pt x="194120" y="2431"/>
                  </a:lnTo>
                  <a:lnTo>
                    <a:pt x="194557" y="2553"/>
                  </a:lnTo>
                  <a:lnTo>
                    <a:pt x="195456" y="2820"/>
                  </a:lnTo>
                  <a:lnTo>
                    <a:pt x="196198" y="3047"/>
                  </a:lnTo>
                  <a:lnTo>
                    <a:pt x="196198" y="3047"/>
                  </a:lnTo>
                  <a:cubicBezTo>
                    <a:pt x="196113" y="3020"/>
                    <a:pt x="196027" y="2993"/>
                    <a:pt x="195942" y="2966"/>
                  </a:cubicBezTo>
                  <a:lnTo>
                    <a:pt x="194825" y="2626"/>
                  </a:lnTo>
                  <a:cubicBezTo>
                    <a:pt x="194436" y="2504"/>
                    <a:pt x="194072" y="2383"/>
                    <a:pt x="193683" y="2310"/>
                  </a:cubicBezTo>
                  <a:close/>
                  <a:moveTo>
                    <a:pt x="196198" y="3047"/>
                  </a:moveTo>
                  <a:cubicBezTo>
                    <a:pt x="196309" y="3081"/>
                    <a:pt x="196421" y="3115"/>
                    <a:pt x="196532" y="3149"/>
                  </a:cubicBezTo>
                  <a:lnTo>
                    <a:pt x="196532" y="3149"/>
                  </a:lnTo>
                  <a:lnTo>
                    <a:pt x="196198" y="3047"/>
                  </a:lnTo>
                  <a:close/>
                  <a:moveTo>
                    <a:pt x="196532" y="3149"/>
                  </a:moveTo>
                  <a:lnTo>
                    <a:pt x="197205" y="3354"/>
                  </a:lnTo>
                  <a:cubicBezTo>
                    <a:pt x="197213" y="3356"/>
                    <a:pt x="197220" y="3358"/>
                    <a:pt x="197228" y="3360"/>
                  </a:cubicBezTo>
                  <a:lnTo>
                    <a:pt x="197228" y="3360"/>
                  </a:lnTo>
                  <a:cubicBezTo>
                    <a:pt x="196996" y="3288"/>
                    <a:pt x="196764" y="3219"/>
                    <a:pt x="196532" y="3149"/>
                  </a:cubicBezTo>
                  <a:close/>
                  <a:moveTo>
                    <a:pt x="197228" y="3360"/>
                  </a:moveTo>
                  <a:lnTo>
                    <a:pt x="197228" y="3360"/>
                  </a:lnTo>
                  <a:cubicBezTo>
                    <a:pt x="197350" y="3398"/>
                    <a:pt x="197472" y="3437"/>
                    <a:pt x="197593" y="3477"/>
                  </a:cubicBezTo>
                  <a:lnTo>
                    <a:pt x="197593" y="3477"/>
                  </a:lnTo>
                  <a:cubicBezTo>
                    <a:pt x="197473" y="3434"/>
                    <a:pt x="197353" y="3392"/>
                    <a:pt x="197228" y="3360"/>
                  </a:cubicBezTo>
                  <a:close/>
                  <a:moveTo>
                    <a:pt x="197593" y="3477"/>
                  </a:moveTo>
                  <a:lnTo>
                    <a:pt x="197593" y="3477"/>
                  </a:lnTo>
                  <a:cubicBezTo>
                    <a:pt x="197745" y="3533"/>
                    <a:pt x="197897" y="3593"/>
                    <a:pt x="198055" y="3646"/>
                  </a:cubicBezTo>
                  <a:lnTo>
                    <a:pt x="198930" y="3986"/>
                  </a:lnTo>
                  <a:cubicBezTo>
                    <a:pt x="199513" y="4205"/>
                    <a:pt x="200096" y="4423"/>
                    <a:pt x="200655" y="4666"/>
                  </a:cubicBezTo>
                  <a:cubicBezTo>
                    <a:pt x="200971" y="4803"/>
                    <a:pt x="201287" y="4943"/>
                    <a:pt x="201601" y="5085"/>
                  </a:cubicBezTo>
                  <a:lnTo>
                    <a:pt x="201601" y="5085"/>
                  </a:lnTo>
                  <a:lnTo>
                    <a:pt x="200412" y="4545"/>
                  </a:lnTo>
                  <a:lnTo>
                    <a:pt x="198201" y="3694"/>
                  </a:lnTo>
                  <a:cubicBezTo>
                    <a:pt x="197999" y="3616"/>
                    <a:pt x="197796" y="3545"/>
                    <a:pt x="197593" y="3477"/>
                  </a:cubicBezTo>
                  <a:close/>
                  <a:moveTo>
                    <a:pt x="201601" y="5085"/>
                  </a:moveTo>
                  <a:lnTo>
                    <a:pt x="201792" y="5172"/>
                  </a:lnTo>
                  <a:lnTo>
                    <a:pt x="201792" y="5172"/>
                  </a:lnTo>
                  <a:cubicBezTo>
                    <a:pt x="201728" y="5143"/>
                    <a:pt x="201665" y="5114"/>
                    <a:pt x="201601" y="5085"/>
                  </a:cubicBezTo>
                  <a:close/>
                  <a:moveTo>
                    <a:pt x="201792" y="5172"/>
                  </a:moveTo>
                  <a:cubicBezTo>
                    <a:pt x="202347" y="5425"/>
                    <a:pt x="202898" y="5687"/>
                    <a:pt x="203447" y="5957"/>
                  </a:cubicBezTo>
                  <a:lnTo>
                    <a:pt x="203447" y="5957"/>
                  </a:lnTo>
                  <a:cubicBezTo>
                    <a:pt x="203149" y="5808"/>
                    <a:pt x="202850" y="5661"/>
                    <a:pt x="202550" y="5516"/>
                  </a:cubicBezTo>
                  <a:lnTo>
                    <a:pt x="201792" y="5172"/>
                  </a:lnTo>
                  <a:close/>
                  <a:moveTo>
                    <a:pt x="203447" y="5957"/>
                  </a:moveTo>
                  <a:cubicBezTo>
                    <a:pt x="205025" y="6746"/>
                    <a:pt x="206570" y="7594"/>
                    <a:pt x="208082" y="8506"/>
                  </a:cubicBezTo>
                  <a:lnTo>
                    <a:pt x="208082" y="8506"/>
                  </a:lnTo>
                  <a:cubicBezTo>
                    <a:pt x="207745" y="8301"/>
                    <a:pt x="207407" y="8098"/>
                    <a:pt x="207068" y="7897"/>
                  </a:cubicBezTo>
                  <a:cubicBezTo>
                    <a:pt x="205877" y="7204"/>
                    <a:pt x="204670" y="6559"/>
                    <a:pt x="203447" y="5957"/>
                  </a:cubicBezTo>
                  <a:close/>
                  <a:moveTo>
                    <a:pt x="208082" y="8506"/>
                  </a:moveTo>
                  <a:cubicBezTo>
                    <a:pt x="208378" y="8686"/>
                    <a:pt x="208674" y="8868"/>
                    <a:pt x="208969" y="9051"/>
                  </a:cubicBezTo>
                  <a:lnTo>
                    <a:pt x="208969" y="9051"/>
                  </a:lnTo>
                  <a:cubicBezTo>
                    <a:pt x="208675" y="8867"/>
                    <a:pt x="208379" y="8685"/>
                    <a:pt x="208082" y="8506"/>
                  </a:cubicBezTo>
                  <a:close/>
                  <a:moveTo>
                    <a:pt x="274827" y="94613"/>
                  </a:moveTo>
                  <a:cubicBezTo>
                    <a:pt x="274825" y="94672"/>
                    <a:pt x="274822" y="94731"/>
                    <a:pt x="274819" y="94790"/>
                  </a:cubicBezTo>
                  <a:lnTo>
                    <a:pt x="274827" y="94613"/>
                  </a:lnTo>
                  <a:close/>
                  <a:moveTo>
                    <a:pt x="182036" y="164515"/>
                  </a:moveTo>
                  <a:cubicBezTo>
                    <a:pt x="182009" y="164557"/>
                    <a:pt x="182151" y="164591"/>
                    <a:pt x="182606" y="164606"/>
                  </a:cubicBezTo>
                  <a:cubicBezTo>
                    <a:pt x="182112" y="164589"/>
                    <a:pt x="181975" y="164562"/>
                    <a:pt x="182036" y="164515"/>
                  </a:cubicBezTo>
                  <a:close/>
                  <a:moveTo>
                    <a:pt x="171889" y="1"/>
                  </a:moveTo>
                  <a:cubicBezTo>
                    <a:pt x="169431" y="1"/>
                    <a:pt x="166985" y="62"/>
                    <a:pt x="164556" y="148"/>
                  </a:cubicBezTo>
                  <a:cubicBezTo>
                    <a:pt x="156370" y="512"/>
                    <a:pt x="148378" y="1314"/>
                    <a:pt x="140483" y="1872"/>
                  </a:cubicBezTo>
                  <a:cubicBezTo>
                    <a:pt x="132321" y="2456"/>
                    <a:pt x="124183" y="3379"/>
                    <a:pt x="116020" y="4666"/>
                  </a:cubicBezTo>
                  <a:lnTo>
                    <a:pt x="112960" y="5128"/>
                  </a:lnTo>
                  <a:cubicBezTo>
                    <a:pt x="111964" y="5298"/>
                    <a:pt x="110943" y="5516"/>
                    <a:pt x="109923" y="5686"/>
                  </a:cubicBezTo>
                  <a:lnTo>
                    <a:pt x="106887" y="6269"/>
                  </a:lnTo>
                  <a:lnTo>
                    <a:pt x="105380" y="6537"/>
                  </a:lnTo>
                  <a:lnTo>
                    <a:pt x="103850" y="6877"/>
                  </a:lnTo>
                  <a:cubicBezTo>
                    <a:pt x="101834" y="7314"/>
                    <a:pt x="99817" y="7727"/>
                    <a:pt x="97777" y="8188"/>
                  </a:cubicBezTo>
                  <a:lnTo>
                    <a:pt x="91704" y="9719"/>
                  </a:lnTo>
                  <a:cubicBezTo>
                    <a:pt x="90878" y="9913"/>
                    <a:pt x="90052" y="10180"/>
                    <a:pt x="89226" y="10423"/>
                  </a:cubicBezTo>
                  <a:lnTo>
                    <a:pt x="86797" y="11128"/>
                  </a:lnTo>
                  <a:lnTo>
                    <a:pt x="84416" y="11857"/>
                  </a:lnTo>
                  <a:cubicBezTo>
                    <a:pt x="83615" y="12099"/>
                    <a:pt x="82861" y="12391"/>
                    <a:pt x="82108" y="12634"/>
                  </a:cubicBezTo>
                  <a:lnTo>
                    <a:pt x="77614" y="14213"/>
                  </a:lnTo>
                  <a:cubicBezTo>
                    <a:pt x="76157" y="14747"/>
                    <a:pt x="74748" y="15355"/>
                    <a:pt x="73363" y="15889"/>
                  </a:cubicBezTo>
                  <a:lnTo>
                    <a:pt x="71323" y="16739"/>
                  </a:lnTo>
                  <a:lnTo>
                    <a:pt x="70327" y="17152"/>
                  </a:lnTo>
                  <a:lnTo>
                    <a:pt x="69331" y="17590"/>
                  </a:lnTo>
                  <a:lnTo>
                    <a:pt x="65517" y="19363"/>
                  </a:lnTo>
                  <a:lnTo>
                    <a:pt x="63671" y="20213"/>
                  </a:lnTo>
                  <a:lnTo>
                    <a:pt x="61922" y="21136"/>
                  </a:lnTo>
                  <a:lnTo>
                    <a:pt x="58521" y="22910"/>
                  </a:lnTo>
                  <a:lnTo>
                    <a:pt x="62772" y="21088"/>
                  </a:lnTo>
                  <a:lnTo>
                    <a:pt x="63841" y="20650"/>
                  </a:lnTo>
                  <a:lnTo>
                    <a:pt x="64909" y="20213"/>
                  </a:lnTo>
                  <a:lnTo>
                    <a:pt x="67072" y="19387"/>
                  </a:lnTo>
                  <a:lnTo>
                    <a:pt x="69234" y="18561"/>
                  </a:lnTo>
                  <a:cubicBezTo>
                    <a:pt x="69962" y="18270"/>
                    <a:pt x="70691" y="17978"/>
                    <a:pt x="71420" y="17735"/>
                  </a:cubicBezTo>
                  <a:lnTo>
                    <a:pt x="75817" y="16229"/>
                  </a:lnTo>
                  <a:cubicBezTo>
                    <a:pt x="76545" y="15962"/>
                    <a:pt x="77274" y="15695"/>
                    <a:pt x="78027" y="15476"/>
                  </a:cubicBezTo>
                  <a:lnTo>
                    <a:pt x="80238" y="14796"/>
                  </a:lnTo>
                  <a:cubicBezTo>
                    <a:pt x="81720" y="14334"/>
                    <a:pt x="83202" y="13873"/>
                    <a:pt x="84708" y="13411"/>
                  </a:cubicBezTo>
                  <a:lnTo>
                    <a:pt x="89202" y="12172"/>
                  </a:lnTo>
                  <a:lnTo>
                    <a:pt x="91461" y="11565"/>
                  </a:lnTo>
                  <a:lnTo>
                    <a:pt x="93744" y="11031"/>
                  </a:lnTo>
                  <a:lnTo>
                    <a:pt x="98287" y="9913"/>
                  </a:lnTo>
                  <a:cubicBezTo>
                    <a:pt x="99817" y="9597"/>
                    <a:pt x="101372" y="9282"/>
                    <a:pt x="102878" y="8942"/>
                  </a:cubicBezTo>
                  <a:lnTo>
                    <a:pt x="105186" y="8480"/>
                  </a:lnTo>
                  <a:cubicBezTo>
                    <a:pt x="105963" y="8310"/>
                    <a:pt x="106716" y="8188"/>
                    <a:pt x="107494" y="8043"/>
                  </a:cubicBezTo>
                  <a:lnTo>
                    <a:pt x="112134" y="7217"/>
                  </a:lnTo>
                  <a:cubicBezTo>
                    <a:pt x="118328" y="6197"/>
                    <a:pt x="124547" y="5322"/>
                    <a:pt x="130839" y="4715"/>
                  </a:cubicBezTo>
                  <a:lnTo>
                    <a:pt x="133195" y="4472"/>
                  </a:lnTo>
                  <a:lnTo>
                    <a:pt x="134361" y="4350"/>
                  </a:lnTo>
                  <a:lnTo>
                    <a:pt x="135551" y="4277"/>
                  </a:lnTo>
                  <a:lnTo>
                    <a:pt x="140264" y="3913"/>
                  </a:lnTo>
                  <a:lnTo>
                    <a:pt x="141454" y="3816"/>
                  </a:lnTo>
                  <a:lnTo>
                    <a:pt x="142596" y="3743"/>
                  </a:lnTo>
                  <a:lnTo>
                    <a:pt x="144928" y="3573"/>
                  </a:lnTo>
                  <a:lnTo>
                    <a:pt x="149568" y="3209"/>
                  </a:lnTo>
                  <a:cubicBezTo>
                    <a:pt x="155811" y="2747"/>
                    <a:pt x="162151" y="2261"/>
                    <a:pt x="168589" y="2140"/>
                  </a:cubicBezTo>
                  <a:lnTo>
                    <a:pt x="171018" y="2115"/>
                  </a:lnTo>
                  <a:cubicBezTo>
                    <a:pt x="171419" y="2103"/>
                    <a:pt x="171820" y="2097"/>
                    <a:pt x="172224" y="2097"/>
                  </a:cubicBezTo>
                  <a:cubicBezTo>
                    <a:pt x="172628" y="2097"/>
                    <a:pt x="173034" y="2103"/>
                    <a:pt x="173447" y="2115"/>
                  </a:cubicBezTo>
                  <a:lnTo>
                    <a:pt x="175877" y="2164"/>
                  </a:lnTo>
                  <a:cubicBezTo>
                    <a:pt x="176678" y="2188"/>
                    <a:pt x="177504" y="2237"/>
                    <a:pt x="178330" y="2261"/>
                  </a:cubicBezTo>
                  <a:lnTo>
                    <a:pt x="179545" y="2334"/>
                  </a:lnTo>
                  <a:cubicBezTo>
                    <a:pt x="179958" y="2358"/>
                    <a:pt x="180346" y="2407"/>
                    <a:pt x="180759" y="2431"/>
                  </a:cubicBezTo>
                  <a:lnTo>
                    <a:pt x="183237" y="2650"/>
                  </a:lnTo>
                  <a:lnTo>
                    <a:pt x="185691" y="2941"/>
                  </a:lnTo>
                  <a:cubicBezTo>
                    <a:pt x="186104" y="2990"/>
                    <a:pt x="186517" y="3039"/>
                    <a:pt x="186930" y="3111"/>
                  </a:cubicBezTo>
                  <a:lnTo>
                    <a:pt x="188168" y="3330"/>
                  </a:lnTo>
                  <a:lnTo>
                    <a:pt x="189407" y="3549"/>
                  </a:lnTo>
                  <a:cubicBezTo>
                    <a:pt x="189820" y="3622"/>
                    <a:pt x="190233" y="3694"/>
                    <a:pt x="190646" y="3792"/>
                  </a:cubicBezTo>
                  <a:lnTo>
                    <a:pt x="193124" y="4350"/>
                  </a:lnTo>
                  <a:cubicBezTo>
                    <a:pt x="193537" y="4447"/>
                    <a:pt x="193950" y="4569"/>
                    <a:pt x="194363" y="4690"/>
                  </a:cubicBezTo>
                  <a:lnTo>
                    <a:pt x="195602" y="5079"/>
                  </a:lnTo>
                  <a:lnTo>
                    <a:pt x="196841" y="5443"/>
                  </a:lnTo>
                  <a:lnTo>
                    <a:pt x="198055" y="5905"/>
                  </a:lnTo>
                  <a:cubicBezTo>
                    <a:pt x="201238" y="7144"/>
                    <a:pt x="204299" y="8650"/>
                    <a:pt x="207189" y="10448"/>
                  </a:cubicBezTo>
                  <a:cubicBezTo>
                    <a:pt x="212898" y="13921"/>
                    <a:pt x="217975" y="17954"/>
                    <a:pt x="222955" y="21865"/>
                  </a:cubicBezTo>
                  <a:cubicBezTo>
                    <a:pt x="225433" y="23808"/>
                    <a:pt x="227911" y="25752"/>
                    <a:pt x="230388" y="27574"/>
                  </a:cubicBezTo>
                  <a:cubicBezTo>
                    <a:pt x="231020" y="28035"/>
                    <a:pt x="231627" y="28472"/>
                    <a:pt x="232259" y="28910"/>
                  </a:cubicBezTo>
                  <a:lnTo>
                    <a:pt x="233206" y="29566"/>
                  </a:lnTo>
                  <a:lnTo>
                    <a:pt x="234154" y="30173"/>
                  </a:lnTo>
                  <a:cubicBezTo>
                    <a:pt x="235368" y="30999"/>
                    <a:pt x="236753" y="31849"/>
                    <a:pt x="238065" y="32675"/>
                  </a:cubicBezTo>
                  <a:cubicBezTo>
                    <a:pt x="240761" y="34351"/>
                    <a:pt x="243482" y="36027"/>
                    <a:pt x="246178" y="37752"/>
                  </a:cubicBezTo>
                  <a:cubicBezTo>
                    <a:pt x="248875" y="39477"/>
                    <a:pt x="251571" y="41250"/>
                    <a:pt x="254243" y="43145"/>
                  </a:cubicBezTo>
                  <a:cubicBezTo>
                    <a:pt x="256891" y="45040"/>
                    <a:pt x="259491" y="47032"/>
                    <a:pt x="262017" y="49194"/>
                  </a:cubicBezTo>
                  <a:cubicBezTo>
                    <a:pt x="264543" y="51356"/>
                    <a:pt x="266924" y="53712"/>
                    <a:pt x="269135" y="56214"/>
                  </a:cubicBezTo>
                  <a:lnTo>
                    <a:pt x="269961" y="57161"/>
                  </a:lnTo>
                  <a:cubicBezTo>
                    <a:pt x="270228" y="57477"/>
                    <a:pt x="270495" y="57817"/>
                    <a:pt x="270762" y="58133"/>
                  </a:cubicBezTo>
                  <a:lnTo>
                    <a:pt x="272317" y="60125"/>
                  </a:lnTo>
                  <a:lnTo>
                    <a:pt x="273774" y="62239"/>
                  </a:lnTo>
                  <a:cubicBezTo>
                    <a:pt x="274017" y="62579"/>
                    <a:pt x="274236" y="62943"/>
                    <a:pt x="274455" y="63307"/>
                  </a:cubicBezTo>
                  <a:lnTo>
                    <a:pt x="275111" y="64401"/>
                  </a:lnTo>
                  <a:cubicBezTo>
                    <a:pt x="276811" y="67340"/>
                    <a:pt x="278269" y="70401"/>
                    <a:pt x="279410" y="73607"/>
                  </a:cubicBezTo>
                  <a:cubicBezTo>
                    <a:pt x="280528" y="76790"/>
                    <a:pt x="281354" y="80069"/>
                    <a:pt x="281864" y="83397"/>
                  </a:cubicBezTo>
                  <a:lnTo>
                    <a:pt x="282082" y="84636"/>
                  </a:lnTo>
                  <a:cubicBezTo>
                    <a:pt x="282155" y="85049"/>
                    <a:pt x="282180" y="85462"/>
                    <a:pt x="282228" y="85875"/>
                  </a:cubicBezTo>
                  <a:lnTo>
                    <a:pt x="282350" y="87138"/>
                  </a:lnTo>
                  <a:cubicBezTo>
                    <a:pt x="282398" y="87551"/>
                    <a:pt x="282447" y="87964"/>
                    <a:pt x="282471" y="88377"/>
                  </a:cubicBezTo>
                  <a:lnTo>
                    <a:pt x="282617" y="90879"/>
                  </a:lnTo>
                  <a:lnTo>
                    <a:pt x="282641" y="93381"/>
                  </a:lnTo>
                  <a:cubicBezTo>
                    <a:pt x="282593" y="100037"/>
                    <a:pt x="281524" y="106620"/>
                    <a:pt x="279459" y="112961"/>
                  </a:cubicBezTo>
                  <a:lnTo>
                    <a:pt x="279094" y="114127"/>
                  </a:lnTo>
                  <a:cubicBezTo>
                    <a:pt x="278973" y="114515"/>
                    <a:pt x="278803" y="114904"/>
                    <a:pt x="278657" y="115293"/>
                  </a:cubicBezTo>
                  <a:lnTo>
                    <a:pt x="278220" y="116459"/>
                  </a:lnTo>
                  <a:cubicBezTo>
                    <a:pt x="278074" y="116847"/>
                    <a:pt x="277928" y="117236"/>
                    <a:pt x="277758" y="117600"/>
                  </a:cubicBezTo>
                  <a:lnTo>
                    <a:pt x="276787" y="119884"/>
                  </a:lnTo>
                  <a:lnTo>
                    <a:pt x="275718" y="122094"/>
                  </a:lnTo>
                  <a:cubicBezTo>
                    <a:pt x="274236" y="125058"/>
                    <a:pt x="272536" y="127876"/>
                    <a:pt x="270616" y="130572"/>
                  </a:cubicBezTo>
                  <a:cubicBezTo>
                    <a:pt x="277224" y="121171"/>
                    <a:pt x="281208" y="110191"/>
                    <a:pt x="282204" y="98774"/>
                  </a:cubicBezTo>
                  <a:cubicBezTo>
                    <a:pt x="282447" y="95835"/>
                    <a:pt x="282495" y="92895"/>
                    <a:pt x="282350" y="89980"/>
                  </a:cubicBezTo>
                  <a:cubicBezTo>
                    <a:pt x="282180" y="87017"/>
                    <a:pt x="281815" y="84077"/>
                    <a:pt x="281208" y="81162"/>
                  </a:cubicBezTo>
                  <a:cubicBezTo>
                    <a:pt x="280601" y="78247"/>
                    <a:pt x="279775" y="75381"/>
                    <a:pt x="278706" y="72587"/>
                  </a:cubicBezTo>
                  <a:cubicBezTo>
                    <a:pt x="277637" y="69769"/>
                    <a:pt x="276325" y="67073"/>
                    <a:pt x="274770" y="64498"/>
                  </a:cubicBezTo>
                  <a:cubicBezTo>
                    <a:pt x="274357" y="63842"/>
                    <a:pt x="273993" y="63186"/>
                    <a:pt x="273580" y="62579"/>
                  </a:cubicBezTo>
                  <a:lnTo>
                    <a:pt x="272293" y="60708"/>
                  </a:lnTo>
                  <a:cubicBezTo>
                    <a:pt x="272171" y="60562"/>
                    <a:pt x="272074" y="60417"/>
                    <a:pt x="271953" y="60271"/>
                  </a:cubicBezTo>
                  <a:lnTo>
                    <a:pt x="271612" y="59809"/>
                  </a:lnTo>
                  <a:lnTo>
                    <a:pt x="270932" y="58935"/>
                  </a:lnTo>
                  <a:lnTo>
                    <a:pt x="270228" y="58060"/>
                  </a:lnTo>
                  <a:cubicBezTo>
                    <a:pt x="270009" y="57769"/>
                    <a:pt x="269742" y="57502"/>
                    <a:pt x="269523" y="57210"/>
                  </a:cubicBezTo>
                  <a:cubicBezTo>
                    <a:pt x="267604" y="54951"/>
                    <a:pt x="265539" y="52837"/>
                    <a:pt x="263353" y="50845"/>
                  </a:cubicBezTo>
                  <a:cubicBezTo>
                    <a:pt x="259005" y="46910"/>
                    <a:pt x="254341" y="43534"/>
                    <a:pt x="249652" y="40424"/>
                  </a:cubicBezTo>
                  <a:cubicBezTo>
                    <a:pt x="244964" y="37339"/>
                    <a:pt x="240251" y="34448"/>
                    <a:pt x="235708" y="31558"/>
                  </a:cubicBezTo>
                  <a:cubicBezTo>
                    <a:pt x="231312" y="28764"/>
                    <a:pt x="227230" y="25533"/>
                    <a:pt x="223125" y="22254"/>
                  </a:cubicBezTo>
                  <a:cubicBezTo>
                    <a:pt x="220186" y="19922"/>
                    <a:pt x="217222" y="17565"/>
                    <a:pt x="214161" y="15330"/>
                  </a:cubicBezTo>
                  <a:cubicBezTo>
                    <a:pt x="211076" y="13023"/>
                    <a:pt x="207845" y="10933"/>
                    <a:pt x="204469" y="9039"/>
                  </a:cubicBezTo>
                  <a:lnTo>
                    <a:pt x="203181" y="8359"/>
                  </a:lnTo>
                  <a:cubicBezTo>
                    <a:pt x="202744" y="8140"/>
                    <a:pt x="202307" y="7897"/>
                    <a:pt x="201869" y="7703"/>
                  </a:cubicBezTo>
                  <a:lnTo>
                    <a:pt x="200509" y="7095"/>
                  </a:lnTo>
                  <a:cubicBezTo>
                    <a:pt x="200072" y="6901"/>
                    <a:pt x="199634" y="6658"/>
                    <a:pt x="199149" y="6488"/>
                  </a:cubicBezTo>
                  <a:lnTo>
                    <a:pt x="197764" y="5954"/>
                  </a:lnTo>
                  <a:cubicBezTo>
                    <a:pt x="197278" y="5784"/>
                    <a:pt x="196817" y="5589"/>
                    <a:pt x="196355" y="5468"/>
                  </a:cubicBezTo>
                  <a:lnTo>
                    <a:pt x="193513" y="4593"/>
                  </a:lnTo>
                  <a:cubicBezTo>
                    <a:pt x="189796" y="3670"/>
                    <a:pt x="186031" y="3014"/>
                    <a:pt x="182217" y="2698"/>
                  </a:cubicBezTo>
                  <a:cubicBezTo>
                    <a:pt x="178826" y="2386"/>
                    <a:pt x="175435" y="2258"/>
                    <a:pt x="172044" y="2258"/>
                  </a:cubicBezTo>
                  <a:cubicBezTo>
                    <a:pt x="171743" y="2258"/>
                    <a:pt x="171441" y="2259"/>
                    <a:pt x="171140" y="2261"/>
                  </a:cubicBezTo>
                  <a:cubicBezTo>
                    <a:pt x="167496" y="2285"/>
                    <a:pt x="163876" y="2480"/>
                    <a:pt x="160305" y="2674"/>
                  </a:cubicBezTo>
                  <a:cubicBezTo>
                    <a:pt x="156734" y="2868"/>
                    <a:pt x="153212" y="3184"/>
                    <a:pt x="149738" y="3476"/>
                  </a:cubicBezTo>
                  <a:lnTo>
                    <a:pt x="139341" y="4326"/>
                  </a:lnTo>
                  <a:lnTo>
                    <a:pt x="134094" y="4763"/>
                  </a:lnTo>
                  <a:lnTo>
                    <a:pt x="128847" y="5322"/>
                  </a:lnTo>
                  <a:cubicBezTo>
                    <a:pt x="127122" y="5492"/>
                    <a:pt x="125373" y="5735"/>
                    <a:pt x="123648" y="5954"/>
                  </a:cubicBezTo>
                  <a:cubicBezTo>
                    <a:pt x="121923" y="6197"/>
                    <a:pt x="120199" y="6391"/>
                    <a:pt x="118474" y="6682"/>
                  </a:cubicBezTo>
                  <a:lnTo>
                    <a:pt x="113300" y="7508"/>
                  </a:lnTo>
                  <a:cubicBezTo>
                    <a:pt x="111599" y="7824"/>
                    <a:pt x="109899" y="8164"/>
                    <a:pt x="108174" y="8456"/>
                  </a:cubicBezTo>
                  <a:lnTo>
                    <a:pt x="105623" y="8942"/>
                  </a:lnTo>
                  <a:lnTo>
                    <a:pt x="103073" y="9500"/>
                  </a:lnTo>
                  <a:lnTo>
                    <a:pt x="100546" y="10059"/>
                  </a:lnTo>
                  <a:cubicBezTo>
                    <a:pt x="99696" y="10253"/>
                    <a:pt x="98846" y="10399"/>
                    <a:pt x="97996" y="10618"/>
                  </a:cubicBezTo>
                  <a:lnTo>
                    <a:pt x="92967" y="11881"/>
                  </a:lnTo>
                  <a:lnTo>
                    <a:pt x="91704" y="12172"/>
                  </a:lnTo>
                  <a:lnTo>
                    <a:pt x="90441" y="12537"/>
                  </a:lnTo>
                  <a:lnTo>
                    <a:pt x="87963" y="13241"/>
                  </a:lnTo>
                  <a:cubicBezTo>
                    <a:pt x="84611" y="14116"/>
                    <a:pt x="81331" y="15233"/>
                    <a:pt x="78027" y="16253"/>
                  </a:cubicBezTo>
                  <a:cubicBezTo>
                    <a:pt x="76400" y="16812"/>
                    <a:pt x="74772" y="17395"/>
                    <a:pt x="73120" y="17978"/>
                  </a:cubicBezTo>
                  <a:cubicBezTo>
                    <a:pt x="72343" y="18270"/>
                    <a:pt x="71517" y="18537"/>
                    <a:pt x="70691" y="18828"/>
                  </a:cubicBezTo>
                  <a:lnTo>
                    <a:pt x="68262" y="19776"/>
                  </a:lnTo>
                  <a:lnTo>
                    <a:pt x="65833" y="20723"/>
                  </a:lnTo>
                  <a:cubicBezTo>
                    <a:pt x="65055" y="21063"/>
                    <a:pt x="64229" y="21355"/>
                    <a:pt x="63452" y="21719"/>
                  </a:cubicBezTo>
                  <a:lnTo>
                    <a:pt x="58666" y="23784"/>
                  </a:lnTo>
                  <a:lnTo>
                    <a:pt x="57646" y="24221"/>
                  </a:lnTo>
                  <a:cubicBezTo>
                    <a:pt x="57306" y="24367"/>
                    <a:pt x="56966" y="24537"/>
                    <a:pt x="56626" y="24707"/>
                  </a:cubicBezTo>
                  <a:lnTo>
                    <a:pt x="54585" y="25679"/>
                  </a:lnTo>
                  <a:lnTo>
                    <a:pt x="52520" y="26651"/>
                  </a:lnTo>
                  <a:lnTo>
                    <a:pt x="51500" y="27136"/>
                  </a:lnTo>
                  <a:cubicBezTo>
                    <a:pt x="51160" y="27282"/>
                    <a:pt x="50820" y="27452"/>
                    <a:pt x="50480" y="27622"/>
                  </a:cubicBezTo>
                  <a:lnTo>
                    <a:pt x="45791" y="30732"/>
                  </a:lnTo>
                  <a:cubicBezTo>
                    <a:pt x="45427" y="30975"/>
                    <a:pt x="45063" y="31217"/>
                    <a:pt x="44698" y="31460"/>
                  </a:cubicBezTo>
                  <a:lnTo>
                    <a:pt x="43678" y="32213"/>
                  </a:lnTo>
                  <a:lnTo>
                    <a:pt x="41710" y="33671"/>
                  </a:lnTo>
                  <a:lnTo>
                    <a:pt x="39961" y="35031"/>
                  </a:lnTo>
                  <a:lnTo>
                    <a:pt x="39160" y="35687"/>
                  </a:lnTo>
                  <a:cubicBezTo>
                    <a:pt x="38892" y="35882"/>
                    <a:pt x="38650" y="36124"/>
                    <a:pt x="38382" y="36343"/>
                  </a:cubicBezTo>
                  <a:cubicBezTo>
                    <a:pt x="37411" y="37218"/>
                    <a:pt x="36560" y="37995"/>
                    <a:pt x="35880" y="38699"/>
                  </a:cubicBezTo>
                  <a:cubicBezTo>
                    <a:pt x="34520" y="40084"/>
                    <a:pt x="33791" y="41056"/>
                    <a:pt x="34034" y="41396"/>
                  </a:cubicBezTo>
                  <a:cubicBezTo>
                    <a:pt x="34094" y="41474"/>
                    <a:pt x="34212" y="41515"/>
                    <a:pt x="34392" y="41515"/>
                  </a:cubicBezTo>
                  <a:cubicBezTo>
                    <a:pt x="34934" y="41515"/>
                    <a:pt x="36041" y="41142"/>
                    <a:pt x="37848" y="40303"/>
                  </a:cubicBezTo>
                  <a:cubicBezTo>
                    <a:pt x="38455" y="40011"/>
                    <a:pt x="39135" y="39671"/>
                    <a:pt x="39913" y="39282"/>
                  </a:cubicBezTo>
                  <a:cubicBezTo>
                    <a:pt x="40301" y="39112"/>
                    <a:pt x="40690" y="38894"/>
                    <a:pt x="41127" y="38675"/>
                  </a:cubicBezTo>
                  <a:lnTo>
                    <a:pt x="42488" y="38019"/>
                  </a:lnTo>
                  <a:cubicBezTo>
                    <a:pt x="43435" y="37558"/>
                    <a:pt x="44480" y="37023"/>
                    <a:pt x="45597" y="36440"/>
                  </a:cubicBezTo>
                  <a:lnTo>
                    <a:pt x="47370" y="35541"/>
                  </a:lnTo>
                  <a:lnTo>
                    <a:pt x="49338" y="34618"/>
                  </a:lnTo>
                  <a:lnTo>
                    <a:pt x="51500" y="33404"/>
                  </a:lnTo>
                  <a:lnTo>
                    <a:pt x="52715" y="32748"/>
                  </a:lnTo>
                  <a:cubicBezTo>
                    <a:pt x="53152" y="32529"/>
                    <a:pt x="53565" y="32286"/>
                    <a:pt x="54002" y="32068"/>
                  </a:cubicBezTo>
                  <a:lnTo>
                    <a:pt x="59274" y="29444"/>
                  </a:lnTo>
                  <a:lnTo>
                    <a:pt x="59881" y="29128"/>
                  </a:lnTo>
                  <a:lnTo>
                    <a:pt x="60488" y="28861"/>
                  </a:lnTo>
                  <a:lnTo>
                    <a:pt x="61654" y="28351"/>
                  </a:lnTo>
                  <a:lnTo>
                    <a:pt x="63598" y="27452"/>
                  </a:lnTo>
                  <a:lnTo>
                    <a:pt x="65395" y="26651"/>
                  </a:lnTo>
                  <a:cubicBezTo>
                    <a:pt x="65757" y="26575"/>
                    <a:pt x="66038" y="26542"/>
                    <a:pt x="66253" y="26542"/>
                  </a:cubicBezTo>
                  <a:cubicBezTo>
                    <a:pt x="66730" y="26542"/>
                    <a:pt x="66871" y="26707"/>
                    <a:pt x="66804" y="26942"/>
                  </a:cubicBezTo>
                  <a:cubicBezTo>
                    <a:pt x="66707" y="27258"/>
                    <a:pt x="66197" y="27817"/>
                    <a:pt x="65687" y="28375"/>
                  </a:cubicBezTo>
                  <a:cubicBezTo>
                    <a:pt x="83323" y="20820"/>
                    <a:pt x="102077" y="15986"/>
                    <a:pt x="121098" y="13241"/>
                  </a:cubicBezTo>
                  <a:lnTo>
                    <a:pt x="128239" y="12318"/>
                  </a:lnTo>
                  <a:cubicBezTo>
                    <a:pt x="130644" y="12075"/>
                    <a:pt x="133025" y="11808"/>
                    <a:pt x="135430" y="11565"/>
                  </a:cubicBezTo>
                  <a:lnTo>
                    <a:pt x="149908" y="10448"/>
                  </a:lnTo>
                  <a:cubicBezTo>
                    <a:pt x="154742" y="10059"/>
                    <a:pt x="159552" y="9695"/>
                    <a:pt x="164338" y="9476"/>
                  </a:cubicBezTo>
                  <a:cubicBezTo>
                    <a:pt x="166718" y="9354"/>
                    <a:pt x="169093" y="9294"/>
                    <a:pt x="171468" y="9294"/>
                  </a:cubicBezTo>
                  <a:cubicBezTo>
                    <a:pt x="173842" y="9294"/>
                    <a:pt x="176217" y="9354"/>
                    <a:pt x="178597" y="9476"/>
                  </a:cubicBezTo>
                  <a:cubicBezTo>
                    <a:pt x="179326" y="9500"/>
                    <a:pt x="180055" y="9573"/>
                    <a:pt x="180784" y="9646"/>
                  </a:cubicBezTo>
                  <a:lnTo>
                    <a:pt x="181877" y="9719"/>
                  </a:lnTo>
                  <a:cubicBezTo>
                    <a:pt x="182241" y="9743"/>
                    <a:pt x="182606" y="9767"/>
                    <a:pt x="182970" y="9840"/>
                  </a:cubicBezTo>
                  <a:lnTo>
                    <a:pt x="185132" y="10108"/>
                  </a:lnTo>
                  <a:lnTo>
                    <a:pt x="185666" y="10156"/>
                  </a:lnTo>
                  <a:cubicBezTo>
                    <a:pt x="185861" y="10180"/>
                    <a:pt x="186031" y="10229"/>
                    <a:pt x="186201" y="10253"/>
                  </a:cubicBezTo>
                  <a:lnTo>
                    <a:pt x="187270" y="10448"/>
                  </a:lnTo>
                  <a:lnTo>
                    <a:pt x="188339" y="10618"/>
                  </a:lnTo>
                  <a:cubicBezTo>
                    <a:pt x="188509" y="10666"/>
                    <a:pt x="188703" y="10691"/>
                    <a:pt x="188873" y="10715"/>
                  </a:cubicBezTo>
                  <a:lnTo>
                    <a:pt x="189407" y="10836"/>
                  </a:lnTo>
                  <a:lnTo>
                    <a:pt x="191472" y="11322"/>
                  </a:lnTo>
                  <a:cubicBezTo>
                    <a:pt x="191837" y="11419"/>
                    <a:pt x="192152" y="11541"/>
                    <a:pt x="192493" y="11638"/>
                  </a:cubicBezTo>
                  <a:lnTo>
                    <a:pt x="193513" y="11929"/>
                  </a:lnTo>
                  <a:lnTo>
                    <a:pt x="194533" y="12245"/>
                  </a:lnTo>
                  <a:cubicBezTo>
                    <a:pt x="194849" y="12367"/>
                    <a:pt x="195165" y="12488"/>
                    <a:pt x="195505" y="12610"/>
                  </a:cubicBezTo>
                  <a:cubicBezTo>
                    <a:pt x="196817" y="13071"/>
                    <a:pt x="198080" y="13678"/>
                    <a:pt x="199367" y="14286"/>
                  </a:cubicBezTo>
                  <a:lnTo>
                    <a:pt x="201262" y="15282"/>
                  </a:lnTo>
                  <a:cubicBezTo>
                    <a:pt x="201894" y="15622"/>
                    <a:pt x="202501" y="16011"/>
                    <a:pt x="203133" y="16351"/>
                  </a:cubicBezTo>
                  <a:cubicBezTo>
                    <a:pt x="205610" y="17832"/>
                    <a:pt x="208015" y="19460"/>
                    <a:pt x="210396" y="21209"/>
                  </a:cubicBezTo>
                  <a:cubicBezTo>
                    <a:pt x="215157" y="24707"/>
                    <a:pt x="219773" y="28545"/>
                    <a:pt x="224655" y="32238"/>
                  </a:cubicBezTo>
                  <a:cubicBezTo>
                    <a:pt x="225870" y="33137"/>
                    <a:pt x="227109" y="34060"/>
                    <a:pt x="228396" y="34934"/>
                  </a:cubicBezTo>
                  <a:lnTo>
                    <a:pt x="229344" y="35614"/>
                  </a:lnTo>
                  <a:lnTo>
                    <a:pt x="230316" y="36270"/>
                  </a:lnTo>
                  <a:cubicBezTo>
                    <a:pt x="230971" y="36683"/>
                    <a:pt x="231627" y="37145"/>
                    <a:pt x="232259" y="37533"/>
                  </a:cubicBezTo>
                  <a:lnTo>
                    <a:pt x="239838" y="42295"/>
                  </a:lnTo>
                  <a:cubicBezTo>
                    <a:pt x="242365" y="43898"/>
                    <a:pt x="244818" y="45477"/>
                    <a:pt x="247223" y="47129"/>
                  </a:cubicBezTo>
                  <a:cubicBezTo>
                    <a:pt x="248438" y="47955"/>
                    <a:pt x="249652" y="48781"/>
                    <a:pt x="250794" y="49631"/>
                  </a:cubicBezTo>
                  <a:cubicBezTo>
                    <a:pt x="251960" y="50505"/>
                    <a:pt x="253102" y="51356"/>
                    <a:pt x="254219" y="52254"/>
                  </a:cubicBezTo>
                  <a:cubicBezTo>
                    <a:pt x="258713" y="55825"/>
                    <a:pt x="262746" y="59761"/>
                    <a:pt x="266025" y="64158"/>
                  </a:cubicBezTo>
                  <a:cubicBezTo>
                    <a:pt x="267629" y="66344"/>
                    <a:pt x="269037" y="68676"/>
                    <a:pt x="270228" y="71105"/>
                  </a:cubicBezTo>
                  <a:cubicBezTo>
                    <a:pt x="271370" y="73559"/>
                    <a:pt x="272341" y="76109"/>
                    <a:pt x="273070" y="78709"/>
                  </a:cubicBezTo>
                  <a:cubicBezTo>
                    <a:pt x="274386" y="83525"/>
                    <a:pt x="274985" y="88486"/>
                    <a:pt x="274868" y="93457"/>
                  </a:cubicBezTo>
                  <a:lnTo>
                    <a:pt x="274868" y="93457"/>
                  </a:lnTo>
                  <a:lnTo>
                    <a:pt x="274868" y="91170"/>
                  </a:lnTo>
                  <a:lnTo>
                    <a:pt x="274843" y="90660"/>
                  </a:lnTo>
                  <a:lnTo>
                    <a:pt x="274746" y="88571"/>
                  </a:lnTo>
                  <a:lnTo>
                    <a:pt x="274528" y="86531"/>
                  </a:lnTo>
                  <a:cubicBezTo>
                    <a:pt x="274212" y="83786"/>
                    <a:pt x="273677" y="81089"/>
                    <a:pt x="272924" y="78417"/>
                  </a:cubicBezTo>
                  <a:cubicBezTo>
                    <a:pt x="272147" y="75794"/>
                    <a:pt x="271151" y="73243"/>
                    <a:pt x="269936" y="70789"/>
                  </a:cubicBezTo>
                  <a:lnTo>
                    <a:pt x="269013" y="68967"/>
                  </a:lnTo>
                  <a:lnTo>
                    <a:pt x="267944" y="67194"/>
                  </a:lnTo>
                  <a:lnTo>
                    <a:pt x="267701" y="66757"/>
                  </a:lnTo>
                  <a:lnTo>
                    <a:pt x="267386" y="66344"/>
                  </a:lnTo>
                  <a:lnTo>
                    <a:pt x="266778" y="65494"/>
                  </a:lnTo>
                  <a:lnTo>
                    <a:pt x="266195" y="64643"/>
                  </a:lnTo>
                  <a:lnTo>
                    <a:pt x="265564" y="63818"/>
                  </a:lnTo>
                  <a:lnTo>
                    <a:pt x="264932" y="62992"/>
                  </a:lnTo>
                  <a:cubicBezTo>
                    <a:pt x="264738" y="62724"/>
                    <a:pt x="264519" y="62457"/>
                    <a:pt x="264300" y="62190"/>
                  </a:cubicBezTo>
                  <a:lnTo>
                    <a:pt x="262940" y="60587"/>
                  </a:lnTo>
                  <a:cubicBezTo>
                    <a:pt x="261993" y="59566"/>
                    <a:pt x="261045" y="58522"/>
                    <a:pt x="260025" y="57550"/>
                  </a:cubicBezTo>
                  <a:cubicBezTo>
                    <a:pt x="257984" y="55582"/>
                    <a:pt x="255822" y="53712"/>
                    <a:pt x="253588" y="51963"/>
                  </a:cubicBezTo>
                  <a:cubicBezTo>
                    <a:pt x="249069" y="48416"/>
                    <a:pt x="244138" y="45210"/>
                    <a:pt x="239134" y="42027"/>
                  </a:cubicBezTo>
                  <a:lnTo>
                    <a:pt x="231554" y="37266"/>
                  </a:lnTo>
                  <a:cubicBezTo>
                    <a:pt x="228907" y="35566"/>
                    <a:pt x="226429" y="33768"/>
                    <a:pt x="224000" y="31922"/>
                  </a:cubicBezTo>
                  <a:cubicBezTo>
                    <a:pt x="219165" y="28229"/>
                    <a:pt x="214598" y="24440"/>
                    <a:pt x="209886" y="20990"/>
                  </a:cubicBezTo>
                  <a:cubicBezTo>
                    <a:pt x="207578" y="19290"/>
                    <a:pt x="205173" y="17687"/>
                    <a:pt x="202695" y="16205"/>
                  </a:cubicBezTo>
                  <a:cubicBezTo>
                    <a:pt x="201481" y="15476"/>
                    <a:pt x="200242" y="14845"/>
                    <a:pt x="199003" y="14189"/>
                  </a:cubicBezTo>
                  <a:lnTo>
                    <a:pt x="197108" y="13314"/>
                  </a:lnTo>
                  <a:cubicBezTo>
                    <a:pt x="196792" y="13168"/>
                    <a:pt x="196476" y="13071"/>
                    <a:pt x="196136" y="12925"/>
                  </a:cubicBezTo>
                  <a:lnTo>
                    <a:pt x="195189" y="12561"/>
                  </a:lnTo>
                  <a:cubicBezTo>
                    <a:pt x="194557" y="12318"/>
                    <a:pt x="193901" y="12099"/>
                    <a:pt x="193221" y="11905"/>
                  </a:cubicBezTo>
                  <a:lnTo>
                    <a:pt x="192225" y="11614"/>
                  </a:lnTo>
                  <a:lnTo>
                    <a:pt x="191739" y="11444"/>
                  </a:lnTo>
                  <a:lnTo>
                    <a:pt x="191229" y="11322"/>
                  </a:lnTo>
                  <a:lnTo>
                    <a:pt x="189189" y="10836"/>
                  </a:lnTo>
                  <a:cubicBezTo>
                    <a:pt x="188849" y="10763"/>
                    <a:pt x="188484" y="10691"/>
                    <a:pt x="188144" y="10642"/>
                  </a:cubicBezTo>
                  <a:lnTo>
                    <a:pt x="187100" y="10448"/>
                  </a:lnTo>
                  <a:cubicBezTo>
                    <a:pt x="185715" y="10180"/>
                    <a:pt x="184282" y="10035"/>
                    <a:pt x="182873" y="9840"/>
                  </a:cubicBezTo>
                  <a:cubicBezTo>
                    <a:pt x="182144" y="9767"/>
                    <a:pt x="181440" y="9719"/>
                    <a:pt x="180711" y="9646"/>
                  </a:cubicBezTo>
                  <a:cubicBezTo>
                    <a:pt x="180006" y="9597"/>
                    <a:pt x="179278" y="9500"/>
                    <a:pt x="178549" y="9500"/>
                  </a:cubicBezTo>
                  <a:cubicBezTo>
                    <a:pt x="176287" y="9385"/>
                    <a:pt x="174025" y="9330"/>
                    <a:pt x="171763" y="9330"/>
                  </a:cubicBezTo>
                  <a:cubicBezTo>
                    <a:pt x="169264" y="9330"/>
                    <a:pt x="166764" y="9397"/>
                    <a:pt x="164265" y="9525"/>
                  </a:cubicBezTo>
                  <a:cubicBezTo>
                    <a:pt x="159479" y="9767"/>
                    <a:pt x="154621" y="10156"/>
                    <a:pt x="149762" y="10569"/>
                  </a:cubicBezTo>
                  <a:cubicBezTo>
                    <a:pt x="147333" y="10788"/>
                    <a:pt x="144880" y="10982"/>
                    <a:pt x="142402" y="11176"/>
                  </a:cubicBezTo>
                  <a:lnTo>
                    <a:pt x="135163" y="11784"/>
                  </a:lnTo>
                  <a:lnTo>
                    <a:pt x="127924" y="12561"/>
                  </a:lnTo>
                  <a:lnTo>
                    <a:pt x="120709" y="13557"/>
                  </a:lnTo>
                  <a:cubicBezTo>
                    <a:pt x="101518" y="16424"/>
                    <a:pt x="82546" y="21476"/>
                    <a:pt x="64739" y="29347"/>
                  </a:cubicBezTo>
                  <a:cubicBezTo>
                    <a:pt x="64352" y="29816"/>
                    <a:pt x="64239" y="30165"/>
                    <a:pt x="64800" y="30165"/>
                  </a:cubicBezTo>
                  <a:cubicBezTo>
                    <a:pt x="64908" y="30165"/>
                    <a:pt x="65040" y="30152"/>
                    <a:pt x="65201" y="30124"/>
                  </a:cubicBezTo>
                  <a:cubicBezTo>
                    <a:pt x="66027" y="29979"/>
                    <a:pt x="66829" y="29760"/>
                    <a:pt x="67630" y="29468"/>
                  </a:cubicBezTo>
                  <a:cubicBezTo>
                    <a:pt x="68796" y="29128"/>
                    <a:pt x="70302" y="28618"/>
                    <a:pt x="72294" y="27914"/>
                  </a:cubicBezTo>
                  <a:lnTo>
                    <a:pt x="73436" y="27549"/>
                  </a:lnTo>
                  <a:cubicBezTo>
                    <a:pt x="73825" y="27404"/>
                    <a:pt x="74238" y="27258"/>
                    <a:pt x="74699" y="27112"/>
                  </a:cubicBezTo>
                  <a:cubicBezTo>
                    <a:pt x="75622" y="26821"/>
                    <a:pt x="76618" y="26480"/>
                    <a:pt x="77712" y="26116"/>
                  </a:cubicBezTo>
                  <a:cubicBezTo>
                    <a:pt x="78780" y="25752"/>
                    <a:pt x="79946" y="25339"/>
                    <a:pt x="81210" y="24926"/>
                  </a:cubicBezTo>
                  <a:lnTo>
                    <a:pt x="85194" y="23687"/>
                  </a:lnTo>
                  <a:lnTo>
                    <a:pt x="87356" y="22982"/>
                  </a:lnTo>
                  <a:lnTo>
                    <a:pt x="89590" y="22326"/>
                  </a:lnTo>
                  <a:cubicBezTo>
                    <a:pt x="91145" y="21889"/>
                    <a:pt x="92724" y="21428"/>
                    <a:pt x="94352" y="20966"/>
                  </a:cubicBezTo>
                  <a:lnTo>
                    <a:pt x="99405" y="19654"/>
                  </a:lnTo>
                  <a:lnTo>
                    <a:pt x="100716" y="19314"/>
                  </a:lnTo>
                  <a:lnTo>
                    <a:pt x="102028" y="19023"/>
                  </a:lnTo>
                  <a:lnTo>
                    <a:pt x="104700" y="18415"/>
                  </a:lnTo>
                  <a:lnTo>
                    <a:pt x="107421" y="17808"/>
                  </a:lnTo>
                  <a:lnTo>
                    <a:pt x="110166" y="17249"/>
                  </a:lnTo>
                  <a:lnTo>
                    <a:pt x="112935" y="16691"/>
                  </a:lnTo>
                  <a:lnTo>
                    <a:pt x="114320" y="16424"/>
                  </a:lnTo>
                  <a:lnTo>
                    <a:pt x="115705" y="16181"/>
                  </a:lnTo>
                  <a:lnTo>
                    <a:pt x="121292" y="15233"/>
                  </a:lnTo>
                  <a:lnTo>
                    <a:pt x="126831" y="14456"/>
                  </a:lnTo>
                  <a:lnTo>
                    <a:pt x="128191" y="14261"/>
                  </a:lnTo>
                  <a:lnTo>
                    <a:pt x="129551" y="14116"/>
                  </a:lnTo>
                  <a:lnTo>
                    <a:pt x="132248" y="13800"/>
                  </a:lnTo>
                  <a:lnTo>
                    <a:pt x="134871" y="13508"/>
                  </a:lnTo>
                  <a:cubicBezTo>
                    <a:pt x="135746" y="13411"/>
                    <a:pt x="136620" y="13338"/>
                    <a:pt x="137471" y="13266"/>
                  </a:cubicBezTo>
                  <a:lnTo>
                    <a:pt x="142426" y="12853"/>
                  </a:lnTo>
                  <a:lnTo>
                    <a:pt x="147163" y="12512"/>
                  </a:lnTo>
                  <a:cubicBezTo>
                    <a:pt x="151317" y="12245"/>
                    <a:pt x="155423" y="11929"/>
                    <a:pt x="159528" y="11711"/>
                  </a:cubicBezTo>
                  <a:cubicBezTo>
                    <a:pt x="163335" y="11486"/>
                    <a:pt x="167122" y="11344"/>
                    <a:pt x="170888" y="11344"/>
                  </a:cubicBezTo>
                  <a:cubicBezTo>
                    <a:pt x="171182" y="11344"/>
                    <a:pt x="171477" y="11345"/>
                    <a:pt x="171771" y="11346"/>
                  </a:cubicBezTo>
                  <a:cubicBezTo>
                    <a:pt x="175779" y="11346"/>
                    <a:pt x="179788" y="11589"/>
                    <a:pt x="183772" y="12075"/>
                  </a:cubicBezTo>
                  <a:cubicBezTo>
                    <a:pt x="187585" y="12512"/>
                    <a:pt x="191326" y="13411"/>
                    <a:pt x="194922" y="14747"/>
                  </a:cubicBezTo>
                  <a:cubicBezTo>
                    <a:pt x="198371" y="16083"/>
                    <a:pt x="201796" y="18002"/>
                    <a:pt x="205149" y="20262"/>
                  </a:cubicBezTo>
                  <a:cubicBezTo>
                    <a:pt x="208477" y="22497"/>
                    <a:pt x="211781" y="25047"/>
                    <a:pt x="215133" y="27671"/>
                  </a:cubicBezTo>
                  <a:cubicBezTo>
                    <a:pt x="218510" y="30319"/>
                    <a:pt x="221910" y="33064"/>
                    <a:pt x="225554" y="35711"/>
                  </a:cubicBezTo>
                  <a:cubicBezTo>
                    <a:pt x="226502" y="36343"/>
                    <a:pt x="227401" y="37023"/>
                    <a:pt x="228372" y="37655"/>
                  </a:cubicBezTo>
                  <a:lnTo>
                    <a:pt x="229805" y="38602"/>
                  </a:lnTo>
                  <a:lnTo>
                    <a:pt x="230534" y="39088"/>
                  </a:lnTo>
                  <a:lnTo>
                    <a:pt x="231214" y="39501"/>
                  </a:lnTo>
                  <a:lnTo>
                    <a:pt x="236729" y="42951"/>
                  </a:lnTo>
                  <a:cubicBezTo>
                    <a:pt x="240373" y="45234"/>
                    <a:pt x="243944" y="47493"/>
                    <a:pt x="247369" y="49850"/>
                  </a:cubicBezTo>
                  <a:cubicBezTo>
                    <a:pt x="250721" y="52157"/>
                    <a:pt x="253928" y="54659"/>
                    <a:pt x="256940" y="57356"/>
                  </a:cubicBezTo>
                  <a:cubicBezTo>
                    <a:pt x="259855" y="59955"/>
                    <a:pt x="262503" y="62846"/>
                    <a:pt x="264811" y="65980"/>
                  </a:cubicBezTo>
                  <a:cubicBezTo>
                    <a:pt x="266997" y="69040"/>
                    <a:pt x="268770" y="72368"/>
                    <a:pt x="270082" y="75891"/>
                  </a:cubicBezTo>
                  <a:lnTo>
                    <a:pt x="270349" y="76547"/>
                  </a:lnTo>
                  <a:cubicBezTo>
                    <a:pt x="270422" y="76765"/>
                    <a:pt x="270495" y="76984"/>
                    <a:pt x="270568" y="77202"/>
                  </a:cubicBezTo>
                  <a:lnTo>
                    <a:pt x="270981" y="78539"/>
                  </a:lnTo>
                  <a:cubicBezTo>
                    <a:pt x="271151" y="79000"/>
                    <a:pt x="271248" y="79462"/>
                    <a:pt x="271370" y="79899"/>
                  </a:cubicBezTo>
                  <a:lnTo>
                    <a:pt x="271734" y="81284"/>
                  </a:lnTo>
                  <a:lnTo>
                    <a:pt x="272050" y="82668"/>
                  </a:lnTo>
                  <a:cubicBezTo>
                    <a:pt x="272123" y="83130"/>
                    <a:pt x="272244" y="83591"/>
                    <a:pt x="272317" y="84053"/>
                  </a:cubicBezTo>
                  <a:lnTo>
                    <a:pt x="272536" y="85462"/>
                  </a:lnTo>
                  <a:lnTo>
                    <a:pt x="272633" y="86166"/>
                  </a:lnTo>
                  <a:cubicBezTo>
                    <a:pt x="272681" y="86385"/>
                    <a:pt x="272706" y="86628"/>
                    <a:pt x="272730" y="86871"/>
                  </a:cubicBezTo>
                  <a:cubicBezTo>
                    <a:pt x="273143" y="90636"/>
                    <a:pt x="273167" y="94426"/>
                    <a:pt x="272778" y="98215"/>
                  </a:cubicBezTo>
                  <a:cubicBezTo>
                    <a:pt x="272754" y="98677"/>
                    <a:pt x="272681" y="99138"/>
                    <a:pt x="272608" y="99624"/>
                  </a:cubicBezTo>
                  <a:lnTo>
                    <a:pt x="272414" y="101009"/>
                  </a:lnTo>
                  <a:cubicBezTo>
                    <a:pt x="272268" y="101956"/>
                    <a:pt x="272074" y="102879"/>
                    <a:pt x="271928" y="103802"/>
                  </a:cubicBezTo>
                  <a:cubicBezTo>
                    <a:pt x="271710" y="104750"/>
                    <a:pt x="271515" y="105649"/>
                    <a:pt x="271272" y="106572"/>
                  </a:cubicBezTo>
                  <a:lnTo>
                    <a:pt x="270884" y="107932"/>
                  </a:lnTo>
                  <a:cubicBezTo>
                    <a:pt x="270762" y="108369"/>
                    <a:pt x="270641" y="108831"/>
                    <a:pt x="270471" y="109268"/>
                  </a:cubicBezTo>
                  <a:cubicBezTo>
                    <a:pt x="269353" y="112815"/>
                    <a:pt x="267871" y="116264"/>
                    <a:pt x="266050" y="119519"/>
                  </a:cubicBezTo>
                  <a:lnTo>
                    <a:pt x="265564" y="120394"/>
                  </a:lnTo>
                  <a:lnTo>
                    <a:pt x="265029" y="121244"/>
                  </a:lnTo>
                  <a:lnTo>
                    <a:pt x="264495" y="122119"/>
                  </a:lnTo>
                  <a:lnTo>
                    <a:pt x="264252" y="122532"/>
                  </a:lnTo>
                  <a:lnTo>
                    <a:pt x="263960" y="122945"/>
                  </a:lnTo>
                  <a:lnTo>
                    <a:pt x="262843" y="124596"/>
                  </a:lnTo>
                  <a:lnTo>
                    <a:pt x="261628" y="126200"/>
                  </a:lnTo>
                  <a:cubicBezTo>
                    <a:pt x="260001" y="128289"/>
                    <a:pt x="258203" y="130257"/>
                    <a:pt x="256284" y="132054"/>
                  </a:cubicBezTo>
                  <a:cubicBezTo>
                    <a:pt x="254341" y="133828"/>
                    <a:pt x="252276" y="135431"/>
                    <a:pt x="250089" y="136864"/>
                  </a:cubicBezTo>
                  <a:lnTo>
                    <a:pt x="248389" y="137933"/>
                  </a:lnTo>
                  <a:lnTo>
                    <a:pt x="246616" y="138929"/>
                  </a:lnTo>
                  <a:lnTo>
                    <a:pt x="246178" y="139196"/>
                  </a:lnTo>
                  <a:lnTo>
                    <a:pt x="245741" y="139415"/>
                  </a:lnTo>
                  <a:lnTo>
                    <a:pt x="244818" y="139876"/>
                  </a:lnTo>
                  <a:lnTo>
                    <a:pt x="243919" y="140338"/>
                  </a:lnTo>
                  <a:lnTo>
                    <a:pt x="242996" y="140775"/>
                  </a:lnTo>
                  <a:lnTo>
                    <a:pt x="242049" y="141188"/>
                  </a:lnTo>
                  <a:lnTo>
                    <a:pt x="241587" y="141407"/>
                  </a:lnTo>
                  <a:lnTo>
                    <a:pt x="241126" y="141601"/>
                  </a:lnTo>
                  <a:lnTo>
                    <a:pt x="239231" y="142403"/>
                  </a:lnTo>
                  <a:lnTo>
                    <a:pt x="237287" y="143131"/>
                  </a:lnTo>
                  <a:cubicBezTo>
                    <a:pt x="236656" y="143399"/>
                    <a:pt x="235976" y="143593"/>
                    <a:pt x="235344" y="143836"/>
                  </a:cubicBezTo>
                  <a:cubicBezTo>
                    <a:pt x="232721" y="144735"/>
                    <a:pt x="230000" y="145512"/>
                    <a:pt x="227255" y="146192"/>
                  </a:cubicBezTo>
                  <a:cubicBezTo>
                    <a:pt x="224485" y="146872"/>
                    <a:pt x="221692" y="147455"/>
                    <a:pt x="218850" y="147990"/>
                  </a:cubicBezTo>
                  <a:cubicBezTo>
                    <a:pt x="216007" y="148500"/>
                    <a:pt x="213117" y="148986"/>
                    <a:pt x="210226" y="149374"/>
                  </a:cubicBezTo>
                  <a:cubicBezTo>
                    <a:pt x="194787" y="151592"/>
                    <a:pt x="179230" y="152704"/>
                    <a:pt x="163670" y="152704"/>
                  </a:cubicBezTo>
                  <a:cubicBezTo>
                    <a:pt x="155702" y="152704"/>
                    <a:pt x="147733" y="152412"/>
                    <a:pt x="139778" y="151828"/>
                  </a:cubicBezTo>
                  <a:lnTo>
                    <a:pt x="136742" y="151634"/>
                  </a:lnTo>
                  <a:lnTo>
                    <a:pt x="133705" y="151342"/>
                  </a:lnTo>
                  <a:lnTo>
                    <a:pt x="127608" y="150735"/>
                  </a:lnTo>
                  <a:cubicBezTo>
                    <a:pt x="125567" y="150492"/>
                    <a:pt x="123551" y="150225"/>
                    <a:pt x="121510" y="149958"/>
                  </a:cubicBezTo>
                  <a:lnTo>
                    <a:pt x="118450" y="149569"/>
                  </a:lnTo>
                  <a:cubicBezTo>
                    <a:pt x="117454" y="149423"/>
                    <a:pt x="116433" y="149253"/>
                    <a:pt x="115413" y="149107"/>
                  </a:cubicBezTo>
                  <a:lnTo>
                    <a:pt x="109316" y="148111"/>
                  </a:lnTo>
                  <a:cubicBezTo>
                    <a:pt x="107275" y="147747"/>
                    <a:pt x="105235" y="147358"/>
                    <a:pt x="103218" y="146970"/>
                  </a:cubicBezTo>
                  <a:lnTo>
                    <a:pt x="100182" y="146387"/>
                  </a:lnTo>
                  <a:cubicBezTo>
                    <a:pt x="99162" y="146192"/>
                    <a:pt x="98141" y="145949"/>
                    <a:pt x="97145" y="145731"/>
                  </a:cubicBezTo>
                  <a:lnTo>
                    <a:pt x="91072" y="144370"/>
                  </a:lnTo>
                  <a:cubicBezTo>
                    <a:pt x="89056" y="143884"/>
                    <a:pt x="87040" y="143374"/>
                    <a:pt x="85048" y="142864"/>
                  </a:cubicBezTo>
                  <a:lnTo>
                    <a:pt x="82036" y="142087"/>
                  </a:lnTo>
                  <a:cubicBezTo>
                    <a:pt x="81040" y="141820"/>
                    <a:pt x="80044" y="141528"/>
                    <a:pt x="79048" y="141237"/>
                  </a:cubicBezTo>
                  <a:lnTo>
                    <a:pt x="73096" y="139536"/>
                  </a:lnTo>
                  <a:cubicBezTo>
                    <a:pt x="71128" y="138929"/>
                    <a:pt x="69161" y="138273"/>
                    <a:pt x="67193" y="137666"/>
                  </a:cubicBezTo>
                  <a:cubicBezTo>
                    <a:pt x="63258" y="136451"/>
                    <a:pt x="59395" y="135115"/>
                    <a:pt x="55630" y="133682"/>
                  </a:cubicBezTo>
                  <a:cubicBezTo>
                    <a:pt x="51865" y="132249"/>
                    <a:pt x="48221" y="130694"/>
                    <a:pt x="44698" y="128993"/>
                  </a:cubicBezTo>
                  <a:cubicBezTo>
                    <a:pt x="41249" y="127342"/>
                    <a:pt x="37921" y="125471"/>
                    <a:pt x="34714" y="123358"/>
                  </a:cubicBezTo>
                  <a:cubicBezTo>
                    <a:pt x="33937" y="122847"/>
                    <a:pt x="33159" y="122337"/>
                    <a:pt x="32406" y="121779"/>
                  </a:cubicBezTo>
                  <a:lnTo>
                    <a:pt x="31289" y="120953"/>
                  </a:lnTo>
                  <a:cubicBezTo>
                    <a:pt x="30925" y="120685"/>
                    <a:pt x="30560" y="120394"/>
                    <a:pt x="30196" y="120127"/>
                  </a:cubicBezTo>
                  <a:cubicBezTo>
                    <a:pt x="29831" y="119835"/>
                    <a:pt x="29467" y="119568"/>
                    <a:pt x="29103" y="119252"/>
                  </a:cubicBezTo>
                  <a:lnTo>
                    <a:pt x="28058" y="118378"/>
                  </a:lnTo>
                  <a:cubicBezTo>
                    <a:pt x="27354" y="117795"/>
                    <a:pt x="26722" y="117187"/>
                    <a:pt x="26066" y="116580"/>
                  </a:cubicBezTo>
                  <a:cubicBezTo>
                    <a:pt x="23491" y="114151"/>
                    <a:pt x="21159" y="111479"/>
                    <a:pt x="19143" y="108588"/>
                  </a:cubicBezTo>
                  <a:cubicBezTo>
                    <a:pt x="17199" y="105770"/>
                    <a:pt x="15572" y="102782"/>
                    <a:pt x="14309" y="99624"/>
                  </a:cubicBezTo>
                  <a:cubicBezTo>
                    <a:pt x="13094" y="96612"/>
                    <a:pt x="12317" y="93478"/>
                    <a:pt x="11928" y="90247"/>
                  </a:cubicBezTo>
                  <a:lnTo>
                    <a:pt x="11807" y="89081"/>
                  </a:lnTo>
                  <a:cubicBezTo>
                    <a:pt x="11782" y="88887"/>
                    <a:pt x="11782" y="88693"/>
                    <a:pt x="11782" y="88523"/>
                  </a:cubicBezTo>
                  <a:lnTo>
                    <a:pt x="11758" y="87940"/>
                  </a:lnTo>
                  <a:lnTo>
                    <a:pt x="11734" y="86774"/>
                  </a:lnTo>
                  <a:cubicBezTo>
                    <a:pt x="11709" y="86385"/>
                    <a:pt x="11758" y="86021"/>
                    <a:pt x="11758" y="85632"/>
                  </a:cubicBezTo>
                  <a:cubicBezTo>
                    <a:pt x="11807" y="84101"/>
                    <a:pt x="11977" y="82571"/>
                    <a:pt x="12268" y="81065"/>
                  </a:cubicBezTo>
                  <a:cubicBezTo>
                    <a:pt x="13361" y="75065"/>
                    <a:pt x="16228" y="69478"/>
                    <a:pt x="19823" y="64571"/>
                  </a:cubicBezTo>
                  <a:cubicBezTo>
                    <a:pt x="21305" y="62530"/>
                    <a:pt x="22884" y="60562"/>
                    <a:pt x="24584" y="58692"/>
                  </a:cubicBezTo>
                  <a:cubicBezTo>
                    <a:pt x="26139" y="56967"/>
                    <a:pt x="27621" y="55485"/>
                    <a:pt x="28981" y="54149"/>
                  </a:cubicBezTo>
                  <a:cubicBezTo>
                    <a:pt x="31678" y="51501"/>
                    <a:pt x="33864" y="49534"/>
                    <a:pt x="35394" y="48100"/>
                  </a:cubicBezTo>
                  <a:cubicBezTo>
                    <a:pt x="36147" y="47372"/>
                    <a:pt x="36730" y="46789"/>
                    <a:pt x="37168" y="46327"/>
                  </a:cubicBezTo>
                  <a:cubicBezTo>
                    <a:pt x="37484" y="45987"/>
                    <a:pt x="37751" y="45623"/>
                    <a:pt x="37969" y="45210"/>
                  </a:cubicBezTo>
                  <a:cubicBezTo>
                    <a:pt x="38077" y="44940"/>
                    <a:pt x="37975" y="44805"/>
                    <a:pt x="37672" y="44805"/>
                  </a:cubicBezTo>
                  <a:cubicBezTo>
                    <a:pt x="37429" y="44805"/>
                    <a:pt x="37057" y="44891"/>
                    <a:pt x="36560" y="45064"/>
                  </a:cubicBezTo>
                  <a:cubicBezTo>
                    <a:pt x="34836" y="45720"/>
                    <a:pt x="33184" y="46546"/>
                    <a:pt x="31605" y="47517"/>
                  </a:cubicBezTo>
                  <a:cubicBezTo>
                    <a:pt x="28860" y="49145"/>
                    <a:pt x="26260" y="50967"/>
                    <a:pt x="23783" y="52983"/>
                  </a:cubicBezTo>
                  <a:cubicBezTo>
                    <a:pt x="20333" y="55753"/>
                    <a:pt x="17199" y="58886"/>
                    <a:pt x="14454" y="62311"/>
                  </a:cubicBezTo>
                  <a:cubicBezTo>
                    <a:pt x="12778" y="64352"/>
                    <a:pt x="11272" y="66538"/>
                    <a:pt x="9960" y="68822"/>
                  </a:cubicBezTo>
                  <a:cubicBezTo>
                    <a:pt x="9620" y="69429"/>
                    <a:pt x="9280" y="70061"/>
                    <a:pt x="8989" y="70692"/>
                  </a:cubicBezTo>
                  <a:cubicBezTo>
                    <a:pt x="8673" y="71324"/>
                    <a:pt x="8381" y="71980"/>
                    <a:pt x="8066" y="72636"/>
                  </a:cubicBezTo>
                  <a:cubicBezTo>
                    <a:pt x="7458" y="73996"/>
                    <a:pt x="6948" y="75381"/>
                    <a:pt x="6511" y="76814"/>
                  </a:cubicBezTo>
                  <a:lnTo>
                    <a:pt x="5466" y="76498"/>
                  </a:lnTo>
                  <a:cubicBezTo>
                    <a:pt x="5879" y="75065"/>
                    <a:pt x="6365" y="73680"/>
                    <a:pt x="6924" y="72295"/>
                  </a:cubicBezTo>
                  <a:cubicBezTo>
                    <a:pt x="7483" y="71008"/>
                    <a:pt x="8017" y="69769"/>
                    <a:pt x="8600" y="68652"/>
                  </a:cubicBezTo>
                  <a:cubicBezTo>
                    <a:pt x="9669" y="66611"/>
                    <a:pt x="10835" y="64643"/>
                    <a:pt x="12098" y="62749"/>
                  </a:cubicBezTo>
                  <a:cubicBezTo>
                    <a:pt x="13896" y="60149"/>
                    <a:pt x="15815" y="57623"/>
                    <a:pt x="17880" y="55218"/>
                  </a:cubicBezTo>
                  <a:cubicBezTo>
                    <a:pt x="19386" y="53420"/>
                    <a:pt x="20455" y="52206"/>
                    <a:pt x="21135" y="51356"/>
                  </a:cubicBezTo>
                  <a:cubicBezTo>
                    <a:pt x="21791" y="50505"/>
                    <a:pt x="22058" y="50020"/>
                    <a:pt x="22058" y="49728"/>
                  </a:cubicBezTo>
                  <a:cubicBezTo>
                    <a:pt x="22068" y="49503"/>
                    <a:pt x="21894" y="49429"/>
                    <a:pt x="21629" y="49429"/>
                  </a:cubicBezTo>
                  <a:cubicBezTo>
                    <a:pt x="21263" y="49429"/>
                    <a:pt x="20725" y="49571"/>
                    <a:pt x="20260" y="49655"/>
                  </a:cubicBezTo>
                  <a:cubicBezTo>
                    <a:pt x="20065" y="49697"/>
                    <a:pt x="19883" y="49725"/>
                    <a:pt x="19731" y="49725"/>
                  </a:cubicBezTo>
                  <a:cubicBezTo>
                    <a:pt x="19262" y="49725"/>
                    <a:pt x="19095" y="49451"/>
                    <a:pt x="19774" y="48441"/>
                  </a:cubicBezTo>
                  <a:lnTo>
                    <a:pt x="19774" y="48441"/>
                  </a:lnTo>
                  <a:cubicBezTo>
                    <a:pt x="15159" y="52789"/>
                    <a:pt x="10859" y="57672"/>
                    <a:pt x="7385" y="63283"/>
                  </a:cubicBezTo>
                  <a:cubicBezTo>
                    <a:pt x="6511" y="64692"/>
                    <a:pt x="5685" y="66125"/>
                    <a:pt x="4956" y="67631"/>
                  </a:cubicBezTo>
                  <a:cubicBezTo>
                    <a:pt x="4227" y="69162"/>
                    <a:pt x="3547" y="70668"/>
                    <a:pt x="2964" y="72271"/>
                  </a:cubicBezTo>
                  <a:cubicBezTo>
                    <a:pt x="2357" y="73850"/>
                    <a:pt x="1847" y="75478"/>
                    <a:pt x="1434" y="77130"/>
                  </a:cubicBezTo>
                  <a:cubicBezTo>
                    <a:pt x="1215" y="77956"/>
                    <a:pt x="997" y="78781"/>
                    <a:pt x="875" y="79632"/>
                  </a:cubicBezTo>
                  <a:cubicBezTo>
                    <a:pt x="729" y="80458"/>
                    <a:pt x="559" y="81308"/>
                    <a:pt x="462" y="82158"/>
                  </a:cubicBezTo>
                  <a:cubicBezTo>
                    <a:pt x="49" y="85583"/>
                    <a:pt x="1" y="89033"/>
                    <a:pt x="365" y="92458"/>
                  </a:cubicBezTo>
                  <a:cubicBezTo>
                    <a:pt x="754" y="95835"/>
                    <a:pt x="1507" y="99187"/>
                    <a:pt x="2576" y="102418"/>
                  </a:cubicBezTo>
                  <a:cubicBezTo>
                    <a:pt x="3620" y="105600"/>
                    <a:pt x="4980" y="108685"/>
                    <a:pt x="6608" y="111624"/>
                  </a:cubicBezTo>
                  <a:cubicBezTo>
                    <a:pt x="8211" y="114564"/>
                    <a:pt x="10033" y="117357"/>
                    <a:pt x="12098" y="120005"/>
                  </a:cubicBezTo>
                  <a:cubicBezTo>
                    <a:pt x="12608" y="120661"/>
                    <a:pt x="13264" y="121341"/>
                    <a:pt x="13920" y="122094"/>
                  </a:cubicBezTo>
                  <a:cubicBezTo>
                    <a:pt x="14576" y="122872"/>
                    <a:pt x="15353" y="123649"/>
                    <a:pt x="16155" y="124451"/>
                  </a:cubicBezTo>
                  <a:lnTo>
                    <a:pt x="16762" y="125058"/>
                  </a:lnTo>
                  <a:lnTo>
                    <a:pt x="17418" y="125665"/>
                  </a:lnTo>
                  <a:lnTo>
                    <a:pt x="18730" y="126880"/>
                  </a:lnTo>
                  <a:cubicBezTo>
                    <a:pt x="19191" y="127293"/>
                    <a:pt x="19653" y="127682"/>
                    <a:pt x="20115" y="128070"/>
                  </a:cubicBezTo>
                  <a:cubicBezTo>
                    <a:pt x="20576" y="128459"/>
                    <a:pt x="21038" y="128872"/>
                    <a:pt x="21523" y="129261"/>
                  </a:cubicBezTo>
                  <a:cubicBezTo>
                    <a:pt x="24900" y="131957"/>
                    <a:pt x="28471" y="134386"/>
                    <a:pt x="32212" y="136548"/>
                  </a:cubicBezTo>
                  <a:cubicBezTo>
                    <a:pt x="36245" y="138856"/>
                    <a:pt x="40399" y="140921"/>
                    <a:pt x="44674" y="142743"/>
                  </a:cubicBezTo>
                  <a:cubicBezTo>
                    <a:pt x="48901" y="144540"/>
                    <a:pt x="53152" y="146119"/>
                    <a:pt x="57379" y="147577"/>
                  </a:cubicBezTo>
                  <a:cubicBezTo>
                    <a:pt x="58423" y="147917"/>
                    <a:pt x="59492" y="148306"/>
                    <a:pt x="60561" y="148621"/>
                  </a:cubicBezTo>
                  <a:lnTo>
                    <a:pt x="63743" y="149642"/>
                  </a:lnTo>
                  <a:lnTo>
                    <a:pt x="66926" y="150638"/>
                  </a:lnTo>
                  <a:cubicBezTo>
                    <a:pt x="67970" y="150953"/>
                    <a:pt x="69039" y="151318"/>
                    <a:pt x="70108" y="151609"/>
                  </a:cubicBezTo>
                  <a:cubicBezTo>
                    <a:pt x="74383" y="152824"/>
                    <a:pt x="78635" y="154087"/>
                    <a:pt x="82934" y="155107"/>
                  </a:cubicBezTo>
                  <a:lnTo>
                    <a:pt x="86141" y="155909"/>
                  </a:lnTo>
                  <a:lnTo>
                    <a:pt x="87769" y="156346"/>
                  </a:lnTo>
                  <a:lnTo>
                    <a:pt x="89372" y="156711"/>
                  </a:lnTo>
                  <a:lnTo>
                    <a:pt x="95834" y="158144"/>
                  </a:lnTo>
                  <a:cubicBezTo>
                    <a:pt x="96392" y="158241"/>
                    <a:pt x="96927" y="158387"/>
                    <a:pt x="97461" y="158484"/>
                  </a:cubicBezTo>
                  <a:lnTo>
                    <a:pt x="99089" y="158800"/>
                  </a:lnTo>
                  <a:lnTo>
                    <a:pt x="102320" y="159407"/>
                  </a:lnTo>
                  <a:cubicBezTo>
                    <a:pt x="104506" y="159796"/>
                    <a:pt x="106644" y="160257"/>
                    <a:pt x="108830" y="160573"/>
                  </a:cubicBezTo>
                  <a:lnTo>
                    <a:pt x="115340" y="161618"/>
                  </a:lnTo>
                  <a:cubicBezTo>
                    <a:pt x="116409" y="161812"/>
                    <a:pt x="117502" y="161934"/>
                    <a:pt x="118595" y="162079"/>
                  </a:cubicBezTo>
                  <a:lnTo>
                    <a:pt x="121851" y="162492"/>
                  </a:lnTo>
                  <a:lnTo>
                    <a:pt x="125106" y="162930"/>
                  </a:lnTo>
                  <a:lnTo>
                    <a:pt x="125932" y="163027"/>
                  </a:lnTo>
                  <a:lnTo>
                    <a:pt x="126758" y="163124"/>
                  </a:lnTo>
                  <a:lnTo>
                    <a:pt x="128385" y="163270"/>
                  </a:lnTo>
                  <a:lnTo>
                    <a:pt x="134920" y="163950"/>
                  </a:lnTo>
                  <a:cubicBezTo>
                    <a:pt x="137082" y="164144"/>
                    <a:pt x="139268" y="164290"/>
                    <a:pt x="141454" y="164436"/>
                  </a:cubicBezTo>
                  <a:lnTo>
                    <a:pt x="144734" y="164679"/>
                  </a:lnTo>
                  <a:cubicBezTo>
                    <a:pt x="145827" y="164751"/>
                    <a:pt x="146920" y="164800"/>
                    <a:pt x="147989" y="164849"/>
                  </a:cubicBezTo>
                  <a:lnTo>
                    <a:pt x="154548" y="165140"/>
                  </a:lnTo>
                  <a:lnTo>
                    <a:pt x="161083" y="165262"/>
                  </a:lnTo>
                  <a:lnTo>
                    <a:pt x="164338" y="165310"/>
                  </a:lnTo>
                  <a:lnTo>
                    <a:pt x="167617" y="165262"/>
                  </a:lnTo>
                  <a:lnTo>
                    <a:pt x="174152" y="165189"/>
                  </a:lnTo>
                  <a:lnTo>
                    <a:pt x="180662" y="164897"/>
                  </a:lnTo>
                  <a:cubicBezTo>
                    <a:pt x="181755" y="164849"/>
                    <a:pt x="182824" y="164824"/>
                    <a:pt x="183917" y="164776"/>
                  </a:cubicBezTo>
                  <a:lnTo>
                    <a:pt x="187173" y="164533"/>
                  </a:lnTo>
                  <a:cubicBezTo>
                    <a:pt x="189335" y="164363"/>
                    <a:pt x="191497" y="164241"/>
                    <a:pt x="193659" y="164071"/>
                  </a:cubicBezTo>
                  <a:lnTo>
                    <a:pt x="200145" y="163415"/>
                  </a:lnTo>
                  <a:cubicBezTo>
                    <a:pt x="201213" y="163294"/>
                    <a:pt x="202307" y="163197"/>
                    <a:pt x="203375" y="163075"/>
                  </a:cubicBezTo>
                  <a:lnTo>
                    <a:pt x="206606" y="162662"/>
                  </a:lnTo>
                  <a:cubicBezTo>
                    <a:pt x="208744" y="162371"/>
                    <a:pt x="210882" y="162104"/>
                    <a:pt x="213044" y="161812"/>
                  </a:cubicBezTo>
                  <a:cubicBezTo>
                    <a:pt x="217344" y="161156"/>
                    <a:pt x="221668" y="160427"/>
                    <a:pt x="225992" y="159504"/>
                  </a:cubicBezTo>
                  <a:cubicBezTo>
                    <a:pt x="230364" y="158581"/>
                    <a:pt x="234688" y="157415"/>
                    <a:pt x="238915" y="155982"/>
                  </a:cubicBezTo>
                  <a:cubicBezTo>
                    <a:pt x="243263" y="154524"/>
                    <a:pt x="247466" y="152727"/>
                    <a:pt x="251523" y="150613"/>
                  </a:cubicBezTo>
                  <a:cubicBezTo>
                    <a:pt x="251766" y="150468"/>
                    <a:pt x="252033" y="150346"/>
                    <a:pt x="252276" y="150200"/>
                  </a:cubicBezTo>
                  <a:lnTo>
                    <a:pt x="253029" y="149763"/>
                  </a:lnTo>
                  <a:lnTo>
                    <a:pt x="254559" y="148913"/>
                  </a:lnTo>
                  <a:cubicBezTo>
                    <a:pt x="255555" y="148306"/>
                    <a:pt x="256527" y="147674"/>
                    <a:pt x="257499" y="147042"/>
                  </a:cubicBezTo>
                  <a:lnTo>
                    <a:pt x="258956" y="146022"/>
                  </a:lnTo>
                  <a:lnTo>
                    <a:pt x="259685" y="145488"/>
                  </a:lnTo>
                  <a:lnTo>
                    <a:pt x="260049" y="145245"/>
                  </a:lnTo>
                  <a:lnTo>
                    <a:pt x="260389" y="144953"/>
                  </a:lnTo>
                  <a:lnTo>
                    <a:pt x="261774" y="143860"/>
                  </a:lnTo>
                  <a:lnTo>
                    <a:pt x="262479" y="143301"/>
                  </a:lnTo>
                  <a:cubicBezTo>
                    <a:pt x="262697" y="143107"/>
                    <a:pt x="262916" y="142913"/>
                    <a:pt x="263134" y="142718"/>
                  </a:cubicBezTo>
                  <a:cubicBezTo>
                    <a:pt x="266657" y="139609"/>
                    <a:pt x="269839" y="136111"/>
                    <a:pt x="272560" y="132297"/>
                  </a:cubicBezTo>
                  <a:cubicBezTo>
                    <a:pt x="272924" y="131836"/>
                    <a:pt x="273240" y="131350"/>
                    <a:pt x="273556" y="130864"/>
                  </a:cubicBezTo>
                  <a:lnTo>
                    <a:pt x="274528" y="129406"/>
                  </a:lnTo>
                  <a:cubicBezTo>
                    <a:pt x="275159" y="128410"/>
                    <a:pt x="275718" y="127414"/>
                    <a:pt x="276325" y="126418"/>
                  </a:cubicBezTo>
                  <a:lnTo>
                    <a:pt x="277151" y="124864"/>
                  </a:lnTo>
                  <a:cubicBezTo>
                    <a:pt x="277418" y="124354"/>
                    <a:pt x="277710" y="123843"/>
                    <a:pt x="277953" y="123309"/>
                  </a:cubicBezTo>
                  <a:lnTo>
                    <a:pt x="278706" y="121754"/>
                  </a:lnTo>
                  <a:lnTo>
                    <a:pt x="279094" y="120953"/>
                  </a:lnTo>
                  <a:lnTo>
                    <a:pt x="279435" y="120151"/>
                  </a:lnTo>
                  <a:cubicBezTo>
                    <a:pt x="281256" y="115900"/>
                    <a:pt x="282665" y="111454"/>
                    <a:pt x="283637" y="106912"/>
                  </a:cubicBezTo>
                  <a:cubicBezTo>
                    <a:pt x="283686" y="106645"/>
                    <a:pt x="283759" y="106353"/>
                    <a:pt x="283807" y="106062"/>
                  </a:cubicBezTo>
                  <a:lnTo>
                    <a:pt x="283953" y="105211"/>
                  </a:lnTo>
                  <a:lnTo>
                    <a:pt x="284269" y="103487"/>
                  </a:lnTo>
                  <a:cubicBezTo>
                    <a:pt x="284439" y="102345"/>
                    <a:pt x="284560" y="101179"/>
                    <a:pt x="284730" y="100037"/>
                  </a:cubicBezTo>
                  <a:cubicBezTo>
                    <a:pt x="284803" y="98871"/>
                    <a:pt x="284925" y="97729"/>
                    <a:pt x="284973" y="96563"/>
                  </a:cubicBezTo>
                  <a:lnTo>
                    <a:pt x="285046" y="94814"/>
                  </a:lnTo>
                  <a:lnTo>
                    <a:pt x="285070" y="93940"/>
                  </a:lnTo>
                  <a:lnTo>
                    <a:pt x="285070" y="93065"/>
                  </a:lnTo>
                  <a:cubicBezTo>
                    <a:pt x="285070" y="88377"/>
                    <a:pt x="284536" y="83688"/>
                    <a:pt x="283491" y="79122"/>
                  </a:cubicBezTo>
                  <a:cubicBezTo>
                    <a:pt x="282423" y="74482"/>
                    <a:pt x="280771" y="70012"/>
                    <a:pt x="278560" y="65809"/>
                  </a:cubicBezTo>
                  <a:lnTo>
                    <a:pt x="277710" y="64230"/>
                  </a:lnTo>
                  <a:cubicBezTo>
                    <a:pt x="277443" y="63720"/>
                    <a:pt x="277127" y="63210"/>
                    <a:pt x="276811" y="62700"/>
                  </a:cubicBezTo>
                  <a:cubicBezTo>
                    <a:pt x="276495" y="62190"/>
                    <a:pt x="276179" y="61680"/>
                    <a:pt x="275864" y="61170"/>
                  </a:cubicBezTo>
                  <a:lnTo>
                    <a:pt x="274819" y="59712"/>
                  </a:lnTo>
                  <a:cubicBezTo>
                    <a:pt x="273459" y="57793"/>
                    <a:pt x="272001" y="55947"/>
                    <a:pt x="270422" y="54198"/>
                  </a:cubicBezTo>
                  <a:cubicBezTo>
                    <a:pt x="267313" y="50797"/>
                    <a:pt x="263936" y="47688"/>
                    <a:pt x="260292" y="44870"/>
                  </a:cubicBezTo>
                  <a:cubicBezTo>
                    <a:pt x="253199" y="39307"/>
                    <a:pt x="245668" y="34813"/>
                    <a:pt x="238502" y="30343"/>
                  </a:cubicBezTo>
                  <a:lnTo>
                    <a:pt x="237166" y="29517"/>
                  </a:lnTo>
                  <a:lnTo>
                    <a:pt x="236486" y="29104"/>
                  </a:lnTo>
                  <a:lnTo>
                    <a:pt x="235879" y="28691"/>
                  </a:lnTo>
                  <a:lnTo>
                    <a:pt x="234640" y="27889"/>
                  </a:lnTo>
                  <a:cubicBezTo>
                    <a:pt x="234227" y="27622"/>
                    <a:pt x="233838" y="27331"/>
                    <a:pt x="233425" y="27039"/>
                  </a:cubicBezTo>
                  <a:cubicBezTo>
                    <a:pt x="233012" y="26748"/>
                    <a:pt x="232599" y="26456"/>
                    <a:pt x="232186" y="26165"/>
                  </a:cubicBezTo>
                  <a:lnTo>
                    <a:pt x="230947" y="25242"/>
                  </a:lnTo>
                  <a:cubicBezTo>
                    <a:pt x="230121" y="24659"/>
                    <a:pt x="229295" y="24003"/>
                    <a:pt x="228469" y="23395"/>
                  </a:cubicBezTo>
                  <a:cubicBezTo>
                    <a:pt x="225166" y="20869"/>
                    <a:pt x="221813" y="18173"/>
                    <a:pt x="218315" y="15525"/>
                  </a:cubicBezTo>
                  <a:cubicBezTo>
                    <a:pt x="215309" y="13209"/>
                    <a:pt x="212185" y="11047"/>
                    <a:pt x="208969" y="9051"/>
                  </a:cubicBezTo>
                  <a:lnTo>
                    <a:pt x="208969" y="9051"/>
                  </a:lnTo>
                  <a:cubicBezTo>
                    <a:pt x="209456" y="9356"/>
                    <a:pt x="209940" y="9668"/>
                    <a:pt x="210420" y="9986"/>
                  </a:cubicBezTo>
                  <a:cubicBezTo>
                    <a:pt x="210736" y="10180"/>
                    <a:pt x="211028" y="10375"/>
                    <a:pt x="211343" y="10593"/>
                  </a:cubicBezTo>
                  <a:lnTo>
                    <a:pt x="212242" y="11201"/>
                  </a:lnTo>
                  <a:cubicBezTo>
                    <a:pt x="212849" y="11614"/>
                    <a:pt x="213457" y="12002"/>
                    <a:pt x="214040" y="12415"/>
                  </a:cubicBezTo>
                  <a:cubicBezTo>
                    <a:pt x="215206" y="13266"/>
                    <a:pt x="216372" y="14091"/>
                    <a:pt x="217489" y="14966"/>
                  </a:cubicBezTo>
                  <a:cubicBezTo>
                    <a:pt x="219748" y="16642"/>
                    <a:pt x="221910" y="18367"/>
                    <a:pt x="224072" y="20067"/>
                  </a:cubicBezTo>
                  <a:cubicBezTo>
                    <a:pt x="226210" y="21743"/>
                    <a:pt x="228299" y="23395"/>
                    <a:pt x="230413" y="24974"/>
                  </a:cubicBezTo>
                  <a:cubicBezTo>
                    <a:pt x="232526" y="26553"/>
                    <a:pt x="234591" y="27987"/>
                    <a:pt x="236729" y="29371"/>
                  </a:cubicBezTo>
                  <a:cubicBezTo>
                    <a:pt x="241271" y="32213"/>
                    <a:pt x="245911" y="35056"/>
                    <a:pt x="250551" y="38092"/>
                  </a:cubicBezTo>
                  <a:cubicBezTo>
                    <a:pt x="252883" y="39647"/>
                    <a:pt x="255191" y="41226"/>
                    <a:pt x="257450" y="42902"/>
                  </a:cubicBezTo>
                  <a:cubicBezTo>
                    <a:pt x="258592" y="43728"/>
                    <a:pt x="259709" y="44627"/>
                    <a:pt x="260827" y="45501"/>
                  </a:cubicBezTo>
                  <a:cubicBezTo>
                    <a:pt x="261385" y="45963"/>
                    <a:pt x="261944" y="46424"/>
                    <a:pt x="262503" y="46886"/>
                  </a:cubicBezTo>
                  <a:lnTo>
                    <a:pt x="263329" y="47566"/>
                  </a:lnTo>
                  <a:lnTo>
                    <a:pt x="264130" y="48295"/>
                  </a:lnTo>
                  <a:cubicBezTo>
                    <a:pt x="266317" y="50214"/>
                    <a:pt x="268382" y="52279"/>
                    <a:pt x="270325" y="54441"/>
                  </a:cubicBezTo>
                  <a:lnTo>
                    <a:pt x="271782" y="56117"/>
                  </a:lnTo>
                  <a:cubicBezTo>
                    <a:pt x="272244" y="56676"/>
                    <a:pt x="272706" y="57283"/>
                    <a:pt x="273167" y="57866"/>
                  </a:cubicBezTo>
                  <a:lnTo>
                    <a:pt x="273847" y="58740"/>
                  </a:lnTo>
                  <a:cubicBezTo>
                    <a:pt x="274066" y="59032"/>
                    <a:pt x="274260" y="59348"/>
                    <a:pt x="274503" y="59664"/>
                  </a:cubicBezTo>
                  <a:lnTo>
                    <a:pt x="275766" y="61510"/>
                  </a:lnTo>
                  <a:cubicBezTo>
                    <a:pt x="276544" y="62797"/>
                    <a:pt x="277370" y="64060"/>
                    <a:pt x="278050" y="65396"/>
                  </a:cubicBezTo>
                  <a:lnTo>
                    <a:pt x="278560" y="66392"/>
                  </a:lnTo>
                  <a:lnTo>
                    <a:pt x="278827" y="66903"/>
                  </a:lnTo>
                  <a:cubicBezTo>
                    <a:pt x="278900" y="67073"/>
                    <a:pt x="278997" y="67243"/>
                    <a:pt x="279070" y="67413"/>
                  </a:cubicBezTo>
                  <a:lnTo>
                    <a:pt x="279993" y="69453"/>
                  </a:lnTo>
                  <a:cubicBezTo>
                    <a:pt x="280309" y="70133"/>
                    <a:pt x="280552" y="70838"/>
                    <a:pt x="280844" y="71518"/>
                  </a:cubicBezTo>
                  <a:lnTo>
                    <a:pt x="281232" y="72563"/>
                  </a:lnTo>
                  <a:cubicBezTo>
                    <a:pt x="281378" y="72927"/>
                    <a:pt x="281475" y="73267"/>
                    <a:pt x="281597" y="73632"/>
                  </a:cubicBezTo>
                  <a:cubicBezTo>
                    <a:pt x="281815" y="74336"/>
                    <a:pt x="282058" y="75040"/>
                    <a:pt x="282277" y="75745"/>
                  </a:cubicBezTo>
                  <a:lnTo>
                    <a:pt x="282884" y="77907"/>
                  </a:lnTo>
                  <a:cubicBezTo>
                    <a:pt x="283589" y="80773"/>
                    <a:pt x="284099" y="83688"/>
                    <a:pt x="284390" y="86628"/>
                  </a:cubicBezTo>
                  <a:lnTo>
                    <a:pt x="284536" y="87721"/>
                  </a:lnTo>
                  <a:lnTo>
                    <a:pt x="284609" y="88838"/>
                  </a:lnTo>
                  <a:cubicBezTo>
                    <a:pt x="284657" y="89567"/>
                    <a:pt x="284706" y="90296"/>
                    <a:pt x="284730" y="91025"/>
                  </a:cubicBezTo>
                  <a:cubicBezTo>
                    <a:pt x="284755" y="92507"/>
                    <a:pt x="284779" y="93964"/>
                    <a:pt x="284706" y="95422"/>
                  </a:cubicBezTo>
                  <a:cubicBezTo>
                    <a:pt x="284682" y="96903"/>
                    <a:pt x="284512" y="98337"/>
                    <a:pt x="284414" y="99794"/>
                  </a:cubicBezTo>
                  <a:cubicBezTo>
                    <a:pt x="284317" y="100523"/>
                    <a:pt x="284220" y="101252"/>
                    <a:pt x="284123" y="101980"/>
                  </a:cubicBezTo>
                  <a:lnTo>
                    <a:pt x="284002" y="103074"/>
                  </a:lnTo>
                  <a:lnTo>
                    <a:pt x="283807" y="104142"/>
                  </a:lnTo>
                  <a:cubicBezTo>
                    <a:pt x="283321" y="107009"/>
                    <a:pt x="282641" y="109851"/>
                    <a:pt x="281791" y="112645"/>
                  </a:cubicBezTo>
                  <a:lnTo>
                    <a:pt x="281135" y="114734"/>
                  </a:lnTo>
                  <a:cubicBezTo>
                    <a:pt x="280892" y="115414"/>
                    <a:pt x="280625" y="116094"/>
                    <a:pt x="280382" y="116799"/>
                  </a:cubicBezTo>
                  <a:lnTo>
                    <a:pt x="279993" y="117819"/>
                  </a:lnTo>
                  <a:cubicBezTo>
                    <a:pt x="279872" y="118159"/>
                    <a:pt x="279726" y="118499"/>
                    <a:pt x="279580" y="118839"/>
                  </a:cubicBezTo>
                  <a:cubicBezTo>
                    <a:pt x="279289" y="119495"/>
                    <a:pt x="279022" y="120175"/>
                    <a:pt x="278706" y="120856"/>
                  </a:cubicBezTo>
                  <a:cubicBezTo>
                    <a:pt x="278074" y="122167"/>
                    <a:pt x="277491" y="123503"/>
                    <a:pt x="276762" y="124767"/>
                  </a:cubicBezTo>
                  <a:lnTo>
                    <a:pt x="276252" y="125738"/>
                  </a:lnTo>
                  <a:lnTo>
                    <a:pt x="275985" y="126224"/>
                  </a:lnTo>
                  <a:lnTo>
                    <a:pt x="275694" y="126710"/>
                  </a:lnTo>
                  <a:lnTo>
                    <a:pt x="274576" y="128580"/>
                  </a:lnTo>
                  <a:cubicBezTo>
                    <a:pt x="271442" y="133609"/>
                    <a:pt x="267604" y="138152"/>
                    <a:pt x="263159" y="142063"/>
                  </a:cubicBezTo>
                  <a:lnTo>
                    <a:pt x="262333" y="142816"/>
                  </a:lnTo>
                  <a:cubicBezTo>
                    <a:pt x="262041" y="143059"/>
                    <a:pt x="261750" y="143277"/>
                    <a:pt x="261458" y="143520"/>
                  </a:cubicBezTo>
                  <a:cubicBezTo>
                    <a:pt x="260875" y="144006"/>
                    <a:pt x="260292" y="144443"/>
                    <a:pt x="259709" y="144905"/>
                  </a:cubicBezTo>
                  <a:cubicBezTo>
                    <a:pt x="258495" y="145755"/>
                    <a:pt x="257280" y="146678"/>
                    <a:pt x="256017" y="147431"/>
                  </a:cubicBezTo>
                  <a:lnTo>
                    <a:pt x="255094" y="148014"/>
                  </a:lnTo>
                  <a:lnTo>
                    <a:pt x="254632" y="148330"/>
                  </a:lnTo>
                  <a:lnTo>
                    <a:pt x="254195" y="148621"/>
                  </a:lnTo>
                  <a:lnTo>
                    <a:pt x="252276" y="149715"/>
                  </a:lnTo>
                  <a:cubicBezTo>
                    <a:pt x="251644" y="150079"/>
                    <a:pt x="250988" y="150395"/>
                    <a:pt x="250357" y="150735"/>
                  </a:cubicBezTo>
                  <a:lnTo>
                    <a:pt x="249385" y="151245"/>
                  </a:lnTo>
                  <a:lnTo>
                    <a:pt x="248389" y="151707"/>
                  </a:lnTo>
                  <a:cubicBezTo>
                    <a:pt x="243166" y="154160"/>
                    <a:pt x="237749" y="156103"/>
                    <a:pt x="232162" y="157561"/>
                  </a:cubicBezTo>
                  <a:cubicBezTo>
                    <a:pt x="229417" y="158290"/>
                    <a:pt x="226672" y="158921"/>
                    <a:pt x="223902" y="159480"/>
                  </a:cubicBezTo>
                  <a:cubicBezTo>
                    <a:pt x="221133" y="160039"/>
                    <a:pt x="218364" y="160525"/>
                    <a:pt x="215619" y="160962"/>
                  </a:cubicBezTo>
                  <a:lnTo>
                    <a:pt x="213554" y="161278"/>
                  </a:lnTo>
                  <a:cubicBezTo>
                    <a:pt x="212849" y="161399"/>
                    <a:pt x="212169" y="161496"/>
                    <a:pt x="211465" y="161569"/>
                  </a:cubicBezTo>
                  <a:lnTo>
                    <a:pt x="207335" y="162128"/>
                  </a:lnTo>
                  <a:lnTo>
                    <a:pt x="203181" y="162662"/>
                  </a:lnTo>
                  <a:cubicBezTo>
                    <a:pt x="201796" y="162808"/>
                    <a:pt x="200412" y="162954"/>
                    <a:pt x="199027" y="163100"/>
                  </a:cubicBezTo>
                  <a:cubicBezTo>
                    <a:pt x="196234" y="163367"/>
                    <a:pt x="193464" y="163707"/>
                    <a:pt x="190646" y="163853"/>
                  </a:cubicBezTo>
                  <a:lnTo>
                    <a:pt x="186444" y="164168"/>
                  </a:lnTo>
                  <a:cubicBezTo>
                    <a:pt x="185059" y="164266"/>
                    <a:pt x="183650" y="164387"/>
                    <a:pt x="182241" y="164436"/>
                  </a:cubicBezTo>
                  <a:cubicBezTo>
                    <a:pt x="182897" y="164217"/>
                    <a:pt x="184816" y="163901"/>
                    <a:pt x="181561" y="163901"/>
                  </a:cubicBezTo>
                  <a:lnTo>
                    <a:pt x="183699" y="163804"/>
                  </a:lnTo>
                  <a:lnTo>
                    <a:pt x="185812" y="163610"/>
                  </a:lnTo>
                  <a:lnTo>
                    <a:pt x="190063" y="163270"/>
                  </a:lnTo>
                  <a:lnTo>
                    <a:pt x="192201" y="163075"/>
                  </a:lnTo>
                  <a:lnTo>
                    <a:pt x="193246" y="163002"/>
                  </a:lnTo>
                  <a:lnTo>
                    <a:pt x="194314" y="162881"/>
                  </a:lnTo>
                  <a:lnTo>
                    <a:pt x="198541" y="162419"/>
                  </a:lnTo>
                  <a:lnTo>
                    <a:pt x="202768" y="161958"/>
                  </a:lnTo>
                  <a:lnTo>
                    <a:pt x="206971" y="161375"/>
                  </a:lnTo>
                  <a:cubicBezTo>
                    <a:pt x="209764" y="160986"/>
                    <a:pt x="212558" y="160597"/>
                    <a:pt x="215352" y="160160"/>
                  </a:cubicBezTo>
                  <a:cubicBezTo>
                    <a:pt x="218145" y="159699"/>
                    <a:pt x="220939" y="159213"/>
                    <a:pt x="223732" y="158630"/>
                  </a:cubicBezTo>
                  <a:cubicBezTo>
                    <a:pt x="226526" y="158047"/>
                    <a:pt x="229320" y="157415"/>
                    <a:pt x="232089" y="156662"/>
                  </a:cubicBezTo>
                  <a:cubicBezTo>
                    <a:pt x="234858" y="155909"/>
                    <a:pt x="237603" y="155059"/>
                    <a:pt x="240324" y="154087"/>
                  </a:cubicBezTo>
                  <a:cubicBezTo>
                    <a:pt x="241028" y="153844"/>
                    <a:pt x="241684" y="153553"/>
                    <a:pt x="242365" y="153310"/>
                  </a:cubicBezTo>
                  <a:lnTo>
                    <a:pt x="243385" y="152921"/>
                  </a:lnTo>
                  <a:cubicBezTo>
                    <a:pt x="243725" y="152775"/>
                    <a:pt x="244065" y="152630"/>
                    <a:pt x="244381" y="152484"/>
                  </a:cubicBezTo>
                  <a:cubicBezTo>
                    <a:pt x="245061" y="152217"/>
                    <a:pt x="245717" y="151925"/>
                    <a:pt x="246397" y="151634"/>
                  </a:cubicBezTo>
                  <a:lnTo>
                    <a:pt x="248389" y="150711"/>
                  </a:lnTo>
                  <a:cubicBezTo>
                    <a:pt x="249045" y="150395"/>
                    <a:pt x="249677" y="150055"/>
                    <a:pt x="250332" y="149715"/>
                  </a:cubicBezTo>
                  <a:cubicBezTo>
                    <a:pt x="250988" y="149374"/>
                    <a:pt x="251644" y="149034"/>
                    <a:pt x="252276" y="148670"/>
                  </a:cubicBezTo>
                  <a:lnTo>
                    <a:pt x="254195" y="147553"/>
                  </a:lnTo>
                  <a:lnTo>
                    <a:pt x="256041" y="146387"/>
                  </a:lnTo>
                  <a:cubicBezTo>
                    <a:pt x="258543" y="144759"/>
                    <a:pt x="260924" y="142937"/>
                    <a:pt x="263134" y="140945"/>
                  </a:cubicBezTo>
                  <a:lnTo>
                    <a:pt x="263960" y="140192"/>
                  </a:lnTo>
                  <a:lnTo>
                    <a:pt x="264762" y="139415"/>
                  </a:lnTo>
                  <a:cubicBezTo>
                    <a:pt x="265272" y="138905"/>
                    <a:pt x="265831" y="138394"/>
                    <a:pt x="266341" y="137836"/>
                  </a:cubicBezTo>
                  <a:lnTo>
                    <a:pt x="267847" y="136208"/>
                  </a:lnTo>
                  <a:lnTo>
                    <a:pt x="268212" y="135795"/>
                  </a:lnTo>
                  <a:lnTo>
                    <a:pt x="268552" y="135358"/>
                  </a:lnTo>
                  <a:lnTo>
                    <a:pt x="269256" y="134508"/>
                  </a:lnTo>
                  <a:cubicBezTo>
                    <a:pt x="270228" y="133390"/>
                    <a:pt x="271078" y="132176"/>
                    <a:pt x="271953" y="130985"/>
                  </a:cubicBezTo>
                  <a:cubicBezTo>
                    <a:pt x="272778" y="129771"/>
                    <a:pt x="273629" y="128556"/>
                    <a:pt x="274382" y="127293"/>
                  </a:cubicBezTo>
                  <a:lnTo>
                    <a:pt x="274916" y="126346"/>
                  </a:lnTo>
                  <a:lnTo>
                    <a:pt x="275208" y="125860"/>
                  </a:lnTo>
                  <a:lnTo>
                    <a:pt x="275451" y="125374"/>
                  </a:lnTo>
                  <a:lnTo>
                    <a:pt x="276519" y="123455"/>
                  </a:lnTo>
                  <a:cubicBezTo>
                    <a:pt x="276860" y="122799"/>
                    <a:pt x="277151" y="122119"/>
                    <a:pt x="277491" y="121463"/>
                  </a:cubicBezTo>
                  <a:lnTo>
                    <a:pt x="277953" y="120467"/>
                  </a:lnTo>
                  <a:lnTo>
                    <a:pt x="278390" y="119471"/>
                  </a:lnTo>
                  <a:cubicBezTo>
                    <a:pt x="279556" y="116774"/>
                    <a:pt x="280552" y="114005"/>
                    <a:pt x="281378" y="111187"/>
                  </a:cubicBezTo>
                  <a:lnTo>
                    <a:pt x="281961" y="109074"/>
                  </a:lnTo>
                  <a:cubicBezTo>
                    <a:pt x="282131" y="108369"/>
                    <a:pt x="282277" y="107641"/>
                    <a:pt x="282447" y="106936"/>
                  </a:cubicBezTo>
                  <a:lnTo>
                    <a:pt x="282690" y="105867"/>
                  </a:lnTo>
                  <a:lnTo>
                    <a:pt x="282884" y="104774"/>
                  </a:lnTo>
                  <a:cubicBezTo>
                    <a:pt x="283006" y="104045"/>
                    <a:pt x="283151" y="103341"/>
                    <a:pt x="283248" y="102612"/>
                  </a:cubicBezTo>
                  <a:cubicBezTo>
                    <a:pt x="283686" y="99697"/>
                    <a:pt x="283929" y="96758"/>
                    <a:pt x="283977" y="93818"/>
                  </a:cubicBezTo>
                  <a:cubicBezTo>
                    <a:pt x="284026" y="90879"/>
                    <a:pt x="283856" y="87915"/>
                    <a:pt x="283491" y="85000"/>
                  </a:cubicBezTo>
                  <a:cubicBezTo>
                    <a:pt x="283394" y="84247"/>
                    <a:pt x="283273" y="83518"/>
                    <a:pt x="283151" y="82790"/>
                  </a:cubicBezTo>
                  <a:lnTo>
                    <a:pt x="282981" y="81697"/>
                  </a:lnTo>
                  <a:lnTo>
                    <a:pt x="282763" y="80603"/>
                  </a:lnTo>
                  <a:cubicBezTo>
                    <a:pt x="282593" y="79875"/>
                    <a:pt x="282471" y="79146"/>
                    <a:pt x="282277" y="78417"/>
                  </a:cubicBezTo>
                  <a:lnTo>
                    <a:pt x="281694" y="76255"/>
                  </a:lnTo>
                  <a:cubicBezTo>
                    <a:pt x="281621" y="75891"/>
                    <a:pt x="281499" y="75551"/>
                    <a:pt x="281378" y="75186"/>
                  </a:cubicBezTo>
                  <a:lnTo>
                    <a:pt x="281038" y="74117"/>
                  </a:lnTo>
                  <a:lnTo>
                    <a:pt x="280698" y="73049"/>
                  </a:lnTo>
                  <a:cubicBezTo>
                    <a:pt x="280576" y="72708"/>
                    <a:pt x="280431" y="72344"/>
                    <a:pt x="280285" y="72004"/>
                  </a:cubicBezTo>
                  <a:cubicBezTo>
                    <a:pt x="280018" y="71324"/>
                    <a:pt x="279750" y="70595"/>
                    <a:pt x="279483" y="69915"/>
                  </a:cubicBezTo>
                  <a:lnTo>
                    <a:pt x="278536" y="67874"/>
                  </a:lnTo>
                  <a:cubicBezTo>
                    <a:pt x="278244" y="67170"/>
                    <a:pt x="277880" y="66514"/>
                    <a:pt x="277515" y="65858"/>
                  </a:cubicBezTo>
                  <a:cubicBezTo>
                    <a:pt x="277175" y="65178"/>
                    <a:pt x="276835" y="64498"/>
                    <a:pt x="276447" y="63866"/>
                  </a:cubicBezTo>
                  <a:lnTo>
                    <a:pt x="275256" y="61923"/>
                  </a:lnTo>
                  <a:cubicBezTo>
                    <a:pt x="274843" y="61291"/>
                    <a:pt x="274406" y="60684"/>
                    <a:pt x="273993" y="60052"/>
                  </a:cubicBezTo>
                  <a:cubicBezTo>
                    <a:pt x="273774" y="59736"/>
                    <a:pt x="273556" y="59445"/>
                    <a:pt x="273337" y="59129"/>
                  </a:cubicBezTo>
                  <a:lnTo>
                    <a:pt x="272657" y="58255"/>
                  </a:lnTo>
                  <a:cubicBezTo>
                    <a:pt x="272171" y="57672"/>
                    <a:pt x="271758" y="57064"/>
                    <a:pt x="271272" y="56506"/>
                  </a:cubicBezTo>
                  <a:lnTo>
                    <a:pt x="269815" y="54805"/>
                  </a:lnTo>
                  <a:cubicBezTo>
                    <a:pt x="269572" y="54514"/>
                    <a:pt x="269329" y="54246"/>
                    <a:pt x="269062" y="53979"/>
                  </a:cubicBezTo>
                  <a:lnTo>
                    <a:pt x="268309" y="53178"/>
                  </a:lnTo>
                  <a:cubicBezTo>
                    <a:pt x="267313" y="52084"/>
                    <a:pt x="266244" y="51113"/>
                    <a:pt x="265199" y="50068"/>
                  </a:cubicBezTo>
                  <a:cubicBezTo>
                    <a:pt x="264106" y="49096"/>
                    <a:pt x="263037" y="48100"/>
                    <a:pt x="261920" y="47202"/>
                  </a:cubicBezTo>
                  <a:cubicBezTo>
                    <a:pt x="257474" y="43461"/>
                    <a:pt x="252762" y="40230"/>
                    <a:pt x="248049" y="37193"/>
                  </a:cubicBezTo>
                  <a:cubicBezTo>
                    <a:pt x="245693" y="35687"/>
                    <a:pt x="243361" y="34230"/>
                    <a:pt x="241004" y="32772"/>
                  </a:cubicBezTo>
                  <a:lnTo>
                    <a:pt x="237506" y="30610"/>
                  </a:lnTo>
                  <a:lnTo>
                    <a:pt x="236656" y="30076"/>
                  </a:lnTo>
                  <a:lnTo>
                    <a:pt x="236219" y="29784"/>
                  </a:lnTo>
                  <a:lnTo>
                    <a:pt x="235806" y="29541"/>
                  </a:lnTo>
                  <a:lnTo>
                    <a:pt x="234178" y="28472"/>
                  </a:lnTo>
                  <a:cubicBezTo>
                    <a:pt x="229878" y="25557"/>
                    <a:pt x="225627" y="22156"/>
                    <a:pt x="221206" y="18731"/>
                  </a:cubicBezTo>
                  <a:cubicBezTo>
                    <a:pt x="218971" y="17031"/>
                    <a:pt x="216712" y="15306"/>
                    <a:pt x="214331" y="13630"/>
                  </a:cubicBezTo>
                  <a:cubicBezTo>
                    <a:pt x="213190" y="12804"/>
                    <a:pt x="211951" y="12002"/>
                    <a:pt x="210736" y="11176"/>
                  </a:cubicBezTo>
                  <a:cubicBezTo>
                    <a:pt x="209473" y="10399"/>
                    <a:pt x="208210" y="9622"/>
                    <a:pt x="206898" y="8844"/>
                  </a:cubicBezTo>
                  <a:cubicBezTo>
                    <a:pt x="205610" y="8067"/>
                    <a:pt x="204226" y="7387"/>
                    <a:pt x="202865" y="6707"/>
                  </a:cubicBezTo>
                  <a:cubicBezTo>
                    <a:pt x="201456" y="6051"/>
                    <a:pt x="200072" y="5395"/>
                    <a:pt x="198541" y="4885"/>
                  </a:cubicBezTo>
                  <a:lnTo>
                    <a:pt x="197424" y="4472"/>
                  </a:lnTo>
                  <a:cubicBezTo>
                    <a:pt x="197059" y="4326"/>
                    <a:pt x="196695" y="4229"/>
                    <a:pt x="196306" y="4132"/>
                  </a:cubicBezTo>
                  <a:lnTo>
                    <a:pt x="194047" y="3476"/>
                  </a:lnTo>
                  <a:cubicBezTo>
                    <a:pt x="193318" y="3257"/>
                    <a:pt x="192541" y="3111"/>
                    <a:pt x="191812" y="2941"/>
                  </a:cubicBezTo>
                  <a:cubicBezTo>
                    <a:pt x="191059" y="2796"/>
                    <a:pt x="190306" y="2601"/>
                    <a:pt x="189553" y="2504"/>
                  </a:cubicBezTo>
                  <a:lnTo>
                    <a:pt x="189747" y="1435"/>
                  </a:lnTo>
                  <a:lnTo>
                    <a:pt x="188144" y="1168"/>
                  </a:lnTo>
                  <a:cubicBezTo>
                    <a:pt x="187610" y="1071"/>
                    <a:pt x="187051" y="949"/>
                    <a:pt x="186541" y="901"/>
                  </a:cubicBezTo>
                  <a:lnTo>
                    <a:pt x="183334" y="512"/>
                  </a:lnTo>
                  <a:lnTo>
                    <a:pt x="180152" y="245"/>
                  </a:lnTo>
                  <a:cubicBezTo>
                    <a:pt x="179107" y="172"/>
                    <a:pt x="178063" y="148"/>
                    <a:pt x="176994" y="99"/>
                  </a:cubicBezTo>
                  <a:cubicBezTo>
                    <a:pt x="175288" y="30"/>
                    <a:pt x="173586" y="1"/>
                    <a:pt x="171889" y="1"/>
                  </a:cubicBezTo>
                  <a:close/>
                </a:path>
              </a:pathLst>
            </a:custGeom>
            <a:solidFill>
              <a:srgbClr val="5EA4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0" name="Google Shape;380;p48"/>
          <p:cNvGrpSpPr/>
          <p:nvPr/>
        </p:nvGrpSpPr>
        <p:grpSpPr>
          <a:xfrm>
            <a:off x="620738" y="583871"/>
            <a:ext cx="1252756" cy="791730"/>
            <a:chOff x="209625" y="551300"/>
            <a:chExt cx="7170900" cy="4592400"/>
          </a:xfrm>
        </p:grpSpPr>
        <p:sp>
          <p:nvSpPr>
            <p:cNvPr id="381" name="Google Shape;381;p48"/>
            <p:cNvSpPr/>
            <p:nvPr/>
          </p:nvSpPr>
          <p:spPr>
            <a:xfrm>
              <a:off x="838900" y="1811875"/>
              <a:ext cx="238725" cy="180050"/>
            </a:xfrm>
            <a:custGeom>
              <a:rect b="b" l="l" r="r" t="t"/>
              <a:pathLst>
                <a:path extrusionOk="0" h="7202" w="9549">
                  <a:moveTo>
                    <a:pt x="4802" y="0"/>
                  </a:moveTo>
                  <a:cubicBezTo>
                    <a:pt x="1601" y="0"/>
                    <a:pt x="1" y="3825"/>
                    <a:pt x="2252" y="6103"/>
                  </a:cubicBezTo>
                  <a:cubicBezTo>
                    <a:pt x="2930" y="6835"/>
                    <a:pt x="3852" y="7201"/>
                    <a:pt x="4775" y="7201"/>
                  </a:cubicBezTo>
                  <a:cubicBezTo>
                    <a:pt x="5697" y="7201"/>
                    <a:pt x="6619" y="6835"/>
                    <a:pt x="7297" y="6103"/>
                  </a:cubicBezTo>
                  <a:cubicBezTo>
                    <a:pt x="9548" y="3879"/>
                    <a:pt x="7975" y="27"/>
                    <a:pt x="480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48"/>
            <p:cNvSpPr/>
            <p:nvPr/>
          </p:nvSpPr>
          <p:spPr>
            <a:xfrm>
              <a:off x="1469250" y="1182575"/>
              <a:ext cx="238325" cy="179750"/>
            </a:xfrm>
            <a:custGeom>
              <a:rect b="b" l="l" r="r" t="t"/>
              <a:pathLst>
                <a:path extrusionOk="0" h="7190" w="9533">
                  <a:moveTo>
                    <a:pt x="4746" y="1"/>
                  </a:moveTo>
                  <a:cubicBezTo>
                    <a:pt x="1616" y="1"/>
                    <a:pt x="0" y="3761"/>
                    <a:pt x="2182" y="6050"/>
                  </a:cubicBezTo>
                  <a:cubicBezTo>
                    <a:pt x="2859" y="6810"/>
                    <a:pt x="3796" y="7189"/>
                    <a:pt x="4739" y="7189"/>
                  </a:cubicBezTo>
                  <a:cubicBezTo>
                    <a:pt x="5648" y="7189"/>
                    <a:pt x="6562" y="6837"/>
                    <a:pt x="7254" y="6131"/>
                  </a:cubicBezTo>
                  <a:cubicBezTo>
                    <a:pt x="9532" y="3934"/>
                    <a:pt x="8013" y="55"/>
                    <a:pt x="4813" y="1"/>
                  </a:cubicBezTo>
                  <a:cubicBezTo>
                    <a:pt x="4790"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48"/>
            <p:cNvSpPr/>
            <p:nvPr/>
          </p:nvSpPr>
          <p:spPr>
            <a:xfrm>
              <a:off x="2098325" y="551550"/>
              <a:ext cx="239200" cy="180150"/>
            </a:xfrm>
            <a:custGeom>
              <a:rect b="b" l="l" r="r" t="t"/>
              <a:pathLst>
                <a:path extrusionOk="0" h="7206" w="9568">
                  <a:moveTo>
                    <a:pt x="4746" y="0"/>
                  </a:moveTo>
                  <a:cubicBezTo>
                    <a:pt x="3826" y="0"/>
                    <a:pt x="2912" y="366"/>
                    <a:pt x="2244" y="1102"/>
                  </a:cubicBezTo>
                  <a:cubicBezTo>
                    <a:pt x="1" y="3372"/>
                    <a:pt x="1609" y="7205"/>
                    <a:pt x="4787" y="7205"/>
                  </a:cubicBezTo>
                  <a:cubicBezTo>
                    <a:pt x="4798" y="7205"/>
                    <a:pt x="4810" y="7205"/>
                    <a:pt x="4821" y="7205"/>
                  </a:cubicBezTo>
                  <a:cubicBezTo>
                    <a:pt x="7994" y="7151"/>
                    <a:pt x="9568" y="3299"/>
                    <a:pt x="7262" y="1075"/>
                  </a:cubicBezTo>
                  <a:cubicBezTo>
                    <a:pt x="6574" y="360"/>
                    <a:pt x="5657" y="0"/>
                    <a:pt x="474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48"/>
            <p:cNvSpPr/>
            <p:nvPr/>
          </p:nvSpPr>
          <p:spPr>
            <a:xfrm>
              <a:off x="1468850" y="1811875"/>
              <a:ext cx="238725" cy="180050"/>
            </a:xfrm>
            <a:custGeom>
              <a:rect b="b" l="l" r="r" t="t"/>
              <a:pathLst>
                <a:path extrusionOk="0" h="7202" w="9549">
                  <a:moveTo>
                    <a:pt x="4748" y="0"/>
                  </a:moveTo>
                  <a:cubicBezTo>
                    <a:pt x="1574" y="27"/>
                    <a:pt x="1" y="3879"/>
                    <a:pt x="2252" y="6103"/>
                  </a:cubicBezTo>
                  <a:cubicBezTo>
                    <a:pt x="2944" y="6835"/>
                    <a:pt x="3866" y="7201"/>
                    <a:pt x="4788" y="7201"/>
                  </a:cubicBezTo>
                  <a:cubicBezTo>
                    <a:pt x="5710" y="7201"/>
                    <a:pt x="6633" y="6835"/>
                    <a:pt x="7324" y="6103"/>
                  </a:cubicBezTo>
                  <a:cubicBezTo>
                    <a:pt x="9548" y="3825"/>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48"/>
            <p:cNvSpPr/>
            <p:nvPr/>
          </p:nvSpPr>
          <p:spPr>
            <a:xfrm>
              <a:off x="2116450" y="1181050"/>
              <a:ext cx="202775" cy="181225"/>
            </a:xfrm>
            <a:custGeom>
              <a:rect b="b" l="l" r="r" t="t"/>
              <a:pathLst>
                <a:path extrusionOk="0" h="7249" w="8111">
                  <a:moveTo>
                    <a:pt x="4037" y="0"/>
                  </a:moveTo>
                  <a:cubicBezTo>
                    <a:pt x="3213" y="0"/>
                    <a:pt x="2393" y="309"/>
                    <a:pt x="1709" y="930"/>
                  </a:cubicBezTo>
                  <a:cubicBezTo>
                    <a:pt x="163" y="2314"/>
                    <a:pt x="0" y="4429"/>
                    <a:pt x="1356" y="5975"/>
                  </a:cubicBezTo>
                  <a:cubicBezTo>
                    <a:pt x="2109" y="6817"/>
                    <a:pt x="3087" y="7248"/>
                    <a:pt x="4067" y="7248"/>
                  </a:cubicBezTo>
                  <a:cubicBezTo>
                    <a:pt x="4887" y="7248"/>
                    <a:pt x="5709" y="6946"/>
                    <a:pt x="6401" y="6328"/>
                  </a:cubicBezTo>
                  <a:cubicBezTo>
                    <a:pt x="7920" y="4972"/>
                    <a:pt x="8110" y="2775"/>
                    <a:pt x="6754" y="1283"/>
                  </a:cubicBezTo>
                  <a:cubicBezTo>
                    <a:pt x="5990" y="431"/>
                    <a:pt x="5011" y="0"/>
                    <a:pt x="403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48"/>
            <p:cNvSpPr/>
            <p:nvPr/>
          </p:nvSpPr>
          <p:spPr>
            <a:xfrm>
              <a:off x="2747075" y="551300"/>
              <a:ext cx="201425" cy="180975"/>
            </a:xfrm>
            <a:custGeom>
              <a:rect b="b" l="l" r="r" t="t"/>
              <a:pathLst>
                <a:path extrusionOk="0" h="7239" w="8057">
                  <a:moveTo>
                    <a:pt x="4008" y="1"/>
                  </a:moveTo>
                  <a:cubicBezTo>
                    <a:pt x="3158" y="1"/>
                    <a:pt x="2309" y="334"/>
                    <a:pt x="1601" y="1004"/>
                  </a:cubicBezTo>
                  <a:cubicBezTo>
                    <a:pt x="82" y="2414"/>
                    <a:pt x="0" y="4557"/>
                    <a:pt x="1384" y="6049"/>
                  </a:cubicBezTo>
                  <a:cubicBezTo>
                    <a:pt x="2129" y="6837"/>
                    <a:pt x="3086" y="7239"/>
                    <a:pt x="4043" y="7239"/>
                  </a:cubicBezTo>
                  <a:cubicBezTo>
                    <a:pt x="4897" y="7239"/>
                    <a:pt x="5752" y="6918"/>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48"/>
            <p:cNvSpPr/>
            <p:nvPr/>
          </p:nvSpPr>
          <p:spPr>
            <a:xfrm>
              <a:off x="2098125" y="1811875"/>
              <a:ext cx="238725" cy="180550"/>
            </a:xfrm>
            <a:custGeom>
              <a:rect b="b" l="l" r="r" t="t"/>
              <a:pathLst>
                <a:path extrusionOk="0" h="7222" w="9549">
                  <a:moveTo>
                    <a:pt x="4775" y="0"/>
                  </a:moveTo>
                  <a:cubicBezTo>
                    <a:pt x="1601" y="0"/>
                    <a:pt x="1" y="3852"/>
                    <a:pt x="2252" y="6103"/>
                  </a:cubicBezTo>
                  <a:cubicBezTo>
                    <a:pt x="2930" y="6849"/>
                    <a:pt x="3852" y="7222"/>
                    <a:pt x="4775" y="7222"/>
                  </a:cubicBezTo>
                  <a:cubicBezTo>
                    <a:pt x="5697" y="7222"/>
                    <a:pt x="6619" y="6849"/>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48"/>
            <p:cNvSpPr/>
            <p:nvPr/>
          </p:nvSpPr>
          <p:spPr>
            <a:xfrm>
              <a:off x="2728000" y="1181375"/>
              <a:ext cx="238800" cy="179625"/>
            </a:xfrm>
            <a:custGeom>
              <a:rect b="b" l="l" r="r" t="t"/>
              <a:pathLst>
                <a:path extrusionOk="0" h="7185" w="9552">
                  <a:moveTo>
                    <a:pt x="4771" y="1"/>
                  </a:moveTo>
                  <a:cubicBezTo>
                    <a:pt x="3826" y="1"/>
                    <a:pt x="2884" y="381"/>
                    <a:pt x="2201" y="1134"/>
                  </a:cubicBezTo>
                  <a:cubicBezTo>
                    <a:pt x="0" y="3416"/>
                    <a:pt x="1624" y="7184"/>
                    <a:pt x="4759" y="7184"/>
                  </a:cubicBezTo>
                  <a:cubicBezTo>
                    <a:pt x="4792" y="7184"/>
                    <a:pt x="4825" y="7184"/>
                    <a:pt x="4859" y="7183"/>
                  </a:cubicBezTo>
                  <a:cubicBezTo>
                    <a:pt x="8033" y="7129"/>
                    <a:pt x="9551" y="3223"/>
                    <a:pt x="7246" y="1026"/>
                  </a:cubicBezTo>
                  <a:cubicBezTo>
                    <a:pt x="6561" y="340"/>
                    <a:pt x="566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48"/>
            <p:cNvSpPr/>
            <p:nvPr/>
          </p:nvSpPr>
          <p:spPr>
            <a:xfrm>
              <a:off x="3358025" y="551525"/>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6"/>
                    <a:pt x="4738" y="7206"/>
                    <a:pt x="4761" y="7206"/>
                  </a:cubicBezTo>
                  <a:cubicBezTo>
                    <a:pt x="7917" y="7206"/>
                    <a:pt x="9533" y="3420"/>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48"/>
            <p:cNvSpPr/>
            <p:nvPr/>
          </p:nvSpPr>
          <p:spPr>
            <a:xfrm>
              <a:off x="2747075" y="1810525"/>
              <a:ext cx="201425" cy="180975"/>
            </a:xfrm>
            <a:custGeom>
              <a:rect b="b" l="l" r="r" t="t"/>
              <a:pathLst>
                <a:path extrusionOk="0" h="7239" w="8057">
                  <a:moveTo>
                    <a:pt x="4008" y="0"/>
                  </a:moveTo>
                  <a:cubicBezTo>
                    <a:pt x="3158" y="0"/>
                    <a:pt x="2309" y="334"/>
                    <a:pt x="1601" y="1003"/>
                  </a:cubicBezTo>
                  <a:cubicBezTo>
                    <a:pt x="109" y="2414"/>
                    <a:pt x="0" y="4584"/>
                    <a:pt x="1384" y="6048"/>
                  </a:cubicBezTo>
                  <a:cubicBezTo>
                    <a:pt x="2086" y="6837"/>
                    <a:pt x="3060" y="7239"/>
                    <a:pt x="4036" y="7239"/>
                  </a:cubicBezTo>
                  <a:cubicBezTo>
                    <a:pt x="4906" y="7239"/>
                    <a:pt x="5778" y="6918"/>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48"/>
            <p:cNvSpPr/>
            <p:nvPr/>
          </p:nvSpPr>
          <p:spPr>
            <a:xfrm>
              <a:off x="3358025" y="1180950"/>
              <a:ext cx="238150" cy="180725"/>
            </a:xfrm>
            <a:custGeom>
              <a:rect b="b" l="l" r="r" t="t"/>
              <a:pathLst>
                <a:path extrusionOk="0" h="7229" w="9526">
                  <a:moveTo>
                    <a:pt x="4763" y="1"/>
                  </a:moveTo>
                  <a:cubicBezTo>
                    <a:pt x="3897" y="1"/>
                    <a:pt x="3028" y="347"/>
                    <a:pt x="2306" y="1043"/>
                  </a:cubicBezTo>
                  <a:cubicBezTo>
                    <a:pt x="1" y="3240"/>
                    <a:pt x="1493" y="7146"/>
                    <a:pt x="4666" y="7227"/>
                  </a:cubicBezTo>
                  <a:cubicBezTo>
                    <a:pt x="4700" y="7228"/>
                    <a:pt x="4733" y="7228"/>
                    <a:pt x="4767" y="7228"/>
                  </a:cubicBezTo>
                  <a:cubicBezTo>
                    <a:pt x="7902" y="7228"/>
                    <a:pt x="9525" y="3460"/>
                    <a:pt x="7352" y="1178"/>
                  </a:cubicBezTo>
                  <a:cubicBezTo>
                    <a:pt x="6610" y="394"/>
                    <a:pt x="5687" y="1"/>
                    <a:pt x="476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48"/>
            <p:cNvSpPr/>
            <p:nvPr/>
          </p:nvSpPr>
          <p:spPr>
            <a:xfrm>
              <a:off x="3357750" y="1811100"/>
              <a:ext cx="239000" cy="179825"/>
            </a:xfrm>
            <a:custGeom>
              <a:rect b="b" l="l" r="r" t="t"/>
              <a:pathLst>
                <a:path extrusionOk="0" h="7193" w="9560">
                  <a:moveTo>
                    <a:pt x="4786" y="0"/>
                  </a:moveTo>
                  <a:cubicBezTo>
                    <a:pt x="3845" y="0"/>
                    <a:pt x="2903" y="380"/>
                    <a:pt x="2209" y="1143"/>
                  </a:cubicBezTo>
                  <a:cubicBezTo>
                    <a:pt x="0" y="3406"/>
                    <a:pt x="1616" y="7192"/>
                    <a:pt x="4773" y="7192"/>
                  </a:cubicBezTo>
                  <a:cubicBezTo>
                    <a:pt x="4795" y="7192"/>
                    <a:pt x="4818" y="7192"/>
                    <a:pt x="4840" y="7192"/>
                  </a:cubicBezTo>
                  <a:cubicBezTo>
                    <a:pt x="8013"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48"/>
            <p:cNvSpPr/>
            <p:nvPr/>
          </p:nvSpPr>
          <p:spPr>
            <a:xfrm>
              <a:off x="209625" y="552625"/>
              <a:ext cx="238325" cy="180000"/>
            </a:xfrm>
            <a:custGeom>
              <a:rect b="b" l="l" r="r" t="t"/>
              <a:pathLst>
                <a:path extrusionOk="0" h="7200" w="9533">
                  <a:moveTo>
                    <a:pt x="4760" y="1"/>
                  </a:moveTo>
                  <a:cubicBezTo>
                    <a:pt x="4738" y="1"/>
                    <a:pt x="4716" y="1"/>
                    <a:pt x="4693" y="1"/>
                  </a:cubicBezTo>
                  <a:cubicBezTo>
                    <a:pt x="1520" y="55"/>
                    <a:pt x="1" y="3934"/>
                    <a:pt x="2279" y="6131"/>
                  </a:cubicBezTo>
                  <a:cubicBezTo>
                    <a:pt x="2955" y="6847"/>
                    <a:pt x="3857" y="7200"/>
                    <a:pt x="4759" y="7200"/>
                  </a:cubicBezTo>
                  <a:cubicBezTo>
                    <a:pt x="5702" y="7200"/>
                    <a:pt x="6644" y="6813"/>
                    <a:pt x="7324" y="6050"/>
                  </a:cubicBezTo>
                  <a:cubicBezTo>
                    <a:pt x="9533" y="3787"/>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48"/>
            <p:cNvSpPr/>
            <p:nvPr/>
          </p:nvSpPr>
          <p:spPr>
            <a:xfrm>
              <a:off x="210025" y="1182575"/>
              <a:ext cx="238325" cy="179650"/>
            </a:xfrm>
            <a:custGeom>
              <a:rect b="b" l="l" r="r" t="t"/>
              <a:pathLst>
                <a:path extrusionOk="0" h="7186" w="9533">
                  <a:moveTo>
                    <a:pt x="4719" y="1"/>
                  </a:moveTo>
                  <a:cubicBezTo>
                    <a:pt x="1590" y="1"/>
                    <a:pt x="0" y="3787"/>
                    <a:pt x="2209" y="6050"/>
                  </a:cubicBezTo>
                  <a:cubicBezTo>
                    <a:pt x="2896" y="6806"/>
                    <a:pt x="3828" y="7186"/>
                    <a:pt x="4759" y="7186"/>
                  </a:cubicBezTo>
                  <a:cubicBezTo>
                    <a:pt x="5665" y="7186"/>
                    <a:pt x="6572" y="6826"/>
                    <a:pt x="7254" y="6104"/>
                  </a:cubicBezTo>
                  <a:cubicBezTo>
                    <a:pt x="9532" y="3880"/>
                    <a:pt x="7986" y="28"/>
                    <a:pt x="4786" y="1"/>
                  </a:cubicBezTo>
                  <a:cubicBezTo>
                    <a:pt x="4763" y="1"/>
                    <a:pt x="4741" y="1"/>
                    <a:pt x="471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48"/>
            <p:cNvSpPr/>
            <p:nvPr/>
          </p:nvSpPr>
          <p:spPr>
            <a:xfrm>
              <a:off x="839100" y="552650"/>
              <a:ext cx="238525" cy="179800"/>
            </a:xfrm>
            <a:custGeom>
              <a:rect b="b" l="l" r="r" t="t"/>
              <a:pathLst>
                <a:path extrusionOk="0" h="7192" w="9541">
                  <a:moveTo>
                    <a:pt x="4787" y="0"/>
                  </a:moveTo>
                  <a:cubicBezTo>
                    <a:pt x="1609" y="0"/>
                    <a:pt x="1" y="3806"/>
                    <a:pt x="2217" y="6076"/>
                  </a:cubicBezTo>
                  <a:cubicBezTo>
                    <a:pt x="2905" y="6819"/>
                    <a:pt x="3843" y="7192"/>
                    <a:pt x="4778" y="7192"/>
                  </a:cubicBezTo>
                  <a:cubicBezTo>
                    <a:pt x="5687" y="7192"/>
                    <a:pt x="6593" y="6839"/>
                    <a:pt x="7262" y="6130"/>
                  </a:cubicBezTo>
                  <a:cubicBezTo>
                    <a:pt x="9540" y="3906"/>
                    <a:pt x="7994"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48"/>
            <p:cNvSpPr/>
            <p:nvPr/>
          </p:nvSpPr>
          <p:spPr>
            <a:xfrm>
              <a:off x="209825" y="1811850"/>
              <a:ext cx="238525" cy="180325"/>
            </a:xfrm>
            <a:custGeom>
              <a:rect b="b" l="l" r="r" t="t"/>
              <a:pathLst>
                <a:path extrusionOk="0" h="7213" w="9541">
                  <a:moveTo>
                    <a:pt x="4760" y="1"/>
                  </a:moveTo>
                  <a:cubicBezTo>
                    <a:pt x="1609" y="1"/>
                    <a:pt x="1" y="3806"/>
                    <a:pt x="2217" y="6077"/>
                  </a:cubicBezTo>
                  <a:cubicBezTo>
                    <a:pt x="2904" y="6833"/>
                    <a:pt x="3836" y="7213"/>
                    <a:pt x="4767" y="7213"/>
                  </a:cubicBezTo>
                  <a:cubicBezTo>
                    <a:pt x="5673" y="7213"/>
                    <a:pt x="6580" y="6853"/>
                    <a:pt x="7262" y="6131"/>
                  </a:cubicBezTo>
                  <a:cubicBezTo>
                    <a:pt x="9540" y="3907"/>
                    <a:pt x="7994" y="28"/>
                    <a:pt x="4794" y="1"/>
                  </a:cubicBezTo>
                  <a:cubicBezTo>
                    <a:pt x="4783" y="1"/>
                    <a:pt x="4771"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48"/>
            <p:cNvSpPr/>
            <p:nvPr/>
          </p:nvSpPr>
          <p:spPr>
            <a:xfrm>
              <a:off x="857225" y="1181075"/>
              <a:ext cx="201400" cy="181050"/>
            </a:xfrm>
            <a:custGeom>
              <a:rect b="b" l="l" r="r" t="t"/>
              <a:pathLst>
                <a:path extrusionOk="0" h="7242" w="8056">
                  <a:moveTo>
                    <a:pt x="4032" y="1"/>
                  </a:moveTo>
                  <a:cubicBezTo>
                    <a:pt x="3183" y="1"/>
                    <a:pt x="2335" y="327"/>
                    <a:pt x="1628" y="983"/>
                  </a:cubicBezTo>
                  <a:cubicBezTo>
                    <a:pt x="136" y="2394"/>
                    <a:pt x="0" y="4564"/>
                    <a:pt x="1411" y="6056"/>
                  </a:cubicBezTo>
                  <a:cubicBezTo>
                    <a:pt x="2095" y="6840"/>
                    <a:pt x="3057" y="7242"/>
                    <a:pt x="4024" y="7242"/>
                  </a:cubicBezTo>
                  <a:cubicBezTo>
                    <a:pt x="4897" y="7242"/>
                    <a:pt x="5774" y="6914"/>
                    <a:pt x="6456" y="6245"/>
                  </a:cubicBezTo>
                  <a:cubicBezTo>
                    <a:pt x="7975" y="4944"/>
                    <a:pt x="8056" y="2638"/>
                    <a:pt x="6673" y="1200"/>
                  </a:cubicBezTo>
                  <a:cubicBezTo>
                    <a:pt x="5917" y="402"/>
                    <a:pt x="4974" y="1"/>
                    <a:pt x="403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48"/>
            <p:cNvSpPr/>
            <p:nvPr/>
          </p:nvSpPr>
          <p:spPr>
            <a:xfrm>
              <a:off x="1468850" y="551525"/>
              <a:ext cx="238325" cy="180175"/>
            </a:xfrm>
            <a:custGeom>
              <a:rect b="b" l="l" r="r" t="t"/>
              <a:pathLst>
                <a:path extrusionOk="0" h="7207" w="9533">
                  <a:moveTo>
                    <a:pt x="4768" y="1"/>
                  </a:moveTo>
                  <a:cubicBezTo>
                    <a:pt x="3870" y="1"/>
                    <a:pt x="2968" y="347"/>
                    <a:pt x="2279" y="1049"/>
                  </a:cubicBezTo>
                  <a:cubicBezTo>
                    <a:pt x="1" y="3273"/>
                    <a:pt x="1520" y="7152"/>
                    <a:pt x="4720" y="7206"/>
                  </a:cubicBezTo>
                  <a:cubicBezTo>
                    <a:pt x="4743" y="7206"/>
                    <a:pt x="4765" y="7206"/>
                    <a:pt x="4787" y="7206"/>
                  </a:cubicBezTo>
                  <a:cubicBezTo>
                    <a:pt x="7917" y="7206"/>
                    <a:pt x="9533" y="3393"/>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48"/>
            <p:cNvSpPr/>
            <p:nvPr/>
          </p:nvSpPr>
          <p:spPr>
            <a:xfrm>
              <a:off x="3988000" y="1811875"/>
              <a:ext cx="238700" cy="180050"/>
            </a:xfrm>
            <a:custGeom>
              <a:rect b="b" l="l" r="r" t="t"/>
              <a:pathLst>
                <a:path extrusionOk="0" h="7202" w="9548">
                  <a:moveTo>
                    <a:pt x="4801" y="0"/>
                  </a:moveTo>
                  <a:cubicBezTo>
                    <a:pt x="1600" y="0"/>
                    <a:pt x="0" y="3825"/>
                    <a:pt x="2251" y="6103"/>
                  </a:cubicBezTo>
                  <a:cubicBezTo>
                    <a:pt x="2929" y="6835"/>
                    <a:pt x="3852" y="7201"/>
                    <a:pt x="4774" y="7201"/>
                  </a:cubicBezTo>
                  <a:cubicBezTo>
                    <a:pt x="5696" y="7201"/>
                    <a:pt x="6618" y="6835"/>
                    <a:pt x="7296" y="6103"/>
                  </a:cubicBezTo>
                  <a:cubicBezTo>
                    <a:pt x="9548" y="3879"/>
                    <a:pt x="7974"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48"/>
            <p:cNvSpPr/>
            <p:nvPr/>
          </p:nvSpPr>
          <p:spPr>
            <a:xfrm>
              <a:off x="4617650" y="1182575"/>
              <a:ext cx="239000" cy="179750"/>
            </a:xfrm>
            <a:custGeom>
              <a:rect b="b" l="l" r="r" t="t"/>
              <a:pathLst>
                <a:path extrusionOk="0" h="7190" w="9560">
                  <a:moveTo>
                    <a:pt x="4773" y="1"/>
                  </a:moveTo>
                  <a:cubicBezTo>
                    <a:pt x="1643" y="1"/>
                    <a:pt x="1" y="3761"/>
                    <a:pt x="2209" y="6050"/>
                  </a:cubicBezTo>
                  <a:cubicBezTo>
                    <a:pt x="2886" y="6810"/>
                    <a:pt x="3823" y="7189"/>
                    <a:pt x="4763" y="7189"/>
                  </a:cubicBezTo>
                  <a:cubicBezTo>
                    <a:pt x="5668" y="7189"/>
                    <a:pt x="6575" y="6837"/>
                    <a:pt x="7254" y="6131"/>
                  </a:cubicBezTo>
                  <a:cubicBezTo>
                    <a:pt x="9560" y="3934"/>
                    <a:pt x="8014" y="55"/>
                    <a:pt x="4840" y="1"/>
                  </a:cubicBezTo>
                  <a:cubicBezTo>
                    <a:pt x="4818" y="1"/>
                    <a:pt x="479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48"/>
            <p:cNvSpPr/>
            <p:nvPr/>
          </p:nvSpPr>
          <p:spPr>
            <a:xfrm>
              <a:off x="5247400" y="551550"/>
              <a:ext cx="238525" cy="180150"/>
            </a:xfrm>
            <a:custGeom>
              <a:rect b="b" l="l" r="r" t="t"/>
              <a:pathLst>
                <a:path extrusionOk="0" h="7206" w="9541">
                  <a:moveTo>
                    <a:pt x="4742" y="0"/>
                  </a:moveTo>
                  <a:cubicBezTo>
                    <a:pt x="3819" y="0"/>
                    <a:pt x="2898" y="366"/>
                    <a:pt x="2217" y="1102"/>
                  </a:cubicBezTo>
                  <a:cubicBezTo>
                    <a:pt x="1" y="3372"/>
                    <a:pt x="1609" y="7205"/>
                    <a:pt x="4788" y="7205"/>
                  </a:cubicBezTo>
                  <a:cubicBezTo>
                    <a:pt x="4799" y="7205"/>
                    <a:pt x="4810" y="7205"/>
                    <a:pt x="4821" y="7205"/>
                  </a:cubicBezTo>
                  <a:cubicBezTo>
                    <a:pt x="7995" y="7151"/>
                    <a:pt x="9541" y="3299"/>
                    <a:pt x="7262" y="1075"/>
                  </a:cubicBezTo>
                  <a:cubicBezTo>
                    <a:pt x="6574" y="360"/>
                    <a:pt x="5657" y="0"/>
                    <a:pt x="474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48"/>
            <p:cNvSpPr/>
            <p:nvPr/>
          </p:nvSpPr>
          <p:spPr>
            <a:xfrm>
              <a:off x="4617950" y="1811875"/>
              <a:ext cx="238700" cy="180050"/>
            </a:xfrm>
            <a:custGeom>
              <a:rect b="b" l="l" r="r" t="t"/>
              <a:pathLst>
                <a:path extrusionOk="0" h="7202" w="9548">
                  <a:moveTo>
                    <a:pt x="4747" y="0"/>
                  </a:moveTo>
                  <a:cubicBezTo>
                    <a:pt x="1573" y="27"/>
                    <a:pt x="0" y="3879"/>
                    <a:pt x="2251" y="6103"/>
                  </a:cubicBezTo>
                  <a:cubicBezTo>
                    <a:pt x="2943" y="6835"/>
                    <a:pt x="3865" y="7201"/>
                    <a:pt x="4784" y="7201"/>
                  </a:cubicBezTo>
                  <a:cubicBezTo>
                    <a:pt x="5703" y="7201"/>
                    <a:pt x="6618" y="6835"/>
                    <a:pt x="7296" y="6103"/>
                  </a:cubicBezTo>
                  <a:cubicBezTo>
                    <a:pt x="9548" y="3825"/>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48"/>
            <p:cNvSpPr/>
            <p:nvPr/>
          </p:nvSpPr>
          <p:spPr>
            <a:xfrm>
              <a:off x="5265525" y="1181050"/>
              <a:ext cx="202100" cy="181225"/>
            </a:xfrm>
            <a:custGeom>
              <a:rect b="b" l="l" r="r" t="t"/>
              <a:pathLst>
                <a:path extrusionOk="0" h="7249" w="8084">
                  <a:moveTo>
                    <a:pt x="4026" y="0"/>
                  </a:moveTo>
                  <a:cubicBezTo>
                    <a:pt x="3208" y="0"/>
                    <a:pt x="2393" y="309"/>
                    <a:pt x="1709" y="930"/>
                  </a:cubicBezTo>
                  <a:cubicBezTo>
                    <a:pt x="163" y="2314"/>
                    <a:pt x="0" y="4429"/>
                    <a:pt x="1357" y="5975"/>
                  </a:cubicBezTo>
                  <a:cubicBezTo>
                    <a:pt x="2110" y="6817"/>
                    <a:pt x="3087" y="7248"/>
                    <a:pt x="4067" y="7248"/>
                  </a:cubicBezTo>
                  <a:cubicBezTo>
                    <a:pt x="4888" y="7248"/>
                    <a:pt x="5709" y="6946"/>
                    <a:pt x="6402" y="6328"/>
                  </a:cubicBezTo>
                  <a:cubicBezTo>
                    <a:pt x="7893" y="4972"/>
                    <a:pt x="8083" y="2775"/>
                    <a:pt x="6727" y="1283"/>
                  </a:cubicBezTo>
                  <a:cubicBezTo>
                    <a:pt x="5963" y="431"/>
                    <a:pt x="4992"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48"/>
            <p:cNvSpPr/>
            <p:nvPr/>
          </p:nvSpPr>
          <p:spPr>
            <a:xfrm>
              <a:off x="5896150" y="551300"/>
              <a:ext cx="200750" cy="180975"/>
            </a:xfrm>
            <a:custGeom>
              <a:rect b="b" l="l" r="r" t="t"/>
              <a:pathLst>
                <a:path extrusionOk="0" h="7239" w="8030">
                  <a:moveTo>
                    <a:pt x="4008" y="1"/>
                  </a:moveTo>
                  <a:cubicBezTo>
                    <a:pt x="3158" y="1"/>
                    <a:pt x="2309" y="334"/>
                    <a:pt x="1601" y="1004"/>
                  </a:cubicBezTo>
                  <a:cubicBezTo>
                    <a:pt x="82" y="2414"/>
                    <a:pt x="1" y="4557"/>
                    <a:pt x="1384" y="6049"/>
                  </a:cubicBezTo>
                  <a:cubicBezTo>
                    <a:pt x="2129" y="6837"/>
                    <a:pt x="3086" y="7239"/>
                    <a:pt x="4043" y="7239"/>
                  </a:cubicBezTo>
                  <a:cubicBezTo>
                    <a:pt x="4898" y="7239"/>
                    <a:pt x="5752" y="6918"/>
                    <a:pt x="6456" y="6266"/>
                  </a:cubicBezTo>
                  <a:cubicBezTo>
                    <a:pt x="7948" y="4937"/>
                    <a:pt x="8029"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48"/>
            <p:cNvSpPr/>
            <p:nvPr/>
          </p:nvSpPr>
          <p:spPr>
            <a:xfrm>
              <a:off x="5247225" y="1811875"/>
              <a:ext cx="238700" cy="180550"/>
            </a:xfrm>
            <a:custGeom>
              <a:rect b="b" l="l" r="r" t="t"/>
              <a:pathLst>
                <a:path extrusionOk="0" h="7222" w="9548">
                  <a:moveTo>
                    <a:pt x="4774" y="0"/>
                  </a:moveTo>
                  <a:cubicBezTo>
                    <a:pt x="1600" y="0"/>
                    <a:pt x="0" y="3852"/>
                    <a:pt x="2251" y="6103"/>
                  </a:cubicBezTo>
                  <a:cubicBezTo>
                    <a:pt x="2929" y="6849"/>
                    <a:pt x="3852" y="7222"/>
                    <a:pt x="4774" y="7222"/>
                  </a:cubicBezTo>
                  <a:cubicBezTo>
                    <a:pt x="5696" y="7222"/>
                    <a:pt x="6618" y="6849"/>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48"/>
            <p:cNvSpPr/>
            <p:nvPr/>
          </p:nvSpPr>
          <p:spPr>
            <a:xfrm>
              <a:off x="5877750" y="1181150"/>
              <a:ext cx="238125" cy="179850"/>
            </a:xfrm>
            <a:custGeom>
              <a:rect b="b" l="l" r="r" t="t"/>
              <a:pathLst>
                <a:path extrusionOk="0" h="7194" w="9525">
                  <a:moveTo>
                    <a:pt x="4741" y="0"/>
                  </a:moveTo>
                  <a:cubicBezTo>
                    <a:pt x="3797" y="0"/>
                    <a:pt x="2854" y="380"/>
                    <a:pt x="2174" y="1143"/>
                  </a:cubicBezTo>
                  <a:cubicBezTo>
                    <a:pt x="0" y="3425"/>
                    <a:pt x="1597" y="7193"/>
                    <a:pt x="4732" y="7193"/>
                  </a:cubicBezTo>
                  <a:cubicBezTo>
                    <a:pt x="4765" y="7193"/>
                    <a:pt x="4799" y="7193"/>
                    <a:pt x="4832" y="7192"/>
                  </a:cubicBezTo>
                  <a:cubicBezTo>
                    <a:pt x="8006" y="7138"/>
                    <a:pt x="9525" y="3259"/>
                    <a:pt x="7219" y="1035"/>
                  </a:cubicBezTo>
                  <a:cubicBezTo>
                    <a:pt x="6544" y="346"/>
                    <a:pt x="5642" y="0"/>
                    <a:pt x="474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48"/>
            <p:cNvSpPr/>
            <p:nvPr/>
          </p:nvSpPr>
          <p:spPr>
            <a:xfrm>
              <a:off x="6506450" y="551525"/>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6"/>
                    <a:pt x="4765" y="7206"/>
                    <a:pt x="4787" y="7206"/>
                  </a:cubicBezTo>
                  <a:cubicBezTo>
                    <a:pt x="7943" y="7206"/>
                    <a:pt x="9559" y="3420"/>
                    <a:pt x="7351" y="1130"/>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48"/>
            <p:cNvSpPr/>
            <p:nvPr/>
          </p:nvSpPr>
          <p:spPr>
            <a:xfrm>
              <a:off x="5896150" y="1810525"/>
              <a:ext cx="201425" cy="181225"/>
            </a:xfrm>
            <a:custGeom>
              <a:rect b="b" l="l" r="r" t="t"/>
              <a:pathLst>
                <a:path extrusionOk="0" h="7249" w="8057">
                  <a:moveTo>
                    <a:pt x="4008" y="0"/>
                  </a:moveTo>
                  <a:cubicBezTo>
                    <a:pt x="3158" y="0"/>
                    <a:pt x="2309" y="334"/>
                    <a:pt x="1601" y="1003"/>
                  </a:cubicBezTo>
                  <a:cubicBezTo>
                    <a:pt x="109" y="2414"/>
                    <a:pt x="1" y="4584"/>
                    <a:pt x="1384" y="6048"/>
                  </a:cubicBezTo>
                  <a:cubicBezTo>
                    <a:pt x="2083" y="6847"/>
                    <a:pt x="3051" y="7248"/>
                    <a:pt x="4022" y="7248"/>
                  </a:cubicBezTo>
                  <a:cubicBezTo>
                    <a:pt x="4897" y="7248"/>
                    <a:pt x="5774" y="6922"/>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48"/>
            <p:cNvSpPr/>
            <p:nvPr/>
          </p:nvSpPr>
          <p:spPr>
            <a:xfrm>
              <a:off x="6507125" y="1180950"/>
              <a:ext cx="238125" cy="180725"/>
            </a:xfrm>
            <a:custGeom>
              <a:rect b="b" l="l" r="r" t="t"/>
              <a:pathLst>
                <a:path extrusionOk="0" h="7229" w="9525">
                  <a:moveTo>
                    <a:pt x="4753" y="1"/>
                  </a:moveTo>
                  <a:cubicBezTo>
                    <a:pt x="3889" y="1"/>
                    <a:pt x="3028" y="347"/>
                    <a:pt x="2306" y="1043"/>
                  </a:cubicBezTo>
                  <a:cubicBezTo>
                    <a:pt x="0" y="3240"/>
                    <a:pt x="1492" y="7146"/>
                    <a:pt x="4666" y="7227"/>
                  </a:cubicBezTo>
                  <a:cubicBezTo>
                    <a:pt x="4699" y="7228"/>
                    <a:pt x="4732" y="7228"/>
                    <a:pt x="4765" y="7228"/>
                  </a:cubicBezTo>
                  <a:cubicBezTo>
                    <a:pt x="7874" y="7228"/>
                    <a:pt x="9525" y="3460"/>
                    <a:pt x="7351" y="1178"/>
                  </a:cubicBezTo>
                  <a:cubicBezTo>
                    <a:pt x="6595" y="394"/>
                    <a:pt x="5673" y="1"/>
                    <a:pt x="475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48"/>
            <p:cNvSpPr/>
            <p:nvPr/>
          </p:nvSpPr>
          <p:spPr>
            <a:xfrm>
              <a:off x="6506825" y="1811100"/>
              <a:ext cx="239000" cy="179825"/>
            </a:xfrm>
            <a:custGeom>
              <a:rect b="b" l="l" r="r" t="t"/>
              <a:pathLst>
                <a:path extrusionOk="0" h="7193" w="9560">
                  <a:moveTo>
                    <a:pt x="4786" y="0"/>
                  </a:moveTo>
                  <a:cubicBezTo>
                    <a:pt x="3846" y="0"/>
                    <a:pt x="2903" y="380"/>
                    <a:pt x="2209" y="1143"/>
                  </a:cubicBezTo>
                  <a:cubicBezTo>
                    <a:pt x="1" y="3406"/>
                    <a:pt x="1617" y="7192"/>
                    <a:pt x="4773" y="7192"/>
                  </a:cubicBezTo>
                  <a:cubicBezTo>
                    <a:pt x="4795" y="7192"/>
                    <a:pt x="4818" y="7192"/>
                    <a:pt x="4840" y="7192"/>
                  </a:cubicBezTo>
                  <a:cubicBezTo>
                    <a:pt x="8014"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48"/>
            <p:cNvSpPr/>
            <p:nvPr/>
          </p:nvSpPr>
          <p:spPr>
            <a:xfrm>
              <a:off x="3988175" y="552650"/>
              <a:ext cx="238525" cy="179800"/>
            </a:xfrm>
            <a:custGeom>
              <a:rect b="b" l="l" r="r" t="t"/>
              <a:pathLst>
                <a:path extrusionOk="0" h="7192" w="9541">
                  <a:moveTo>
                    <a:pt x="4787" y="0"/>
                  </a:moveTo>
                  <a:cubicBezTo>
                    <a:pt x="1609" y="0"/>
                    <a:pt x="1" y="3806"/>
                    <a:pt x="2217" y="6076"/>
                  </a:cubicBezTo>
                  <a:cubicBezTo>
                    <a:pt x="2905" y="6819"/>
                    <a:pt x="3836" y="7192"/>
                    <a:pt x="4768" y="7192"/>
                  </a:cubicBezTo>
                  <a:cubicBezTo>
                    <a:pt x="5674" y="7192"/>
                    <a:pt x="6580" y="6839"/>
                    <a:pt x="7262" y="6130"/>
                  </a:cubicBezTo>
                  <a:cubicBezTo>
                    <a:pt x="9541" y="3906"/>
                    <a:pt x="7995"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48"/>
            <p:cNvSpPr/>
            <p:nvPr/>
          </p:nvSpPr>
          <p:spPr>
            <a:xfrm>
              <a:off x="4006975" y="1181075"/>
              <a:ext cx="201425" cy="181050"/>
            </a:xfrm>
            <a:custGeom>
              <a:rect b="b" l="l" r="r" t="t"/>
              <a:pathLst>
                <a:path extrusionOk="0" h="7242" w="8057">
                  <a:moveTo>
                    <a:pt x="4006" y="1"/>
                  </a:moveTo>
                  <a:cubicBezTo>
                    <a:pt x="3156" y="1"/>
                    <a:pt x="2308" y="327"/>
                    <a:pt x="1601" y="983"/>
                  </a:cubicBezTo>
                  <a:cubicBezTo>
                    <a:pt x="109" y="2394"/>
                    <a:pt x="0" y="4564"/>
                    <a:pt x="1384" y="6056"/>
                  </a:cubicBezTo>
                  <a:cubicBezTo>
                    <a:pt x="2082" y="6840"/>
                    <a:pt x="3051" y="7242"/>
                    <a:pt x="4021" y="7242"/>
                  </a:cubicBezTo>
                  <a:cubicBezTo>
                    <a:pt x="4897" y="7242"/>
                    <a:pt x="5774" y="6914"/>
                    <a:pt x="6456" y="6245"/>
                  </a:cubicBezTo>
                  <a:cubicBezTo>
                    <a:pt x="7948" y="4944"/>
                    <a:pt x="8056" y="2638"/>
                    <a:pt x="6646" y="1200"/>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48"/>
            <p:cNvSpPr/>
            <p:nvPr/>
          </p:nvSpPr>
          <p:spPr>
            <a:xfrm>
              <a:off x="4617950" y="551525"/>
              <a:ext cx="238325" cy="180175"/>
            </a:xfrm>
            <a:custGeom>
              <a:rect b="b" l="l" r="r" t="t"/>
              <a:pathLst>
                <a:path extrusionOk="0" h="7207" w="9533">
                  <a:moveTo>
                    <a:pt x="4747" y="1"/>
                  </a:moveTo>
                  <a:cubicBezTo>
                    <a:pt x="3849" y="1"/>
                    <a:pt x="2954" y="347"/>
                    <a:pt x="2279" y="1049"/>
                  </a:cubicBezTo>
                  <a:cubicBezTo>
                    <a:pt x="0" y="3273"/>
                    <a:pt x="1519" y="7152"/>
                    <a:pt x="4693" y="7206"/>
                  </a:cubicBezTo>
                  <a:cubicBezTo>
                    <a:pt x="4715" y="7206"/>
                    <a:pt x="4737" y="7206"/>
                    <a:pt x="4759" y="7206"/>
                  </a:cubicBezTo>
                  <a:cubicBezTo>
                    <a:pt x="7916" y="7206"/>
                    <a:pt x="9532" y="3393"/>
                    <a:pt x="7324" y="1130"/>
                  </a:cubicBezTo>
                  <a:cubicBezTo>
                    <a:pt x="6630" y="381"/>
                    <a:pt x="5687" y="1"/>
                    <a:pt x="474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48"/>
            <p:cNvSpPr/>
            <p:nvPr/>
          </p:nvSpPr>
          <p:spPr>
            <a:xfrm>
              <a:off x="2098125" y="3073125"/>
              <a:ext cx="238525" cy="179725"/>
            </a:xfrm>
            <a:custGeom>
              <a:rect b="b" l="l" r="r" t="t"/>
              <a:pathLst>
                <a:path extrusionOk="0" h="7189" w="9541">
                  <a:moveTo>
                    <a:pt x="4759" y="0"/>
                  </a:moveTo>
                  <a:cubicBezTo>
                    <a:pt x="3849" y="0"/>
                    <a:pt x="2937" y="360"/>
                    <a:pt x="2252" y="1085"/>
                  </a:cubicBezTo>
                  <a:cubicBezTo>
                    <a:pt x="1" y="3337"/>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48"/>
            <p:cNvSpPr/>
            <p:nvPr/>
          </p:nvSpPr>
          <p:spPr>
            <a:xfrm>
              <a:off x="2728075" y="2443400"/>
              <a:ext cx="238150" cy="180200"/>
            </a:xfrm>
            <a:custGeom>
              <a:rect b="b" l="l" r="r" t="t"/>
              <a:pathLst>
                <a:path extrusionOk="0" h="7208" w="9526">
                  <a:moveTo>
                    <a:pt x="4761" y="0"/>
                  </a:moveTo>
                  <a:cubicBezTo>
                    <a:pt x="3895" y="0"/>
                    <a:pt x="3028" y="340"/>
                    <a:pt x="2306" y="1022"/>
                  </a:cubicBezTo>
                  <a:cubicBezTo>
                    <a:pt x="1" y="3219"/>
                    <a:pt x="1493" y="7125"/>
                    <a:pt x="4693" y="7206"/>
                  </a:cubicBezTo>
                  <a:cubicBezTo>
                    <a:pt x="4727" y="7207"/>
                    <a:pt x="4760" y="7208"/>
                    <a:pt x="4793" y="7208"/>
                  </a:cubicBezTo>
                  <a:cubicBezTo>
                    <a:pt x="7902" y="7208"/>
                    <a:pt x="9525" y="3439"/>
                    <a:pt x="7351" y="1158"/>
                  </a:cubicBezTo>
                  <a:cubicBezTo>
                    <a:pt x="6609" y="387"/>
                    <a:pt x="5686"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48"/>
            <p:cNvSpPr/>
            <p:nvPr/>
          </p:nvSpPr>
          <p:spPr>
            <a:xfrm>
              <a:off x="839100" y="4963650"/>
              <a:ext cx="238525" cy="179975"/>
            </a:xfrm>
            <a:custGeom>
              <a:rect b="b" l="l" r="r" t="t"/>
              <a:pathLst>
                <a:path extrusionOk="0" h="7199" w="9541">
                  <a:moveTo>
                    <a:pt x="4760" y="0"/>
                  </a:moveTo>
                  <a:cubicBezTo>
                    <a:pt x="1582" y="0"/>
                    <a:pt x="1" y="3833"/>
                    <a:pt x="2244" y="6076"/>
                  </a:cubicBezTo>
                  <a:cubicBezTo>
                    <a:pt x="2925" y="6826"/>
                    <a:pt x="3853" y="7198"/>
                    <a:pt x="4779" y="7198"/>
                  </a:cubicBezTo>
                  <a:cubicBezTo>
                    <a:pt x="5697" y="7198"/>
                    <a:pt x="6614" y="6832"/>
                    <a:pt x="7289" y="6103"/>
                  </a:cubicBezTo>
                  <a:cubicBezTo>
                    <a:pt x="9540" y="3852"/>
                    <a:pt x="7967" y="0"/>
                    <a:pt x="4794"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48"/>
            <p:cNvSpPr/>
            <p:nvPr/>
          </p:nvSpPr>
          <p:spPr>
            <a:xfrm>
              <a:off x="1469250" y="4333675"/>
              <a:ext cx="238325" cy="180100"/>
            </a:xfrm>
            <a:custGeom>
              <a:rect b="b" l="l" r="r" t="t"/>
              <a:pathLst>
                <a:path extrusionOk="0" h="7204" w="9533">
                  <a:moveTo>
                    <a:pt x="4746" y="1"/>
                  </a:moveTo>
                  <a:cubicBezTo>
                    <a:pt x="1616" y="1"/>
                    <a:pt x="0" y="3788"/>
                    <a:pt x="2182" y="6050"/>
                  </a:cubicBezTo>
                  <a:cubicBezTo>
                    <a:pt x="2865" y="6817"/>
                    <a:pt x="3813" y="7204"/>
                    <a:pt x="4765" y="7204"/>
                  </a:cubicBezTo>
                  <a:cubicBezTo>
                    <a:pt x="5665" y="7204"/>
                    <a:pt x="6568" y="6857"/>
                    <a:pt x="7254" y="6159"/>
                  </a:cubicBezTo>
                  <a:cubicBezTo>
                    <a:pt x="9532" y="3934"/>
                    <a:pt x="8013" y="56"/>
                    <a:pt x="4813" y="1"/>
                  </a:cubicBezTo>
                  <a:cubicBezTo>
                    <a:pt x="4791"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48"/>
            <p:cNvSpPr/>
            <p:nvPr/>
          </p:nvSpPr>
          <p:spPr>
            <a:xfrm>
              <a:off x="2098325" y="3702975"/>
              <a:ext cx="239200" cy="179825"/>
            </a:xfrm>
            <a:custGeom>
              <a:rect b="b" l="l" r="r" t="t"/>
              <a:pathLst>
                <a:path extrusionOk="0" h="7193" w="9568">
                  <a:moveTo>
                    <a:pt x="4771" y="1"/>
                  </a:moveTo>
                  <a:cubicBezTo>
                    <a:pt x="3843" y="1"/>
                    <a:pt x="2918" y="374"/>
                    <a:pt x="2244" y="1116"/>
                  </a:cubicBezTo>
                  <a:cubicBezTo>
                    <a:pt x="1" y="3387"/>
                    <a:pt x="1609" y="7192"/>
                    <a:pt x="4787" y="7192"/>
                  </a:cubicBezTo>
                  <a:cubicBezTo>
                    <a:pt x="4798" y="7192"/>
                    <a:pt x="4810" y="7192"/>
                    <a:pt x="4821" y="7192"/>
                  </a:cubicBezTo>
                  <a:cubicBezTo>
                    <a:pt x="7994" y="7165"/>
                    <a:pt x="9568" y="3286"/>
                    <a:pt x="7262" y="1062"/>
                  </a:cubicBezTo>
                  <a:cubicBezTo>
                    <a:pt x="6580" y="353"/>
                    <a:pt x="567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48"/>
            <p:cNvSpPr/>
            <p:nvPr/>
          </p:nvSpPr>
          <p:spPr>
            <a:xfrm>
              <a:off x="2747075" y="3072975"/>
              <a:ext cx="201425" cy="182050"/>
            </a:xfrm>
            <a:custGeom>
              <a:rect b="b" l="l" r="r" t="t"/>
              <a:pathLst>
                <a:path extrusionOk="0" h="7282" w="8057">
                  <a:moveTo>
                    <a:pt x="4005" y="0"/>
                  </a:moveTo>
                  <a:cubicBezTo>
                    <a:pt x="3156" y="0"/>
                    <a:pt x="2308" y="327"/>
                    <a:pt x="1601" y="983"/>
                  </a:cubicBezTo>
                  <a:cubicBezTo>
                    <a:pt x="82" y="2393"/>
                    <a:pt x="0" y="4536"/>
                    <a:pt x="1384" y="6028"/>
                  </a:cubicBezTo>
                  <a:cubicBezTo>
                    <a:pt x="2097" y="6858"/>
                    <a:pt x="3093" y="7282"/>
                    <a:pt x="4092" y="7282"/>
                  </a:cubicBezTo>
                  <a:cubicBezTo>
                    <a:pt x="4954" y="7282"/>
                    <a:pt x="5819" y="6967"/>
                    <a:pt x="6510" y="6326"/>
                  </a:cubicBezTo>
                  <a:cubicBezTo>
                    <a:pt x="8002" y="4970"/>
                    <a:pt x="8056" y="2637"/>
                    <a:pt x="6646" y="1200"/>
                  </a:cubicBezTo>
                  <a:cubicBezTo>
                    <a:pt x="5890" y="401"/>
                    <a:pt x="4947" y="0"/>
                    <a:pt x="400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48"/>
            <p:cNvSpPr/>
            <p:nvPr/>
          </p:nvSpPr>
          <p:spPr>
            <a:xfrm>
              <a:off x="3358025" y="2443400"/>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7"/>
                    <a:pt x="4738" y="7207"/>
                    <a:pt x="4761" y="7207"/>
                  </a:cubicBezTo>
                  <a:cubicBezTo>
                    <a:pt x="7917" y="7207"/>
                    <a:pt x="9533" y="3420"/>
                    <a:pt x="7324" y="1131"/>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48"/>
            <p:cNvSpPr/>
            <p:nvPr/>
          </p:nvSpPr>
          <p:spPr>
            <a:xfrm>
              <a:off x="1468850" y="4962975"/>
              <a:ext cx="238725" cy="180400"/>
            </a:xfrm>
            <a:custGeom>
              <a:rect b="b" l="l" r="r" t="t"/>
              <a:pathLst>
                <a:path extrusionOk="0" h="7216" w="9549">
                  <a:moveTo>
                    <a:pt x="4748" y="0"/>
                  </a:moveTo>
                  <a:cubicBezTo>
                    <a:pt x="1574" y="27"/>
                    <a:pt x="1" y="3879"/>
                    <a:pt x="2252" y="6130"/>
                  </a:cubicBezTo>
                  <a:cubicBezTo>
                    <a:pt x="2937" y="6856"/>
                    <a:pt x="3849" y="7215"/>
                    <a:pt x="4763" y="7215"/>
                  </a:cubicBezTo>
                  <a:cubicBezTo>
                    <a:pt x="5693" y="7215"/>
                    <a:pt x="6626" y="6842"/>
                    <a:pt x="7324" y="6103"/>
                  </a:cubicBezTo>
                  <a:cubicBezTo>
                    <a:pt x="9548" y="3852"/>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48"/>
            <p:cNvSpPr/>
            <p:nvPr/>
          </p:nvSpPr>
          <p:spPr>
            <a:xfrm>
              <a:off x="2116450" y="4332375"/>
              <a:ext cx="202775" cy="181000"/>
            </a:xfrm>
            <a:custGeom>
              <a:rect b="b" l="l" r="r" t="t"/>
              <a:pathLst>
                <a:path extrusionOk="0" h="7240" w="8111">
                  <a:moveTo>
                    <a:pt x="4023" y="1"/>
                  </a:moveTo>
                  <a:cubicBezTo>
                    <a:pt x="3204" y="1"/>
                    <a:pt x="2389" y="303"/>
                    <a:pt x="1709" y="921"/>
                  </a:cubicBezTo>
                  <a:cubicBezTo>
                    <a:pt x="163" y="2305"/>
                    <a:pt x="0" y="4448"/>
                    <a:pt x="1356" y="5966"/>
                  </a:cubicBezTo>
                  <a:cubicBezTo>
                    <a:pt x="2109" y="6808"/>
                    <a:pt x="3087" y="7240"/>
                    <a:pt x="4067" y="7240"/>
                  </a:cubicBezTo>
                  <a:cubicBezTo>
                    <a:pt x="4887" y="7240"/>
                    <a:pt x="5709" y="6937"/>
                    <a:pt x="6401" y="6319"/>
                  </a:cubicBezTo>
                  <a:cubicBezTo>
                    <a:pt x="7920" y="4990"/>
                    <a:pt x="8110" y="2793"/>
                    <a:pt x="6754" y="1274"/>
                  </a:cubicBezTo>
                  <a:cubicBezTo>
                    <a:pt x="5986"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48"/>
            <p:cNvSpPr/>
            <p:nvPr/>
          </p:nvSpPr>
          <p:spPr>
            <a:xfrm>
              <a:off x="2747075" y="3702650"/>
              <a:ext cx="201425" cy="180725"/>
            </a:xfrm>
            <a:custGeom>
              <a:rect b="b" l="l" r="r" t="t"/>
              <a:pathLst>
                <a:path extrusionOk="0" h="7229" w="8057">
                  <a:moveTo>
                    <a:pt x="3994" y="0"/>
                  </a:moveTo>
                  <a:cubicBezTo>
                    <a:pt x="3149" y="0"/>
                    <a:pt x="2305" y="328"/>
                    <a:pt x="1601" y="994"/>
                  </a:cubicBezTo>
                  <a:cubicBezTo>
                    <a:pt x="82" y="2431"/>
                    <a:pt x="0" y="4547"/>
                    <a:pt x="1384" y="6039"/>
                  </a:cubicBezTo>
                  <a:cubicBezTo>
                    <a:pt x="2129" y="6827"/>
                    <a:pt x="3086" y="7229"/>
                    <a:pt x="4043" y="7229"/>
                  </a:cubicBezTo>
                  <a:cubicBezTo>
                    <a:pt x="4897" y="7229"/>
                    <a:pt x="5752" y="6908"/>
                    <a:pt x="6456" y="6256"/>
                  </a:cubicBezTo>
                  <a:cubicBezTo>
                    <a:pt x="7948" y="4954"/>
                    <a:pt x="8056" y="2621"/>
                    <a:pt x="6646" y="1211"/>
                  </a:cubicBezTo>
                  <a:cubicBezTo>
                    <a:pt x="5887" y="409"/>
                    <a:pt x="4939" y="0"/>
                    <a:pt x="39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48"/>
            <p:cNvSpPr/>
            <p:nvPr/>
          </p:nvSpPr>
          <p:spPr>
            <a:xfrm>
              <a:off x="3357750" y="3073100"/>
              <a:ext cx="239000" cy="179750"/>
            </a:xfrm>
            <a:custGeom>
              <a:rect b="b" l="l" r="r" t="t"/>
              <a:pathLst>
                <a:path extrusionOk="0" h="7190" w="9560">
                  <a:moveTo>
                    <a:pt x="4772" y="1"/>
                  </a:moveTo>
                  <a:cubicBezTo>
                    <a:pt x="3836" y="1"/>
                    <a:pt x="2900" y="381"/>
                    <a:pt x="2209" y="1141"/>
                  </a:cubicBezTo>
                  <a:cubicBezTo>
                    <a:pt x="0" y="3403"/>
                    <a:pt x="1616" y="7190"/>
                    <a:pt x="4773" y="7190"/>
                  </a:cubicBezTo>
                  <a:cubicBezTo>
                    <a:pt x="4795" y="7190"/>
                    <a:pt x="4818" y="7190"/>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48"/>
            <p:cNvSpPr/>
            <p:nvPr/>
          </p:nvSpPr>
          <p:spPr>
            <a:xfrm>
              <a:off x="2098125" y="4963650"/>
              <a:ext cx="238725" cy="180050"/>
            </a:xfrm>
            <a:custGeom>
              <a:rect b="b" l="l" r="r" t="t"/>
              <a:pathLst>
                <a:path extrusionOk="0" h="7202" w="9549">
                  <a:moveTo>
                    <a:pt x="4775" y="0"/>
                  </a:moveTo>
                  <a:cubicBezTo>
                    <a:pt x="1601" y="0"/>
                    <a:pt x="1" y="3852"/>
                    <a:pt x="2252" y="6103"/>
                  </a:cubicBezTo>
                  <a:cubicBezTo>
                    <a:pt x="2930" y="6836"/>
                    <a:pt x="3852" y="7202"/>
                    <a:pt x="4775" y="7202"/>
                  </a:cubicBezTo>
                  <a:cubicBezTo>
                    <a:pt x="5697" y="7202"/>
                    <a:pt x="6619" y="6836"/>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48"/>
            <p:cNvSpPr/>
            <p:nvPr/>
          </p:nvSpPr>
          <p:spPr>
            <a:xfrm>
              <a:off x="2728475" y="4332575"/>
              <a:ext cx="238325" cy="180175"/>
            </a:xfrm>
            <a:custGeom>
              <a:rect b="b" l="l" r="r" t="t"/>
              <a:pathLst>
                <a:path extrusionOk="0" h="7207" w="9533">
                  <a:moveTo>
                    <a:pt x="4749" y="1"/>
                  </a:moveTo>
                  <a:cubicBezTo>
                    <a:pt x="3805" y="1"/>
                    <a:pt x="2862" y="381"/>
                    <a:pt x="2182" y="1130"/>
                  </a:cubicBezTo>
                  <a:cubicBezTo>
                    <a:pt x="0" y="3420"/>
                    <a:pt x="1616" y="7207"/>
                    <a:pt x="4773" y="7207"/>
                  </a:cubicBezTo>
                  <a:cubicBezTo>
                    <a:pt x="4795" y="7207"/>
                    <a:pt x="4818" y="7207"/>
                    <a:pt x="4840" y="7206"/>
                  </a:cubicBezTo>
                  <a:cubicBezTo>
                    <a:pt x="8014" y="7125"/>
                    <a:pt x="9532" y="3246"/>
                    <a:pt x="7227" y="1049"/>
                  </a:cubicBezTo>
                  <a:cubicBezTo>
                    <a:pt x="6551"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48"/>
            <p:cNvSpPr/>
            <p:nvPr/>
          </p:nvSpPr>
          <p:spPr>
            <a:xfrm>
              <a:off x="3358025" y="3702975"/>
              <a:ext cx="238325" cy="179825"/>
            </a:xfrm>
            <a:custGeom>
              <a:rect b="b" l="l" r="r" t="t"/>
              <a:pathLst>
                <a:path extrusionOk="0" h="7193" w="9533">
                  <a:moveTo>
                    <a:pt x="4768" y="0"/>
                  </a:moveTo>
                  <a:cubicBezTo>
                    <a:pt x="3870" y="0"/>
                    <a:pt x="2968" y="346"/>
                    <a:pt x="2279" y="1035"/>
                  </a:cubicBezTo>
                  <a:cubicBezTo>
                    <a:pt x="1" y="3259"/>
                    <a:pt x="1520" y="7138"/>
                    <a:pt x="4693" y="7192"/>
                  </a:cubicBezTo>
                  <a:cubicBezTo>
                    <a:pt x="4716" y="7193"/>
                    <a:pt x="4738" y="7193"/>
                    <a:pt x="4761" y="7193"/>
                  </a:cubicBezTo>
                  <a:cubicBezTo>
                    <a:pt x="7917" y="7193"/>
                    <a:pt x="9533" y="3406"/>
                    <a:pt x="7324" y="1144"/>
                  </a:cubicBezTo>
                  <a:cubicBezTo>
                    <a:pt x="6644" y="380"/>
                    <a:pt x="5709" y="0"/>
                    <a:pt x="476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48"/>
            <p:cNvSpPr/>
            <p:nvPr/>
          </p:nvSpPr>
          <p:spPr>
            <a:xfrm>
              <a:off x="2747075" y="4962125"/>
              <a:ext cx="201425" cy="181050"/>
            </a:xfrm>
            <a:custGeom>
              <a:rect b="b" l="l" r="r" t="t"/>
              <a:pathLst>
                <a:path extrusionOk="0" h="7242" w="8057">
                  <a:moveTo>
                    <a:pt x="4005" y="1"/>
                  </a:moveTo>
                  <a:cubicBezTo>
                    <a:pt x="3156" y="1"/>
                    <a:pt x="2308" y="328"/>
                    <a:pt x="1601" y="984"/>
                  </a:cubicBezTo>
                  <a:cubicBezTo>
                    <a:pt x="109" y="2394"/>
                    <a:pt x="0" y="4564"/>
                    <a:pt x="1384" y="6056"/>
                  </a:cubicBezTo>
                  <a:cubicBezTo>
                    <a:pt x="2082" y="6840"/>
                    <a:pt x="3051" y="7242"/>
                    <a:pt x="4021" y="7242"/>
                  </a:cubicBezTo>
                  <a:cubicBezTo>
                    <a:pt x="4897" y="7242"/>
                    <a:pt x="5774" y="6915"/>
                    <a:pt x="6456" y="6246"/>
                  </a:cubicBezTo>
                  <a:cubicBezTo>
                    <a:pt x="7948" y="4944"/>
                    <a:pt x="8056" y="2638"/>
                    <a:pt x="6646" y="1201"/>
                  </a:cubicBezTo>
                  <a:cubicBezTo>
                    <a:pt x="5890" y="402"/>
                    <a:pt x="4947" y="1"/>
                    <a:pt x="400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48"/>
            <p:cNvSpPr/>
            <p:nvPr/>
          </p:nvSpPr>
          <p:spPr>
            <a:xfrm>
              <a:off x="3358025" y="4332300"/>
              <a:ext cx="238150" cy="180475"/>
            </a:xfrm>
            <a:custGeom>
              <a:rect b="b" l="l" r="r" t="t"/>
              <a:pathLst>
                <a:path extrusionOk="0" h="7219" w="9526">
                  <a:moveTo>
                    <a:pt x="4750" y="1"/>
                  </a:moveTo>
                  <a:cubicBezTo>
                    <a:pt x="3888" y="1"/>
                    <a:pt x="3025" y="341"/>
                    <a:pt x="2306" y="1033"/>
                  </a:cubicBezTo>
                  <a:cubicBezTo>
                    <a:pt x="1" y="3230"/>
                    <a:pt x="1493" y="7136"/>
                    <a:pt x="4666" y="7217"/>
                  </a:cubicBezTo>
                  <a:cubicBezTo>
                    <a:pt x="4700" y="7218"/>
                    <a:pt x="4733" y="7218"/>
                    <a:pt x="4767" y="7218"/>
                  </a:cubicBezTo>
                  <a:cubicBezTo>
                    <a:pt x="7902" y="7218"/>
                    <a:pt x="9525" y="3450"/>
                    <a:pt x="7352" y="1169"/>
                  </a:cubicBezTo>
                  <a:cubicBezTo>
                    <a:pt x="6606" y="395"/>
                    <a:pt x="5678" y="1"/>
                    <a:pt x="475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48"/>
            <p:cNvSpPr/>
            <p:nvPr/>
          </p:nvSpPr>
          <p:spPr>
            <a:xfrm>
              <a:off x="3357750" y="4962275"/>
              <a:ext cx="239000" cy="179750"/>
            </a:xfrm>
            <a:custGeom>
              <a:rect b="b" l="l" r="r" t="t"/>
              <a:pathLst>
                <a:path extrusionOk="0" h="7190" w="9560">
                  <a:moveTo>
                    <a:pt x="4772" y="1"/>
                  </a:moveTo>
                  <a:cubicBezTo>
                    <a:pt x="3836" y="1"/>
                    <a:pt x="2900" y="381"/>
                    <a:pt x="2209" y="1140"/>
                  </a:cubicBezTo>
                  <a:cubicBezTo>
                    <a:pt x="0" y="3403"/>
                    <a:pt x="1616" y="7190"/>
                    <a:pt x="4773" y="7190"/>
                  </a:cubicBezTo>
                  <a:cubicBezTo>
                    <a:pt x="4795" y="7190"/>
                    <a:pt x="4818" y="7189"/>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48"/>
            <p:cNvSpPr/>
            <p:nvPr/>
          </p:nvSpPr>
          <p:spPr>
            <a:xfrm>
              <a:off x="229975" y="2443400"/>
              <a:ext cx="198700" cy="179600"/>
            </a:xfrm>
            <a:custGeom>
              <a:rect b="b" l="l" r="r" t="t"/>
              <a:pathLst>
                <a:path extrusionOk="0" h="7184" w="7948">
                  <a:moveTo>
                    <a:pt x="3927" y="0"/>
                  </a:moveTo>
                  <a:cubicBezTo>
                    <a:pt x="3061" y="0"/>
                    <a:pt x="2201" y="340"/>
                    <a:pt x="1492" y="1022"/>
                  </a:cubicBezTo>
                  <a:cubicBezTo>
                    <a:pt x="55" y="2378"/>
                    <a:pt x="1" y="4657"/>
                    <a:pt x="1357" y="6067"/>
                  </a:cubicBezTo>
                  <a:cubicBezTo>
                    <a:pt x="2058" y="6810"/>
                    <a:pt x="3005" y="7184"/>
                    <a:pt x="3956" y="7184"/>
                  </a:cubicBezTo>
                  <a:cubicBezTo>
                    <a:pt x="4844" y="7184"/>
                    <a:pt x="5735" y="6858"/>
                    <a:pt x="6429" y="6203"/>
                  </a:cubicBezTo>
                  <a:lnTo>
                    <a:pt x="6402" y="6203"/>
                  </a:lnTo>
                  <a:cubicBezTo>
                    <a:pt x="7894" y="4874"/>
                    <a:pt x="7948" y="2541"/>
                    <a:pt x="6537" y="1158"/>
                  </a:cubicBezTo>
                  <a:cubicBezTo>
                    <a:pt x="5781" y="387"/>
                    <a:pt x="4851" y="0"/>
                    <a:pt x="392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48"/>
            <p:cNvSpPr/>
            <p:nvPr/>
          </p:nvSpPr>
          <p:spPr>
            <a:xfrm>
              <a:off x="209625" y="3073800"/>
              <a:ext cx="238725" cy="180050"/>
            </a:xfrm>
            <a:custGeom>
              <a:rect b="b" l="l" r="r" t="t"/>
              <a:pathLst>
                <a:path extrusionOk="0" h="7202" w="9549">
                  <a:moveTo>
                    <a:pt x="4775" y="0"/>
                  </a:moveTo>
                  <a:cubicBezTo>
                    <a:pt x="1574" y="0"/>
                    <a:pt x="1" y="3852"/>
                    <a:pt x="2252" y="6103"/>
                  </a:cubicBezTo>
                  <a:cubicBezTo>
                    <a:pt x="2930" y="6836"/>
                    <a:pt x="3852" y="7202"/>
                    <a:pt x="4775" y="7202"/>
                  </a:cubicBezTo>
                  <a:cubicBezTo>
                    <a:pt x="5697" y="7202"/>
                    <a:pt x="6619" y="6836"/>
                    <a:pt x="7297" y="6103"/>
                  </a:cubicBezTo>
                  <a:cubicBezTo>
                    <a:pt x="9548" y="3852"/>
                    <a:pt x="7948"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48"/>
            <p:cNvSpPr/>
            <p:nvPr/>
          </p:nvSpPr>
          <p:spPr>
            <a:xfrm>
              <a:off x="857225" y="2443200"/>
              <a:ext cx="202100" cy="180775"/>
            </a:xfrm>
            <a:custGeom>
              <a:rect b="b" l="l" r="r" t="t"/>
              <a:pathLst>
                <a:path extrusionOk="0" h="7231" w="8084">
                  <a:moveTo>
                    <a:pt x="4034" y="1"/>
                  </a:moveTo>
                  <a:cubicBezTo>
                    <a:pt x="3217" y="1"/>
                    <a:pt x="2401" y="304"/>
                    <a:pt x="1709" y="922"/>
                  </a:cubicBezTo>
                  <a:cubicBezTo>
                    <a:pt x="190" y="2278"/>
                    <a:pt x="0" y="4448"/>
                    <a:pt x="1356" y="5967"/>
                  </a:cubicBezTo>
                  <a:cubicBezTo>
                    <a:pt x="2083" y="6797"/>
                    <a:pt x="3070" y="7231"/>
                    <a:pt x="4063" y="7231"/>
                  </a:cubicBezTo>
                  <a:cubicBezTo>
                    <a:pt x="4886" y="7231"/>
                    <a:pt x="5713" y="6934"/>
                    <a:pt x="6401" y="6319"/>
                  </a:cubicBezTo>
                  <a:cubicBezTo>
                    <a:pt x="7893" y="4990"/>
                    <a:pt x="8083" y="2766"/>
                    <a:pt x="6754" y="1274"/>
                  </a:cubicBezTo>
                  <a:cubicBezTo>
                    <a:pt x="5986" y="433"/>
                    <a:pt x="5010" y="1"/>
                    <a:pt x="403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48"/>
            <p:cNvSpPr/>
            <p:nvPr/>
          </p:nvSpPr>
          <p:spPr>
            <a:xfrm>
              <a:off x="209625" y="3703725"/>
              <a:ext cx="238325" cy="180100"/>
            </a:xfrm>
            <a:custGeom>
              <a:rect b="b" l="l" r="r" t="t"/>
              <a:pathLst>
                <a:path extrusionOk="0" h="7204" w="9533">
                  <a:moveTo>
                    <a:pt x="4760" y="1"/>
                  </a:moveTo>
                  <a:cubicBezTo>
                    <a:pt x="4738" y="1"/>
                    <a:pt x="4716" y="1"/>
                    <a:pt x="4693" y="1"/>
                  </a:cubicBezTo>
                  <a:cubicBezTo>
                    <a:pt x="1520" y="56"/>
                    <a:pt x="1" y="3934"/>
                    <a:pt x="2279" y="6159"/>
                  </a:cubicBezTo>
                  <a:cubicBezTo>
                    <a:pt x="2952" y="6857"/>
                    <a:pt x="3848" y="7204"/>
                    <a:pt x="4745" y="7204"/>
                  </a:cubicBezTo>
                  <a:cubicBezTo>
                    <a:pt x="5693" y="7204"/>
                    <a:pt x="6641" y="6817"/>
                    <a:pt x="7324" y="6050"/>
                  </a:cubicBezTo>
                  <a:cubicBezTo>
                    <a:pt x="9533" y="3788"/>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48"/>
            <p:cNvSpPr/>
            <p:nvPr/>
          </p:nvSpPr>
          <p:spPr>
            <a:xfrm>
              <a:off x="838900" y="3073100"/>
              <a:ext cx="238150" cy="179775"/>
            </a:xfrm>
            <a:custGeom>
              <a:rect b="b" l="l" r="r" t="t"/>
              <a:pathLst>
                <a:path extrusionOk="0" h="7191" w="9526">
                  <a:moveTo>
                    <a:pt x="4788" y="1"/>
                  </a:moveTo>
                  <a:cubicBezTo>
                    <a:pt x="3886" y="1"/>
                    <a:pt x="2985" y="354"/>
                    <a:pt x="2306" y="1059"/>
                  </a:cubicBezTo>
                  <a:cubicBezTo>
                    <a:pt x="1" y="3256"/>
                    <a:pt x="1520" y="7135"/>
                    <a:pt x="4693" y="7189"/>
                  </a:cubicBezTo>
                  <a:cubicBezTo>
                    <a:pt x="4727" y="7190"/>
                    <a:pt x="4760" y="7190"/>
                    <a:pt x="4793" y="7190"/>
                  </a:cubicBezTo>
                  <a:cubicBezTo>
                    <a:pt x="7928" y="7190"/>
                    <a:pt x="9525" y="3395"/>
                    <a:pt x="7351" y="1141"/>
                  </a:cubicBezTo>
                  <a:cubicBezTo>
                    <a:pt x="6661" y="381"/>
                    <a:pt x="5724" y="1"/>
                    <a:pt x="478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48"/>
            <p:cNvSpPr/>
            <p:nvPr/>
          </p:nvSpPr>
          <p:spPr>
            <a:xfrm>
              <a:off x="1468175" y="2443250"/>
              <a:ext cx="239200" cy="180325"/>
            </a:xfrm>
            <a:custGeom>
              <a:rect b="b" l="l" r="r" t="t"/>
              <a:pathLst>
                <a:path extrusionOk="0" h="7213" w="9568">
                  <a:moveTo>
                    <a:pt x="4787" y="1"/>
                  </a:moveTo>
                  <a:cubicBezTo>
                    <a:pt x="3881" y="1"/>
                    <a:pt x="2975" y="360"/>
                    <a:pt x="2306" y="1082"/>
                  </a:cubicBezTo>
                  <a:cubicBezTo>
                    <a:pt x="1" y="3306"/>
                    <a:pt x="1574" y="7185"/>
                    <a:pt x="4747" y="7212"/>
                  </a:cubicBezTo>
                  <a:cubicBezTo>
                    <a:pt x="4759" y="7212"/>
                    <a:pt x="4770" y="7212"/>
                    <a:pt x="4781" y="7212"/>
                  </a:cubicBezTo>
                  <a:cubicBezTo>
                    <a:pt x="7959" y="7212"/>
                    <a:pt x="9567" y="3407"/>
                    <a:pt x="7324" y="1137"/>
                  </a:cubicBezTo>
                  <a:cubicBezTo>
                    <a:pt x="6650" y="380"/>
                    <a:pt x="5719"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48"/>
            <p:cNvSpPr/>
            <p:nvPr/>
          </p:nvSpPr>
          <p:spPr>
            <a:xfrm>
              <a:off x="209825" y="4333700"/>
              <a:ext cx="238525" cy="179800"/>
            </a:xfrm>
            <a:custGeom>
              <a:rect b="b" l="l" r="r" t="t"/>
              <a:pathLst>
                <a:path extrusionOk="0" h="7192" w="9541">
                  <a:moveTo>
                    <a:pt x="4760" y="0"/>
                  </a:moveTo>
                  <a:cubicBezTo>
                    <a:pt x="1609" y="0"/>
                    <a:pt x="1" y="3806"/>
                    <a:pt x="2217" y="6076"/>
                  </a:cubicBezTo>
                  <a:cubicBezTo>
                    <a:pt x="2905" y="6819"/>
                    <a:pt x="3836" y="7192"/>
                    <a:pt x="4768" y="7192"/>
                  </a:cubicBezTo>
                  <a:cubicBezTo>
                    <a:pt x="5674" y="7192"/>
                    <a:pt x="6580" y="6839"/>
                    <a:pt x="7262" y="6130"/>
                  </a:cubicBezTo>
                  <a:cubicBezTo>
                    <a:pt x="9540" y="3906"/>
                    <a:pt x="7994" y="28"/>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48"/>
            <p:cNvSpPr/>
            <p:nvPr/>
          </p:nvSpPr>
          <p:spPr>
            <a:xfrm>
              <a:off x="839100" y="3703750"/>
              <a:ext cx="238525" cy="180325"/>
            </a:xfrm>
            <a:custGeom>
              <a:rect b="b" l="l" r="r" t="t"/>
              <a:pathLst>
                <a:path extrusionOk="0" h="7213" w="9541">
                  <a:moveTo>
                    <a:pt x="4787" y="0"/>
                  </a:moveTo>
                  <a:cubicBezTo>
                    <a:pt x="1609" y="0"/>
                    <a:pt x="1" y="3806"/>
                    <a:pt x="2217" y="6076"/>
                  </a:cubicBezTo>
                  <a:cubicBezTo>
                    <a:pt x="2904" y="6832"/>
                    <a:pt x="3843" y="7212"/>
                    <a:pt x="4778" y="7212"/>
                  </a:cubicBezTo>
                  <a:cubicBezTo>
                    <a:pt x="5687" y="7212"/>
                    <a:pt x="6593" y="6853"/>
                    <a:pt x="7262" y="6130"/>
                  </a:cubicBezTo>
                  <a:cubicBezTo>
                    <a:pt x="9540" y="3906"/>
                    <a:pt x="7994"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48"/>
            <p:cNvSpPr/>
            <p:nvPr/>
          </p:nvSpPr>
          <p:spPr>
            <a:xfrm>
              <a:off x="1487175" y="3072975"/>
              <a:ext cx="200725" cy="180925"/>
            </a:xfrm>
            <a:custGeom>
              <a:rect b="b" l="l" r="r" t="t"/>
              <a:pathLst>
                <a:path extrusionOk="0" h="7237" w="8029">
                  <a:moveTo>
                    <a:pt x="4026" y="0"/>
                  </a:moveTo>
                  <a:cubicBezTo>
                    <a:pt x="3176" y="0"/>
                    <a:pt x="2321" y="327"/>
                    <a:pt x="1600" y="983"/>
                  </a:cubicBezTo>
                  <a:cubicBezTo>
                    <a:pt x="82" y="2393"/>
                    <a:pt x="0" y="4536"/>
                    <a:pt x="1383" y="6028"/>
                  </a:cubicBezTo>
                  <a:cubicBezTo>
                    <a:pt x="2095" y="6827"/>
                    <a:pt x="3088" y="7237"/>
                    <a:pt x="4085" y="7237"/>
                  </a:cubicBezTo>
                  <a:cubicBezTo>
                    <a:pt x="4949" y="7237"/>
                    <a:pt x="5817" y="6929"/>
                    <a:pt x="6510" y="6299"/>
                  </a:cubicBezTo>
                  <a:cubicBezTo>
                    <a:pt x="7975" y="4943"/>
                    <a:pt x="8029" y="2637"/>
                    <a:pt x="6646" y="1200"/>
                  </a:cubicBezTo>
                  <a:cubicBezTo>
                    <a:pt x="5904" y="401"/>
                    <a:pt x="4968"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48"/>
            <p:cNvSpPr/>
            <p:nvPr/>
          </p:nvSpPr>
          <p:spPr>
            <a:xfrm>
              <a:off x="2098125" y="2443175"/>
              <a:ext cx="238525" cy="179725"/>
            </a:xfrm>
            <a:custGeom>
              <a:rect b="b" l="l" r="r" t="t"/>
              <a:pathLst>
                <a:path extrusionOk="0" h="7189" w="9541">
                  <a:moveTo>
                    <a:pt x="4759" y="0"/>
                  </a:moveTo>
                  <a:cubicBezTo>
                    <a:pt x="3849" y="0"/>
                    <a:pt x="2937" y="360"/>
                    <a:pt x="2252" y="1085"/>
                  </a:cubicBezTo>
                  <a:cubicBezTo>
                    <a:pt x="1" y="3309"/>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48"/>
            <p:cNvSpPr/>
            <p:nvPr/>
          </p:nvSpPr>
          <p:spPr>
            <a:xfrm>
              <a:off x="209825" y="4962975"/>
              <a:ext cx="238525" cy="180325"/>
            </a:xfrm>
            <a:custGeom>
              <a:rect b="b" l="l" r="r" t="t"/>
              <a:pathLst>
                <a:path extrusionOk="0" h="7213" w="9541">
                  <a:moveTo>
                    <a:pt x="4760" y="0"/>
                  </a:moveTo>
                  <a:cubicBezTo>
                    <a:pt x="1609" y="0"/>
                    <a:pt x="1" y="3833"/>
                    <a:pt x="2217" y="6076"/>
                  </a:cubicBezTo>
                  <a:cubicBezTo>
                    <a:pt x="2904" y="6832"/>
                    <a:pt x="3836" y="7212"/>
                    <a:pt x="4767" y="7212"/>
                  </a:cubicBezTo>
                  <a:cubicBezTo>
                    <a:pt x="5673" y="7212"/>
                    <a:pt x="6580" y="6853"/>
                    <a:pt x="7262" y="6130"/>
                  </a:cubicBezTo>
                  <a:cubicBezTo>
                    <a:pt x="9540" y="3906"/>
                    <a:pt x="7994" y="55"/>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48"/>
            <p:cNvSpPr/>
            <p:nvPr/>
          </p:nvSpPr>
          <p:spPr>
            <a:xfrm>
              <a:off x="857225" y="4332350"/>
              <a:ext cx="201400" cy="180975"/>
            </a:xfrm>
            <a:custGeom>
              <a:rect b="b" l="l" r="r" t="t"/>
              <a:pathLst>
                <a:path extrusionOk="0" h="7239" w="8056">
                  <a:moveTo>
                    <a:pt x="4035" y="1"/>
                  </a:moveTo>
                  <a:cubicBezTo>
                    <a:pt x="3185" y="1"/>
                    <a:pt x="2336" y="334"/>
                    <a:pt x="1628" y="1004"/>
                  </a:cubicBezTo>
                  <a:cubicBezTo>
                    <a:pt x="136" y="2387"/>
                    <a:pt x="0" y="4557"/>
                    <a:pt x="1411" y="6049"/>
                  </a:cubicBezTo>
                  <a:cubicBezTo>
                    <a:pt x="2098" y="6837"/>
                    <a:pt x="3066" y="7239"/>
                    <a:pt x="4038" y="7239"/>
                  </a:cubicBezTo>
                  <a:cubicBezTo>
                    <a:pt x="4906" y="7239"/>
                    <a:pt x="5777" y="6918"/>
                    <a:pt x="6456" y="6266"/>
                  </a:cubicBezTo>
                  <a:cubicBezTo>
                    <a:pt x="7975" y="4937"/>
                    <a:pt x="8056" y="2631"/>
                    <a:pt x="6673" y="1221"/>
                  </a:cubicBezTo>
                  <a:cubicBezTo>
                    <a:pt x="5918" y="409"/>
                    <a:pt x="4975"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48"/>
            <p:cNvSpPr/>
            <p:nvPr/>
          </p:nvSpPr>
          <p:spPr>
            <a:xfrm>
              <a:off x="1468850" y="3702900"/>
              <a:ext cx="238325" cy="179900"/>
            </a:xfrm>
            <a:custGeom>
              <a:rect b="b" l="l" r="r" t="t"/>
              <a:pathLst>
                <a:path extrusionOk="0" h="7196" w="9533">
                  <a:moveTo>
                    <a:pt x="4780" y="0"/>
                  </a:moveTo>
                  <a:cubicBezTo>
                    <a:pt x="3878" y="0"/>
                    <a:pt x="2971" y="346"/>
                    <a:pt x="2279" y="1038"/>
                  </a:cubicBezTo>
                  <a:cubicBezTo>
                    <a:pt x="1" y="3262"/>
                    <a:pt x="1520" y="7141"/>
                    <a:pt x="4720" y="7195"/>
                  </a:cubicBezTo>
                  <a:cubicBezTo>
                    <a:pt x="4743" y="7196"/>
                    <a:pt x="4765" y="7196"/>
                    <a:pt x="4787" y="7196"/>
                  </a:cubicBezTo>
                  <a:cubicBezTo>
                    <a:pt x="7917" y="7196"/>
                    <a:pt x="9533" y="3409"/>
                    <a:pt x="7324" y="1119"/>
                  </a:cubicBezTo>
                  <a:cubicBezTo>
                    <a:pt x="6647" y="373"/>
                    <a:pt x="5717" y="0"/>
                    <a:pt x="478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48"/>
            <p:cNvSpPr/>
            <p:nvPr/>
          </p:nvSpPr>
          <p:spPr>
            <a:xfrm>
              <a:off x="5247225" y="3073125"/>
              <a:ext cx="239175" cy="179725"/>
            </a:xfrm>
            <a:custGeom>
              <a:rect b="b" l="l" r="r" t="t"/>
              <a:pathLst>
                <a:path extrusionOk="0" h="7189" w="9567">
                  <a:moveTo>
                    <a:pt x="4765" y="0"/>
                  </a:moveTo>
                  <a:cubicBezTo>
                    <a:pt x="3855" y="0"/>
                    <a:pt x="2950" y="360"/>
                    <a:pt x="2278" y="1085"/>
                  </a:cubicBezTo>
                  <a:cubicBezTo>
                    <a:pt x="0" y="3337"/>
                    <a:pt x="1573" y="7188"/>
                    <a:pt x="4774" y="7188"/>
                  </a:cubicBezTo>
                  <a:cubicBezTo>
                    <a:pt x="4785" y="7188"/>
                    <a:pt x="4796" y="7188"/>
                    <a:pt x="4807" y="7188"/>
                  </a:cubicBezTo>
                  <a:cubicBezTo>
                    <a:pt x="7959" y="7188"/>
                    <a:pt x="9567"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48"/>
            <p:cNvSpPr/>
            <p:nvPr/>
          </p:nvSpPr>
          <p:spPr>
            <a:xfrm>
              <a:off x="5877175" y="2443400"/>
              <a:ext cx="238125" cy="180200"/>
            </a:xfrm>
            <a:custGeom>
              <a:rect b="b" l="l" r="r" t="t"/>
              <a:pathLst>
                <a:path extrusionOk="0" h="7208" w="9525">
                  <a:moveTo>
                    <a:pt x="4761" y="0"/>
                  </a:moveTo>
                  <a:cubicBezTo>
                    <a:pt x="3895" y="0"/>
                    <a:pt x="3027" y="340"/>
                    <a:pt x="2306" y="1022"/>
                  </a:cubicBezTo>
                  <a:cubicBezTo>
                    <a:pt x="0" y="3219"/>
                    <a:pt x="1492" y="7125"/>
                    <a:pt x="4665" y="7206"/>
                  </a:cubicBezTo>
                  <a:cubicBezTo>
                    <a:pt x="4699" y="7207"/>
                    <a:pt x="4732" y="7208"/>
                    <a:pt x="4766" y="7208"/>
                  </a:cubicBezTo>
                  <a:cubicBezTo>
                    <a:pt x="7901" y="7208"/>
                    <a:pt x="9525" y="3439"/>
                    <a:pt x="7351" y="1158"/>
                  </a:cubicBezTo>
                  <a:cubicBezTo>
                    <a:pt x="6608" y="387"/>
                    <a:pt x="5685"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48"/>
            <p:cNvSpPr/>
            <p:nvPr/>
          </p:nvSpPr>
          <p:spPr>
            <a:xfrm>
              <a:off x="3988175" y="4963650"/>
              <a:ext cx="238525" cy="179975"/>
            </a:xfrm>
            <a:custGeom>
              <a:rect b="b" l="l" r="r" t="t"/>
              <a:pathLst>
                <a:path extrusionOk="0" h="7199" w="9541">
                  <a:moveTo>
                    <a:pt x="4760" y="0"/>
                  </a:moveTo>
                  <a:cubicBezTo>
                    <a:pt x="1582" y="0"/>
                    <a:pt x="1" y="3833"/>
                    <a:pt x="2244" y="6076"/>
                  </a:cubicBezTo>
                  <a:cubicBezTo>
                    <a:pt x="2926" y="6826"/>
                    <a:pt x="3853" y="7198"/>
                    <a:pt x="4780" y="7198"/>
                  </a:cubicBezTo>
                  <a:cubicBezTo>
                    <a:pt x="5697" y="7198"/>
                    <a:pt x="6614" y="6832"/>
                    <a:pt x="7289" y="6103"/>
                  </a:cubicBezTo>
                  <a:cubicBezTo>
                    <a:pt x="9541" y="3852"/>
                    <a:pt x="7967" y="0"/>
                    <a:pt x="4794" y="0"/>
                  </a:cubicBezTo>
                  <a:cubicBezTo>
                    <a:pt x="4783" y="0"/>
                    <a:pt x="4772"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48"/>
            <p:cNvSpPr/>
            <p:nvPr/>
          </p:nvSpPr>
          <p:spPr>
            <a:xfrm>
              <a:off x="4617650" y="4333675"/>
              <a:ext cx="239000" cy="180100"/>
            </a:xfrm>
            <a:custGeom>
              <a:rect b="b" l="l" r="r" t="t"/>
              <a:pathLst>
                <a:path extrusionOk="0" h="7204" w="9560">
                  <a:moveTo>
                    <a:pt x="4773" y="1"/>
                  </a:moveTo>
                  <a:cubicBezTo>
                    <a:pt x="1643" y="1"/>
                    <a:pt x="1" y="3788"/>
                    <a:pt x="2209" y="6050"/>
                  </a:cubicBezTo>
                  <a:cubicBezTo>
                    <a:pt x="2892" y="6817"/>
                    <a:pt x="3840" y="7204"/>
                    <a:pt x="4788" y="7204"/>
                  </a:cubicBezTo>
                  <a:cubicBezTo>
                    <a:pt x="5685" y="7204"/>
                    <a:pt x="6582" y="6857"/>
                    <a:pt x="7254" y="6159"/>
                  </a:cubicBezTo>
                  <a:cubicBezTo>
                    <a:pt x="9560" y="3934"/>
                    <a:pt x="8014" y="56"/>
                    <a:pt x="4840" y="1"/>
                  </a:cubicBezTo>
                  <a:cubicBezTo>
                    <a:pt x="4818" y="1"/>
                    <a:pt x="4796"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48"/>
            <p:cNvSpPr/>
            <p:nvPr/>
          </p:nvSpPr>
          <p:spPr>
            <a:xfrm>
              <a:off x="5247400" y="3702975"/>
              <a:ext cx="238525" cy="179825"/>
            </a:xfrm>
            <a:custGeom>
              <a:rect b="b" l="l" r="r" t="t"/>
              <a:pathLst>
                <a:path extrusionOk="0" h="7193" w="9541">
                  <a:moveTo>
                    <a:pt x="4768" y="1"/>
                  </a:moveTo>
                  <a:cubicBezTo>
                    <a:pt x="3836" y="1"/>
                    <a:pt x="2905" y="374"/>
                    <a:pt x="2217" y="1116"/>
                  </a:cubicBezTo>
                  <a:cubicBezTo>
                    <a:pt x="1" y="3387"/>
                    <a:pt x="1609" y="7192"/>
                    <a:pt x="4787" y="7192"/>
                  </a:cubicBezTo>
                  <a:cubicBezTo>
                    <a:pt x="4799" y="7192"/>
                    <a:pt x="4810" y="7192"/>
                    <a:pt x="4821" y="7192"/>
                  </a:cubicBezTo>
                  <a:cubicBezTo>
                    <a:pt x="7995" y="7165"/>
                    <a:pt x="9541" y="3286"/>
                    <a:pt x="7262" y="1062"/>
                  </a:cubicBezTo>
                  <a:cubicBezTo>
                    <a:pt x="6580" y="353"/>
                    <a:pt x="5674"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48"/>
            <p:cNvSpPr/>
            <p:nvPr/>
          </p:nvSpPr>
          <p:spPr>
            <a:xfrm>
              <a:off x="5896150" y="3072975"/>
              <a:ext cx="202775" cy="183550"/>
            </a:xfrm>
            <a:custGeom>
              <a:rect b="b" l="l" r="r" t="t"/>
              <a:pathLst>
                <a:path extrusionOk="0" h="7342" w="8111">
                  <a:moveTo>
                    <a:pt x="4006" y="0"/>
                  </a:moveTo>
                  <a:cubicBezTo>
                    <a:pt x="3156" y="0"/>
                    <a:pt x="2308" y="327"/>
                    <a:pt x="1601" y="983"/>
                  </a:cubicBezTo>
                  <a:cubicBezTo>
                    <a:pt x="82" y="2393"/>
                    <a:pt x="1" y="4536"/>
                    <a:pt x="1384" y="6028"/>
                  </a:cubicBezTo>
                  <a:cubicBezTo>
                    <a:pt x="2090" y="6896"/>
                    <a:pt x="3109" y="7341"/>
                    <a:pt x="4135" y="7341"/>
                  </a:cubicBezTo>
                  <a:cubicBezTo>
                    <a:pt x="5000" y="7341"/>
                    <a:pt x="5870" y="7025"/>
                    <a:pt x="6565" y="6380"/>
                  </a:cubicBezTo>
                  <a:cubicBezTo>
                    <a:pt x="8084" y="4997"/>
                    <a:pt x="8111" y="2637"/>
                    <a:pt x="6646" y="1200"/>
                  </a:cubicBezTo>
                  <a:cubicBezTo>
                    <a:pt x="5890" y="401"/>
                    <a:pt x="4947" y="0"/>
                    <a:pt x="400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48"/>
            <p:cNvSpPr/>
            <p:nvPr/>
          </p:nvSpPr>
          <p:spPr>
            <a:xfrm>
              <a:off x="6506450" y="2443400"/>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7"/>
                    <a:pt x="4765" y="7207"/>
                    <a:pt x="4787" y="7207"/>
                  </a:cubicBezTo>
                  <a:cubicBezTo>
                    <a:pt x="7943" y="7207"/>
                    <a:pt x="9559" y="3420"/>
                    <a:pt x="7351" y="1131"/>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48"/>
            <p:cNvSpPr/>
            <p:nvPr/>
          </p:nvSpPr>
          <p:spPr>
            <a:xfrm>
              <a:off x="4617950" y="4962975"/>
              <a:ext cx="238700" cy="180400"/>
            </a:xfrm>
            <a:custGeom>
              <a:rect b="b" l="l" r="r" t="t"/>
              <a:pathLst>
                <a:path extrusionOk="0" h="7216" w="9548">
                  <a:moveTo>
                    <a:pt x="4747" y="0"/>
                  </a:moveTo>
                  <a:cubicBezTo>
                    <a:pt x="1573" y="27"/>
                    <a:pt x="0" y="3879"/>
                    <a:pt x="2251" y="6130"/>
                  </a:cubicBezTo>
                  <a:cubicBezTo>
                    <a:pt x="2937" y="6856"/>
                    <a:pt x="3848" y="7215"/>
                    <a:pt x="4759" y="7215"/>
                  </a:cubicBezTo>
                  <a:cubicBezTo>
                    <a:pt x="5686" y="7215"/>
                    <a:pt x="6612" y="6842"/>
                    <a:pt x="7296" y="6103"/>
                  </a:cubicBezTo>
                  <a:cubicBezTo>
                    <a:pt x="9548" y="3852"/>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48"/>
            <p:cNvSpPr/>
            <p:nvPr/>
          </p:nvSpPr>
          <p:spPr>
            <a:xfrm>
              <a:off x="5265525" y="4332375"/>
              <a:ext cx="202100" cy="181000"/>
            </a:xfrm>
            <a:custGeom>
              <a:rect b="b" l="l" r="r" t="t"/>
              <a:pathLst>
                <a:path extrusionOk="0" h="7240" w="8084">
                  <a:moveTo>
                    <a:pt x="4012" y="1"/>
                  </a:moveTo>
                  <a:cubicBezTo>
                    <a:pt x="3198" y="1"/>
                    <a:pt x="2389" y="303"/>
                    <a:pt x="1709" y="921"/>
                  </a:cubicBezTo>
                  <a:cubicBezTo>
                    <a:pt x="163" y="2305"/>
                    <a:pt x="0" y="4448"/>
                    <a:pt x="1357" y="5966"/>
                  </a:cubicBezTo>
                  <a:cubicBezTo>
                    <a:pt x="2110" y="6808"/>
                    <a:pt x="3087" y="7240"/>
                    <a:pt x="4067" y="7240"/>
                  </a:cubicBezTo>
                  <a:cubicBezTo>
                    <a:pt x="4888" y="7240"/>
                    <a:pt x="5709" y="6937"/>
                    <a:pt x="6402" y="6319"/>
                  </a:cubicBezTo>
                  <a:cubicBezTo>
                    <a:pt x="7893" y="4990"/>
                    <a:pt x="8083" y="2793"/>
                    <a:pt x="6727" y="1274"/>
                  </a:cubicBezTo>
                  <a:cubicBezTo>
                    <a:pt x="5959"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48"/>
            <p:cNvSpPr/>
            <p:nvPr/>
          </p:nvSpPr>
          <p:spPr>
            <a:xfrm>
              <a:off x="5896150" y="3702650"/>
              <a:ext cx="200750" cy="180725"/>
            </a:xfrm>
            <a:custGeom>
              <a:rect b="b" l="l" r="r" t="t"/>
              <a:pathLst>
                <a:path extrusionOk="0" h="7229" w="8030">
                  <a:moveTo>
                    <a:pt x="3995" y="0"/>
                  </a:moveTo>
                  <a:cubicBezTo>
                    <a:pt x="3149" y="0"/>
                    <a:pt x="2305" y="328"/>
                    <a:pt x="1601" y="994"/>
                  </a:cubicBezTo>
                  <a:cubicBezTo>
                    <a:pt x="82" y="2431"/>
                    <a:pt x="1" y="4547"/>
                    <a:pt x="1384" y="6039"/>
                  </a:cubicBezTo>
                  <a:cubicBezTo>
                    <a:pt x="2129" y="6827"/>
                    <a:pt x="3086" y="7229"/>
                    <a:pt x="4043" y="7229"/>
                  </a:cubicBezTo>
                  <a:cubicBezTo>
                    <a:pt x="4898" y="7229"/>
                    <a:pt x="5752" y="6908"/>
                    <a:pt x="6456" y="6256"/>
                  </a:cubicBezTo>
                  <a:cubicBezTo>
                    <a:pt x="7948" y="4954"/>
                    <a:pt x="8029" y="2648"/>
                    <a:pt x="6646" y="1211"/>
                  </a:cubicBezTo>
                  <a:cubicBezTo>
                    <a:pt x="5887" y="409"/>
                    <a:pt x="4940" y="0"/>
                    <a:pt x="399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48"/>
            <p:cNvSpPr/>
            <p:nvPr/>
          </p:nvSpPr>
          <p:spPr>
            <a:xfrm>
              <a:off x="6506825" y="3073100"/>
              <a:ext cx="239000" cy="179750"/>
            </a:xfrm>
            <a:custGeom>
              <a:rect b="b" l="l" r="r" t="t"/>
              <a:pathLst>
                <a:path extrusionOk="0" h="7190" w="9560">
                  <a:moveTo>
                    <a:pt x="4773" y="1"/>
                  </a:moveTo>
                  <a:cubicBezTo>
                    <a:pt x="3837" y="1"/>
                    <a:pt x="2900" y="381"/>
                    <a:pt x="2209" y="1141"/>
                  </a:cubicBezTo>
                  <a:cubicBezTo>
                    <a:pt x="1" y="3403"/>
                    <a:pt x="1617" y="7190"/>
                    <a:pt x="4773" y="7190"/>
                  </a:cubicBezTo>
                  <a:cubicBezTo>
                    <a:pt x="4795" y="7190"/>
                    <a:pt x="4818" y="7190"/>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48"/>
            <p:cNvSpPr/>
            <p:nvPr/>
          </p:nvSpPr>
          <p:spPr>
            <a:xfrm>
              <a:off x="5247225" y="4963650"/>
              <a:ext cx="238700" cy="180050"/>
            </a:xfrm>
            <a:custGeom>
              <a:rect b="b" l="l" r="r" t="t"/>
              <a:pathLst>
                <a:path extrusionOk="0" h="7202" w="9548">
                  <a:moveTo>
                    <a:pt x="4774" y="0"/>
                  </a:moveTo>
                  <a:cubicBezTo>
                    <a:pt x="1600" y="0"/>
                    <a:pt x="0" y="3852"/>
                    <a:pt x="2251" y="6103"/>
                  </a:cubicBezTo>
                  <a:cubicBezTo>
                    <a:pt x="2929" y="6836"/>
                    <a:pt x="3852" y="7202"/>
                    <a:pt x="4774" y="7202"/>
                  </a:cubicBezTo>
                  <a:cubicBezTo>
                    <a:pt x="5696" y="7202"/>
                    <a:pt x="6618" y="6836"/>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48"/>
            <p:cNvSpPr/>
            <p:nvPr/>
          </p:nvSpPr>
          <p:spPr>
            <a:xfrm>
              <a:off x="5877550" y="4332575"/>
              <a:ext cx="238325" cy="180175"/>
            </a:xfrm>
            <a:custGeom>
              <a:rect b="b" l="l" r="r" t="t"/>
              <a:pathLst>
                <a:path extrusionOk="0" h="7207" w="9533">
                  <a:moveTo>
                    <a:pt x="4749" y="1"/>
                  </a:moveTo>
                  <a:cubicBezTo>
                    <a:pt x="3805" y="1"/>
                    <a:pt x="2862" y="381"/>
                    <a:pt x="2182" y="1130"/>
                  </a:cubicBezTo>
                  <a:cubicBezTo>
                    <a:pt x="1" y="3420"/>
                    <a:pt x="1617" y="7207"/>
                    <a:pt x="4773" y="7207"/>
                  </a:cubicBezTo>
                  <a:cubicBezTo>
                    <a:pt x="4795" y="7207"/>
                    <a:pt x="4818" y="7207"/>
                    <a:pt x="4840" y="7206"/>
                  </a:cubicBezTo>
                  <a:cubicBezTo>
                    <a:pt x="8014" y="7125"/>
                    <a:pt x="9533" y="3246"/>
                    <a:pt x="7227" y="1049"/>
                  </a:cubicBezTo>
                  <a:cubicBezTo>
                    <a:pt x="6552"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48"/>
            <p:cNvSpPr/>
            <p:nvPr/>
          </p:nvSpPr>
          <p:spPr>
            <a:xfrm>
              <a:off x="6506450" y="3702975"/>
              <a:ext cx="239000" cy="179825"/>
            </a:xfrm>
            <a:custGeom>
              <a:rect b="b" l="l" r="r" t="t"/>
              <a:pathLst>
                <a:path extrusionOk="0" h="7193" w="9560">
                  <a:moveTo>
                    <a:pt x="4794" y="0"/>
                  </a:moveTo>
                  <a:cubicBezTo>
                    <a:pt x="3897" y="0"/>
                    <a:pt x="2994" y="346"/>
                    <a:pt x="2306" y="1035"/>
                  </a:cubicBezTo>
                  <a:cubicBezTo>
                    <a:pt x="0" y="3259"/>
                    <a:pt x="1546" y="7138"/>
                    <a:pt x="4720" y="7192"/>
                  </a:cubicBezTo>
                  <a:cubicBezTo>
                    <a:pt x="4742" y="7193"/>
                    <a:pt x="4765" y="7193"/>
                    <a:pt x="4787" y="7193"/>
                  </a:cubicBezTo>
                  <a:cubicBezTo>
                    <a:pt x="7943" y="7193"/>
                    <a:pt x="9559" y="3406"/>
                    <a:pt x="7351" y="1144"/>
                  </a:cubicBezTo>
                  <a:cubicBezTo>
                    <a:pt x="6671" y="380"/>
                    <a:pt x="5735" y="0"/>
                    <a:pt x="47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48"/>
            <p:cNvSpPr/>
            <p:nvPr/>
          </p:nvSpPr>
          <p:spPr>
            <a:xfrm>
              <a:off x="5896150" y="4962125"/>
              <a:ext cx="201425" cy="181050"/>
            </a:xfrm>
            <a:custGeom>
              <a:rect b="b" l="l" r="r" t="t"/>
              <a:pathLst>
                <a:path extrusionOk="0" h="7242" w="8057">
                  <a:moveTo>
                    <a:pt x="4006" y="1"/>
                  </a:moveTo>
                  <a:cubicBezTo>
                    <a:pt x="3156" y="1"/>
                    <a:pt x="2308" y="328"/>
                    <a:pt x="1601" y="984"/>
                  </a:cubicBezTo>
                  <a:cubicBezTo>
                    <a:pt x="109" y="2394"/>
                    <a:pt x="1" y="4564"/>
                    <a:pt x="1384" y="6056"/>
                  </a:cubicBezTo>
                  <a:cubicBezTo>
                    <a:pt x="2083" y="6840"/>
                    <a:pt x="3051" y="7242"/>
                    <a:pt x="4021" y="7242"/>
                  </a:cubicBezTo>
                  <a:cubicBezTo>
                    <a:pt x="4897" y="7242"/>
                    <a:pt x="5774" y="6915"/>
                    <a:pt x="6456" y="6246"/>
                  </a:cubicBezTo>
                  <a:cubicBezTo>
                    <a:pt x="7948" y="4944"/>
                    <a:pt x="8056" y="2638"/>
                    <a:pt x="6646" y="1201"/>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48"/>
            <p:cNvSpPr/>
            <p:nvPr/>
          </p:nvSpPr>
          <p:spPr>
            <a:xfrm>
              <a:off x="6507125" y="4332300"/>
              <a:ext cx="238125" cy="180475"/>
            </a:xfrm>
            <a:custGeom>
              <a:rect b="b" l="l" r="r" t="t"/>
              <a:pathLst>
                <a:path extrusionOk="0" h="7219" w="9525">
                  <a:moveTo>
                    <a:pt x="4739" y="1"/>
                  </a:moveTo>
                  <a:cubicBezTo>
                    <a:pt x="3881" y="1"/>
                    <a:pt x="3024" y="341"/>
                    <a:pt x="2306" y="1033"/>
                  </a:cubicBezTo>
                  <a:cubicBezTo>
                    <a:pt x="0" y="3230"/>
                    <a:pt x="1492" y="7136"/>
                    <a:pt x="4666" y="7217"/>
                  </a:cubicBezTo>
                  <a:cubicBezTo>
                    <a:pt x="4699" y="7218"/>
                    <a:pt x="4732" y="7218"/>
                    <a:pt x="4765" y="7218"/>
                  </a:cubicBezTo>
                  <a:cubicBezTo>
                    <a:pt x="7874" y="7218"/>
                    <a:pt x="9525" y="3450"/>
                    <a:pt x="7351" y="1169"/>
                  </a:cubicBezTo>
                  <a:cubicBezTo>
                    <a:pt x="6591" y="395"/>
                    <a:pt x="5664" y="1"/>
                    <a:pt x="473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48"/>
            <p:cNvSpPr/>
            <p:nvPr/>
          </p:nvSpPr>
          <p:spPr>
            <a:xfrm>
              <a:off x="6506825" y="4962275"/>
              <a:ext cx="239000" cy="179750"/>
            </a:xfrm>
            <a:custGeom>
              <a:rect b="b" l="l" r="r" t="t"/>
              <a:pathLst>
                <a:path extrusionOk="0" h="7190" w="9560">
                  <a:moveTo>
                    <a:pt x="4773" y="1"/>
                  </a:moveTo>
                  <a:cubicBezTo>
                    <a:pt x="3837" y="1"/>
                    <a:pt x="2900" y="381"/>
                    <a:pt x="2209" y="1140"/>
                  </a:cubicBezTo>
                  <a:cubicBezTo>
                    <a:pt x="1" y="3403"/>
                    <a:pt x="1617" y="7190"/>
                    <a:pt x="4773" y="7190"/>
                  </a:cubicBezTo>
                  <a:cubicBezTo>
                    <a:pt x="4795" y="7190"/>
                    <a:pt x="4818" y="7189"/>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48"/>
            <p:cNvSpPr/>
            <p:nvPr/>
          </p:nvSpPr>
          <p:spPr>
            <a:xfrm>
              <a:off x="4006300" y="2443200"/>
              <a:ext cx="202100" cy="180775"/>
            </a:xfrm>
            <a:custGeom>
              <a:rect b="b" l="l" r="r" t="t"/>
              <a:pathLst>
                <a:path extrusionOk="0" h="7231" w="8084">
                  <a:moveTo>
                    <a:pt x="4023" y="1"/>
                  </a:moveTo>
                  <a:cubicBezTo>
                    <a:pt x="3204" y="1"/>
                    <a:pt x="2389" y="304"/>
                    <a:pt x="1709" y="922"/>
                  </a:cubicBezTo>
                  <a:cubicBezTo>
                    <a:pt x="190" y="2278"/>
                    <a:pt x="0" y="4448"/>
                    <a:pt x="1329" y="5967"/>
                  </a:cubicBezTo>
                  <a:cubicBezTo>
                    <a:pt x="2056" y="6797"/>
                    <a:pt x="3051" y="7231"/>
                    <a:pt x="4052" y="7231"/>
                  </a:cubicBezTo>
                  <a:cubicBezTo>
                    <a:pt x="4881" y="7231"/>
                    <a:pt x="5714" y="6934"/>
                    <a:pt x="6402" y="6319"/>
                  </a:cubicBezTo>
                  <a:cubicBezTo>
                    <a:pt x="7893" y="4990"/>
                    <a:pt x="8083" y="2766"/>
                    <a:pt x="6754" y="1274"/>
                  </a:cubicBezTo>
                  <a:cubicBezTo>
                    <a:pt x="5987"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48"/>
            <p:cNvSpPr/>
            <p:nvPr/>
          </p:nvSpPr>
          <p:spPr>
            <a:xfrm>
              <a:off x="3988000" y="3073100"/>
              <a:ext cx="238125" cy="179775"/>
            </a:xfrm>
            <a:custGeom>
              <a:rect b="b" l="l" r="r" t="t"/>
              <a:pathLst>
                <a:path extrusionOk="0" h="7191" w="9525">
                  <a:moveTo>
                    <a:pt x="4787" y="1"/>
                  </a:moveTo>
                  <a:cubicBezTo>
                    <a:pt x="3885" y="1"/>
                    <a:pt x="2984" y="354"/>
                    <a:pt x="2306" y="1059"/>
                  </a:cubicBezTo>
                  <a:cubicBezTo>
                    <a:pt x="0" y="3256"/>
                    <a:pt x="1519" y="7135"/>
                    <a:pt x="4692" y="7189"/>
                  </a:cubicBezTo>
                  <a:cubicBezTo>
                    <a:pt x="4726" y="7190"/>
                    <a:pt x="4759" y="7190"/>
                    <a:pt x="4792" y="7190"/>
                  </a:cubicBezTo>
                  <a:cubicBezTo>
                    <a:pt x="7927" y="7190"/>
                    <a:pt x="9525" y="3395"/>
                    <a:pt x="7351" y="1141"/>
                  </a:cubicBezTo>
                  <a:cubicBezTo>
                    <a:pt x="6660" y="381"/>
                    <a:pt x="5723"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48"/>
            <p:cNvSpPr/>
            <p:nvPr/>
          </p:nvSpPr>
          <p:spPr>
            <a:xfrm>
              <a:off x="4617250" y="2443250"/>
              <a:ext cx="239200" cy="180325"/>
            </a:xfrm>
            <a:custGeom>
              <a:rect b="b" l="l" r="r" t="t"/>
              <a:pathLst>
                <a:path extrusionOk="0" h="7213" w="9568">
                  <a:moveTo>
                    <a:pt x="4791" y="1"/>
                  </a:moveTo>
                  <a:cubicBezTo>
                    <a:pt x="3881" y="1"/>
                    <a:pt x="2975" y="360"/>
                    <a:pt x="2307" y="1082"/>
                  </a:cubicBezTo>
                  <a:cubicBezTo>
                    <a:pt x="1" y="3306"/>
                    <a:pt x="1574" y="7185"/>
                    <a:pt x="4748" y="7212"/>
                  </a:cubicBezTo>
                  <a:cubicBezTo>
                    <a:pt x="4759" y="7212"/>
                    <a:pt x="4770" y="7212"/>
                    <a:pt x="4781" y="7212"/>
                  </a:cubicBezTo>
                  <a:cubicBezTo>
                    <a:pt x="7960" y="7212"/>
                    <a:pt x="9568" y="3407"/>
                    <a:pt x="7352" y="1137"/>
                  </a:cubicBezTo>
                  <a:cubicBezTo>
                    <a:pt x="6664" y="380"/>
                    <a:pt x="5726" y="1"/>
                    <a:pt x="479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48"/>
            <p:cNvSpPr/>
            <p:nvPr/>
          </p:nvSpPr>
          <p:spPr>
            <a:xfrm>
              <a:off x="3988175" y="3703750"/>
              <a:ext cx="238525" cy="180325"/>
            </a:xfrm>
            <a:custGeom>
              <a:rect b="b" l="l" r="r" t="t"/>
              <a:pathLst>
                <a:path extrusionOk="0" h="7213" w="9541">
                  <a:moveTo>
                    <a:pt x="4787" y="0"/>
                  </a:moveTo>
                  <a:cubicBezTo>
                    <a:pt x="1609" y="0"/>
                    <a:pt x="1" y="3806"/>
                    <a:pt x="2217" y="6076"/>
                  </a:cubicBezTo>
                  <a:cubicBezTo>
                    <a:pt x="2905" y="6832"/>
                    <a:pt x="3836" y="7212"/>
                    <a:pt x="4767" y="7212"/>
                  </a:cubicBezTo>
                  <a:cubicBezTo>
                    <a:pt x="5674" y="7212"/>
                    <a:pt x="6580" y="6853"/>
                    <a:pt x="7262" y="6130"/>
                  </a:cubicBezTo>
                  <a:cubicBezTo>
                    <a:pt x="9541" y="3906"/>
                    <a:pt x="7995"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48"/>
            <p:cNvSpPr/>
            <p:nvPr/>
          </p:nvSpPr>
          <p:spPr>
            <a:xfrm>
              <a:off x="4636250" y="3072975"/>
              <a:ext cx="201425" cy="180925"/>
            </a:xfrm>
            <a:custGeom>
              <a:rect b="b" l="l" r="r" t="t"/>
              <a:pathLst>
                <a:path extrusionOk="0" h="7237" w="8057">
                  <a:moveTo>
                    <a:pt x="4023" y="0"/>
                  </a:moveTo>
                  <a:cubicBezTo>
                    <a:pt x="3177" y="0"/>
                    <a:pt x="2335" y="327"/>
                    <a:pt x="1628" y="983"/>
                  </a:cubicBezTo>
                  <a:cubicBezTo>
                    <a:pt x="109" y="2393"/>
                    <a:pt x="0" y="4536"/>
                    <a:pt x="1411" y="6028"/>
                  </a:cubicBezTo>
                  <a:cubicBezTo>
                    <a:pt x="2123" y="6827"/>
                    <a:pt x="3107" y="7237"/>
                    <a:pt x="4097" y="7237"/>
                  </a:cubicBezTo>
                  <a:cubicBezTo>
                    <a:pt x="4955" y="7237"/>
                    <a:pt x="5817" y="6929"/>
                    <a:pt x="6510" y="6299"/>
                  </a:cubicBezTo>
                  <a:cubicBezTo>
                    <a:pt x="7975" y="4943"/>
                    <a:pt x="8056" y="2637"/>
                    <a:pt x="6673" y="1200"/>
                  </a:cubicBezTo>
                  <a:cubicBezTo>
                    <a:pt x="5903" y="401"/>
                    <a:pt x="4961" y="0"/>
                    <a:pt x="4023"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48"/>
            <p:cNvSpPr/>
            <p:nvPr/>
          </p:nvSpPr>
          <p:spPr>
            <a:xfrm>
              <a:off x="5247225" y="2443175"/>
              <a:ext cx="238500" cy="179725"/>
            </a:xfrm>
            <a:custGeom>
              <a:rect b="b" l="l" r="r" t="t"/>
              <a:pathLst>
                <a:path extrusionOk="0" h="7189" w="9540">
                  <a:moveTo>
                    <a:pt x="4765" y="0"/>
                  </a:moveTo>
                  <a:cubicBezTo>
                    <a:pt x="3855" y="0"/>
                    <a:pt x="2950" y="360"/>
                    <a:pt x="2278" y="1085"/>
                  </a:cubicBezTo>
                  <a:cubicBezTo>
                    <a:pt x="0" y="3309"/>
                    <a:pt x="1573" y="7188"/>
                    <a:pt x="4774" y="7188"/>
                  </a:cubicBezTo>
                  <a:cubicBezTo>
                    <a:pt x="4785" y="7188"/>
                    <a:pt x="4796" y="7188"/>
                    <a:pt x="4807" y="7188"/>
                  </a:cubicBezTo>
                  <a:cubicBezTo>
                    <a:pt x="7959" y="7188"/>
                    <a:pt x="9540"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48"/>
            <p:cNvSpPr/>
            <p:nvPr/>
          </p:nvSpPr>
          <p:spPr>
            <a:xfrm>
              <a:off x="4006975" y="4332350"/>
              <a:ext cx="201425" cy="181225"/>
            </a:xfrm>
            <a:custGeom>
              <a:rect b="b" l="l" r="r" t="t"/>
              <a:pathLst>
                <a:path extrusionOk="0" h="7249" w="8057">
                  <a:moveTo>
                    <a:pt x="4008" y="1"/>
                  </a:moveTo>
                  <a:cubicBezTo>
                    <a:pt x="3158" y="1"/>
                    <a:pt x="2309" y="334"/>
                    <a:pt x="1601" y="1004"/>
                  </a:cubicBezTo>
                  <a:cubicBezTo>
                    <a:pt x="109" y="2387"/>
                    <a:pt x="0" y="4557"/>
                    <a:pt x="1384" y="6049"/>
                  </a:cubicBezTo>
                  <a:cubicBezTo>
                    <a:pt x="2082" y="6847"/>
                    <a:pt x="3051" y="7249"/>
                    <a:pt x="4021" y="7249"/>
                  </a:cubicBezTo>
                  <a:cubicBezTo>
                    <a:pt x="4897" y="7249"/>
                    <a:pt x="5774" y="6922"/>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48"/>
            <p:cNvSpPr/>
            <p:nvPr/>
          </p:nvSpPr>
          <p:spPr>
            <a:xfrm>
              <a:off x="4617950" y="3702900"/>
              <a:ext cx="238325" cy="179900"/>
            </a:xfrm>
            <a:custGeom>
              <a:rect b="b" l="l" r="r" t="t"/>
              <a:pathLst>
                <a:path extrusionOk="0" h="7196" w="9533">
                  <a:moveTo>
                    <a:pt x="4759" y="0"/>
                  </a:moveTo>
                  <a:cubicBezTo>
                    <a:pt x="3858" y="0"/>
                    <a:pt x="2957" y="346"/>
                    <a:pt x="2279" y="1038"/>
                  </a:cubicBezTo>
                  <a:cubicBezTo>
                    <a:pt x="0" y="3262"/>
                    <a:pt x="1519" y="7141"/>
                    <a:pt x="4693" y="7195"/>
                  </a:cubicBezTo>
                  <a:cubicBezTo>
                    <a:pt x="4715" y="7196"/>
                    <a:pt x="4737" y="7196"/>
                    <a:pt x="4760" y="7196"/>
                  </a:cubicBezTo>
                  <a:cubicBezTo>
                    <a:pt x="7916" y="7196"/>
                    <a:pt x="9532" y="3409"/>
                    <a:pt x="7324" y="1119"/>
                  </a:cubicBezTo>
                  <a:cubicBezTo>
                    <a:pt x="6633" y="373"/>
                    <a:pt x="5695"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48"/>
            <p:cNvSpPr/>
            <p:nvPr/>
          </p:nvSpPr>
          <p:spPr>
            <a:xfrm>
              <a:off x="7141825" y="1811875"/>
              <a:ext cx="238700" cy="180050"/>
            </a:xfrm>
            <a:custGeom>
              <a:rect b="b" l="l" r="r" t="t"/>
              <a:pathLst>
                <a:path extrusionOk="0" h="7202" w="9548">
                  <a:moveTo>
                    <a:pt x="4774" y="0"/>
                  </a:moveTo>
                  <a:cubicBezTo>
                    <a:pt x="1600" y="0"/>
                    <a:pt x="0" y="3825"/>
                    <a:pt x="2224" y="6103"/>
                  </a:cubicBezTo>
                  <a:cubicBezTo>
                    <a:pt x="2902" y="6835"/>
                    <a:pt x="3825" y="7201"/>
                    <a:pt x="4750" y="7201"/>
                  </a:cubicBezTo>
                  <a:cubicBezTo>
                    <a:pt x="5676" y="7201"/>
                    <a:pt x="6605" y="6835"/>
                    <a:pt x="7296" y="6103"/>
                  </a:cubicBezTo>
                  <a:cubicBezTo>
                    <a:pt x="9548" y="3879"/>
                    <a:pt x="7975" y="27"/>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48"/>
            <p:cNvSpPr/>
            <p:nvPr/>
          </p:nvSpPr>
          <p:spPr>
            <a:xfrm>
              <a:off x="7142025" y="552650"/>
              <a:ext cx="238500" cy="179800"/>
            </a:xfrm>
            <a:custGeom>
              <a:rect b="b" l="l" r="r" t="t"/>
              <a:pathLst>
                <a:path extrusionOk="0" h="7192" w="9540">
                  <a:moveTo>
                    <a:pt x="4760" y="0"/>
                  </a:moveTo>
                  <a:cubicBezTo>
                    <a:pt x="1608" y="0"/>
                    <a:pt x="0" y="3806"/>
                    <a:pt x="2216" y="6076"/>
                  </a:cubicBezTo>
                  <a:cubicBezTo>
                    <a:pt x="2904" y="6819"/>
                    <a:pt x="3836" y="7192"/>
                    <a:pt x="4767" y="7192"/>
                  </a:cubicBezTo>
                  <a:cubicBezTo>
                    <a:pt x="5673" y="7192"/>
                    <a:pt x="6579" y="6839"/>
                    <a:pt x="7261" y="6130"/>
                  </a:cubicBezTo>
                  <a:cubicBezTo>
                    <a:pt x="9540" y="3906"/>
                    <a:pt x="7994" y="27"/>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48"/>
            <p:cNvSpPr/>
            <p:nvPr/>
          </p:nvSpPr>
          <p:spPr>
            <a:xfrm>
              <a:off x="7160125" y="1181075"/>
              <a:ext cx="201425" cy="181050"/>
            </a:xfrm>
            <a:custGeom>
              <a:rect b="b" l="l" r="r" t="t"/>
              <a:pathLst>
                <a:path extrusionOk="0" h="7242" w="8057">
                  <a:moveTo>
                    <a:pt x="4033" y="1"/>
                  </a:moveTo>
                  <a:cubicBezTo>
                    <a:pt x="3183" y="1"/>
                    <a:pt x="2336" y="327"/>
                    <a:pt x="1628" y="983"/>
                  </a:cubicBezTo>
                  <a:cubicBezTo>
                    <a:pt x="136" y="2394"/>
                    <a:pt x="1" y="4564"/>
                    <a:pt x="1411" y="6056"/>
                  </a:cubicBezTo>
                  <a:cubicBezTo>
                    <a:pt x="2095" y="6840"/>
                    <a:pt x="3065" y="7242"/>
                    <a:pt x="4035" y="7242"/>
                  </a:cubicBezTo>
                  <a:cubicBezTo>
                    <a:pt x="4910" y="7242"/>
                    <a:pt x="5787" y="6914"/>
                    <a:pt x="6456" y="6245"/>
                  </a:cubicBezTo>
                  <a:cubicBezTo>
                    <a:pt x="7975" y="4944"/>
                    <a:pt x="8056" y="2638"/>
                    <a:pt x="6673" y="1200"/>
                  </a:cubicBezTo>
                  <a:cubicBezTo>
                    <a:pt x="5917" y="402"/>
                    <a:pt x="4974" y="1"/>
                    <a:pt x="403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48"/>
            <p:cNvSpPr/>
            <p:nvPr/>
          </p:nvSpPr>
          <p:spPr>
            <a:xfrm>
              <a:off x="7141825" y="4962975"/>
              <a:ext cx="238700" cy="180150"/>
            </a:xfrm>
            <a:custGeom>
              <a:rect b="b" l="l" r="r" t="t"/>
              <a:pathLst>
                <a:path extrusionOk="0" h="7206" w="9548">
                  <a:moveTo>
                    <a:pt x="4801" y="0"/>
                  </a:moveTo>
                  <a:cubicBezTo>
                    <a:pt x="1600" y="0"/>
                    <a:pt x="0" y="3852"/>
                    <a:pt x="2251" y="6103"/>
                  </a:cubicBezTo>
                  <a:cubicBezTo>
                    <a:pt x="2933" y="6839"/>
                    <a:pt x="3854" y="7205"/>
                    <a:pt x="4777" y="7205"/>
                  </a:cubicBezTo>
                  <a:cubicBezTo>
                    <a:pt x="5691" y="7205"/>
                    <a:pt x="6608" y="6846"/>
                    <a:pt x="7296" y="6130"/>
                  </a:cubicBezTo>
                  <a:cubicBezTo>
                    <a:pt x="9548" y="3879"/>
                    <a:pt x="7975"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48"/>
            <p:cNvSpPr/>
            <p:nvPr/>
          </p:nvSpPr>
          <p:spPr>
            <a:xfrm>
              <a:off x="7160125" y="2443200"/>
              <a:ext cx="202100" cy="180775"/>
            </a:xfrm>
            <a:custGeom>
              <a:rect b="b" l="l" r="r" t="t"/>
              <a:pathLst>
                <a:path extrusionOk="0" h="7231" w="8084">
                  <a:moveTo>
                    <a:pt x="4012" y="1"/>
                  </a:moveTo>
                  <a:cubicBezTo>
                    <a:pt x="3198" y="1"/>
                    <a:pt x="2389" y="304"/>
                    <a:pt x="1709" y="922"/>
                  </a:cubicBezTo>
                  <a:cubicBezTo>
                    <a:pt x="190" y="2278"/>
                    <a:pt x="1" y="4448"/>
                    <a:pt x="1330" y="5967"/>
                  </a:cubicBezTo>
                  <a:cubicBezTo>
                    <a:pt x="2057" y="6797"/>
                    <a:pt x="3051" y="7231"/>
                    <a:pt x="4048" y="7231"/>
                  </a:cubicBezTo>
                  <a:cubicBezTo>
                    <a:pt x="4873" y="7231"/>
                    <a:pt x="5699" y="6934"/>
                    <a:pt x="6375" y="6319"/>
                  </a:cubicBezTo>
                  <a:cubicBezTo>
                    <a:pt x="7894" y="4990"/>
                    <a:pt x="8083" y="2766"/>
                    <a:pt x="6727" y="1274"/>
                  </a:cubicBezTo>
                  <a:cubicBezTo>
                    <a:pt x="5960"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48"/>
            <p:cNvSpPr/>
            <p:nvPr/>
          </p:nvSpPr>
          <p:spPr>
            <a:xfrm>
              <a:off x="7141825" y="3073100"/>
              <a:ext cx="238125" cy="179775"/>
            </a:xfrm>
            <a:custGeom>
              <a:rect b="b" l="l" r="r" t="t"/>
              <a:pathLst>
                <a:path extrusionOk="0" h="7191" w="9525">
                  <a:moveTo>
                    <a:pt x="4781" y="1"/>
                  </a:moveTo>
                  <a:cubicBezTo>
                    <a:pt x="3878" y="1"/>
                    <a:pt x="2971" y="354"/>
                    <a:pt x="2279" y="1059"/>
                  </a:cubicBezTo>
                  <a:cubicBezTo>
                    <a:pt x="0" y="3256"/>
                    <a:pt x="1519" y="7135"/>
                    <a:pt x="4693" y="7189"/>
                  </a:cubicBezTo>
                  <a:cubicBezTo>
                    <a:pt x="4726" y="7190"/>
                    <a:pt x="4759" y="7190"/>
                    <a:pt x="4792" y="7190"/>
                  </a:cubicBezTo>
                  <a:cubicBezTo>
                    <a:pt x="7927" y="7190"/>
                    <a:pt x="9525" y="3395"/>
                    <a:pt x="7324" y="1141"/>
                  </a:cubicBezTo>
                  <a:cubicBezTo>
                    <a:pt x="6647" y="381"/>
                    <a:pt x="5717" y="1"/>
                    <a:pt x="478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48"/>
            <p:cNvSpPr/>
            <p:nvPr/>
          </p:nvSpPr>
          <p:spPr>
            <a:xfrm>
              <a:off x="7142025" y="3703750"/>
              <a:ext cx="238500" cy="180325"/>
            </a:xfrm>
            <a:custGeom>
              <a:rect b="b" l="l" r="r" t="t"/>
              <a:pathLst>
                <a:path extrusionOk="0" h="7213" w="9540">
                  <a:moveTo>
                    <a:pt x="4760" y="0"/>
                  </a:moveTo>
                  <a:cubicBezTo>
                    <a:pt x="1608" y="0"/>
                    <a:pt x="0" y="3806"/>
                    <a:pt x="2216" y="6076"/>
                  </a:cubicBezTo>
                  <a:cubicBezTo>
                    <a:pt x="2904" y="6832"/>
                    <a:pt x="3835" y="7212"/>
                    <a:pt x="4767" y="7212"/>
                  </a:cubicBezTo>
                  <a:cubicBezTo>
                    <a:pt x="5673" y="7212"/>
                    <a:pt x="6579" y="6853"/>
                    <a:pt x="7261" y="6130"/>
                  </a:cubicBezTo>
                  <a:cubicBezTo>
                    <a:pt x="9540" y="3906"/>
                    <a:pt x="7994" y="28"/>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48"/>
            <p:cNvSpPr/>
            <p:nvPr/>
          </p:nvSpPr>
          <p:spPr>
            <a:xfrm>
              <a:off x="7160125" y="4332350"/>
              <a:ext cx="201425" cy="181225"/>
            </a:xfrm>
            <a:custGeom>
              <a:rect b="b" l="l" r="r" t="t"/>
              <a:pathLst>
                <a:path extrusionOk="0" h="7249" w="8057">
                  <a:moveTo>
                    <a:pt x="4035" y="1"/>
                  </a:moveTo>
                  <a:cubicBezTo>
                    <a:pt x="3185" y="1"/>
                    <a:pt x="2336" y="334"/>
                    <a:pt x="1628" y="1004"/>
                  </a:cubicBezTo>
                  <a:cubicBezTo>
                    <a:pt x="136" y="2387"/>
                    <a:pt x="1" y="4557"/>
                    <a:pt x="1411" y="6049"/>
                  </a:cubicBezTo>
                  <a:cubicBezTo>
                    <a:pt x="2095" y="6847"/>
                    <a:pt x="3065" y="7249"/>
                    <a:pt x="4035" y="7249"/>
                  </a:cubicBezTo>
                  <a:cubicBezTo>
                    <a:pt x="4911" y="7249"/>
                    <a:pt x="5787" y="6922"/>
                    <a:pt x="6456" y="6266"/>
                  </a:cubicBezTo>
                  <a:cubicBezTo>
                    <a:pt x="7975" y="4937"/>
                    <a:pt x="8056" y="2631"/>
                    <a:pt x="6673" y="1221"/>
                  </a:cubicBezTo>
                  <a:cubicBezTo>
                    <a:pt x="5918" y="409"/>
                    <a:pt x="4976"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7" name="Google Shape;477;p48"/>
          <p:cNvSpPr txBox="1"/>
          <p:nvPr>
            <p:ph type="title"/>
          </p:nvPr>
        </p:nvSpPr>
        <p:spPr>
          <a:xfrm>
            <a:off x="3522750" y="1061872"/>
            <a:ext cx="2098500" cy="1180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300"/>
              <a:buNone/>
              <a:defRPr sz="9600"/>
            </a:lvl1pPr>
            <a:lvl2pPr lvl="1" algn="ctr">
              <a:lnSpc>
                <a:spcPct val="100000"/>
              </a:lnSpc>
              <a:spcBef>
                <a:spcPts val="0"/>
              </a:spcBef>
              <a:spcAft>
                <a:spcPts val="0"/>
              </a:spcAft>
              <a:buSzPts val="6300"/>
              <a:buNone/>
              <a:defRPr sz="6300"/>
            </a:lvl2pPr>
            <a:lvl3pPr lvl="2" algn="ctr">
              <a:lnSpc>
                <a:spcPct val="100000"/>
              </a:lnSpc>
              <a:spcBef>
                <a:spcPts val="0"/>
              </a:spcBef>
              <a:spcAft>
                <a:spcPts val="0"/>
              </a:spcAft>
              <a:buSzPts val="6300"/>
              <a:buNone/>
              <a:defRPr sz="6300"/>
            </a:lvl3pPr>
            <a:lvl4pPr lvl="3" algn="ctr">
              <a:lnSpc>
                <a:spcPct val="100000"/>
              </a:lnSpc>
              <a:spcBef>
                <a:spcPts val="0"/>
              </a:spcBef>
              <a:spcAft>
                <a:spcPts val="0"/>
              </a:spcAft>
              <a:buSzPts val="6300"/>
              <a:buNone/>
              <a:defRPr sz="6300"/>
            </a:lvl4pPr>
            <a:lvl5pPr lvl="4" algn="ctr">
              <a:lnSpc>
                <a:spcPct val="100000"/>
              </a:lnSpc>
              <a:spcBef>
                <a:spcPts val="0"/>
              </a:spcBef>
              <a:spcAft>
                <a:spcPts val="0"/>
              </a:spcAft>
              <a:buSzPts val="6300"/>
              <a:buNone/>
              <a:defRPr sz="6300"/>
            </a:lvl5pPr>
            <a:lvl6pPr lvl="5" algn="ctr">
              <a:lnSpc>
                <a:spcPct val="100000"/>
              </a:lnSpc>
              <a:spcBef>
                <a:spcPts val="0"/>
              </a:spcBef>
              <a:spcAft>
                <a:spcPts val="0"/>
              </a:spcAft>
              <a:buSzPts val="6300"/>
              <a:buNone/>
              <a:defRPr sz="6300"/>
            </a:lvl6pPr>
            <a:lvl7pPr lvl="6" algn="ctr">
              <a:lnSpc>
                <a:spcPct val="100000"/>
              </a:lnSpc>
              <a:spcBef>
                <a:spcPts val="0"/>
              </a:spcBef>
              <a:spcAft>
                <a:spcPts val="0"/>
              </a:spcAft>
              <a:buSzPts val="6300"/>
              <a:buNone/>
              <a:defRPr sz="6300"/>
            </a:lvl7pPr>
            <a:lvl8pPr lvl="7" algn="ctr">
              <a:lnSpc>
                <a:spcPct val="100000"/>
              </a:lnSpc>
              <a:spcBef>
                <a:spcPts val="0"/>
              </a:spcBef>
              <a:spcAft>
                <a:spcPts val="0"/>
              </a:spcAft>
              <a:buSzPts val="6300"/>
              <a:buNone/>
              <a:defRPr sz="6300"/>
            </a:lvl8pPr>
            <a:lvl9pPr lvl="8" algn="ctr">
              <a:lnSpc>
                <a:spcPct val="100000"/>
              </a:lnSpc>
              <a:spcBef>
                <a:spcPts val="0"/>
              </a:spcBef>
              <a:spcAft>
                <a:spcPts val="0"/>
              </a:spcAft>
              <a:buSzPts val="6300"/>
              <a:buNone/>
              <a:defRPr sz="6300"/>
            </a:lvl9pPr>
          </a:lstStyle>
          <a:p/>
        </p:txBody>
      </p:sp>
      <p:sp>
        <p:nvSpPr>
          <p:cNvPr id="478" name="Google Shape;478;p48"/>
          <p:cNvSpPr txBox="1"/>
          <p:nvPr>
            <p:ph idx="2" type="title"/>
          </p:nvPr>
        </p:nvSpPr>
        <p:spPr>
          <a:xfrm>
            <a:off x="2726250" y="2295724"/>
            <a:ext cx="3691500" cy="532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400"/>
            </a:lvl1pPr>
            <a:lvl2pPr lvl="1" algn="l">
              <a:lnSpc>
                <a:spcPct val="100000"/>
              </a:lnSpc>
              <a:spcBef>
                <a:spcPts val="0"/>
              </a:spcBef>
              <a:spcAft>
                <a:spcPts val="0"/>
              </a:spcAft>
              <a:buSzPts val="2800"/>
              <a:buNone/>
              <a:defRPr sz="3400"/>
            </a:lvl2pPr>
            <a:lvl3pPr lvl="2" algn="l">
              <a:lnSpc>
                <a:spcPct val="100000"/>
              </a:lnSpc>
              <a:spcBef>
                <a:spcPts val="0"/>
              </a:spcBef>
              <a:spcAft>
                <a:spcPts val="0"/>
              </a:spcAft>
              <a:buSzPts val="2800"/>
              <a:buNone/>
              <a:defRPr sz="3400"/>
            </a:lvl3pPr>
            <a:lvl4pPr lvl="3" algn="l">
              <a:lnSpc>
                <a:spcPct val="100000"/>
              </a:lnSpc>
              <a:spcBef>
                <a:spcPts val="0"/>
              </a:spcBef>
              <a:spcAft>
                <a:spcPts val="0"/>
              </a:spcAft>
              <a:buSzPts val="2800"/>
              <a:buNone/>
              <a:defRPr sz="3400"/>
            </a:lvl4pPr>
            <a:lvl5pPr lvl="4" algn="l">
              <a:lnSpc>
                <a:spcPct val="100000"/>
              </a:lnSpc>
              <a:spcBef>
                <a:spcPts val="0"/>
              </a:spcBef>
              <a:spcAft>
                <a:spcPts val="0"/>
              </a:spcAft>
              <a:buSzPts val="2800"/>
              <a:buNone/>
              <a:defRPr sz="3400"/>
            </a:lvl5pPr>
            <a:lvl6pPr lvl="5" algn="l">
              <a:lnSpc>
                <a:spcPct val="100000"/>
              </a:lnSpc>
              <a:spcBef>
                <a:spcPts val="0"/>
              </a:spcBef>
              <a:spcAft>
                <a:spcPts val="0"/>
              </a:spcAft>
              <a:buSzPts val="2800"/>
              <a:buNone/>
              <a:defRPr sz="3400"/>
            </a:lvl6pPr>
            <a:lvl7pPr lvl="6" algn="l">
              <a:lnSpc>
                <a:spcPct val="100000"/>
              </a:lnSpc>
              <a:spcBef>
                <a:spcPts val="0"/>
              </a:spcBef>
              <a:spcAft>
                <a:spcPts val="0"/>
              </a:spcAft>
              <a:buSzPts val="2800"/>
              <a:buNone/>
              <a:defRPr sz="3400"/>
            </a:lvl7pPr>
            <a:lvl8pPr lvl="7" algn="l">
              <a:lnSpc>
                <a:spcPct val="100000"/>
              </a:lnSpc>
              <a:spcBef>
                <a:spcPts val="0"/>
              </a:spcBef>
              <a:spcAft>
                <a:spcPts val="0"/>
              </a:spcAft>
              <a:buSzPts val="2800"/>
              <a:buNone/>
              <a:defRPr sz="3400"/>
            </a:lvl8pPr>
            <a:lvl9pPr lvl="8" algn="l">
              <a:lnSpc>
                <a:spcPct val="100000"/>
              </a:lnSpc>
              <a:spcBef>
                <a:spcPts val="0"/>
              </a:spcBef>
              <a:spcAft>
                <a:spcPts val="0"/>
              </a:spcAft>
              <a:buSzPts val="2800"/>
              <a:buNone/>
              <a:defRPr sz="3400"/>
            </a:lvl9pPr>
          </a:lstStyle>
          <a:p/>
        </p:txBody>
      </p:sp>
      <p:sp>
        <p:nvSpPr>
          <p:cNvPr id="479" name="Google Shape;479;p48"/>
          <p:cNvSpPr txBox="1"/>
          <p:nvPr>
            <p:ph idx="1" type="subTitle"/>
          </p:nvPr>
        </p:nvSpPr>
        <p:spPr>
          <a:xfrm>
            <a:off x="3121350" y="2954626"/>
            <a:ext cx="2901300" cy="833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l">
              <a:lnSpc>
                <a:spcPct val="100000"/>
              </a:lnSpc>
              <a:spcBef>
                <a:spcPts val="1600"/>
              </a:spcBef>
              <a:spcAft>
                <a:spcPts val="0"/>
              </a:spcAft>
              <a:buSzPts val="1400"/>
              <a:buNone/>
              <a:defRPr sz="1600"/>
            </a:lvl2pPr>
            <a:lvl3pPr lvl="2" algn="l">
              <a:lnSpc>
                <a:spcPct val="100000"/>
              </a:lnSpc>
              <a:spcBef>
                <a:spcPts val="1600"/>
              </a:spcBef>
              <a:spcAft>
                <a:spcPts val="0"/>
              </a:spcAft>
              <a:buSzPts val="1400"/>
              <a:buNone/>
              <a:defRPr sz="1600"/>
            </a:lvl3pPr>
            <a:lvl4pPr lvl="3" algn="l">
              <a:lnSpc>
                <a:spcPct val="100000"/>
              </a:lnSpc>
              <a:spcBef>
                <a:spcPts val="1600"/>
              </a:spcBef>
              <a:spcAft>
                <a:spcPts val="0"/>
              </a:spcAft>
              <a:buSzPts val="1400"/>
              <a:buNone/>
              <a:defRPr sz="1600"/>
            </a:lvl4pPr>
            <a:lvl5pPr lvl="4" algn="l">
              <a:lnSpc>
                <a:spcPct val="100000"/>
              </a:lnSpc>
              <a:spcBef>
                <a:spcPts val="1600"/>
              </a:spcBef>
              <a:spcAft>
                <a:spcPts val="0"/>
              </a:spcAft>
              <a:buSzPts val="1400"/>
              <a:buNone/>
              <a:defRPr sz="1600"/>
            </a:lvl5pPr>
            <a:lvl6pPr lvl="5" algn="l">
              <a:lnSpc>
                <a:spcPct val="100000"/>
              </a:lnSpc>
              <a:spcBef>
                <a:spcPts val="1600"/>
              </a:spcBef>
              <a:spcAft>
                <a:spcPts val="0"/>
              </a:spcAft>
              <a:buSzPts val="1400"/>
              <a:buNone/>
              <a:defRPr sz="1600"/>
            </a:lvl6pPr>
            <a:lvl7pPr lvl="6" algn="l">
              <a:lnSpc>
                <a:spcPct val="100000"/>
              </a:lnSpc>
              <a:spcBef>
                <a:spcPts val="1600"/>
              </a:spcBef>
              <a:spcAft>
                <a:spcPts val="0"/>
              </a:spcAft>
              <a:buSzPts val="1400"/>
              <a:buNone/>
              <a:defRPr sz="1600"/>
            </a:lvl7pPr>
            <a:lvl8pPr lvl="7" algn="l">
              <a:lnSpc>
                <a:spcPct val="100000"/>
              </a:lnSpc>
              <a:spcBef>
                <a:spcPts val="1600"/>
              </a:spcBef>
              <a:spcAft>
                <a:spcPts val="0"/>
              </a:spcAft>
              <a:buSzPts val="1400"/>
              <a:buNone/>
              <a:defRPr sz="1600"/>
            </a:lvl8pPr>
            <a:lvl9pPr lvl="8" algn="l">
              <a:lnSpc>
                <a:spcPct val="100000"/>
              </a:lnSpc>
              <a:spcBef>
                <a:spcPts val="1600"/>
              </a:spcBef>
              <a:spcAft>
                <a:spcPts val="1600"/>
              </a:spcAft>
              <a:buSzPts val="1400"/>
              <a:buNone/>
              <a:defRPr sz="1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numbers">
  <p:cSld name="CUSTOM_8">
    <p:spTree>
      <p:nvGrpSpPr>
        <p:cNvPr id="480" name="Shape 480"/>
        <p:cNvGrpSpPr/>
        <p:nvPr/>
      </p:nvGrpSpPr>
      <p:grpSpPr>
        <a:xfrm>
          <a:off x="0" y="0"/>
          <a:ext cx="0" cy="0"/>
          <a:chOff x="0" y="0"/>
          <a:chExt cx="0" cy="0"/>
        </a:xfrm>
      </p:grpSpPr>
      <p:grpSp>
        <p:nvGrpSpPr>
          <p:cNvPr id="481" name="Google Shape;481;p49"/>
          <p:cNvGrpSpPr/>
          <p:nvPr/>
        </p:nvGrpSpPr>
        <p:grpSpPr>
          <a:xfrm rot="3960509">
            <a:off x="7616687" y="3571280"/>
            <a:ext cx="2448062" cy="2941393"/>
            <a:chOff x="235075" y="777725"/>
            <a:chExt cx="7186900" cy="4132775"/>
          </a:xfrm>
        </p:grpSpPr>
        <p:sp>
          <p:nvSpPr>
            <p:cNvPr id="482" name="Google Shape;482;p49"/>
            <p:cNvSpPr/>
            <p:nvPr/>
          </p:nvSpPr>
          <p:spPr>
            <a:xfrm>
              <a:off x="342575" y="932875"/>
              <a:ext cx="7079400" cy="3826525"/>
            </a:xfrm>
            <a:custGeom>
              <a:rect b="b" l="l" r="r" t="t"/>
              <a:pathLst>
                <a:path extrusionOk="0" h="153061" w="283176">
                  <a:moveTo>
                    <a:pt x="168404" y="0"/>
                  </a:moveTo>
                  <a:cubicBezTo>
                    <a:pt x="157709" y="0"/>
                    <a:pt x="146666" y="1269"/>
                    <a:pt x="137470" y="1958"/>
                  </a:cubicBezTo>
                  <a:cubicBezTo>
                    <a:pt x="99769" y="4776"/>
                    <a:pt x="61970" y="14736"/>
                    <a:pt x="30657" y="36550"/>
                  </a:cubicBezTo>
                  <a:cubicBezTo>
                    <a:pt x="16422" y="46461"/>
                    <a:pt x="2915" y="60284"/>
                    <a:pt x="1336" y="77580"/>
                  </a:cubicBezTo>
                  <a:cubicBezTo>
                    <a:pt x="0" y="92204"/>
                    <a:pt x="7774" y="106560"/>
                    <a:pt x="18778" y="116301"/>
                  </a:cubicBezTo>
                  <a:cubicBezTo>
                    <a:pt x="29807" y="126043"/>
                    <a:pt x="43726" y="131800"/>
                    <a:pt x="57670" y="136415"/>
                  </a:cubicBezTo>
                  <a:cubicBezTo>
                    <a:pt x="91058" y="147472"/>
                    <a:pt x="125903" y="153060"/>
                    <a:pt x="160873" y="153060"/>
                  </a:cubicBezTo>
                  <a:cubicBezTo>
                    <a:pt x="176382" y="153060"/>
                    <a:pt x="191917" y="151961"/>
                    <a:pt x="207359" y="149752"/>
                  </a:cubicBezTo>
                  <a:cubicBezTo>
                    <a:pt x="222226" y="147614"/>
                    <a:pt x="237360" y="144286"/>
                    <a:pt x="249871" y="135929"/>
                  </a:cubicBezTo>
                  <a:cubicBezTo>
                    <a:pt x="275062" y="119095"/>
                    <a:pt x="283175" y="80398"/>
                    <a:pt x="265102" y="56057"/>
                  </a:cubicBezTo>
                  <a:cubicBezTo>
                    <a:pt x="255968" y="43789"/>
                    <a:pt x="242097" y="36137"/>
                    <a:pt x="229125" y="28024"/>
                  </a:cubicBezTo>
                  <a:cubicBezTo>
                    <a:pt x="217003" y="20420"/>
                    <a:pt x="204881" y="7643"/>
                    <a:pt x="191278" y="3027"/>
                  </a:cubicBezTo>
                  <a:cubicBezTo>
                    <a:pt x="184502" y="737"/>
                    <a:pt x="176554" y="0"/>
                    <a:pt x="168404" y="0"/>
                  </a:cubicBezTo>
                  <a:close/>
                </a:path>
              </a:pathLst>
            </a:custGeom>
            <a:solidFill>
              <a:srgbClr val="FDB32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49"/>
            <p:cNvSpPr/>
            <p:nvPr/>
          </p:nvSpPr>
          <p:spPr>
            <a:xfrm>
              <a:off x="235075" y="777725"/>
              <a:ext cx="7126775" cy="4132775"/>
            </a:xfrm>
            <a:custGeom>
              <a:rect b="b" l="l" r="r" t="t"/>
              <a:pathLst>
                <a:path extrusionOk="0" h="165311" w="285071">
                  <a:moveTo>
                    <a:pt x="193683" y="2310"/>
                  </a:moveTo>
                  <a:lnTo>
                    <a:pt x="194120" y="2431"/>
                  </a:lnTo>
                  <a:lnTo>
                    <a:pt x="194557" y="2553"/>
                  </a:lnTo>
                  <a:lnTo>
                    <a:pt x="195456" y="2820"/>
                  </a:lnTo>
                  <a:lnTo>
                    <a:pt x="196198" y="3047"/>
                  </a:lnTo>
                  <a:lnTo>
                    <a:pt x="196198" y="3047"/>
                  </a:lnTo>
                  <a:cubicBezTo>
                    <a:pt x="196113" y="3020"/>
                    <a:pt x="196027" y="2993"/>
                    <a:pt x="195942" y="2966"/>
                  </a:cubicBezTo>
                  <a:lnTo>
                    <a:pt x="194825" y="2626"/>
                  </a:lnTo>
                  <a:cubicBezTo>
                    <a:pt x="194436" y="2504"/>
                    <a:pt x="194072" y="2383"/>
                    <a:pt x="193683" y="2310"/>
                  </a:cubicBezTo>
                  <a:close/>
                  <a:moveTo>
                    <a:pt x="196198" y="3047"/>
                  </a:moveTo>
                  <a:cubicBezTo>
                    <a:pt x="196309" y="3081"/>
                    <a:pt x="196421" y="3115"/>
                    <a:pt x="196532" y="3149"/>
                  </a:cubicBezTo>
                  <a:lnTo>
                    <a:pt x="196532" y="3149"/>
                  </a:lnTo>
                  <a:lnTo>
                    <a:pt x="196198" y="3047"/>
                  </a:lnTo>
                  <a:close/>
                  <a:moveTo>
                    <a:pt x="196532" y="3149"/>
                  </a:moveTo>
                  <a:lnTo>
                    <a:pt x="197205" y="3354"/>
                  </a:lnTo>
                  <a:cubicBezTo>
                    <a:pt x="197213" y="3356"/>
                    <a:pt x="197220" y="3358"/>
                    <a:pt x="197228" y="3360"/>
                  </a:cubicBezTo>
                  <a:lnTo>
                    <a:pt x="197228" y="3360"/>
                  </a:lnTo>
                  <a:cubicBezTo>
                    <a:pt x="196996" y="3288"/>
                    <a:pt x="196764" y="3219"/>
                    <a:pt x="196532" y="3149"/>
                  </a:cubicBezTo>
                  <a:close/>
                  <a:moveTo>
                    <a:pt x="197228" y="3360"/>
                  </a:moveTo>
                  <a:lnTo>
                    <a:pt x="197228" y="3360"/>
                  </a:lnTo>
                  <a:cubicBezTo>
                    <a:pt x="197350" y="3398"/>
                    <a:pt x="197472" y="3437"/>
                    <a:pt x="197593" y="3477"/>
                  </a:cubicBezTo>
                  <a:lnTo>
                    <a:pt x="197593" y="3477"/>
                  </a:lnTo>
                  <a:cubicBezTo>
                    <a:pt x="197473" y="3434"/>
                    <a:pt x="197353" y="3392"/>
                    <a:pt x="197228" y="3360"/>
                  </a:cubicBezTo>
                  <a:close/>
                  <a:moveTo>
                    <a:pt x="197593" y="3477"/>
                  </a:moveTo>
                  <a:lnTo>
                    <a:pt x="197593" y="3477"/>
                  </a:lnTo>
                  <a:cubicBezTo>
                    <a:pt x="197745" y="3533"/>
                    <a:pt x="197897" y="3593"/>
                    <a:pt x="198055" y="3646"/>
                  </a:cubicBezTo>
                  <a:lnTo>
                    <a:pt x="198930" y="3986"/>
                  </a:lnTo>
                  <a:cubicBezTo>
                    <a:pt x="199513" y="4205"/>
                    <a:pt x="200096" y="4423"/>
                    <a:pt x="200655" y="4666"/>
                  </a:cubicBezTo>
                  <a:cubicBezTo>
                    <a:pt x="200971" y="4803"/>
                    <a:pt x="201287" y="4943"/>
                    <a:pt x="201601" y="5085"/>
                  </a:cubicBezTo>
                  <a:lnTo>
                    <a:pt x="201601" y="5085"/>
                  </a:lnTo>
                  <a:lnTo>
                    <a:pt x="200412" y="4545"/>
                  </a:lnTo>
                  <a:lnTo>
                    <a:pt x="198201" y="3694"/>
                  </a:lnTo>
                  <a:cubicBezTo>
                    <a:pt x="197999" y="3616"/>
                    <a:pt x="197796" y="3545"/>
                    <a:pt x="197593" y="3477"/>
                  </a:cubicBezTo>
                  <a:close/>
                  <a:moveTo>
                    <a:pt x="201601" y="5085"/>
                  </a:moveTo>
                  <a:lnTo>
                    <a:pt x="201792" y="5172"/>
                  </a:lnTo>
                  <a:lnTo>
                    <a:pt x="201792" y="5172"/>
                  </a:lnTo>
                  <a:cubicBezTo>
                    <a:pt x="201728" y="5143"/>
                    <a:pt x="201665" y="5114"/>
                    <a:pt x="201601" y="5085"/>
                  </a:cubicBezTo>
                  <a:close/>
                  <a:moveTo>
                    <a:pt x="201792" y="5172"/>
                  </a:moveTo>
                  <a:cubicBezTo>
                    <a:pt x="202347" y="5425"/>
                    <a:pt x="202898" y="5687"/>
                    <a:pt x="203447" y="5957"/>
                  </a:cubicBezTo>
                  <a:lnTo>
                    <a:pt x="203447" y="5957"/>
                  </a:lnTo>
                  <a:cubicBezTo>
                    <a:pt x="203149" y="5808"/>
                    <a:pt x="202850" y="5661"/>
                    <a:pt x="202550" y="5516"/>
                  </a:cubicBezTo>
                  <a:lnTo>
                    <a:pt x="201792" y="5172"/>
                  </a:lnTo>
                  <a:close/>
                  <a:moveTo>
                    <a:pt x="203447" y="5957"/>
                  </a:moveTo>
                  <a:cubicBezTo>
                    <a:pt x="205025" y="6746"/>
                    <a:pt x="206570" y="7594"/>
                    <a:pt x="208082" y="8506"/>
                  </a:cubicBezTo>
                  <a:lnTo>
                    <a:pt x="208082" y="8506"/>
                  </a:lnTo>
                  <a:cubicBezTo>
                    <a:pt x="207745" y="8301"/>
                    <a:pt x="207407" y="8098"/>
                    <a:pt x="207068" y="7897"/>
                  </a:cubicBezTo>
                  <a:cubicBezTo>
                    <a:pt x="205877" y="7204"/>
                    <a:pt x="204670" y="6559"/>
                    <a:pt x="203447" y="5957"/>
                  </a:cubicBezTo>
                  <a:close/>
                  <a:moveTo>
                    <a:pt x="208082" y="8506"/>
                  </a:moveTo>
                  <a:cubicBezTo>
                    <a:pt x="208378" y="8686"/>
                    <a:pt x="208674" y="8868"/>
                    <a:pt x="208969" y="9051"/>
                  </a:cubicBezTo>
                  <a:lnTo>
                    <a:pt x="208969" y="9051"/>
                  </a:lnTo>
                  <a:cubicBezTo>
                    <a:pt x="208675" y="8867"/>
                    <a:pt x="208379" y="8685"/>
                    <a:pt x="208082" y="8506"/>
                  </a:cubicBezTo>
                  <a:close/>
                  <a:moveTo>
                    <a:pt x="274827" y="94613"/>
                  </a:moveTo>
                  <a:cubicBezTo>
                    <a:pt x="274825" y="94672"/>
                    <a:pt x="274822" y="94731"/>
                    <a:pt x="274819" y="94790"/>
                  </a:cubicBezTo>
                  <a:lnTo>
                    <a:pt x="274827" y="94613"/>
                  </a:lnTo>
                  <a:close/>
                  <a:moveTo>
                    <a:pt x="182036" y="164515"/>
                  </a:moveTo>
                  <a:cubicBezTo>
                    <a:pt x="182009" y="164557"/>
                    <a:pt x="182151" y="164591"/>
                    <a:pt x="182606" y="164606"/>
                  </a:cubicBezTo>
                  <a:cubicBezTo>
                    <a:pt x="182112" y="164589"/>
                    <a:pt x="181975" y="164562"/>
                    <a:pt x="182036" y="164515"/>
                  </a:cubicBezTo>
                  <a:close/>
                  <a:moveTo>
                    <a:pt x="171889" y="1"/>
                  </a:moveTo>
                  <a:cubicBezTo>
                    <a:pt x="169431" y="1"/>
                    <a:pt x="166985" y="62"/>
                    <a:pt x="164556" y="148"/>
                  </a:cubicBezTo>
                  <a:cubicBezTo>
                    <a:pt x="156370" y="512"/>
                    <a:pt x="148378" y="1314"/>
                    <a:pt x="140483" y="1872"/>
                  </a:cubicBezTo>
                  <a:cubicBezTo>
                    <a:pt x="132321" y="2456"/>
                    <a:pt x="124183" y="3379"/>
                    <a:pt x="116020" y="4666"/>
                  </a:cubicBezTo>
                  <a:lnTo>
                    <a:pt x="112960" y="5128"/>
                  </a:lnTo>
                  <a:cubicBezTo>
                    <a:pt x="111964" y="5298"/>
                    <a:pt x="110943" y="5516"/>
                    <a:pt x="109923" y="5686"/>
                  </a:cubicBezTo>
                  <a:lnTo>
                    <a:pt x="106887" y="6269"/>
                  </a:lnTo>
                  <a:lnTo>
                    <a:pt x="105380" y="6537"/>
                  </a:lnTo>
                  <a:lnTo>
                    <a:pt x="103850" y="6877"/>
                  </a:lnTo>
                  <a:cubicBezTo>
                    <a:pt x="101834" y="7314"/>
                    <a:pt x="99817" y="7727"/>
                    <a:pt x="97777" y="8188"/>
                  </a:cubicBezTo>
                  <a:lnTo>
                    <a:pt x="91704" y="9719"/>
                  </a:lnTo>
                  <a:cubicBezTo>
                    <a:pt x="90878" y="9913"/>
                    <a:pt x="90052" y="10180"/>
                    <a:pt x="89226" y="10423"/>
                  </a:cubicBezTo>
                  <a:lnTo>
                    <a:pt x="86797" y="11128"/>
                  </a:lnTo>
                  <a:lnTo>
                    <a:pt x="84416" y="11857"/>
                  </a:lnTo>
                  <a:cubicBezTo>
                    <a:pt x="83615" y="12099"/>
                    <a:pt x="82861" y="12391"/>
                    <a:pt x="82108" y="12634"/>
                  </a:cubicBezTo>
                  <a:lnTo>
                    <a:pt x="77614" y="14213"/>
                  </a:lnTo>
                  <a:cubicBezTo>
                    <a:pt x="76157" y="14747"/>
                    <a:pt x="74748" y="15355"/>
                    <a:pt x="73363" y="15889"/>
                  </a:cubicBezTo>
                  <a:lnTo>
                    <a:pt x="71323" y="16739"/>
                  </a:lnTo>
                  <a:lnTo>
                    <a:pt x="70327" y="17152"/>
                  </a:lnTo>
                  <a:lnTo>
                    <a:pt x="69331" y="17590"/>
                  </a:lnTo>
                  <a:lnTo>
                    <a:pt x="65517" y="19363"/>
                  </a:lnTo>
                  <a:lnTo>
                    <a:pt x="63671" y="20213"/>
                  </a:lnTo>
                  <a:lnTo>
                    <a:pt x="61922" y="21136"/>
                  </a:lnTo>
                  <a:lnTo>
                    <a:pt x="58521" y="22910"/>
                  </a:lnTo>
                  <a:lnTo>
                    <a:pt x="62772" y="21088"/>
                  </a:lnTo>
                  <a:lnTo>
                    <a:pt x="63841" y="20650"/>
                  </a:lnTo>
                  <a:lnTo>
                    <a:pt x="64909" y="20213"/>
                  </a:lnTo>
                  <a:lnTo>
                    <a:pt x="67072" y="19387"/>
                  </a:lnTo>
                  <a:lnTo>
                    <a:pt x="69234" y="18561"/>
                  </a:lnTo>
                  <a:cubicBezTo>
                    <a:pt x="69962" y="18270"/>
                    <a:pt x="70691" y="17978"/>
                    <a:pt x="71420" y="17735"/>
                  </a:cubicBezTo>
                  <a:lnTo>
                    <a:pt x="75817" y="16229"/>
                  </a:lnTo>
                  <a:cubicBezTo>
                    <a:pt x="76545" y="15962"/>
                    <a:pt x="77274" y="15695"/>
                    <a:pt x="78027" y="15476"/>
                  </a:cubicBezTo>
                  <a:lnTo>
                    <a:pt x="80238" y="14796"/>
                  </a:lnTo>
                  <a:cubicBezTo>
                    <a:pt x="81720" y="14334"/>
                    <a:pt x="83202" y="13873"/>
                    <a:pt x="84708" y="13411"/>
                  </a:cubicBezTo>
                  <a:lnTo>
                    <a:pt x="89202" y="12172"/>
                  </a:lnTo>
                  <a:lnTo>
                    <a:pt x="91461" y="11565"/>
                  </a:lnTo>
                  <a:lnTo>
                    <a:pt x="93744" y="11031"/>
                  </a:lnTo>
                  <a:lnTo>
                    <a:pt x="98287" y="9913"/>
                  </a:lnTo>
                  <a:cubicBezTo>
                    <a:pt x="99817" y="9597"/>
                    <a:pt x="101372" y="9282"/>
                    <a:pt x="102878" y="8942"/>
                  </a:cubicBezTo>
                  <a:lnTo>
                    <a:pt x="105186" y="8480"/>
                  </a:lnTo>
                  <a:cubicBezTo>
                    <a:pt x="105963" y="8310"/>
                    <a:pt x="106716" y="8188"/>
                    <a:pt x="107494" y="8043"/>
                  </a:cubicBezTo>
                  <a:lnTo>
                    <a:pt x="112134" y="7217"/>
                  </a:lnTo>
                  <a:cubicBezTo>
                    <a:pt x="118328" y="6197"/>
                    <a:pt x="124547" y="5322"/>
                    <a:pt x="130839" y="4715"/>
                  </a:cubicBezTo>
                  <a:lnTo>
                    <a:pt x="133195" y="4472"/>
                  </a:lnTo>
                  <a:lnTo>
                    <a:pt x="134361" y="4350"/>
                  </a:lnTo>
                  <a:lnTo>
                    <a:pt x="135551" y="4277"/>
                  </a:lnTo>
                  <a:lnTo>
                    <a:pt x="140264" y="3913"/>
                  </a:lnTo>
                  <a:lnTo>
                    <a:pt x="141454" y="3816"/>
                  </a:lnTo>
                  <a:lnTo>
                    <a:pt x="142596" y="3743"/>
                  </a:lnTo>
                  <a:lnTo>
                    <a:pt x="144928" y="3573"/>
                  </a:lnTo>
                  <a:lnTo>
                    <a:pt x="149568" y="3209"/>
                  </a:lnTo>
                  <a:cubicBezTo>
                    <a:pt x="155811" y="2747"/>
                    <a:pt x="162151" y="2261"/>
                    <a:pt x="168589" y="2140"/>
                  </a:cubicBezTo>
                  <a:lnTo>
                    <a:pt x="171018" y="2115"/>
                  </a:lnTo>
                  <a:cubicBezTo>
                    <a:pt x="171419" y="2103"/>
                    <a:pt x="171820" y="2097"/>
                    <a:pt x="172224" y="2097"/>
                  </a:cubicBezTo>
                  <a:cubicBezTo>
                    <a:pt x="172628" y="2097"/>
                    <a:pt x="173034" y="2103"/>
                    <a:pt x="173447" y="2115"/>
                  </a:cubicBezTo>
                  <a:lnTo>
                    <a:pt x="175877" y="2164"/>
                  </a:lnTo>
                  <a:cubicBezTo>
                    <a:pt x="176678" y="2188"/>
                    <a:pt x="177504" y="2237"/>
                    <a:pt x="178330" y="2261"/>
                  </a:cubicBezTo>
                  <a:lnTo>
                    <a:pt x="179545" y="2334"/>
                  </a:lnTo>
                  <a:cubicBezTo>
                    <a:pt x="179958" y="2358"/>
                    <a:pt x="180346" y="2407"/>
                    <a:pt x="180759" y="2431"/>
                  </a:cubicBezTo>
                  <a:lnTo>
                    <a:pt x="183237" y="2650"/>
                  </a:lnTo>
                  <a:lnTo>
                    <a:pt x="185691" y="2941"/>
                  </a:lnTo>
                  <a:cubicBezTo>
                    <a:pt x="186104" y="2990"/>
                    <a:pt x="186517" y="3039"/>
                    <a:pt x="186930" y="3111"/>
                  </a:cubicBezTo>
                  <a:lnTo>
                    <a:pt x="188168" y="3330"/>
                  </a:lnTo>
                  <a:lnTo>
                    <a:pt x="189407" y="3549"/>
                  </a:lnTo>
                  <a:cubicBezTo>
                    <a:pt x="189820" y="3622"/>
                    <a:pt x="190233" y="3694"/>
                    <a:pt x="190646" y="3792"/>
                  </a:cubicBezTo>
                  <a:lnTo>
                    <a:pt x="193124" y="4350"/>
                  </a:lnTo>
                  <a:cubicBezTo>
                    <a:pt x="193537" y="4447"/>
                    <a:pt x="193950" y="4569"/>
                    <a:pt x="194363" y="4690"/>
                  </a:cubicBezTo>
                  <a:lnTo>
                    <a:pt x="195602" y="5079"/>
                  </a:lnTo>
                  <a:lnTo>
                    <a:pt x="196841" y="5443"/>
                  </a:lnTo>
                  <a:lnTo>
                    <a:pt x="198055" y="5905"/>
                  </a:lnTo>
                  <a:cubicBezTo>
                    <a:pt x="201238" y="7144"/>
                    <a:pt x="204299" y="8650"/>
                    <a:pt x="207189" y="10448"/>
                  </a:cubicBezTo>
                  <a:cubicBezTo>
                    <a:pt x="212898" y="13921"/>
                    <a:pt x="217975" y="17954"/>
                    <a:pt x="222955" y="21865"/>
                  </a:cubicBezTo>
                  <a:cubicBezTo>
                    <a:pt x="225433" y="23808"/>
                    <a:pt x="227911" y="25752"/>
                    <a:pt x="230388" y="27574"/>
                  </a:cubicBezTo>
                  <a:cubicBezTo>
                    <a:pt x="231020" y="28035"/>
                    <a:pt x="231627" y="28472"/>
                    <a:pt x="232259" y="28910"/>
                  </a:cubicBezTo>
                  <a:lnTo>
                    <a:pt x="233206" y="29566"/>
                  </a:lnTo>
                  <a:lnTo>
                    <a:pt x="234154" y="30173"/>
                  </a:lnTo>
                  <a:cubicBezTo>
                    <a:pt x="235368" y="30999"/>
                    <a:pt x="236753" y="31849"/>
                    <a:pt x="238065" y="32675"/>
                  </a:cubicBezTo>
                  <a:cubicBezTo>
                    <a:pt x="240761" y="34351"/>
                    <a:pt x="243482" y="36027"/>
                    <a:pt x="246178" y="37752"/>
                  </a:cubicBezTo>
                  <a:cubicBezTo>
                    <a:pt x="248875" y="39477"/>
                    <a:pt x="251571" y="41250"/>
                    <a:pt x="254243" y="43145"/>
                  </a:cubicBezTo>
                  <a:cubicBezTo>
                    <a:pt x="256891" y="45040"/>
                    <a:pt x="259491" y="47032"/>
                    <a:pt x="262017" y="49194"/>
                  </a:cubicBezTo>
                  <a:cubicBezTo>
                    <a:pt x="264543" y="51356"/>
                    <a:pt x="266924" y="53712"/>
                    <a:pt x="269135" y="56214"/>
                  </a:cubicBezTo>
                  <a:lnTo>
                    <a:pt x="269961" y="57161"/>
                  </a:lnTo>
                  <a:cubicBezTo>
                    <a:pt x="270228" y="57477"/>
                    <a:pt x="270495" y="57817"/>
                    <a:pt x="270762" y="58133"/>
                  </a:cubicBezTo>
                  <a:lnTo>
                    <a:pt x="272317" y="60125"/>
                  </a:lnTo>
                  <a:lnTo>
                    <a:pt x="273774" y="62239"/>
                  </a:lnTo>
                  <a:cubicBezTo>
                    <a:pt x="274017" y="62579"/>
                    <a:pt x="274236" y="62943"/>
                    <a:pt x="274455" y="63307"/>
                  </a:cubicBezTo>
                  <a:lnTo>
                    <a:pt x="275111" y="64401"/>
                  </a:lnTo>
                  <a:cubicBezTo>
                    <a:pt x="276811" y="67340"/>
                    <a:pt x="278269" y="70401"/>
                    <a:pt x="279410" y="73607"/>
                  </a:cubicBezTo>
                  <a:cubicBezTo>
                    <a:pt x="280528" y="76790"/>
                    <a:pt x="281354" y="80069"/>
                    <a:pt x="281864" y="83397"/>
                  </a:cubicBezTo>
                  <a:lnTo>
                    <a:pt x="282082" y="84636"/>
                  </a:lnTo>
                  <a:cubicBezTo>
                    <a:pt x="282155" y="85049"/>
                    <a:pt x="282180" y="85462"/>
                    <a:pt x="282228" y="85875"/>
                  </a:cubicBezTo>
                  <a:lnTo>
                    <a:pt x="282350" y="87138"/>
                  </a:lnTo>
                  <a:cubicBezTo>
                    <a:pt x="282398" y="87551"/>
                    <a:pt x="282447" y="87964"/>
                    <a:pt x="282471" y="88377"/>
                  </a:cubicBezTo>
                  <a:lnTo>
                    <a:pt x="282617" y="90879"/>
                  </a:lnTo>
                  <a:lnTo>
                    <a:pt x="282641" y="93381"/>
                  </a:lnTo>
                  <a:cubicBezTo>
                    <a:pt x="282593" y="100037"/>
                    <a:pt x="281524" y="106620"/>
                    <a:pt x="279459" y="112961"/>
                  </a:cubicBezTo>
                  <a:lnTo>
                    <a:pt x="279094" y="114127"/>
                  </a:lnTo>
                  <a:cubicBezTo>
                    <a:pt x="278973" y="114515"/>
                    <a:pt x="278803" y="114904"/>
                    <a:pt x="278657" y="115293"/>
                  </a:cubicBezTo>
                  <a:lnTo>
                    <a:pt x="278220" y="116459"/>
                  </a:lnTo>
                  <a:cubicBezTo>
                    <a:pt x="278074" y="116847"/>
                    <a:pt x="277928" y="117236"/>
                    <a:pt x="277758" y="117600"/>
                  </a:cubicBezTo>
                  <a:lnTo>
                    <a:pt x="276787" y="119884"/>
                  </a:lnTo>
                  <a:lnTo>
                    <a:pt x="275718" y="122094"/>
                  </a:lnTo>
                  <a:cubicBezTo>
                    <a:pt x="274236" y="125058"/>
                    <a:pt x="272536" y="127876"/>
                    <a:pt x="270616" y="130572"/>
                  </a:cubicBezTo>
                  <a:cubicBezTo>
                    <a:pt x="277224" y="121171"/>
                    <a:pt x="281208" y="110191"/>
                    <a:pt x="282204" y="98774"/>
                  </a:cubicBezTo>
                  <a:cubicBezTo>
                    <a:pt x="282447" y="95835"/>
                    <a:pt x="282495" y="92895"/>
                    <a:pt x="282350" y="89980"/>
                  </a:cubicBezTo>
                  <a:cubicBezTo>
                    <a:pt x="282180" y="87017"/>
                    <a:pt x="281815" y="84077"/>
                    <a:pt x="281208" y="81162"/>
                  </a:cubicBezTo>
                  <a:cubicBezTo>
                    <a:pt x="280601" y="78247"/>
                    <a:pt x="279775" y="75381"/>
                    <a:pt x="278706" y="72587"/>
                  </a:cubicBezTo>
                  <a:cubicBezTo>
                    <a:pt x="277637" y="69769"/>
                    <a:pt x="276325" y="67073"/>
                    <a:pt x="274770" y="64498"/>
                  </a:cubicBezTo>
                  <a:cubicBezTo>
                    <a:pt x="274357" y="63842"/>
                    <a:pt x="273993" y="63186"/>
                    <a:pt x="273580" y="62579"/>
                  </a:cubicBezTo>
                  <a:lnTo>
                    <a:pt x="272293" y="60708"/>
                  </a:lnTo>
                  <a:cubicBezTo>
                    <a:pt x="272171" y="60562"/>
                    <a:pt x="272074" y="60417"/>
                    <a:pt x="271953" y="60271"/>
                  </a:cubicBezTo>
                  <a:lnTo>
                    <a:pt x="271612" y="59809"/>
                  </a:lnTo>
                  <a:lnTo>
                    <a:pt x="270932" y="58935"/>
                  </a:lnTo>
                  <a:lnTo>
                    <a:pt x="270228" y="58060"/>
                  </a:lnTo>
                  <a:cubicBezTo>
                    <a:pt x="270009" y="57769"/>
                    <a:pt x="269742" y="57502"/>
                    <a:pt x="269523" y="57210"/>
                  </a:cubicBezTo>
                  <a:cubicBezTo>
                    <a:pt x="267604" y="54951"/>
                    <a:pt x="265539" y="52837"/>
                    <a:pt x="263353" y="50845"/>
                  </a:cubicBezTo>
                  <a:cubicBezTo>
                    <a:pt x="259005" y="46910"/>
                    <a:pt x="254341" y="43534"/>
                    <a:pt x="249652" y="40424"/>
                  </a:cubicBezTo>
                  <a:cubicBezTo>
                    <a:pt x="244964" y="37339"/>
                    <a:pt x="240251" y="34448"/>
                    <a:pt x="235708" y="31558"/>
                  </a:cubicBezTo>
                  <a:cubicBezTo>
                    <a:pt x="231312" y="28764"/>
                    <a:pt x="227230" y="25533"/>
                    <a:pt x="223125" y="22254"/>
                  </a:cubicBezTo>
                  <a:cubicBezTo>
                    <a:pt x="220186" y="19922"/>
                    <a:pt x="217222" y="17565"/>
                    <a:pt x="214161" y="15330"/>
                  </a:cubicBezTo>
                  <a:cubicBezTo>
                    <a:pt x="211076" y="13023"/>
                    <a:pt x="207845" y="10933"/>
                    <a:pt x="204469" y="9039"/>
                  </a:cubicBezTo>
                  <a:lnTo>
                    <a:pt x="203181" y="8359"/>
                  </a:lnTo>
                  <a:cubicBezTo>
                    <a:pt x="202744" y="8140"/>
                    <a:pt x="202307" y="7897"/>
                    <a:pt x="201869" y="7703"/>
                  </a:cubicBezTo>
                  <a:lnTo>
                    <a:pt x="200509" y="7095"/>
                  </a:lnTo>
                  <a:cubicBezTo>
                    <a:pt x="200072" y="6901"/>
                    <a:pt x="199634" y="6658"/>
                    <a:pt x="199149" y="6488"/>
                  </a:cubicBezTo>
                  <a:lnTo>
                    <a:pt x="197764" y="5954"/>
                  </a:lnTo>
                  <a:cubicBezTo>
                    <a:pt x="197278" y="5784"/>
                    <a:pt x="196817" y="5589"/>
                    <a:pt x="196355" y="5468"/>
                  </a:cubicBezTo>
                  <a:lnTo>
                    <a:pt x="193513" y="4593"/>
                  </a:lnTo>
                  <a:cubicBezTo>
                    <a:pt x="189796" y="3670"/>
                    <a:pt x="186031" y="3014"/>
                    <a:pt x="182217" y="2698"/>
                  </a:cubicBezTo>
                  <a:cubicBezTo>
                    <a:pt x="178826" y="2386"/>
                    <a:pt x="175435" y="2258"/>
                    <a:pt x="172044" y="2258"/>
                  </a:cubicBezTo>
                  <a:cubicBezTo>
                    <a:pt x="171743" y="2258"/>
                    <a:pt x="171441" y="2259"/>
                    <a:pt x="171140" y="2261"/>
                  </a:cubicBezTo>
                  <a:cubicBezTo>
                    <a:pt x="167496" y="2285"/>
                    <a:pt x="163876" y="2480"/>
                    <a:pt x="160305" y="2674"/>
                  </a:cubicBezTo>
                  <a:cubicBezTo>
                    <a:pt x="156734" y="2868"/>
                    <a:pt x="153212" y="3184"/>
                    <a:pt x="149738" y="3476"/>
                  </a:cubicBezTo>
                  <a:lnTo>
                    <a:pt x="139341" y="4326"/>
                  </a:lnTo>
                  <a:lnTo>
                    <a:pt x="134094" y="4763"/>
                  </a:lnTo>
                  <a:lnTo>
                    <a:pt x="128847" y="5322"/>
                  </a:lnTo>
                  <a:cubicBezTo>
                    <a:pt x="127122" y="5492"/>
                    <a:pt x="125373" y="5735"/>
                    <a:pt x="123648" y="5954"/>
                  </a:cubicBezTo>
                  <a:cubicBezTo>
                    <a:pt x="121923" y="6197"/>
                    <a:pt x="120199" y="6391"/>
                    <a:pt x="118474" y="6682"/>
                  </a:cubicBezTo>
                  <a:lnTo>
                    <a:pt x="113300" y="7508"/>
                  </a:lnTo>
                  <a:cubicBezTo>
                    <a:pt x="111599" y="7824"/>
                    <a:pt x="109899" y="8164"/>
                    <a:pt x="108174" y="8456"/>
                  </a:cubicBezTo>
                  <a:lnTo>
                    <a:pt x="105623" y="8942"/>
                  </a:lnTo>
                  <a:lnTo>
                    <a:pt x="103073" y="9500"/>
                  </a:lnTo>
                  <a:lnTo>
                    <a:pt x="100546" y="10059"/>
                  </a:lnTo>
                  <a:cubicBezTo>
                    <a:pt x="99696" y="10253"/>
                    <a:pt x="98846" y="10399"/>
                    <a:pt x="97996" y="10618"/>
                  </a:cubicBezTo>
                  <a:lnTo>
                    <a:pt x="92967" y="11881"/>
                  </a:lnTo>
                  <a:lnTo>
                    <a:pt x="91704" y="12172"/>
                  </a:lnTo>
                  <a:lnTo>
                    <a:pt x="90441" y="12537"/>
                  </a:lnTo>
                  <a:lnTo>
                    <a:pt x="87963" y="13241"/>
                  </a:lnTo>
                  <a:cubicBezTo>
                    <a:pt x="84611" y="14116"/>
                    <a:pt x="81331" y="15233"/>
                    <a:pt x="78027" y="16253"/>
                  </a:cubicBezTo>
                  <a:cubicBezTo>
                    <a:pt x="76400" y="16812"/>
                    <a:pt x="74772" y="17395"/>
                    <a:pt x="73120" y="17978"/>
                  </a:cubicBezTo>
                  <a:cubicBezTo>
                    <a:pt x="72343" y="18270"/>
                    <a:pt x="71517" y="18537"/>
                    <a:pt x="70691" y="18828"/>
                  </a:cubicBezTo>
                  <a:lnTo>
                    <a:pt x="68262" y="19776"/>
                  </a:lnTo>
                  <a:lnTo>
                    <a:pt x="65833" y="20723"/>
                  </a:lnTo>
                  <a:cubicBezTo>
                    <a:pt x="65055" y="21063"/>
                    <a:pt x="64229" y="21355"/>
                    <a:pt x="63452" y="21719"/>
                  </a:cubicBezTo>
                  <a:lnTo>
                    <a:pt x="58666" y="23784"/>
                  </a:lnTo>
                  <a:lnTo>
                    <a:pt x="57646" y="24221"/>
                  </a:lnTo>
                  <a:cubicBezTo>
                    <a:pt x="57306" y="24367"/>
                    <a:pt x="56966" y="24537"/>
                    <a:pt x="56626" y="24707"/>
                  </a:cubicBezTo>
                  <a:lnTo>
                    <a:pt x="54585" y="25679"/>
                  </a:lnTo>
                  <a:lnTo>
                    <a:pt x="52520" y="26651"/>
                  </a:lnTo>
                  <a:lnTo>
                    <a:pt x="51500" y="27136"/>
                  </a:lnTo>
                  <a:cubicBezTo>
                    <a:pt x="51160" y="27282"/>
                    <a:pt x="50820" y="27452"/>
                    <a:pt x="50480" y="27622"/>
                  </a:cubicBezTo>
                  <a:lnTo>
                    <a:pt x="45791" y="30732"/>
                  </a:lnTo>
                  <a:cubicBezTo>
                    <a:pt x="45427" y="30975"/>
                    <a:pt x="45063" y="31217"/>
                    <a:pt x="44698" y="31460"/>
                  </a:cubicBezTo>
                  <a:lnTo>
                    <a:pt x="43678" y="32213"/>
                  </a:lnTo>
                  <a:lnTo>
                    <a:pt x="41710" y="33671"/>
                  </a:lnTo>
                  <a:lnTo>
                    <a:pt x="39961" y="35031"/>
                  </a:lnTo>
                  <a:lnTo>
                    <a:pt x="39160" y="35687"/>
                  </a:lnTo>
                  <a:cubicBezTo>
                    <a:pt x="38892" y="35882"/>
                    <a:pt x="38650" y="36124"/>
                    <a:pt x="38382" y="36343"/>
                  </a:cubicBezTo>
                  <a:cubicBezTo>
                    <a:pt x="37411" y="37218"/>
                    <a:pt x="36560" y="37995"/>
                    <a:pt x="35880" y="38699"/>
                  </a:cubicBezTo>
                  <a:cubicBezTo>
                    <a:pt x="34520" y="40084"/>
                    <a:pt x="33791" y="41056"/>
                    <a:pt x="34034" y="41396"/>
                  </a:cubicBezTo>
                  <a:cubicBezTo>
                    <a:pt x="34094" y="41474"/>
                    <a:pt x="34212" y="41515"/>
                    <a:pt x="34392" y="41515"/>
                  </a:cubicBezTo>
                  <a:cubicBezTo>
                    <a:pt x="34934" y="41515"/>
                    <a:pt x="36041" y="41142"/>
                    <a:pt x="37848" y="40303"/>
                  </a:cubicBezTo>
                  <a:cubicBezTo>
                    <a:pt x="38455" y="40011"/>
                    <a:pt x="39135" y="39671"/>
                    <a:pt x="39913" y="39282"/>
                  </a:cubicBezTo>
                  <a:cubicBezTo>
                    <a:pt x="40301" y="39112"/>
                    <a:pt x="40690" y="38894"/>
                    <a:pt x="41127" y="38675"/>
                  </a:cubicBezTo>
                  <a:lnTo>
                    <a:pt x="42488" y="38019"/>
                  </a:lnTo>
                  <a:cubicBezTo>
                    <a:pt x="43435" y="37558"/>
                    <a:pt x="44480" y="37023"/>
                    <a:pt x="45597" y="36440"/>
                  </a:cubicBezTo>
                  <a:lnTo>
                    <a:pt x="47370" y="35541"/>
                  </a:lnTo>
                  <a:lnTo>
                    <a:pt x="49338" y="34618"/>
                  </a:lnTo>
                  <a:lnTo>
                    <a:pt x="51500" y="33404"/>
                  </a:lnTo>
                  <a:lnTo>
                    <a:pt x="52715" y="32748"/>
                  </a:lnTo>
                  <a:cubicBezTo>
                    <a:pt x="53152" y="32529"/>
                    <a:pt x="53565" y="32286"/>
                    <a:pt x="54002" y="32068"/>
                  </a:cubicBezTo>
                  <a:lnTo>
                    <a:pt x="59274" y="29444"/>
                  </a:lnTo>
                  <a:lnTo>
                    <a:pt x="59881" y="29128"/>
                  </a:lnTo>
                  <a:lnTo>
                    <a:pt x="60488" y="28861"/>
                  </a:lnTo>
                  <a:lnTo>
                    <a:pt x="61654" y="28351"/>
                  </a:lnTo>
                  <a:lnTo>
                    <a:pt x="63598" y="27452"/>
                  </a:lnTo>
                  <a:lnTo>
                    <a:pt x="65395" y="26651"/>
                  </a:lnTo>
                  <a:cubicBezTo>
                    <a:pt x="65757" y="26575"/>
                    <a:pt x="66038" y="26542"/>
                    <a:pt x="66253" y="26542"/>
                  </a:cubicBezTo>
                  <a:cubicBezTo>
                    <a:pt x="66730" y="26542"/>
                    <a:pt x="66871" y="26707"/>
                    <a:pt x="66804" y="26942"/>
                  </a:cubicBezTo>
                  <a:cubicBezTo>
                    <a:pt x="66707" y="27258"/>
                    <a:pt x="66197" y="27817"/>
                    <a:pt x="65687" y="28375"/>
                  </a:cubicBezTo>
                  <a:cubicBezTo>
                    <a:pt x="83323" y="20820"/>
                    <a:pt x="102077" y="15986"/>
                    <a:pt x="121098" y="13241"/>
                  </a:cubicBezTo>
                  <a:lnTo>
                    <a:pt x="128239" y="12318"/>
                  </a:lnTo>
                  <a:cubicBezTo>
                    <a:pt x="130644" y="12075"/>
                    <a:pt x="133025" y="11808"/>
                    <a:pt x="135430" y="11565"/>
                  </a:cubicBezTo>
                  <a:lnTo>
                    <a:pt x="149908" y="10448"/>
                  </a:lnTo>
                  <a:cubicBezTo>
                    <a:pt x="154742" y="10059"/>
                    <a:pt x="159552" y="9695"/>
                    <a:pt x="164338" y="9476"/>
                  </a:cubicBezTo>
                  <a:cubicBezTo>
                    <a:pt x="166718" y="9354"/>
                    <a:pt x="169093" y="9294"/>
                    <a:pt x="171468" y="9294"/>
                  </a:cubicBezTo>
                  <a:cubicBezTo>
                    <a:pt x="173842" y="9294"/>
                    <a:pt x="176217" y="9354"/>
                    <a:pt x="178597" y="9476"/>
                  </a:cubicBezTo>
                  <a:cubicBezTo>
                    <a:pt x="179326" y="9500"/>
                    <a:pt x="180055" y="9573"/>
                    <a:pt x="180784" y="9646"/>
                  </a:cubicBezTo>
                  <a:lnTo>
                    <a:pt x="181877" y="9719"/>
                  </a:lnTo>
                  <a:cubicBezTo>
                    <a:pt x="182241" y="9743"/>
                    <a:pt x="182606" y="9767"/>
                    <a:pt x="182970" y="9840"/>
                  </a:cubicBezTo>
                  <a:lnTo>
                    <a:pt x="185132" y="10108"/>
                  </a:lnTo>
                  <a:lnTo>
                    <a:pt x="185666" y="10156"/>
                  </a:lnTo>
                  <a:cubicBezTo>
                    <a:pt x="185861" y="10180"/>
                    <a:pt x="186031" y="10229"/>
                    <a:pt x="186201" y="10253"/>
                  </a:cubicBezTo>
                  <a:lnTo>
                    <a:pt x="187270" y="10448"/>
                  </a:lnTo>
                  <a:lnTo>
                    <a:pt x="188339" y="10618"/>
                  </a:lnTo>
                  <a:cubicBezTo>
                    <a:pt x="188509" y="10666"/>
                    <a:pt x="188703" y="10691"/>
                    <a:pt x="188873" y="10715"/>
                  </a:cubicBezTo>
                  <a:lnTo>
                    <a:pt x="189407" y="10836"/>
                  </a:lnTo>
                  <a:lnTo>
                    <a:pt x="191472" y="11322"/>
                  </a:lnTo>
                  <a:cubicBezTo>
                    <a:pt x="191837" y="11419"/>
                    <a:pt x="192152" y="11541"/>
                    <a:pt x="192493" y="11638"/>
                  </a:cubicBezTo>
                  <a:lnTo>
                    <a:pt x="193513" y="11929"/>
                  </a:lnTo>
                  <a:lnTo>
                    <a:pt x="194533" y="12245"/>
                  </a:lnTo>
                  <a:cubicBezTo>
                    <a:pt x="194849" y="12367"/>
                    <a:pt x="195165" y="12488"/>
                    <a:pt x="195505" y="12610"/>
                  </a:cubicBezTo>
                  <a:cubicBezTo>
                    <a:pt x="196817" y="13071"/>
                    <a:pt x="198080" y="13678"/>
                    <a:pt x="199367" y="14286"/>
                  </a:cubicBezTo>
                  <a:lnTo>
                    <a:pt x="201262" y="15282"/>
                  </a:lnTo>
                  <a:cubicBezTo>
                    <a:pt x="201894" y="15622"/>
                    <a:pt x="202501" y="16011"/>
                    <a:pt x="203133" y="16351"/>
                  </a:cubicBezTo>
                  <a:cubicBezTo>
                    <a:pt x="205610" y="17832"/>
                    <a:pt x="208015" y="19460"/>
                    <a:pt x="210396" y="21209"/>
                  </a:cubicBezTo>
                  <a:cubicBezTo>
                    <a:pt x="215157" y="24707"/>
                    <a:pt x="219773" y="28545"/>
                    <a:pt x="224655" y="32238"/>
                  </a:cubicBezTo>
                  <a:cubicBezTo>
                    <a:pt x="225870" y="33137"/>
                    <a:pt x="227109" y="34060"/>
                    <a:pt x="228396" y="34934"/>
                  </a:cubicBezTo>
                  <a:lnTo>
                    <a:pt x="229344" y="35614"/>
                  </a:lnTo>
                  <a:lnTo>
                    <a:pt x="230316" y="36270"/>
                  </a:lnTo>
                  <a:cubicBezTo>
                    <a:pt x="230971" y="36683"/>
                    <a:pt x="231627" y="37145"/>
                    <a:pt x="232259" y="37533"/>
                  </a:cubicBezTo>
                  <a:lnTo>
                    <a:pt x="239838" y="42295"/>
                  </a:lnTo>
                  <a:cubicBezTo>
                    <a:pt x="242365" y="43898"/>
                    <a:pt x="244818" y="45477"/>
                    <a:pt x="247223" y="47129"/>
                  </a:cubicBezTo>
                  <a:cubicBezTo>
                    <a:pt x="248438" y="47955"/>
                    <a:pt x="249652" y="48781"/>
                    <a:pt x="250794" y="49631"/>
                  </a:cubicBezTo>
                  <a:cubicBezTo>
                    <a:pt x="251960" y="50505"/>
                    <a:pt x="253102" y="51356"/>
                    <a:pt x="254219" y="52254"/>
                  </a:cubicBezTo>
                  <a:cubicBezTo>
                    <a:pt x="258713" y="55825"/>
                    <a:pt x="262746" y="59761"/>
                    <a:pt x="266025" y="64158"/>
                  </a:cubicBezTo>
                  <a:cubicBezTo>
                    <a:pt x="267629" y="66344"/>
                    <a:pt x="269037" y="68676"/>
                    <a:pt x="270228" y="71105"/>
                  </a:cubicBezTo>
                  <a:cubicBezTo>
                    <a:pt x="271370" y="73559"/>
                    <a:pt x="272341" y="76109"/>
                    <a:pt x="273070" y="78709"/>
                  </a:cubicBezTo>
                  <a:cubicBezTo>
                    <a:pt x="274386" y="83525"/>
                    <a:pt x="274985" y="88486"/>
                    <a:pt x="274868" y="93457"/>
                  </a:cubicBezTo>
                  <a:lnTo>
                    <a:pt x="274868" y="93457"/>
                  </a:lnTo>
                  <a:lnTo>
                    <a:pt x="274868" y="91170"/>
                  </a:lnTo>
                  <a:lnTo>
                    <a:pt x="274843" y="90660"/>
                  </a:lnTo>
                  <a:lnTo>
                    <a:pt x="274746" y="88571"/>
                  </a:lnTo>
                  <a:lnTo>
                    <a:pt x="274528" y="86531"/>
                  </a:lnTo>
                  <a:cubicBezTo>
                    <a:pt x="274212" y="83786"/>
                    <a:pt x="273677" y="81089"/>
                    <a:pt x="272924" y="78417"/>
                  </a:cubicBezTo>
                  <a:cubicBezTo>
                    <a:pt x="272147" y="75794"/>
                    <a:pt x="271151" y="73243"/>
                    <a:pt x="269936" y="70789"/>
                  </a:cubicBezTo>
                  <a:lnTo>
                    <a:pt x="269013" y="68967"/>
                  </a:lnTo>
                  <a:lnTo>
                    <a:pt x="267944" y="67194"/>
                  </a:lnTo>
                  <a:lnTo>
                    <a:pt x="267701" y="66757"/>
                  </a:lnTo>
                  <a:lnTo>
                    <a:pt x="267386" y="66344"/>
                  </a:lnTo>
                  <a:lnTo>
                    <a:pt x="266778" y="65494"/>
                  </a:lnTo>
                  <a:lnTo>
                    <a:pt x="266195" y="64643"/>
                  </a:lnTo>
                  <a:lnTo>
                    <a:pt x="265564" y="63818"/>
                  </a:lnTo>
                  <a:lnTo>
                    <a:pt x="264932" y="62992"/>
                  </a:lnTo>
                  <a:cubicBezTo>
                    <a:pt x="264738" y="62724"/>
                    <a:pt x="264519" y="62457"/>
                    <a:pt x="264300" y="62190"/>
                  </a:cubicBezTo>
                  <a:lnTo>
                    <a:pt x="262940" y="60587"/>
                  </a:lnTo>
                  <a:cubicBezTo>
                    <a:pt x="261993" y="59566"/>
                    <a:pt x="261045" y="58522"/>
                    <a:pt x="260025" y="57550"/>
                  </a:cubicBezTo>
                  <a:cubicBezTo>
                    <a:pt x="257984" y="55582"/>
                    <a:pt x="255822" y="53712"/>
                    <a:pt x="253588" y="51963"/>
                  </a:cubicBezTo>
                  <a:cubicBezTo>
                    <a:pt x="249069" y="48416"/>
                    <a:pt x="244138" y="45210"/>
                    <a:pt x="239134" y="42027"/>
                  </a:cubicBezTo>
                  <a:lnTo>
                    <a:pt x="231554" y="37266"/>
                  </a:lnTo>
                  <a:cubicBezTo>
                    <a:pt x="228907" y="35566"/>
                    <a:pt x="226429" y="33768"/>
                    <a:pt x="224000" y="31922"/>
                  </a:cubicBezTo>
                  <a:cubicBezTo>
                    <a:pt x="219165" y="28229"/>
                    <a:pt x="214598" y="24440"/>
                    <a:pt x="209886" y="20990"/>
                  </a:cubicBezTo>
                  <a:cubicBezTo>
                    <a:pt x="207578" y="19290"/>
                    <a:pt x="205173" y="17687"/>
                    <a:pt x="202695" y="16205"/>
                  </a:cubicBezTo>
                  <a:cubicBezTo>
                    <a:pt x="201481" y="15476"/>
                    <a:pt x="200242" y="14845"/>
                    <a:pt x="199003" y="14189"/>
                  </a:cubicBezTo>
                  <a:lnTo>
                    <a:pt x="197108" y="13314"/>
                  </a:lnTo>
                  <a:cubicBezTo>
                    <a:pt x="196792" y="13168"/>
                    <a:pt x="196476" y="13071"/>
                    <a:pt x="196136" y="12925"/>
                  </a:cubicBezTo>
                  <a:lnTo>
                    <a:pt x="195189" y="12561"/>
                  </a:lnTo>
                  <a:cubicBezTo>
                    <a:pt x="194557" y="12318"/>
                    <a:pt x="193901" y="12099"/>
                    <a:pt x="193221" y="11905"/>
                  </a:cubicBezTo>
                  <a:lnTo>
                    <a:pt x="192225" y="11614"/>
                  </a:lnTo>
                  <a:lnTo>
                    <a:pt x="191739" y="11444"/>
                  </a:lnTo>
                  <a:lnTo>
                    <a:pt x="191229" y="11322"/>
                  </a:lnTo>
                  <a:lnTo>
                    <a:pt x="189189" y="10836"/>
                  </a:lnTo>
                  <a:cubicBezTo>
                    <a:pt x="188849" y="10763"/>
                    <a:pt x="188484" y="10691"/>
                    <a:pt x="188144" y="10642"/>
                  </a:cubicBezTo>
                  <a:lnTo>
                    <a:pt x="187100" y="10448"/>
                  </a:lnTo>
                  <a:cubicBezTo>
                    <a:pt x="185715" y="10180"/>
                    <a:pt x="184282" y="10035"/>
                    <a:pt x="182873" y="9840"/>
                  </a:cubicBezTo>
                  <a:cubicBezTo>
                    <a:pt x="182144" y="9767"/>
                    <a:pt x="181440" y="9719"/>
                    <a:pt x="180711" y="9646"/>
                  </a:cubicBezTo>
                  <a:cubicBezTo>
                    <a:pt x="180006" y="9597"/>
                    <a:pt x="179278" y="9500"/>
                    <a:pt x="178549" y="9500"/>
                  </a:cubicBezTo>
                  <a:cubicBezTo>
                    <a:pt x="176287" y="9385"/>
                    <a:pt x="174025" y="9330"/>
                    <a:pt x="171763" y="9330"/>
                  </a:cubicBezTo>
                  <a:cubicBezTo>
                    <a:pt x="169264" y="9330"/>
                    <a:pt x="166764" y="9397"/>
                    <a:pt x="164265" y="9525"/>
                  </a:cubicBezTo>
                  <a:cubicBezTo>
                    <a:pt x="159479" y="9767"/>
                    <a:pt x="154621" y="10156"/>
                    <a:pt x="149762" y="10569"/>
                  </a:cubicBezTo>
                  <a:cubicBezTo>
                    <a:pt x="147333" y="10788"/>
                    <a:pt x="144880" y="10982"/>
                    <a:pt x="142402" y="11176"/>
                  </a:cubicBezTo>
                  <a:lnTo>
                    <a:pt x="135163" y="11784"/>
                  </a:lnTo>
                  <a:lnTo>
                    <a:pt x="127924" y="12561"/>
                  </a:lnTo>
                  <a:lnTo>
                    <a:pt x="120709" y="13557"/>
                  </a:lnTo>
                  <a:cubicBezTo>
                    <a:pt x="101518" y="16424"/>
                    <a:pt x="82546" y="21476"/>
                    <a:pt x="64739" y="29347"/>
                  </a:cubicBezTo>
                  <a:cubicBezTo>
                    <a:pt x="64352" y="29816"/>
                    <a:pt x="64239" y="30165"/>
                    <a:pt x="64800" y="30165"/>
                  </a:cubicBezTo>
                  <a:cubicBezTo>
                    <a:pt x="64908" y="30165"/>
                    <a:pt x="65040" y="30152"/>
                    <a:pt x="65201" y="30124"/>
                  </a:cubicBezTo>
                  <a:cubicBezTo>
                    <a:pt x="66027" y="29979"/>
                    <a:pt x="66829" y="29760"/>
                    <a:pt x="67630" y="29468"/>
                  </a:cubicBezTo>
                  <a:cubicBezTo>
                    <a:pt x="68796" y="29128"/>
                    <a:pt x="70302" y="28618"/>
                    <a:pt x="72294" y="27914"/>
                  </a:cubicBezTo>
                  <a:lnTo>
                    <a:pt x="73436" y="27549"/>
                  </a:lnTo>
                  <a:cubicBezTo>
                    <a:pt x="73825" y="27404"/>
                    <a:pt x="74238" y="27258"/>
                    <a:pt x="74699" y="27112"/>
                  </a:cubicBezTo>
                  <a:cubicBezTo>
                    <a:pt x="75622" y="26821"/>
                    <a:pt x="76618" y="26480"/>
                    <a:pt x="77712" y="26116"/>
                  </a:cubicBezTo>
                  <a:cubicBezTo>
                    <a:pt x="78780" y="25752"/>
                    <a:pt x="79946" y="25339"/>
                    <a:pt x="81210" y="24926"/>
                  </a:cubicBezTo>
                  <a:lnTo>
                    <a:pt x="85194" y="23687"/>
                  </a:lnTo>
                  <a:lnTo>
                    <a:pt x="87356" y="22982"/>
                  </a:lnTo>
                  <a:lnTo>
                    <a:pt x="89590" y="22326"/>
                  </a:lnTo>
                  <a:cubicBezTo>
                    <a:pt x="91145" y="21889"/>
                    <a:pt x="92724" y="21428"/>
                    <a:pt x="94352" y="20966"/>
                  </a:cubicBezTo>
                  <a:lnTo>
                    <a:pt x="99405" y="19654"/>
                  </a:lnTo>
                  <a:lnTo>
                    <a:pt x="100716" y="19314"/>
                  </a:lnTo>
                  <a:lnTo>
                    <a:pt x="102028" y="19023"/>
                  </a:lnTo>
                  <a:lnTo>
                    <a:pt x="104700" y="18415"/>
                  </a:lnTo>
                  <a:lnTo>
                    <a:pt x="107421" y="17808"/>
                  </a:lnTo>
                  <a:lnTo>
                    <a:pt x="110166" y="17249"/>
                  </a:lnTo>
                  <a:lnTo>
                    <a:pt x="112935" y="16691"/>
                  </a:lnTo>
                  <a:lnTo>
                    <a:pt x="114320" y="16424"/>
                  </a:lnTo>
                  <a:lnTo>
                    <a:pt x="115705" y="16181"/>
                  </a:lnTo>
                  <a:lnTo>
                    <a:pt x="121292" y="15233"/>
                  </a:lnTo>
                  <a:lnTo>
                    <a:pt x="126831" y="14456"/>
                  </a:lnTo>
                  <a:lnTo>
                    <a:pt x="128191" y="14261"/>
                  </a:lnTo>
                  <a:lnTo>
                    <a:pt x="129551" y="14116"/>
                  </a:lnTo>
                  <a:lnTo>
                    <a:pt x="132248" y="13800"/>
                  </a:lnTo>
                  <a:lnTo>
                    <a:pt x="134871" y="13508"/>
                  </a:lnTo>
                  <a:cubicBezTo>
                    <a:pt x="135746" y="13411"/>
                    <a:pt x="136620" y="13338"/>
                    <a:pt x="137471" y="13266"/>
                  </a:cubicBezTo>
                  <a:lnTo>
                    <a:pt x="142426" y="12853"/>
                  </a:lnTo>
                  <a:lnTo>
                    <a:pt x="147163" y="12512"/>
                  </a:lnTo>
                  <a:cubicBezTo>
                    <a:pt x="151317" y="12245"/>
                    <a:pt x="155423" y="11929"/>
                    <a:pt x="159528" y="11711"/>
                  </a:cubicBezTo>
                  <a:cubicBezTo>
                    <a:pt x="163335" y="11486"/>
                    <a:pt x="167122" y="11344"/>
                    <a:pt x="170888" y="11344"/>
                  </a:cubicBezTo>
                  <a:cubicBezTo>
                    <a:pt x="171182" y="11344"/>
                    <a:pt x="171477" y="11345"/>
                    <a:pt x="171771" y="11346"/>
                  </a:cubicBezTo>
                  <a:cubicBezTo>
                    <a:pt x="175779" y="11346"/>
                    <a:pt x="179788" y="11589"/>
                    <a:pt x="183772" y="12075"/>
                  </a:cubicBezTo>
                  <a:cubicBezTo>
                    <a:pt x="187585" y="12512"/>
                    <a:pt x="191326" y="13411"/>
                    <a:pt x="194922" y="14747"/>
                  </a:cubicBezTo>
                  <a:cubicBezTo>
                    <a:pt x="198371" y="16083"/>
                    <a:pt x="201796" y="18002"/>
                    <a:pt x="205149" y="20262"/>
                  </a:cubicBezTo>
                  <a:cubicBezTo>
                    <a:pt x="208477" y="22497"/>
                    <a:pt x="211781" y="25047"/>
                    <a:pt x="215133" y="27671"/>
                  </a:cubicBezTo>
                  <a:cubicBezTo>
                    <a:pt x="218510" y="30319"/>
                    <a:pt x="221910" y="33064"/>
                    <a:pt x="225554" y="35711"/>
                  </a:cubicBezTo>
                  <a:cubicBezTo>
                    <a:pt x="226502" y="36343"/>
                    <a:pt x="227401" y="37023"/>
                    <a:pt x="228372" y="37655"/>
                  </a:cubicBezTo>
                  <a:lnTo>
                    <a:pt x="229805" y="38602"/>
                  </a:lnTo>
                  <a:lnTo>
                    <a:pt x="230534" y="39088"/>
                  </a:lnTo>
                  <a:lnTo>
                    <a:pt x="231214" y="39501"/>
                  </a:lnTo>
                  <a:lnTo>
                    <a:pt x="236729" y="42951"/>
                  </a:lnTo>
                  <a:cubicBezTo>
                    <a:pt x="240373" y="45234"/>
                    <a:pt x="243944" y="47493"/>
                    <a:pt x="247369" y="49850"/>
                  </a:cubicBezTo>
                  <a:cubicBezTo>
                    <a:pt x="250721" y="52157"/>
                    <a:pt x="253928" y="54659"/>
                    <a:pt x="256940" y="57356"/>
                  </a:cubicBezTo>
                  <a:cubicBezTo>
                    <a:pt x="259855" y="59955"/>
                    <a:pt x="262503" y="62846"/>
                    <a:pt x="264811" y="65980"/>
                  </a:cubicBezTo>
                  <a:cubicBezTo>
                    <a:pt x="266997" y="69040"/>
                    <a:pt x="268770" y="72368"/>
                    <a:pt x="270082" y="75891"/>
                  </a:cubicBezTo>
                  <a:lnTo>
                    <a:pt x="270349" y="76547"/>
                  </a:lnTo>
                  <a:cubicBezTo>
                    <a:pt x="270422" y="76765"/>
                    <a:pt x="270495" y="76984"/>
                    <a:pt x="270568" y="77202"/>
                  </a:cubicBezTo>
                  <a:lnTo>
                    <a:pt x="270981" y="78539"/>
                  </a:lnTo>
                  <a:cubicBezTo>
                    <a:pt x="271151" y="79000"/>
                    <a:pt x="271248" y="79462"/>
                    <a:pt x="271370" y="79899"/>
                  </a:cubicBezTo>
                  <a:lnTo>
                    <a:pt x="271734" y="81284"/>
                  </a:lnTo>
                  <a:lnTo>
                    <a:pt x="272050" y="82668"/>
                  </a:lnTo>
                  <a:cubicBezTo>
                    <a:pt x="272123" y="83130"/>
                    <a:pt x="272244" y="83591"/>
                    <a:pt x="272317" y="84053"/>
                  </a:cubicBezTo>
                  <a:lnTo>
                    <a:pt x="272536" y="85462"/>
                  </a:lnTo>
                  <a:lnTo>
                    <a:pt x="272633" y="86166"/>
                  </a:lnTo>
                  <a:cubicBezTo>
                    <a:pt x="272681" y="86385"/>
                    <a:pt x="272706" y="86628"/>
                    <a:pt x="272730" y="86871"/>
                  </a:cubicBezTo>
                  <a:cubicBezTo>
                    <a:pt x="273143" y="90636"/>
                    <a:pt x="273167" y="94426"/>
                    <a:pt x="272778" y="98215"/>
                  </a:cubicBezTo>
                  <a:cubicBezTo>
                    <a:pt x="272754" y="98677"/>
                    <a:pt x="272681" y="99138"/>
                    <a:pt x="272608" y="99624"/>
                  </a:cubicBezTo>
                  <a:lnTo>
                    <a:pt x="272414" y="101009"/>
                  </a:lnTo>
                  <a:cubicBezTo>
                    <a:pt x="272268" y="101956"/>
                    <a:pt x="272074" y="102879"/>
                    <a:pt x="271928" y="103802"/>
                  </a:cubicBezTo>
                  <a:cubicBezTo>
                    <a:pt x="271710" y="104750"/>
                    <a:pt x="271515" y="105649"/>
                    <a:pt x="271272" y="106572"/>
                  </a:cubicBezTo>
                  <a:lnTo>
                    <a:pt x="270884" y="107932"/>
                  </a:lnTo>
                  <a:cubicBezTo>
                    <a:pt x="270762" y="108369"/>
                    <a:pt x="270641" y="108831"/>
                    <a:pt x="270471" y="109268"/>
                  </a:cubicBezTo>
                  <a:cubicBezTo>
                    <a:pt x="269353" y="112815"/>
                    <a:pt x="267871" y="116264"/>
                    <a:pt x="266050" y="119519"/>
                  </a:cubicBezTo>
                  <a:lnTo>
                    <a:pt x="265564" y="120394"/>
                  </a:lnTo>
                  <a:lnTo>
                    <a:pt x="265029" y="121244"/>
                  </a:lnTo>
                  <a:lnTo>
                    <a:pt x="264495" y="122119"/>
                  </a:lnTo>
                  <a:lnTo>
                    <a:pt x="264252" y="122532"/>
                  </a:lnTo>
                  <a:lnTo>
                    <a:pt x="263960" y="122945"/>
                  </a:lnTo>
                  <a:lnTo>
                    <a:pt x="262843" y="124596"/>
                  </a:lnTo>
                  <a:lnTo>
                    <a:pt x="261628" y="126200"/>
                  </a:lnTo>
                  <a:cubicBezTo>
                    <a:pt x="260001" y="128289"/>
                    <a:pt x="258203" y="130257"/>
                    <a:pt x="256284" y="132054"/>
                  </a:cubicBezTo>
                  <a:cubicBezTo>
                    <a:pt x="254341" y="133828"/>
                    <a:pt x="252276" y="135431"/>
                    <a:pt x="250089" y="136864"/>
                  </a:cubicBezTo>
                  <a:lnTo>
                    <a:pt x="248389" y="137933"/>
                  </a:lnTo>
                  <a:lnTo>
                    <a:pt x="246616" y="138929"/>
                  </a:lnTo>
                  <a:lnTo>
                    <a:pt x="246178" y="139196"/>
                  </a:lnTo>
                  <a:lnTo>
                    <a:pt x="245741" y="139415"/>
                  </a:lnTo>
                  <a:lnTo>
                    <a:pt x="244818" y="139876"/>
                  </a:lnTo>
                  <a:lnTo>
                    <a:pt x="243919" y="140338"/>
                  </a:lnTo>
                  <a:lnTo>
                    <a:pt x="242996" y="140775"/>
                  </a:lnTo>
                  <a:lnTo>
                    <a:pt x="242049" y="141188"/>
                  </a:lnTo>
                  <a:lnTo>
                    <a:pt x="241587" y="141407"/>
                  </a:lnTo>
                  <a:lnTo>
                    <a:pt x="241126" y="141601"/>
                  </a:lnTo>
                  <a:lnTo>
                    <a:pt x="239231" y="142403"/>
                  </a:lnTo>
                  <a:lnTo>
                    <a:pt x="237287" y="143131"/>
                  </a:lnTo>
                  <a:cubicBezTo>
                    <a:pt x="236656" y="143399"/>
                    <a:pt x="235976" y="143593"/>
                    <a:pt x="235344" y="143836"/>
                  </a:cubicBezTo>
                  <a:cubicBezTo>
                    <a:pt x="232721" y="144735"/>
                    <a:pt x="230000" y="145512"/>
                    <a:pt x="227255" y="146192"/>
                  </a:cubicBezTo>
                  <a:cubicBezTo>
                    <a:pt x="224485" y="146872"/>
                    <a:pt x="221692" y="147455"/>
                    <a:pt x="218850" y="147990"/>
                  </a:cubicBezTo>
                  <a:cubicBezTo>
                    <a:pt x="216007" y="148500"/>
                    <a:pt x="213117" y="148986"/>
                    <a:pt x="210226" y="149374"/>
                  </a:cubicBezTo>
                  <a:cubicBezTo>
                    <a:pt x="194787" y="151592"/>
                    <a:pt x="179230" y="152704"/>
                    <a:pt x="163670" y="152704"/>
                  </a:cubicBezTo>
                  <a:cubicBezTo>
                    <a:pt x="155702" y="152704"/>
                    <a:pt x="147733" y="152412"/>
                    <a:pt x="139778" y="151828"/>
                  </a:cubicBezTo>
                  <a:lnTo>
                    <a:pt x="136742" y="151634"/>
                  </a:lnTo>
                  <a:lnTo>
                    <a:pt x="133705" y="151342"/>
                  </a:lnTo>
                  <a:lnTo>
                    <a:pt x="127608" y="150735"/>
                  </a:lnTo>
                  <a:cubicBezTo>
                    <a:pt x="125567" y="150492"/>
                    <a:pt x="123551" y="150225"/>
                    <a:pt x="121510" y="149958"/>
                  </a:cubicBezTo>
                  <a:lnTo>
                    <a:pt x="118450" y="149569"/>
                  </a:lnTo>
                  <a:cubicBezTo>
                    <a:pt x="117454" y="149423"/>
                    <a:pt x="116433" y="149253"/>
                    <a:pt x="115413" y="149107"/>
                  </a:cubicBezTo>
                  <a:lnTo>
                    <a:pt x="109316" y="148111"/>
                  </a:lnTo>
                  <a:cubicBezTo>
                    <a:pt x="107275" y="147747"/>
                    <a:pt x="105235" y="147358"/>
                    <a:pt x="103218" y="146970"/>
                  </a:cubicBezTo>
                  <a:lnTo>
                    <a:pt x="100182" y="146387"/>
                  </a:lnTo>
                  <a:cubicBezTo>
                    <a:pt x="99162" y="146192"/>
                    <a:pt x="98141" y="145949"/>
                    <a:pt x="97145" y="145731"/>
                  </a:cubicBezTo>
                  <a:lnTo>
                    <a:pt x="91072" y="144370"/>
                  </a:lnTo>
                  <a:cubicBezTo>
                    <a:pt x="89056" y="143884"/>
                    <a:pt x="87040" y="143374"/>
                    <a:pt x="85048" y="142864"/>
                  </a:cubicBezTo>
                  <a:lnTo>
                    <a:pt x="82036" y="142087"/>
                  </a:lnTo>
                  <a:cubicBezTo>
                    <a:pt x="81040" y="141820"/>
                    <a:pt x="80044" y="141528"/>
                    <a:pt x="79048" y="141237"/>
                  </a:cubicBezTo>
                  <a:lnTo>
                    <a:pt x="73096" y="139536"/>
                  </a:lnTo>
                  <a:cubicBezTo>
                    <a:pt x="71128" y="138929"/>
                    <a:pt x="69161" y="138273"/>
                    <a:pt x="67193" y="137666"/>
                  </a:cubicBezTo>
                  <a:cubicBezTo>
                    <a:pt x="63258" y="136451"/>
                    <a:pt x="59395" y="135115"/>
                    <a:pt x="55630" y="133682"/>
                  </a:cubicBezTo>
                  <a:cubicBezTo>
                    <a:pt x="51865" y="132249"/>
                    <a:pt x="48221" y="130694"/>
                    <a:pt x="44698" y="128993"/>
                  </a:cubicBezTo>
                  <a:cubicBezTo>
                    <a:pt x="41249" y="127342"/>
                    <a:pt x="37921" y="125471"/>
                    <a:pt x="34714" y="123358"/>
                  </a:cubicBezTo>
                  <a:cubicBezTo>
                    <a:pt x="33937" y="122847"/>
                    <a:pt x="33159" y="122337"/>
                    <a:pt x="32406" y="121779"/>
                  </a:cubicBezTo>
                  <a:lnTo>
                    <a:pt x="31289" y="120953"/>
                  </a:lnTo>
                  <a:cubicBezTo>
                    <a:pt x="30925" y="120685"/>
                    <a:pt x="30560" y="120394"/>
                    <a:pt x="30196" y="120127"/>
                  </a:cubicBezTo>
                  <a:cubicBezTo>
                    <a:pt x="29831" y="119835"/>
                    <a:pt x="29467" y="119568"/>
                    <a:pt x="29103" y="119252"/>
                  </a:cubicBezTo>
                  <a:lnTo>
                    <a:pt x="28058" y="118378"/>
                  </a:lnTo>
                  <a:cubicBezTo>
                    <a:pt x="27354" y="117795"/>
                    <a:pt x="26722" y="117187"/>
                    <a:pt x="26066" y="116580"/>
                  </a:cubicBezTo>
                  <a:cubicBezTo>
                    <a:pt x="23491" y="114151"/>
                    <a:pt x="21159" y="111479"/>
                    <a:pt x="19143" y="108588"/>
                  </a:cubicBezTo>
                  <a:cubicBezTo>
                    <a:pt x="17199" y="105770"/>
                    <a:pt x="15572" y="102782"/>
                    <a:pt x="14309" y="99624"/>
                  </a:cubicBezTo>
                  <a:cubicBezTo>
                    <a:pt x="13094" y="96612"/>
                    <a:pt x="12317" y="93478"/>
                    <a:pt x="11928" y="90247"/>
                  </a:cubicBezTo>
                  <a:lnTo>
                    <a:pt x="11807" y="89081"/>
                  </a:lnTo>
                  <a:cubicBezTo>
                    <a:pt x="11782" y="88887"/>
                    <a:pt x="11782" y="88693"/>
                    <a:pt x="11782" y="88523"/>
                  </a:cubicBezTo>
                  <a:lnTo>
                    <a:pt x="11758" y="87940"/>
                  </a:lnTo>
                  <a:lnTo>
                    <a:pt x="11734" y="86774"/>
                  </a:lnTo>
                  <a:cubicBezTo>
                    <a:pt x="11709" y="86385"/>
                    <a:pt x="11758" y="86021"/>
                    <a:pt x="11758" y="85632"/>
                  </a:cubicBezTo>
                  <a:cubicBezTo>
                    <a:pt x="11807" y="84101"/>
                    <a:pt x="11977" y="82571"/>
                    <a:pt x="12268" y="81065"/>
                  </a:cubicBezTo>
                  <a:cubicBezTo>
                    <a:pt x="13361" y="75065"/>
                    <a:pt x="16228" y="69478"/>
                    <a:pt x="19823" y="64571"/>
                  </a:cubicBezTo>
                  <a:cubicBezTo>
                    <a:pt x="21305" y="62530"/>
                    <a:pt x="22884" y="60562"/>
                    <a:pt x="24584" y="58692"/>
                  </a:cubicBezTo>
                  <a:cubicBezTo>
                    <a:pt x="26139" y="56967"/>
                    <a:pt x="27621" y="55485"/>
                    <a:pt x="28981" y="54149"/>
                  </a:cubicBezTo>
                  <a:cubicBezTo>
                    <a:pt x="31678" y="51501"/>
                    <a:pt x="33864" y="49534"/>
                    <a:pt x="35394" y="48100"/>
                  </a:cubicBezTo>
                  <a:cubicBezTo>
                    <a:pt x="36147" y="47372"/>
                    <a:pt x="36730" y="46789"/>
                    <a:pt x="37168" y="46327"/>
                  </a:cubicBezTo>
                  <a:cubicBezTo>
                    <a:pt x="37484" y="45987"/>
                    <a:pt x="37751" y="45623"/>
                    <a:pt x="37969" y="45210"/>
                  </a:cubicBezTo>
                  <a:cubicBezTo>
                    <a:pt x="38077" y="44940"/>
                    <a:pt x="37975" y="44805"/>
                    <a:pt x="37672" y="44805"/>
                  </a:cubicBezTo>
                  <a:cubicBezTo>
                    <a:pt x="37429" y="44805"/>
                    <a:pt x="37057" y="44891"/>
                    <a:pt x="36560" y="45064"/>
                  </a:cubicBezTo>
                  <a:cubicBezTo>
                    <a:pt x="34836" y="45720"/>
                    <a:pt x="33184" y="46546"/>
                    <a:pt x="31605" y="47517"/>
                  </a:cubicBezTo>
                  <a:cubicBezTo>
                    <a:pt x="28860" y="49145"/>
                    <a:pt x="26260" y="50967"/>
                    <a:pt x="23783" y="52983"/>
                  </a:cubicBezTo>
                  <a:cubicBezTo>
                    <a:pt x="20333" y="55753"/>
                    <a:pt x="17199" y="58886"/>
                    <a:pt x="14454" y="62311"/>
                  </a:cubicBezTo>
                  <a:cubicBezTo>
                    <a:pt x="12778" y="64352"/>
                    <a:pt x="11272" y="66538"/>
                    <a:pt x="9960" y="68822"/>
                  </a:cubicBezTo>
                  <a:cubicBezTo>
                    <a:pt x="9620" y="69429"/>
                    <a:pt x="9280" y="70061"/>
                    <a:pt x="8989" y="70692"/>
                  </a:cubicBezTo>
                  <a:cubicBezTo>
                    <a:pt x="8673" y="71324"/>
                    <a:pt x="8381" y="71980"/>
                    <a:pt x="8066" y="72636"/>
                  </a:cubicBezTo>
                  <a:cubicBezTo>
                    <a:pt x="7458" y="73996"/>
                    <a:pt x="6948" y="75381"/>
                    <a:pt x="6511" y="76814"/>
                  </a:cubicBezTo>
                  <a:lnTo>
                    <a:pt x="5466" y="76498"/>
                  </a:lnTo>
                  <a:cubicBezTo>
                    <a:pt x="5879" y="75065"/>
                    <a:pt x="6365" y="73680"/>
                    <a:pt x="6924" y="72295"/>
                  </a:cubicBezTo>
                  <a:cubicBezTo>
                    <a:pt x="7483" y="71008"/>
                    <a:pt x="8017" y="69769"/>
                    <a:pt x="8600" y="68652"/>
                  </a:cubicBezTo>
                  <a:cubicBezTo>
                    <a:pt x="9669" y="66611"/>
                    <a:pt x="10835" y="64643"/>
                    <a:pt x="12098" y="62749"/>
                  </a:cubicBezTo>
                  <a:cubicBezTo>
                    <a:pt x="13896" y="60149"/>
                    <a:pt x="15815" y="57623"/>
                    <a:pt x="17880" y="55218"/>
                  </a:cubicBezTo>
                  <a:cubicBezTo>
                    <a:pt x="19386" y="53420"/>
                    <a:pt x="20455" y="52206"/>
                    <a:pt x="21135" y="51356"/>
                  </a:cubicBezTo>
                  <a:cubicBezTo>
                    <a:pt x="21791" y="50505"/>
                    <a:pt x="22058" y="50020"/>
                    <a:pt x="22058" y="49728"/>
                  </a:cubicBezTo>
                  <a:cubicBezTo>
                    <a:pt x="22068" y="49503"/>
                    <a:pt x="21894" y="49429"/>
                    <a:pt x="21629" y="49429"/>
                  </a:cubicBezTo>
                  <a:cubicBezTo>
                    <a:pt x="21263" y="49429"/>
                    <a:pt x="20725" y="49571"/>
                    <a:pt x="20260" y="49655"/>
                  </a:cubicBezTo>
                  <a:cubicBezTo>
                    <a:pt x="20065" y="49697"/>
                    <a:pt x="19883" y="49725"/>
                    <a:pt x="19731" y="49725"/>
                  </a:cubicBezTo>
                  <a:cubicBezTo>
                    <a:pt x="19262" y="49725"/>
                    <a:pt x="19095" y="49451"/>
                    <a:pt x="19774" y="48441"/>
                  </a:cubicBezTo>
                  <a:lnTo>
                    <a:pt x="19774" y="48441"/>
                  </a:lnTo>
                  <a:cubicBezTo>
                    <a:pt x="15159" y="52789"/>
                    <a:pt x="10859" y="57672"/>
                    <a:pt x="7385" y="63283"/>
                  </a:cubicBezTo>
                  <a:cubicBezTo>
                    <a:pt x="6511" y="64692"/>
                    <a:pt x="5685" y="66125"/>
                    <a:pt x="4956" y="67631"/>
                  </a:cubicBezTo>
                  <a:cubicBezTo>
                    <a:pt x="4227" y="69162"/>
                    <a:pt x="3547" y="70668"/>
                    <a:pt x="2964" y="72271"/>
                  </a:cubicBezTo>
                  <a:cubicBezTo>
                    <a:pt x="2357" y="73850"/>
                    <a:pt x="1847" y="75478"/>
                    <a:pt x="1434" y="77130"/>
                  </a:cubicBezTo>
                  <a:cubicBezTo>
                    <a:pt x="1215" y="77956"/>
                    <a:pt x="997" y="78781"/>
                    <a:pt x="875" y="79632"/>
                  </a:cubicBezTo>
                  <a:cubicBezTo>
                    <a:pt x="729" y="80458"/>
                    <a:pt x="559" y="81308"/>
                    <a:pt x="462" y="82158"/>
                  </a:cubicBezTo>
                  <a:cubicBezTo>
                    <a:pt x="49" y="85583"/>
                    <a:pt x="1" y="89033"/>
                    <a:pt x="365" y="92458"/>
                  </a:cubicBezTo>
                  <a:cubicBezTo>
                    <a:pt x="754" y="95835"/>
                    <a:pt x="1507" y="99187"/>
                    <a:pt x="2576" y="102418"/>
                  </a:cubicBezTo>
                  <a:cubicBezTo>
                    <a:pt x="3620" y="105600"/>
                    <a:pt x="4980" y="108685"/>
                    <a:pt x="6608" y="111624"/>
                  </a:cubicBezTo>
                  <a:cubicBezTo>
                    <a:pt x="8211" y="114564"/>
                    <a:pt x="10033" y="117357"/>
                    <a:pt x="12098" y="120005"/>
                  </a:cubicBezTo>
                  <a:cubicBezTo>
                    <a:pt x="12608" y="120661"/>
                    <a:pt x="13264" y="121341"/>
                    <a:pt x="13920" y="122094"/>
                  </a:cubicBezTo>
                  <a:cubicBezTo>
                    <a:pt x="14576" y="122872"/>
                    <a:pt x="15353" y="123649"/>
                    <a:pt x="16155" y="124451"/>
                  </a:cubicBezTo>
                  <a:lnTo>
                    <a:pt x="16762" y="125058"/>
                  </a:lnTo>
                  <a:lnTo>
                    <a:pt x="17418" y="125665"/>
                  </a:lnTo>
                  <a:lnTo>
                    <a:pt x="18730" y="126880"/>
                  </a:lnTo>
                  <a:cubicBezTo>
                    <a:pt x="19191" y="127293"/>
                    <a:pt x="19653" y="127682"/>
                    <a:pt x="20115" y="128070"/>
                  </a:cubicBezTo>
                  <a:cubicBezTo>
                    <a:pt x="20576" y="128459"/>
                    <a:pt x="21038" y="128872"/>
                    <a:pt x="21523" y="129261"/>
                  </a:cubicBezTo>
                  <a:cubicBezTo>
                    <a:pt x="24900" y="131957"/>
                    <a:pt x="28471" y="134386"/>
                    <a:pt x="32212" y="136548"/>
                  </a:cubicBezTo>
                  <a:cubicBezTo>
                    <a:pt x="36245" y="138856"/>
                    <a:pt x="40399" y="140921"/>
                    <a:pt x="44674" y="142743"/>
                  </a:cubicBezTo>
                  <a:cubicBezTo>
                    <a:pt x="48901" y="144540"/>
                    <a:pt x="53152" y="146119"/>
                    <a:pt x="57379" y="147577"/>
                  </a:cubicBezTo>
                  <a:cubicBezTo>
                    <a:pt x="58423" y="147917"/>
                    <a:pt x="59492" y="148306"/>
                    <a:pt x="60561" y="148621"/>
                  </a:cubicBezTo>
                  <a:lnTo>
                    <a:pt x="63743" y="149642"/>
                  </a:lnTo>
                  <a:lnTo>
                    <a:pt x="66926" y="150638"/>
                  </a:lnTo>
                  <a:cubicBezTo>
                    <a:pt x="67970" y="150953"/>
                    <a:pt x="69039" y="151318"/>
                    <a:pt x="70108" y="151609"/>
                  </a:cubicBezTo>
                  <a:cubicBezTo>
                    <a:pt x="74383" y="152824"/>
                    <a:pt x="78635" y="154087"/>
                    <a:pt x="82934" y="155107"/>
                  </a:cubicBezTo>
                  <a:lnTo>
                    <a:pt x="86141" y="155909"/>
                  </a:lnTo>
                  <a:lnTo>
                    <a:pt x="87769" y="156346"/>
                  </a:lnTo>
                  <a:lnTo>
                    <a:pt x="89372" y="156711"/>
                  </a:lnTo>
                  <a:lnTo>
                    <a:pt x="95834" y="158144"/>
                  </a:lnTo>
                  <a:cubicBezTo>
                    <a:pt x="96392" y="158241"/>
                    <a:pt x="96927" y="158387"/>
                    <a:pt x="97461" y="158484"/>
                  </a:cubicBezTo>
                  <a:lnTo>
                    <a:pt x="99089" y="158800"/>
                  </a:lnTo>
                  <a:lnTo>
                    <a:pt x="102320" y="159407"/>
                  </a:lnTo>
                  <a:cubicBezTo>
                    <a:pt x="104506" y="159796"/>
                    <a:pt x="106644" y="160257"/>
                    <a:pt x="108830" y="160573"/>
                  </a:cubicBezTo>
                  <a:lnTo>
                    <a:pt x="115340" y="161618"/>
                  </a:lnTo>
                  <a:cubicBezTo>
                    <a:pt x="116409" y="161812"/>
                    <a:pt x="117502" y="161934"/>
                    <a:pt x="118595" y="162079"/>
                  </a:cubicBezTo>
                  <a:lnTo>
                    <a:pt x="121851" y="162492"/>
                  </a:lnTo>
                  <a:lnTo>
                    <a:pt x="125106" y="162930"/>
                  </a:lnTo>
                  <a:lnTo>
                    <a:pt x="125932" y="163027"/>
                  </a:lnTo>
                  <a:lnTo>
                    <a:pt x="126758" y="163124"/>
                  </a:lnTo>
                  <a:lnTo>
                    <a:pt x="128385" y="163270"/>
                  </a:lnTo>
                  <a:lnTo>
                    <a:pt x="134920" y="163950"/>
                  </a:lnTo>
                  <a:cubicBezTo>
                    <a:pt x="137082" y="164144"/>
                    <a:pt x="139268" y="164290"/>
                    <a:pt x="141454" y="164436"/>
                  </a:cubicBezTo>
                  <a:lnTo>
                    <a:pt x="144734" y="164679"/>
                  </a:lnTo>
                  <a:cubicBezTo>
                    <a:pt x="145827" y="164751"/>
                    <a:pt x="146920" y="164800"/>
                    <a:pt x="147989" y="164849"/>
                  </a:cubicBezTo>
                  <a:lnTo>
                    <a:pt x="154548" y="165140"/>
                  </a:lnTo>
                  <a:lnTo>
                    <a:pt x="161083" y="165262"/>
                  </a:lnTo>
                  <a:lnTo>
                    <a:pt x="164338" y="165310"/>
                  </a:lnTo>
                  <a:lnTo>
                    <a:pt x="167617" y="165262"/>
                  </a:lnTo>
                  <a:lnTo>
                    <a:pt x="174152" y="165189"/>
                  </a:lnTo>
                  <a:lnTo>
                    <a:pt x="180662" y="164897"/>
                  </a:lnTo>
                  <a:cubicBezTo>
                    <a:pt x="181755" y="164849"/>
                    <a:pt x="182824" y="164824"/>
                    <a:pt x="183917" y="164776"/>
                  </a:cubicBezTo>
                  <a:lnTo>
                    <a:pt x="187173" y="164533"/>
                  </a:lnTo>
                  <a:cubicBezTo>
                    <a:pt x="189335" y="164363"/>
                    <a:pt x="191497" y="164241"/>
                    <a:pt x="193659" y="164071"/>
                  </a:cubicBezTo>
                  <a:lnTo>
                    <a:pt x="200145" y="163415"/>
                  </a:lnTo>
                  <a:cubicBezTo>
                    <a:pt x="201213" y="163294"/>
                    <a:pt x="202307" y="163197"/>
                    <a:pt x="203375" y="163075"/>
                  </a:cubicBezTo>
                  <a:lnTo>
                    <a:pt x="206606" y="162662"/>
                  </a:lnTo>
                  <a:cubicBezTo>
                    <a:pt x="208744" y="162371"/>
                    <a:pt x="210882" y="162104"/>
                    <a:pt x="213044" y="161812"/>
                  </a:cubicBezTo>
                  <a:cubicBezTo>
                    <a:pt x="217344" y="161156"/>
                    <a:pt x="221668" y="160427"/>
                    <a:pt x="225992" y="159504"/>
                  </a:cubicBezTo>
                  <a:cubicBezTo>
                    <a:pt x="230364" y="158581"/>
                    <a:pt x="234688" y="157415"/>
                    <a:pt x="238915" y="155982"/>
                  </a:cubicBezTo>
                  <a:cubicBezTo>
                    <a:pt x="243263" y="154524"/>
                    <a:pt x="247466" y="152727"/>
                    <a:pt x="251523" y="150613"/>
                  </a:cubicBezTo>
                  <a:cubicBezTo>
                    <a:pt x="251766" y="150468"/>
                    <a:pt x="252033" y="150346"/>
                    <a:pt x="252276" y="150200"/>
                  </a:cubicBezTo>
                  <a:lnTo>
                    <a:pt x="253029" y="149763"/>
                  </a:lnTo>
                  <a:lnTo>
                    <a:pt x="254559" y="148913"/>
                  </a:lnTo>
                  <a:cubicBezTo>
                    <a:pt x="255555" y="148306"/>
                    <a:pt x="256527" y="147674"/>
                    <a:pt x="257499" y="147042"/>
                  </a:cubicBezTo>
                  <a:lnTo>
                    <a:pt x="258956" y="146022"/>
                  </a:lnTo>
                  <a:lnTo>
                    <a:pt x="259685" y="145488"/>
                  </a:lnTo>
                  <a:lnTo>
                    <a:pt x="260049" y="145245"/>
                  </a:lnTo>
                  <a:lnTo>
                    <a:pt x="260389" y="144953"/>
                  </a:lnTo>
                  <a:lnTo>
                    <a:pt x="261774" y="143860"/>
                  </a:lnTo>
                  <a:lnTo>
                    <a:pt x="262479" y="143301"/>
                  </a:lnTo>
                  <a:cubicBezTo>
                    <a:pt x="262697" y="143107"/>
                    <a:pt x="262916" y="142913"/>
                    <a:pt x="263134" y="142718"/>
                  </a:cubicBezTo>
                  <a:cubicBezTo>
                    <a:pt x="266657" y="139609"/>
                    <a:pt x="269839" y="136111"/>
                    <a:pt x="272560" y="132297"/>
                  </a:cubicBezTo>
                  <a:cubicBezTo>
                    <a:pt x="272924" y="131836"/>
                    <a:pt x="273240" y="131350"/>
                    <a:pt x="273556" y="130864"/>
                  </a:cubicBezTo>
                  <a:lnTo>
                    <a:pt x="274528" y="129406"/>
                  </a:lnTo>
                  <a:cubicBezTo>
                    <a:pt x="275159" y="128410"/>
                    <a:pt x="275718" y="127414"/>
                    <a:pt x="276325" y="126418"/>
                  </a:cubicBezTo>
                  <a:lnTo>
                    <a:pt x="277151" y="124864"/>
                  </a:lnTo>
                  <a:cubicBezTo>
                    <a:pt x="277418" y="124354"/>
                    <a:pt x="277710" y="123843"/>
                    <a:pt x="277953" y="123309"/>
                  </a:cubicBezTo>
                  <a:lnTo>
                    <a:pt x="278706" y="121754"/>
                  </a:lnTo>
                  <a:lnTo>
                    <a:pt x="279094" y="120953"/>
                  </a:lnTo>
                  <a:lnTo>
                    <a:pt x="279435" y="120151"/>
                  </a:lnTo>
                  <a:cubicBezTo>
                    <a:pt x="281256" y="115900"/>
                    <a:pt x="282665" y="111454"/>
                    <a:pt x="283637" y="106912"/>
                  </a:cubicBezTo>
                  <a:cubicBezTo>
                    <a:pt x="283686" y="106645"/>
                    <a:pt x="283759" y="106353"/>
                    <a:pt x="283807" y="106062"/>
                  </a:cubicBezTo>
                  <a:lnTo>
                    <a:pt x="283953" y="105211"/>
                  </a:lnTo>
                  <a:lnTo>
                    <a:pt x="284269" y="103487"/>
                  </a:lnTo>
                  <a:cubicBezTo>
                    <a:pt x="284439" y="102345"/>
                    <a:pt x="284560" y="101179"/>
                    <a:pt x="284730" y="100037"/>
                  </a:cubicBezTo>
                  <a:cubicBezTo>
                    <a:pt x="284803" y="98871"/>
                    <a:pt x="284925" y="97729"/>
                    <a:pt x="284973" y="96563"/>
                  </a:cubicBezTo>
                  <a:lnTo>
                    <a:pt x="285046" y="94814"/>
                  </a:lnTo>
                  <a:lnTo>
                    <a:pt x="285070" y="93940"/>
                  </a:lnTo>
                  <a:lnTo>
                    <a:pt x="285070" y="93065"/>
                  </a:lnTo>
                  <a:cubicBezTo>
                    <a:pt x="285070" y="88377"/>
                    <a:pt x="284536" y="83688"/>
                    <a:pt x="283491" y="79122"/>
                  </a:cubicBezTo>
                  <a:cubicBezTo>
                    <a:pt x="282423" y="74482"/>
                    <a:pt x="280771" y="70012"/>
                    <a:pt x="278560" y="65809"/>
                  </a:cubicBezTo>
                  <a:lnTo>
                    <a:pt x="277710" y="64230"/>
                  </a:lnTo>
                  <a:cubicBezTo>
                    <a:pt x="277443" y="63720"/>
                    <a:pt x="277127" y="63210"/>
                    <a:pt x="276811" y="62700"/>
                  </a:cubicBezTo>
                  <a:cubicBezTo>
                    <a:pt x="276495" y="62190"/>
                    <a:pt x="276179" y="61680"/>
                    <a:pt x="275864" y="61170"/>
                  </a:cubicBezTo>
                  <a:lnTo>
                    <a:pt x="274819" y="59712"/>
                  </a:lnTo>
                  <a:cubicBezTo>
                    <a:pt x="273459" y="57793"/>
                    <a:pt x="272001" y="55947"/>
                    <a:pt x="270422" y="54198"/>
                  </a:cubicBezTo>
                  <a:cubicBezTo>
                    <a:pt x="267313" y="50797"/>
                    <a:pt x="263936" y="47688"/>
                    <a:pt x="260292" y="44870"/>
                  </a:cubicBezTo>
                  <a:cubicBezTo>
                    <a:pt x="253199" y="39307"/>
                    <a:pt x="245668" y="34813"/>
                    <a:pt x="238502" y="30343"/>
                  </a:cubicBezTo>
                  <a:lnTo>
                    <a:pt x="237166" y="29517"/>
                  </a:lnTo>
                  <a:lnTo>
                    <a:pt x="236486" y="29104"/>
                  </a:lnTo>
                  <a:lnTo>
                    <a:pt x="235879" y="28691"/>
                  </a:lnTo>
                  <a:lnTo>
                    <a:pt x="234640" y="27889"/>
                  </a:lnTo>
                  <a:cubicBezTo>
                    <a:pt x="234227" y="27622"/>
                    <a:pt x="233838" y="27331"/>
                    <a:pt x="233425" y="27039"/>
                  </a:cubicBezTo>
                  <a:cubicBezTo>
                    <a:pt x="233012" y="26748"/>
                    <a:pt x="232599" y="26456"/>
                    <a:pt x="232186" y="26165"/>
                  </a:cubicBezTo>
                  <a:lnTo>
                    <a:pt x="230947" y="25242"/>
                  </a:lnTo>
                  <a:cubicBezTo>
                    <a:pt x="230121" y="24659"/>
                    <a:pt x="229295" y="24003"/>
                    <a:pt x="228469" y="23395"/>
                  </a:cubicBezTo>
                  <a:cubicBezTo>
                    <a:pt x="225166" y="20869"/>
                    <a:pt x="221813" y="18173"/>
                    <a:pt x="218315" y="15525"/>
                  </a:cubicBezTo>
                  <a:cubicBezTo>
                    <a:pt x="215309" y="13209"/>
                    <a:pt x="212185" y="11047"/>
                    <a:pt x="208969" y="9051"/>
                  </a:cubicBezTo>
                  <a:lnTo>
                    <a:pt x="208969" y="9051"/>
                  </a:lnTo>
                  <a:cubicBezTo>
                    <a:pt x="209456" y="9356"/>
                    <a:pt x="209940" y="9668"/>
                    <a:pt x="210420" y="9986"/>
                  </a:cubicBezTo>
                  <a:cubicBezTo>
                    <a:pt x="210736" y="10180"/>
                    <a:pt x="211028" y="10375"/>
                    <a:pt x="211343" y="10593"/>
                  </a:cubicBezTo>
                  <a:lnTo>
                    <a:pt x="212242" y="11201"/>
                  </a:lnTo>
                  <a:cubicBezTo>
                    <a:pt x="212849" y="11614"/>
                    <a:pt x="213457" y="12002"/>
                    <a:pt x="214040" y="12415"/>
                  </a:cubicBezTo>
                  <a:cubicBezTo>
                    <a:pt x="215206" y="13266"/>
                    <a:pt x="216372" y="14091"/>
                    <a:pt x="217489" y="14966"/>
                  </a:cubicBezTo>
                  <a:cubicBezTo>
                    <a:pt x="219748" y="16642"/>
                    <a:pt x="221910" y="18367"/>
                    <a:pt x="224072" y="20067"/>
                  </a:cubicBezTo>
                  <a:cubicBezTo>
                    <a:pt x="226210" y="21743"/>
                    <a:pt x="228299" y="23395"/>
                    <a:pt x="230413" y="24974"/>
                  </a:cubicBezTo>
                  <a:cubicBezTo>
                    <a:pt x="232526" y="26553"/>
                    <a:pt x="234591" y="27987"/>
                    <a:pt x="236729" y="29371"/>
                  </a:cubicBezTo>
                  <a:cubicBezTo>
                    <a:pt x="241271" y="32213"/>
                    <a:pt x="245911" y="35056"/>
                    <a:pt x="250551" y="38092"/>
                  </a:cubicBezTo>
                  <a:cubicBezTo>
                    <a:pt x="252883" y="39647"/>
                    <a:pt x="255191" y="41226"/>
                    <a:pt x="257450" y="42902"/>
                  </a:cubicBezTo>
                  <a:cubicBezTo>
                    <a:pt x="258592" y="43728"/>
                    <a:pt x="259709" y="44627"/>
                    <a:pt x="260827" y="45501"/>
                  </a:cubicBezTo>
                  <a:cubicBezTo>
                    <a:pt x="261385" y="45963"/>
                    <a:pt x="261944" y="46424"/>
                    <a:pt x="262503" y="46886"/>
                  </a:cubicBezTo>
                  <a:lnTo>
                    <a:pt x="263329" y="47566"/>
                  </a:lnTo>
                  <a:lnTo>
                    <a:pt x="264130" y="48295"/>
                  </a:lnTo>
                  <a:cubicBezTo>
                    <a:pt x="266317" y="50214"/>
                    <a:pt x="268382" y="52279"/>
                    <a:pt x="270325" y="54441"/>
                  </a:cubicBezTo>
                  <a:lnTo>
                    <a:pt x="271782" y="56117"/>
                  </a:lnTo>
                  <a:cubicBezTo>
                    <a:pt x="272244" y="56676"/>
                    <a:pt x="272706" y="57283"/>
                    <a:pt x="273167" y="57866"/>
                  </a:cubicBezTo>
                  <a:lnTo>
                    <a:pt x="273847" y="58740"/>
                  </a:lnTo>
                  <a:cubicBezTo>
                    <a:pt x="274066" y="59032"/>
                    <a:pt x="274260" y="59348"/>
                    <a:pt x="274503" y="59664"/>
                  </a:cubicBezTo>
                  <a:lnTo>
                    <a:pt x="275766" y="61510"/>
                  </a:lnTo>
                  <a:cubicBezTo>
                    <a:pt x="276544" y="62797"/>
                    <a:pt x="277370" y="64060"/>
                    <a:pt x="278050" y="65396"/>
                  </a:cubicBezTo>
                  <a:lnTo>
                    <a:pt x="278560" y="66392"/>
                  </a:lnTo>
                  <a:lnTo>
                    <a:pt x="278827" y="66903"/>
                  </a:lnTo>
                  <a:cubicBezTo>
                    <a:pt x="278900" y="67073"/>
                    <a:pt x="278997" y="67243"/>
                    <a:pt x="279070" y="67413"/>
                  </a:cubicBezTo>
                  <a:lnTo>
                    <a:pt x="279993" y="69453"/>
                  </a:lnTo>
                  <a:cubicBezTo>
                    <a:pt x="280309" y="70133"/>
                    <a:pt x="280552" y="70838"/>
                    <a:pt x="280844" y="71518"/>
                  </a:cubicBezTo>
                  <a:lnTo>
                    <a:pt x="281232" y="72563"/>
                  </a:lnTo>
                  <a:cubicBezTo>
                    <a:pt x="281378" y="72927"/>
                    <a:pt x="281475" y="73267"/>
                    <a:pt x="281597" y="73632"/>
                  </a:cubicBezTo>
                  <a:cubicBezTo>
                    <a:pt x="281815" y="74336"/>
                    <a:pt x="282058" y="75040"/>
                    <a:pt x="282277" y="75745"/>
                  </a:cubicBezTo>
                  <a:lnTo>
                    <a:pt x="282884" y="77907"/>
                  </a:lnTo>
                  <a:cubicBezTo>
                    <a:pt x="283589" y="80773"/>
                    <a:pt x="284099" y="83688"/>
                    <a:pt x="284390" y="86628"/>
                  </a:cubicBezTo>
                  <a:lnTo>
                    <a:pt x="284536" y="87721"/>
                  </a:lnTo>
                  <a:lnTo>
                    <a:pt x="284609" y="88838"/>
                  </a:lnTo>
                  <a:cubicBezTo>
                    <a:pt x="284657" y="89567"/>
                    <a:pt x="284706" y="90296"/>
                    <a:pt x="284730" y="91025"/>
                  </a:cubicBezTo>
                  <a:cubicBezTo>
                    <a:pt x="284755" y="92507"/>
                    <a:pt x="284779" y="93964"/>
                    <a:pt x="284706" y="95422"/>
                  </a:cubicBezTo>
                  <a:cubicBezTo>
                    <a:pt x="284682" y="96903"/>
                    <a:pt x="284512" y="98337"/>
                    <a:pt x="284414" y="99794"/>
                  </a:cubicBezTo>
                  <a:cubicBezTo>
                    <a:pt x="284317" y="100523"/>
                    <a:pt x="284220" y="101252"/>
                    <a:pt x="284123" y="101980"/>
                  </a:cubicBezTo>
                  <a:lnTo>
                    <a:pt x="284002" y="103074"/>
                  </a:lnTo>
                  <a:lnTo>
                    <a:pt x="283807" y="104142"/>
                  </a:lnTo>
                  <a:cubicBezTo>
                    <a:pt x="283321" y="107009"/>
                    <a:pt x="282641" y="109851"/>
                    <a:pt x="281791" y="112645"/>
                  </a:cubicBezTo>
                  <a:lnTo>
                    <a:pt x="281135" y="114734"/>
                  </a:lnTo>
                  <a:cubicBezTo>
                    <a:pt x="280892" y="115414"/>
                    <a:pt x="280625" y="116094"/>
                    <a:pt x="280382" y="116799"/>
                  </a:cubicBezTo>
                  <a:lnTo>
                    <a:pt x="279993" y="117819"/>
                  </a:lnTo>
                  <a:cubicBezTo>
                    <a:pt x="279872" y="118159"/>
                    <a:pt x="279726" y="118499"/>
                    <a:pt x="279580" y="118839"/>
                  </a:cubicBezTo>
                  <a:cubicBezTo>
                    <a:pt x="279289" y="119495"/>
                    <a:pt x="279022" y="120175"/>
                    <a:pt x="278706" y="120856"/>
                  </a:cubicBezTo>
                  <a:cubicBezTo>
                    <a:pt x="278074" y="122167"/>
                    <a:pt x="277491" y="123503"/>
                    <a:pt x="276762" y="124767"/>
                  </a:cubicBezTo>
                  <a:lnTo>
                    <a:pt x="276252" y="125738"/>
                  </a:lnTo>
                  <a:lnTo>
                    <a:pt x="275985" y="126224"/>
                  </a:lnTo>
                  <a:lnTo>
                    <a:pt x="275694" y="126710"/>
                  </a:lnTo>
                  <a:lnTo>
                    <a:pt x="274576" y="128580"/>
                  </a:lnTo>
                  <a:cubicBezTo>
                    <a:pt x="271442" y="133609"/>
                    <a:pt x="267604" y="138152"/>
                    <a:pt x="263159" y="142063"/>
                  </a:cubicBezTo>
                  <a:lnTo>
                    <a:pt x="262333" y="142816"/>
                  </a:lnTo>
                  <a:cubicBezTo>
                    <a:pt x="262041" y="143059"/>
                    <a:pt x="261750" y="143277"/>
                    <a:pt x="261458" y="143520"/>
                  </a:cubicBezTo>
                  <a:cubicBezTo>
                    <a:pt x="260875" y="144006"/>
                    <a:pt x="260292" y="144443"/>
                    <a:pt x="259709" y="144905"/>
                  </a:cubicBezTo>
                  <a:cubicBezTo>
                    <a:pt x="258495" y="145755"/>
                    <a:pt x="257280" y="146678"/>
                    <a:pt x="256017" y="147431"/>
                  </a:cubicBezTo>
                  <a:lnTo>
                    <a:pt x="255094" y="148014"/>
                  </a:lnTo>
                  <a:lnTo>
                    <a:pt x="254632" y="148330"/>
                  </a:lnTo>
                  <a:lnTo>
                    <a:pt x="254195" y="148621"/>
                  </a:lnTo>
                  <a:lnTo>
                    <a:pt x="252276" y="149715"/>
                  </a:lnTo>
                  <a:cubicBezTo>
                    <a:pt x="251644" y="150079"/>
                    <a:pt x="250988" y="150395"/>
                    <a:pt x="250357" y="150735"/>
                  </a:cubicBezTo>
                  <a:lnTo>
                    <a:pt x="249385" y="151245"/>
                  </a:lnTo>
                  <a:lnTo>
                    <a:pt x="248389" y="151707"/>
                  </a:lnTo>
                  <a:cubicBezTo>
                    <a:pt x="243166" y="154160"/>
                    <a:pt x="237749" y="156103"/>
                    <a:pt x="232162" y="157561"/>
                  </a:cubicBezTo>
                  <a:cubicBezTo>
                    <a:pt x="229417" y="158290"/>
                    <a:pt x="226672" y="158921"/>
                    <a:pt x="223902" y="159480"/>
                  </a:cubicBezTo>
                  <a:cubicBezTo>
                    <a:pt x="221133" y="160039"/>
                    <a:pt x="218364" y="160525"/>
                    <a:pt x="215619" y="160962"/>
                  </a:cubicBezTo>
                  <a:lnTo>
                    <a:pt x="213554" y="161278"/>
                  </a:lnTo>
                  <a:cubicBezTo>
                    <a:pt x="212849" y="161399"/>
                    <a:pt x="212169" y="161496"/>
                    <a:pt x="211465" y="161569"/>
                  </a:cubicBezTo>
                  <a:lnTo>
                    <a:pt x="207335" y="162128"/>
                  </a:lnTo>
                  <a:lnTo>
                    <a:pt x="203181" y="162662"/>
                  </a:lnTo>
                  <a:cubicBezTo>
                    <a:pt x="201796" y="162808"/>
                    <a:pt x="200412" y="162954"/>
                    <a:pt x="199027" y="163100"/>
                  </a:cubicBezTo>
                  <a:cubicBezTo>
                    <a:pt x="196234" y="163367"/>
                    <a:pt x="193464" y="163707"/>
                    <a:pt x="190646" y="163853"/>
                  </a:cubicBezTo>
                  <a:lnTo>
                    <a:pt x="186444" y="164168"/>
                  </a:lnTo>
                  <a:cubicBezTo>
                    <a:pt x="185059" y="164266"/>
                    <a:pt x="183650" y="164387"/>
                    <a:pt x="182241" y="164436"/>
                  </a:cubicBezTo>
                  <a:cubicBezTo>
                    <a:pt x="182897" y="164217"/>
                    <a:pt x="184816" y="163901"/>
                    <a:pt x="181561" y="163901"/>
                  </a:cubicBezTo>
                  <a:lnTo>
                    <a:pt x="183699" y="163804"/>
                  </a:lnTo>
                  <a:lnTo>
                    <a:pt x="185812" y="163610"/>
                  </a:lnTo>
                  <a:lnTo>
                    <a:pt x="190063" y="163270"/>
                  </a:lnTo>
                  <a:lnTo>
                    <a:pt x="192201" y="163075"/>
                  </a:lnTo>
                  <a:lnTo>
                    <a:pt x="193246" y="163002"/>
                  </a:lnTo>
                  <a:lnTo>
                    <a:pt x="194314" y="162881"/>
                  </a:lnTo>
                  <a:lnTo>
                    <a:pt x="198541" y="162419"/>
                  </a:lnTo>
                  <a:lnTo>
                    <a:pt x="202768" y="161958"/>
                  </a:lnTo>
                  <a:lnTo>
                    <a:pt x="206971" y="161375"/>
                  </a:lnTo>
                  <a:cubicBezTo>
                    <a:pt x="209764" y="160986"/>
                    <a:pt x="212558" y="160597"/>
                    <a:pt x="215352" y="160160"/>
                  </a:cubicBezTo>
                  <a:cubicBezTo>
                    <a:pt x="218145" y="159699"/>
                    <a:pt x="220939" y="159213"/>
                    <a:pt x="223732" y="158630"/>
                  </a:cubicBezTo>
                  <a:cubicBezTo>
                    <a:pt x="226526" y="158047"/>
                    <a:pt x="229320" y="157415"/>
                    <a:pt x="232089" y="156662"/>
                  </a:cubicBezTo>
                  <a:cubicBezTo>
                    <a:pt x="234858" y="155909"/>
                    <a:pt x="237603" y="155059"/>
                    <a:pt x="240324" y="154087"/>
                  </a:cubicBezTo>
                  <a:cubicBezTo>
                    <a:pt x="241028" y="153844"/>
                    <a:pt x="241684" y="153553"/>
                    <a:pt x="242365" y="153310"/>
                  </a:cubicBezTo>
                  <a:lnTo>
                    <a:pt x="243385" y="152921"/>
                  </a:lnTo>
                  <a:cubicBezTo>
                    <a:pt x="243725" y="152775"/>
                    <a:pt x="244065" y="152630"/>
                    <a:pt x="244381" y="152484"/>
                  </a:cubicBezTo>
                  <a:cubicBezTo>
                    <a:pt x="245061" y="152217"/>
                    <a:pt x="245717" y="151925"/>
                    <a:pt x="246397" y="151634"/>
                  </a:cubicBezTo>
                  <a:lnTo>
                    <a:pt x="248389" y="150711"/>
                  </a:lnTo>
                  <a:cubicBezTo>
                    <a:pt x="249045" y="150395"/>
                    <a:pt x="249677" y="150055"/>
                    <a:pt x="250332" y="149715"/>
                  </a:cubicBezTo>
                  <a:cubicBezTo>
                    <a:pt x="250988" y="149374"/>
                    <a:pt x="251644" y="149034"/>
                    <a:pt x="252276" y="148670"/>
                  </a:cubicBezTo>
                  <a:lnTo>
                    <a:pt x="254195" y="147553"/>
                  </a:lnTo>
                  <a:lnTo>
                    <a:pt x="256041" y="146387"/>
                  </a:lnTo>
                  <a:cubicBezTo>
                    <a:pt x="258543" y="144759"/>
                    <a:pt x="260924" y="142937"/>
                    <a:pt x="263134" y="140945"/>
                  </a:cubicBezTo>
                  <a:lnTo>
                    <a:pt x="263960" y="140192"/>
                  </a:lnTo>
                  <a:lnTo>
                    <a:pt x="264762" y="139415"/>
                  </a:lnTo>
                  <a:cubicBezTo>
                    <a:pt x="265272" y="138905"/>
                    <a:pt x="265831" y="138394"/>
                    <a:pt x="266341" y="137836"/>
                  </a:cubicBezTo>
                  <a:lnTo>
                    <a:pt x="267847" y="136208"/>
                  </a:lnTo>
                  <a:lnTo>
                    <a:pt x="268212" y="135795"/>
                  </a:lnTo>
                  <a:lnTo>
                    <a:pt x="268552" y="135358"/>
                  </a:lnTo>
                  <a:lnTo>
                    <a:pt x="269256" y="134508"/>
                  </a:lnTo>
                  <a:cubicBezTo>
                    <a:pt x="270228" y="133390"/>
                    <a:pt x="271078" y="132176"/>
                    <a:pt x="271953" y="130985"/>
                  </a:cubicBezTo>
                  <a:cubicBezTo>
                    <a:pt x="272778" y="129771"/>
                    <a:pt x="273629" y="128556"/>
                    <a:pt x="274382" y="127293"/>
                  </a:cubicBezTo>
                  <a:lnTo>
                    <a:pt x="274916" y="126346"/>
                  </a:lnTo>
                  <a:lnTo>
                    <a:pt x="275208" y="125860"/>
                  </a:lnTo>
                  <a:lnTo>
                    <a:pt x="275451" y="125374"/>
                  </a:lnTo>
                  <a:lnTo>
                    <a:pt x="276519" y="123455"/>
                  </a:lnTo>
                  <a:cubicBezTo>
                    <a:pt x="276860" y="122799"/>
                    <a:pt x="277151" y="122119"/>
                    <a:pt x="277491" y="121463"/>
                  </a:cubicBezTo>
                  <a:lnTo>
                    <a:pt x="277953" y="120467"/>
                  </a:lnTo>
                  <a:lnTo>
                    <a:pt x="278390" y="119471"/>
                  </a:lnTo>
                  <a:cubicBezTo>
                    <a:pt x="279556" y="116774"/>
                    <a:pt x="280552" y="114005"/>
                    <a:pt x="281378" y="111187"/>
                  </a:cubicBezTo>
                  <a:lnTo>
                    <a:pt x="281961" y="109074"/>
                  </a:lnTo>
                  <a:cubicBezTo>
                    <a:pt x="282131" y="108369"/>
                    <a:pt x="282277" y="107641"/>
                    <a:pt x="282447" y="106936"/>
                  </a:cubicBezTo>
                  <a:lnTo>
                    <a:pt x="282690" y="105867"/>
                  </a:lnTo>
                  <a:lnTo>
                    <a:pt x="282884" y="104774"/>
                  </a:lnTo>
                  <a:cubicBezTo>
                    <a:pt x="283006" y="104045"/>
                    <a:pt x="283151" y="103341"/>
                    <a:pt x="283248" y="102612"/>
                  </a:cubicBezTo>
                  <a:cubicBezTo>
                    <a:pt x="283686" y="99697"/>
                    <a:pt x="283929" y="96758"/>
                    <a:pt x="283977" y="93818"/>
                  </a:cubicBezTo>
                  <a:cubicBezTo>
                    <a:pt x="284026" y="90879"/>
                    <a:pt x="283856" y="87915"/>
                    <a:pt x="283491" y="85000"/>
                  </a:cubicBezTo>
                  <a:cubicBezTo>
                    <a:pt x="283394" y="84247"/>
                    <a:pt x="283273" y="83518"/>
                    <a:pt x="283151" y="82790"/>
                  </a:cubicBezTo>
                  <a:lnTo>
                    <a:pt x="282981" y="81697"/>
                  </a:lnTo>
                  <a:lnTo>
                    <a:pt x="282763" y="80603"/>
                  </a:lnTo>
                  <a:cubicBezTo>
                    <a:pt x="282593" y="79875"/>
                    <a:pt x="282471" y="79146"/>
                    <a:pt x="282277" y="78417"/>
                  </a:cubicBezTo>
                  <a:lnTo>
                    <a:pt x="281694" y="76255"/>
                  </a:lnTo>
                  <a:cubicBezTo>
                    <a:pt x="281621" y="75891"/>
                    <a:pt x="281499" y="75551"/>
                    <a:pt x="281378" y="75186"/>
                  </a:cubicBezTo>
                  <a:lnTo>
                    <a:pt x="281038" y="74117"/>
                  </a:lnTo>
                  <a:lnTo>
                    <a:pt x="280698" y="73049"/>
                  </a:lnTo>
                  <a:cubicBezTo>
                    <a:pt x="280576" y="72708"/>
                    <a:pt x="280431" y="72344"/>
                    <a:pt x="280285" y="72004"/>
                  </a:cubicBezTo>
                  <a:cubicBezTo>
                    <a:pt x="280018" y="71324"/>
                    <a:pt x="279750" y="70595"/>
                    <a:pt x="279483" y="69915"/>
                  </a:cubicBezTo>
                  <a:lnTo>
                    <a:pt x="278536" y="67874"/>
                  </a:lnTo>
                  <a:cubicBezTo>
                    <a:pt x="278244" y="67170"/>
                    <a:pt x="277880" y="66514"/>
                    <a:pt x="277515" y="65858"/>
                  </a:cubicBezTo>
                  <a:cubicBezTo>
                    <a:pt x="277175" y="65178"/>
                    <a:pt x="276835" y="64498"/>
                    <a:pt x="276447" y="63866"/>
                  </a:cubicBezTo>
                  <a:lnTo>
                    <a:pt x="275256" y="61923"/>
                  </a:lnTo>
                  <a:cubicBezTo>
                    <a:pt x="274843" y="61291"/>
                    <a:pt x="274406" y="60684"/>
                    <a:pt x="273993" y="60052"/>
                  </a:cubicBezTo>
                  <a:cubicBezTo>
                    <a:pt x="273774" y="59736"/>
                    <a:pt x="273556" y="59445"/>
                    <a:pt x="273337" y="59129"/>
                  </a:cubicBezTo>
                  <a:lnTo>
                    <a:pt x="272657" y="58255"/>
                  </a:lnTo>
                  <a:cubicBezTo>
                    <a:pt x="272171" y="57672"/>
                    <a:pt x="271758" y="57064"/>
                    <a:pt x="271272" y="56506"/>
                  </a:cubicBezTo>
                  <a:lnTo>
                    <a:pt x="269815" y="54805"/>
                  </a:lnTo>
                  <a:cubicBezTo>
                    <a:pt x="269572" y="54514"/>
                    <a:pt x="269329" y="54246"/>
                    <a:pt x="269062" y="53979"/>
                  </a:cubicBezTo>
                  <a:lnTo>
                    <a:pt x="268309" y="53178"/>
                  </a:lnTo>
                  <a:cubicBezTo>
                    <a:pt x="267313" y="52084"/>
                    <a:pt x="266244" y="51113"/>
                    <a:pt x="265199" y="50068"/>
                  </a:cubicBezTo>
                  <a:cubicBezTo>
                    <a:pt x="264106" y="49096"/>
                    <a:pt x="263037" y="48100"/>
                    <a:pt x="261920" y="47202"/>
                  </a:cubicBezTo>
                  <a:cubicBezTo>
                    <a:pt x="257474" y="43461"/>
                    <a:pt x="252762" y="40230"/>
                    <a:pt x="248049" y="37193"/>
                  </a:cubicBezTo>
                  <a:cubicBezTo>
                    <a:pt x="245693" y="35687"/>
                    <a:pt x="243361" y="34230"/>
                    <a:pt x="241004" y="32772"/>
                  </a:cubicBezTo>
                  <a:lnTo>
                    <a:pt x="237506" y="30610"/>
                  </a:lnTo>
                  <a:lnTo>
                    <a:pt x="236656" y="30076"/>
                  </a:lnTo>
                  <a:lnTo>
                    <a:pt x="236219" y="29784"/>
                  </a:lnTo>
                  <a:lnTo>
                    <a:pt x="235806" y="29541"/>
                  </a:lnTo>
                  <a:lnTo>
                    <a:pt x="234178" y="28472"/>
                  </a:lnTo>
                  <a:cubicBezTo>
                    <a:pt x="229878" y="25557"/>
                    <a:pt x="225627" y="22156"/>
                    <a:pt x="221206" y="18731"/>
                  </a:cubicBezTo>
                  <a:cubicBezTo>
                    <a:pt x="218971" y="17031"/>
                    <a:pt x="216712" y="15306"/>
                    <a:pt x="214331" y="13630"/>
                  </a:cubicBezTo>
                  <a:cubicBezTo>
                    <a:pt x="213190" y="12804"/>
                    <a:pt x="211951" y="12002"/>
                    <a:pt x="210736" y="11176"/>
                  </a:cubicBezTo>
                  <a:cubicBezTo>
                    <a:pt x="209473" y="10399"/>
                    <a:pt x="208210" y="9622"/>
                    <a:pt x="206898" y="8844"/>
                  </a:cubicBezTo>
                  <a:cubicBezTo>
                    <a:pt x="205610" y="8067"/>
                    <a:pt x="204226" y="7387"/>
                    <a:pt x="202865" y="6707"/>
                  </a:cubicBezTo>
                  <a:cubicBezTo>
                    <a:pt x="201456" y="6051"/>
                    <a:pt x="200072" y="5395"/>
                    <a:pt x="198541" y="4885"/>
                  </a:cubicBezTo>
                  <a:lnTo>
                    <a:pt x="197424" y="4472"/>
                  </a:lnTo>
                  <a:cubicBezTo>
                    <a:pt x="197059" y="4326"/>
                    <a:pt x="196695" y="4229"/>
                    <a:pt x="196306" y="4132"/>
                  </a:cubicBezTo>
                  <a:lnTo>
                    <a:pt x="194047" y="3476"/>
                  </a:lnTo>
                  <a:cubicBezTo>
                    <a:pt x="193318" y="3257"/>
                    <a:pt x="192541" y="3111"/>
                    <a:pt x="191812" y="2941"/>
                  </a:cubicBezTo>
                  <a:cubicBezTo>
                    <a:pt x="191059" y="2796"/>
                    <a:pt x="190306" y="2601"/>
                    <a:pt x="189553" y="2504"/>
                  </a:cubicBezTo>
                  <a:lnTo>
                    <a:pt x="189747" y="1435"/>
                  </a:lnTo>
                  <a:lnTo>
                    <a:pt x="188144" y="1168"/>
                  </a:lnTo>
                  <a:cubicBezTo>
                    <a:pt x="187610" y="1071"/>
                    <a:pt x="187051" y="949"/>
                    <a:pt x="186541" y="901"/>
                  </a:cubicBezTo>
                  <a:lnTo>
                    <a:pt x="183334" y="512"/>
                  </a:lnTo>
                  <a:lnTo>
                    <a:pt x="180152" y="245"/>
                  </a:lnTo>
                  <a:cubicBezTo>
                    <a:pt x="179107" y="172"/>
                    <a:pt x="178063" y="148"/>
                    <a:pt x="176994" y="99"/>
                  </a:cubicBezTo>
                  <a:cubicBezTo>
                    <a:pt x="175288" y="30"/>
                    <a:pt x="173586" y="1"/>
                    <a:pt x="171889" y="1"/>
                  </a:cubicBezTo>
                  <a:close/>
                </a:path>
              </a:pathLst>
            </a:custGeom>
            <a:solidFill>
              <a:srgbClr val="FDB32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4" name="Google Shape;484;p49"/>
          <p:cNvGrpSpPr/>
          <p:nvPr/>
        </p:nvGrpSpPr>
        <p:grpSpPr>
          <a:xfrm rot="-17495">
            <a:off x="7816566" y="1677241"/>
            <a:ext cx="1977142" cy="2391637"/>
            <a:chOff x="235075" y="777725"/>
            <a:chExt cx="7186900" cy="4132775"/>
          </a:xfrm>
        </p:grpSpPr>
        <p:sp>
          <p:nvSpPr>
            <p:cNvPr id="485" name="Google Shape;485;p49"/>
            <p:cNvSpPr/>
            <p:nvPr/>
          </p:nvSpPr>
          <p:spPr>
            <a:xfrm>
              <a:off x="342575" y="932875"/>
              <a:ext cx="7079400" cy="3826525"/>
            </a:xfrm>
            <a:custGeom>
              <a:rect b="b" l="l" r="r" t="t"/>
              <a:pathLst>
                <a:path extrusionOk="0" h="153061" w="283176">
                  <a:moveTo>
                    <a:pt x="168404" y="0"/>
                  </a:moveTo>
                  <a:cubicBezTo>
                    <a:pt x="157709" y="0"/>
                    <a:pt x="146666" y="1269"/>
                    <a:pt x="137470" y="1958"/>
                  </a:cubicBezTo>
                  <a:cubicBezTo>
                    <a:pt x="99769" y="4776"/>
                    <a:pt x="61970" y="14736"/>
                    <a:pt x="30657" y="36550"/>
                  </a:cubicBezTo>
                  <a:cubicBezTo>
                    <a:pt x="16422" y="46461"/>
                    <a:pt x="2915" y="60284"/>
                    <a:pt x="1336" y="77580"/>
                  </a:cubicBezTo>
                  <a:cubicBezTo>
                    <a:pt x="0" y="92204"/>
                    <a:pt x="7774" y="106560"/>
                    <a:pt x="18778" y="116301"/>
                  </a:cubicBezTo>
                  <a:cubicBezTo>
                    <a:pt x="29807" y="126043"/>
                    <a:pt x="43726" y="131800"/>
                    <a:pt x="57670" y="136415"/>
                  </a:cubicBezTo>
                  <a:cubicBezTo>
                    <a:pt x="91058" y="147472"/>
                    <a:pt x="125903" y="153060"/>
                    <a:pt x="160873" y="153060"/>
                  </a:cubicBezTo>
                  <a:cubicBezTo>
                    <a:pt x="176382" y="153060"/>
                    <a:pt x="191917" y="151961"/>
                    <a:pt x="207359" y="149752"/>
                  </a:cubicBezTo>
                  <a:cubicBezTo>
                    <a:pt x="222226" y="147614"/>
                    <a:pt x="237360" y="144286"/>
                    <a:pt x="249871" y="135929"/>
                  </a:cubicBezTo>
                  <a:cubicBezTo>
                    <a:pt x="275062" y="119095"/>
                    <a:pt x="283175" y="80398"/>
                    <a:pt x="265102" y="56057"/>
                  </a:cubicBezTo>
                  <a:cubicBezTo>
                    <a:pt x="255968" y="43789"/>
                    <a:pt x="242097" y="36137"/>
                    <a:pt x="229125" y="28024"/>
                  </a:cubicBezTo>
                  <a:cubicBezTo>
                    <a:pt x="217003" y="20420"/>
                    <a:pt x="204881" y="7643"/>
                    <a:pt x="191278" y="3027"/>
                  </a:cubicBezTo>
                  <a:cubicBezTo>
                    <a:pt x="184502" y="737"/>
                    <a:pt x="176554" y="0"/>
                    <a:pt x="168404" y="0"/>
                  </a:cubicBezTo>
                  <a:close/>
                </a:path>
              </a:pathLst>
            </a:custGeom>
            <a:solidFill>
              <a:srgbClr val="35C4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49"/>
            <p:cNvSpPr/>
            <p:nvPr/>
          </p:nvSpPr>
          <p:spPr>
            <a:xfrm>
              <a:off x="235075" y="777725"/>
              <a:ext cx="7126775" cy="4132775"/>
            </a:xfrm>
            <a:custGeom>
              <a:rect b="b" l="l" r="r" t="t"/>
              <a:pathLst>
                <a:path extrusionOk="0" h="165311" w="285071">
                  <a:moveTo>
                    <a:pt x="193683" y="2310"/>
                  </a:moveTo>
                  <a:lnTo>
                    <a:pt x="194120" y="2431"/>
                  </a:lnTo>
                  <a:lnTo>
                    <a:pt x="194557" y="2553"/>
                  </a:lnTo>
                  <a:lnTo>
                    <a:pt x="195456" y="2820"/>
                  </a:lnTo>
                  <a:lnTo>
                    <a:pt x="196198" y="3047"/>
                  </a:lnTo>
                  <a:lnTo>
                    <a:pt x="196198" y="3047"/>
                  </a:lnTo>
                  <a:cubicBezTo>
                    <a:pt x="196113" y="3020"/>
                    <a:pt x="196027" y="2993"/>
                    <a:pt x="195942" y="2966"/>
                  </a:cubicBezTo>
                  <a:lnTo>
                    <a:pt x="194825" y="2626"/>
                  </a:lnTo>
                  <a:cubicBezTo>
                    <a:pt x="194436" y="2504"/>
                    <a:pt x="194072" y="2383"/>
                    <a:pt x="193683" y="2310"/>
                  </a:cubicBezTo>
                  <a:close/>
                  <a:moveTo>
                    <a:pt x="196198" y="3047"/>
                  </a:moveTo>
                  <a:cubicBezTo>
                    <a:pt x="196309" y="3081"/>
                    <a:pt x="196421" y="3115"/>
                    <a:pt x="196532" y="3149"/>
                  </a:cubicBezTo>
                  <a:lnTo>
                    <a:pt x="196532" y="3149"/>
                  </a:lnTo>
                  <a:lnTo>
                    <a:pt x="196198" y="3047"/>
                  </a:lnTo>
                  <a:close/>
                  <a:moveTo>
                    <a:pt x="196532" y="3149"/>
                  </a:moveTo>
                  <a:lnTo>
                    <a:pt x="197205" y="3354"/>
                  </a:lnTo>
                  <a:cubicBezTo>
                    <a:pt x="197213" y="3356"/>
                    <a:pt x="197220" y="3358"/>
                    <a:pt x="197228" y="3360"/>
                  </a:cubicBezTo>
                  <a:lnTo>
                    <a:pt x="197228" y="3360"/>
                  </a:lnTo>
                  <a:cubicBezTo>
                    <a:pt x="196996" y="3288"/>
                    <a:pt x="196764" y="3219"/>
                    <a:pt x="196532" y="3149"/>
                  </a:cubicBezTo>
                  <a:close/>
                  <a:moveTo>
                    <a:pt x="197228" y="3360"/>
                  </a:moveTo>
                  <a:lnTo>
                    <a:pt x="197228" y="3360"/>
                  </a:lnTo>
                  <a:cubicBezTo>
                    <a:pt x="197350" y="3398"/>
                    <a:pt x="197472" y="3437"/>
                    <a:pt x="197593" y="3477"/>
                  </a:cubicBezTo>
                  <a:lnTo>
                    <a:pt x="197593" y="3477"/>
                  </a:lnTo>
                  <a:cubicBezTo>
                    <a:pt x="197473" y="3434"/>
                    <a:pt x="197353" y="3392"/>
                    <a:pt x="197228" y="3360"/>
                  </a:cubicBezTo>
                  <a:close/>
                  <a:moveTo>
                    <a:pt x="197593" y="3477"/>
                  </a:moveTo>
                  <a:lnTo>
                    <a:pt x="197593" y="3477"/>
                  </a:lnTo>
                  <a:cubicBezTo>
                    <a:pt x="197745" y="3533"/>
                    <a:pt x="197897" y="3593"/>
                    <a:pt x="198055" y="3646"/>
                  </a:cubicBezTo>
                  <a:lnTo>
                    <a:pt x="198930" y="3986"/>
                  </a:lnTo>
                  <a:cubicBezTo>
                    <a:pt x="199513" y="4205"/>
                    <a:pt x="200096" y="4423"/>
                    <a:pt x="200655" y="4666"/>
                  </a:cubicBezTo>
                  <a:cubicBezTo>
                    <a:pt x="200971" y="4803"/>
                    <a:pt x="201287" y="4943"/>
                    <a:pt x="201601" y="5085"/>
                  </a:cubicBezTo>
                  <a:lnTo>
                    <a:pt x="201601" y="5085"/>
                  </a:lnTo>
                  <a:lnTo>
                    <a:pt x="200412" y="4545"/>
                  </a:lnTo>
                  <a:lnTo>
                    <a:pt x="198201" y="3694"/>
                  </a:lnTo>
                  <a:cubicBezTo>
                    <a:pt x="197999" y="3616"/>
                    <a:pt x="197796" y="3545"/>
                    <a:pt x="197593" y="3477"/>
                  </a:cubicBezTo>
                  <a:close/>
                  <a:moveTo>
                    <a:pt x="201601" y="5085"/>
                  </a:moveTo>
                  <a:lnTo>
                    <a:pt x="201792" y="5172"/>
                  </a:lnTo>
                  <a:lnTo>
                    <a:pt x="201792" y="5172"/>
                  </a:lnTo>
                  <a:cubicBezTo>
                    <a:pt x="201728" y="5143"/>
                    <a:pt x="201665" y="5114"/>
                    <a:pt x="201601" y="5085"/>
                  </a:cubicBezTo>
                  <a:close/>
                  <a:moveTo>
                    <a:pt x="201792" y="5172"/>
                  </a:moveTo>
                  <a:cubicBezTo>
                    <a:pt x="202347" y="5425"/>
                    <a:pt x="202898" y="5687"/>
                    <a:pt x="203447" y="5957"/>
                  </a:cubicBezTo>
                  <a:lnTo>
                    <a:pt x="203447" y="5957"/>
                  </a:lnTo>
                  <a:cubicBezTo>
                    <a:pt x="203149" y="5808"/>
                    <a:pt x="202850" y="5661"/>
                    <a:pt x="202550" y="5516"/>
                  </a:cubicBezTo>
                  <a:lnTo>
                    <a:pt x="201792" y="5172"/>
                  </a:lnTo>
                  <a:close/>
                  <a:moveTo>
                    <a:pt x="203447" y="5957"/>
                  </a:moveTo>
                  <a:cubicBezTo>
                    <a:pt x="205025" y="6746"/>
                    <a:pt x="206570" y="7594"/>
                    <a:pt x="208082" y="8506"/>
                  </a:cubicBezTo>
                  <a:lnTo>
                    <a:pt x="208082" y="8506"/>
                  </a:lnTo>
                  <a:cubicBezTo>
                    <a:pt x="207745" y="8301"/>
                    <a:pt x="207407" y="8098"/>
                    <a:pt x="207068" y="7897"/>
                  </a:cubicBezTo>
                  <a:cubicBezTo>
                    <a:pt x="205877" y="7204"/>
                    <a:pt x="204670" y="6559"/>
                    <a:pt x="203447" y="5957"/>
                  </a:cubicBezTo>
                  <a:close/>
                  <a:moveTo>
                    <a:pt x="208082" y="8506"/>
                  </a:moveTo>
                  <a:cubicBezTo>
                    <a:pt x="208378" y="8686"/>
                    <a:pt x="208674" y="8868"/>
                    <a:pt x="208969" y="9051"/>
                  </a:cubicBezTo>
                  <a:lnTo>
                    <a:pt x="208969" y="9051"/>
                  </a:lnTo>
                  <a:cubicBezTo>
                    <a:pt x="208675" y="8867"/>
                    <a:pt x="208379" y="8685"/>
                    <a:pt x="208082" y="8506"/>
                  </a:cubicBezTo>
                  <a:close/>
                  <a:moveTo>
                    <a:pt x="274827" y="94613"/>
                  </a:moveTo>
                  <a:cubicBezTo>
                    <a:pt x="274825" y="94672"/>
                    <a:pt x="274822" y="94731"/>
                    <a:pt x="274819" y="94790"/>
                  </a:cubicBezTo>
                  <a:lnTo>
                    <a:pt x="274827" y="94613"/>
                  </a:lnTo>
                  <a:close/>
                  <a:moveTo>
                    <a:pt x="182036" y="164515"/>
                  </a:moveTo>
                  <a:cubicBezTo>
                    <a:pt x="182009" y="164557"/>
                    <a:pt x="182151" y="164591"/>
                    <a:pt x="182606" y="164606"/>
                  </a:cubicBezTo>
                  <a:cubicBezTo>
                    <a:pt x="182112" y="164589"/>
                    <a:pt x="181975" y="164562"/>
                    <a:pt x="182036" y="164515"/>
                  </a:cubicBezTo>
                  <a:close/>
                  <a:moveTo>
                    <a:pt x="171889" y="1"/>
                  </a:moveTo>
                  <a:cubicBezTo>
                    <a:pt x="169431" y="1"/>
                    <a:pt x="166985" y="62"/>
                    <a:pt x="164556" y="148"/>
                  </a:cubicBezTo>
                  <a:cubicBezTo>
                    <a:pt x="156370" y="512"/>
                    <a:pt x="148378" y="1314"/>
                    <a:pt x="140483" y="1872"/>
                  </a:cubicBezTo>
                  <a:cubicBezTo>
                    <a:pt x="132321" y="2456"/>
                    <a:pt x="124183" y="3379"/>
                    <a:pt x="116020" y="4666"/>
                  </a:cubicBezTo>
                  <a:lnTo>
                    <a:pt x="112960" y="5128"/>
                  </a:lnTo>
                  <a:cubicBezTo>
                    <a:pt x="111964" y="5298"/>
                    <a:pt x="110943" y="5516"/>
                    <a:pt x="109923" y="5686"/>
                  </a:cubicBezTo>
                  <a:lnTo>
                    <a:pt x="106887" y="6269"/>
                  </a:lnTo>
                  <a:lnTo>
                    <a:pt x="105380" y="6537"/>
                  </a:lnTo>
                  <a:lnTo>
                    <a:pt x="103850" y="6877"/>
                  </a:lnTo>
                  <a:cubicBezTo>
                    <a:pt x="101834" y="7314"/>
                    <a:pt x="99817" y="7727"/>
                    <a:pt x="97777" y="8188"/>
                  </a:cubicBezTo>
                  <a:lnTo>
                    <a:pt x="91704" y="9719"/>
                  </a:lnTo>
                  <a:cubicBezTo>
                    <a:pt x="90878" y="9913"/>
                    <a:pt x="90052" y="10180"/>
                    <a:pt x="89226" y="10423"/>
                  </a:cubicBezTo>
                  <a:lnTo>
                    <a:pt x="86797" y="11128"/>
                  </a:lnTo>
                  <a:lnTo>
                    <a:pt x="84416" y="11857"/>
                  </a:lnTo>
                  <a:cubicBezTo>
                    <a:pt x="83615" y="12099"/>
                    <a:pt x="82861" y="12391"/>
                    <a:pt x="82108" y="12634"/>
                  </a:cubicBezTo>
                  <a:lnTo>
                    <a:pt x="77614" y="14213"/>
                  </a:lnTo>
                  <a:cubicBezTo>
                    <a:pt x="76157" y="14747"/>
                    <a:pt x="74748" y="15355"/>
                    <a:pt x="73363" y="15889"/>
                  </a:cubicBezTo>
                  <a:lnTo>
                    <a:pt x="71323" y="16739"/>
                  </a:lnTo>
                  <a:lnTo>
                    <a:pt x="70327" y="17152"/>
                  </a:lnTo>
                  <a:lnTo>
                    <a:pt x="69331" y="17590"/>
                  </a:lnTo>
                  <a:lnTo>
                    <a:pt x="65517" y="19363"/>
                  </a:lnTo>
                  <a:lnTo>
                    <a:pt x="63671" y="20213"/>
                  </a:lnTo>
                  <a:lnTo>
                    <a:pt x="61922" y="21136"/>
                  </a:lnTo>
                  <a:lnTo>
                    <a:pt x="58521" y="22910"/>
                  </a:lnTo>
                  <a:lnTo>
                    <a:pt x="62772" y="21088"/>
                  </a:lnTo>
                  <a:lnTo>
                    <a:pt x="63841" y="20650"/>
                  </a:lnTo>
                  <a:lnTo>
                    <a:pt x="64909" y="20213"/>
                  </a:lnTo>
                  <a:lnTo>
                    <a:pt x="67072" y="19387"/>
                  </a:lnTo>
                  <a:lnTo>
                    <a:pt x="69234" y="18561"/>
                  </a:lnTo>
                  <a:cubicBezTo>
                    <a:pt x="69962" y="18270"/>
                    <a:pt x="70691" y="17978"/>
                    <a:pt x="71420" y="17735"/>
                  </a:cubicBezTo>
                  <a:lnTo>
                    <a:pt x="75817" y="16229"/>
                  </a:lnTo>
                  <a:cubicBezTo>
                    <a:pt x="76545" y="15962"/>
                    <a:pt x="77274" y="15695"/>
                    <a:pt x="78027" y="15476"/>
                  </a:cubicBezTo>
                  <a:lnTo>
                    <a:pt x="80238" y="14796"/>
                  </a:lnTo>
                  <a:cubicBezTo>
                    <a:pt x="81720" y="14334"/>
                    <a:pt x="83202" y="13873"/>
                    <a:pt x="84708" y="13411"/>
                  </a:cubicBezTo>
                  <a:lnTo>
                    <a:pt x="89202" y="12172"/>
                  </a:lnTo>
                  <a:lnTo>
                    <a:pt x="91461" y="11565"/>
                  </a:lnTo>
                  <a:lnTo>
                    <a:pt x="93744" y="11031"/>
                  </a:lnTo>
                  <a:lnTo>
                    <a:pt x="98287" y="9913"/>
                  </a:lnTo>
                  <a:cubicBezTo>
                    <a:pt x="99817" y="9597"/>
                    <a:pt x="101372" y="9282"/>
                    <a:pt x="102878" y="8942"/>
                  </a:cubicBezTo>
                  <a:lnTo>
                    <a:pt x="105186" y="8480"/>
                  </a:lnTo>
                  <a:cubicBezTo>
                    <a:pt x="105963" y="8310"/>
                    <a:pt x="106716" y="8188"/>
                    <a:pt x="107494" y="8043"/>
                  </a:cubicBezTo>
                  <a:lnTo>
                    <a:pt x="112134" y="7217"/>
                  </a:lnTo>
                  <a:cubicBezTo>
                    <a:pt x="118328" y="6197"/>
                    <a:pt x="124547" y="5322"/>
                    <a:pt x="130839" y="4715"/>
                  </a:cubicBezTo>
                  <a:lnTo>
                    <a:pt x="133195" y="4472"/>
                  </a:lnTo>
                  <a:lnTo>
                    <a:pt x="134361" y="4350"/>
                  </a:lnTo>
                  <a:lnTo>
                    <a:pt x="135551" y="4277"/>
                  </a:lnTo>
                  <a:lnTo>
                    <a:pt x="140264" y="3913"/>
                  </a:lnTo>
                  <a:lnTo>
                    <a:pt x="141454" y="3816"/>
                  </a:lnTo>
                  <a:lnTo>
                    <a:pt x="142596" y="3743"/>
                  </a:lnTo>
                  <a:lnTo>
                    <a:pt x="144928" y="3573"/>
                  </a:lnTo>
                  <a:lnTo>
                    <a:pt x="149568" y="3209"/>
                  </a:lnTo>
                  <a:cubicBezTo>
                    <a:pt x="155811" y="2747"/>
                    <a:pt x="162151" y="2261"/>
                    <a:pt x="168589" y="2140"/>
                  </a:cubicBezTo>
                  <a:lnTo>
                    <a:pt x="171018" y="2115"/>
                  </a:lnTo>
                  <a:cubicBezTo>
                    <a:pt x="171419" y="2103"/>
                    <a:pt x="171820" y="2097"/>
                    <a:pt x="172224" y="2097"/>
                  </a:cubicBezTo>
                  <a:cubicBezTo>
                    <a:pt x="172628" y="2097"/>
                    <a:pt x="173034" y="2103"/>
                    <a:pt x="173447" y="2115"/>
                  </a:cubicBezTo>
                  <a:lnTo>
                    <a:pt x="175877" y="2164"/>
                  </a:lnTo>
                  <a:cubicBezTo>
                    <a:pt x="176678" y="2188"/>
                    <a:pt x="177504" y="2237"/>
                    <a:pt x="178330" y="2261"/>
                  </a:cubicBezTo>
                  <a:lnTo>
                    <a:pt x="179545" y="2334"/>
                  </a:lnTo>
                  <a:cubicBezTo>
                    <a:pt x="179958" y="2358"/>
                    <a:pt x="180346" y="2407"/>
                    <a:pt x="180759" y="2431"/>
                  </a:cubicBezTo>
                  <a:lnTo>
                    <a:pt x="183237" y="2650"/>
                  </a:lnTo>
                  <a:lnTo>
                    <a:pt x="185691" y="2941"/>
                  </a:lnTo>
                  <a:cubicBezTo>
                    <a:pt x="186104" y="2990"/>
                    <a:pt x="186517" y="3039"/>
                    <a:pt x="186930" y="3111"/>
                  </a:cubicBezTo>
                  <a:lnTo>
                    <a:pt x="188168" y="3330"/>
                  </a:lnTo>
                  <a:lnTo>
                    <a:pt x="189407" y="3549"/>
                  </a:lnTo>
                  <a:cubicBezTo>
                    <a:pt x="189820" y="3622"/>
                    <a:pt x="190233" y="3694"/>
                    <a:pt x="190646" y="3792"/>
                  </a:cubicBezTo>
                  <a:lnTo>
                    <a:pt x="193124" y="4350"/>
                  </a:lnTo>
                  <a:cubicBezTo>
                    <a:pt x="193537" y="4447"/>
                    <a:pt x="193950" y="4569"/>
                    <a:pt x="194363" y="4690"/>
                  </a:cubicBezTo>
                  <a:lnTo>
                    <a:pt x="195602" y="5079"/>
                  </a:lnTo>
                  <a:lnTo>
                    <a:pt x="196841" y="5443"/>
                  </a:lnTo>
                  <a:lnTo>
                    <a:pt x="198055" y="5905"/>
                  </a:lnTo>
                  <a:cubicBezTo>
                    <a:pt x="201238" y="7144"/>
                    <a:pt x="204299" y="8650"/>
                    <a:pt x="207189" y="10448"/>
                  </a:cubicBezTo>
                  <a:cubicBezTo>
                    <a:pt x="212898" y="13921"/>
                    <a:pt x="217975" y="17954"/>
                    <a:pt x="222955" y="21865"/>
                  </a:cubicBezTo>
                  <a:cubicBezTo>
                    <a:pt x="225433" y="23808"/>
                    <a:pt x="227911" y="25752"/>
                    <a:pt x="230388" y="27574"/>
                  </a:cubicBezTo>
                  <a:cubicBezTo>
                    <a:pt x="231020" y="28035"/>
                    <a:pt x="231627" y="28472"/>
                    <a:pt x="232259" y="28910"/>
                  </a:cubicBezTo>
                  <a:lnTo>
                    <a:pt x="233206" y="29566"/>
                  </a:lnTo>
                  <a:lnTo>
                    <a:pt x="234154" y="30173"/>
                  </a:lnTo>
                  <a:cubicBezTo>
                    <a:pt x="235368" y="30999"/>
                    <a:pt x="236753" y="31849"/>
                    <a:pt x="238065" y="32675"/>
                  </a:cubicBezTo>
                  <a:cubicBezTo>
                    <a:pt x="240761" y="34351"/>
                    <a:pt x="243482" y="36027"/>
                    <a:pt x="246178" y="37752"/>
                  </a:cubicBezTo>
                  <a:cubicBezTo>
                    <a:pt x="248875" y="39477"/>
                    <a:pt x="251571" y="41250"/>
                    <a:pt x="254243" y="43145"/>
                  </a:cubicBezTo>
                  <a:cubicBezTo>
                    <a:pt x="256891" y="45040"/>
                    <a:pt x="259491" y="47032"/>
                    <a:pt x="262017" y="49194"/>
                  </a:cubicBezTo>
                  <a:cubicBezTo>
                    <a:pt x="264543" y="51356"/>
                    <a:pt x="266924" y="53712"/>
                    <a:pt x="269135" y="56214"/>
                  </a:cubicBezTo>
                  <a:lnTo>
                    <a:pt x="269961" y="57161"/>
                  </a:lnTo>
                  <a:cubicBezTo>
                    <a:pt x="270228" y="57477"/>
                    <a:pt x="270495" y="57817"/>
                    <a:pt x="270762" y="58133"/>
                  </a:cubicBezTo>
                  <a:lnTo>
                    <a:pt x="272317" y="60125"/>
                  </a:lnTo>
                  <a:lnTo>
                    <a:pt x="273774" y="62239"/>
                  </a:lnTo>
                  <a:cubicBezTo>
                    <a:pt x="274017" y="62579"/>
                    <a:pt x="274236" y="62943"/>
                    <a:pt x="274455" y="63307"/>
                  </a:cubicBezTo>
                  <a:lnTo>
                    <a:pt x="275111" y="64401"/>
                  </a:lnTo>
                  <a:cubicBezTo>
                    <a:pt x="276811" y="67340"/>
                    <a:pt x="278269" y="70401"/>
                    <a:pt x="279410" y="73607"/>
                  </a:cubicBezTo>
                  <a:cubicBezTo>
                    <a:pt x="280528" y="76790"/>
                    <a:pt x="281354" y="80069"/>
                    <a:pt x="281864" y="83397"/>
                  </a:cubicBezTo>
                  <a:lnTo>
                    <a:pt x="282082" y="84636"/>
                  </a:lnTo>
                  <a:cubicBezTo>
                    <a:pt x="282155" y="85049"/>
                    <a:pt x="282180" y="85462"/>
                    <a:pt x="282228" y="85875"/>
                  </a:cubicBezTo>
                  <a:lnTo>
                    <a:pt x="282350" y="87138"/>
                  </a:lnTo>
                  <a:cubicBezTo>
                    <a:pt x="282398" y="87551"/>
                    <a:pt x="282447" y="87964"/>
                    <a:pt x="282471" y="88377"/>
                  </a:cubicBezTo>
                  <a:lnTo>
                    <a:pt x="282617" y="90879"/>
                  </a:lnTo>
                  <a:lnTo>
                    <a:pt x="282641" y="93381"/>
                  </a:lnTo>
                  <a:cubicBezTo>
                    <a:pt x="282593" y="100037"/>
                    <a:pt x="281524" y="106620"/>
                    <a:pt x="279459" y="112961"/>
                  </a:cubicBezTo>
                  <a:lnTo>
                    <a:pt x="279094" y="114127"/>
                  </a:lnTo>
                  <a:cubicBezTo>
                    <a:pt x="278973" y="114515"/>
                    <a:pt x="278803" y="114904"/>
                    <a:pt x="278657" y="115293"/>
                  </a:cubicBezTo>
                  <a:lnTo>
                    <a:pt x="278220" y="116459"/>
                  </a:lnTo>
                  <a:cubicBezTo>
                    <a:pt x="278074" y="116847"/>
                    <a:pt x="277928" y="117236"/>
                    <a:pt x="277758" y="117600"/>
                  </a:cubicBezTo>
                  <a:lnTo>
                    <a:pt x="276787" y="119884"/>
                  </a:lnTo>
                  <a:lnTo>
                    <a:pt x="275718" y="122094"/>
                  </a:lnTo>
                  <a:cubicBezTo>
                    <a:pt x="274236" y="125058"/>
                    <a:pt x="272536" y="127876"/>
                    <a:pt x="270616" y="130572"/>
                  </a:cubicBezTo>
                  <a:cubicBezTo>
                    <a:pt x="277224" y="121171"/>
                    <a:pt x="281208" y="110191"/>
                    <a:pt x="282204" y="98774"/>
                  </a:cubicBezTo>
                  <a:cubicBezTo>
                    <a:pt x="282447" y="95835"/>
                    <a:pt x="282495" y="92895"/>
                    <a:pt x="282350" y="89980"/>
                  </a:cubicBezTo>
                  <a:cubicBezTo>
                    <a:pt x="282180" y="87017"/>
                    <a:pt x="281815" y="84077"/>
                    <a:pt x="281208" y="81162"/>
                  </a:cubicBezTo>
                  <a:cubicBezTo>
                    <a:pt x="280601" y="78247"/>
                    <a:pt x="279775" y="75381"/>
                    <a:pt x="278706" y="72587"/>
                  </a:cubicBezTo>
                  <a:cubicBezTo>
                    <a:pt x="277637" y="69769"/>
                    <a:pt x="276325" y="67073"/>
                    <a:pt x="274770" y="64498"/>
                  </a:cubicBezTo>
                  <a:cubicBezTo>
                    <a:pt x="274357" y="63842"/>
                    <a:pt x="273993" y="63186"/>
                    <a:pt x="273580" y="62579"/>
                  </a:cubicBezTo>
                  <a:lnTo>
                    <a:pt x="272293" y="60708"/>
                  </a:lnTo>
                  <a:cubicBezTo>
                    <a:pt x="272171" y="60562"/>
                    <a:pt x="272074" y="60417"/>
                    <a:pt x="271953" y="60271"/>
                  </a:cubicBezTo>
                  <a:lnTo>
                    <a:pt x="271612" y="59809"/>
                  </a:lnTo>
                  <a:lnTo>
                    <a:pt x="270932" y="58935"/>
                  </a:lnTo>
                  <a:lnTo>
                    <a:pt x="270228" y="58060"/>
                  </a:lnTo>
                  <a:cubicBezTo>
                    <a:pt x="270009" y="57769"/>
                    <a:pt x="269742" y="57502"/>
                    <a:pt x="269523" y="57210"/>
                  </a:cubicBezTo>
                  <a:cubicBezTo>
                    <a:pt x="267604" y="54951"/>
                    <a:pt x="265539" y="52837"/>
                    <a:pt x="263353" y="50845"/>
                  </a:cubicBezTo>
                  <a:cubicBezTo>
                    <a:pt x="259005" y="46910"/>
                    <a:pt x="254341" y="43534"/>
                    <a:pt x="249652" y="40424"/>
                  </a:cubicBezTo>
                  <a:cubicBezTo>
                    <a:pt x="244964" y="37339"/>
                    <a:pt x="240251" y="34448"/>
                    <a:pt x="235708" y="31558"/>
                  </a:cubicBezTo>
                  <a:cubicBezTo>
                    <a:pt x="231312" y="28764"/>
                    <a:pt x="227230" y="25533"/>
                    <a:pt x="223125" y="22254"/>
                  </a:cubicBezTo>
                  <a:cubicBezTo>
                    <a:pt x="220186" y="19922"/>
                    <a:pt x="217222" y="17565"/>
                    <a:pt x="214161" y="15330"/>
                  </a:cubicBezTo>
                  <a:cubicBezTo>
                    <a:pt x="211076" y="13023"/>
                    <a:pt x="207845" y="10933"/>
                    <a:pt x="204469" y="9039"/>
                  </a:cubicBezTo>
                  <a:lnTo>
                    <a:pt x="203181" y="8359"/>
                  </a:lnTo>
                  <a:cubicBezTo>
                    <a:pt x="202744" y="8140"/>
                    <a:pt x="202307" y="7897"/>
                    <a:pt x="201869" y="7703"/>
                  </a:cubicBezTo>
                  <a:lnTo>
                    <a:pt x="200509" y="7095"/>
                  </a:lnTo>
                  <a:cubicBezTo>
                    <a:pt x="200072" y="6901"/>
                    <a:pt x="199634" y="6658"/>
                    <a:pt x="199149" y="6488"/>
                  </a:cubicBezTo>
                  <a:lnTo>
                    <a:pt x="197764" y="5954"/>
                  </a:lnTo>
                  <a:cubicBezTo>
                    <a:pt x="197278" y="5784"/>
                    <a:pt x="196817" y="5589"/>
                    <a:pt x="196355" y="5468"/>
                  </a:cubicBezTo>
                  <a:lnTo>
                    <a:pt x="193513" y="4593"/>
                  </a:lnTo>
                  <a:cubicBezTo>
                    <a:pt x="189796" y="3670"/>
                    <a:pt x="186031" y="3014"/>
                    <a:pt x="182217" y="2698"/>
                  </a:cubicBezTo>
                  <a:cubicBezTo>
                    <a:pt x="178826" y="2386"/>
                    <a:pt x="175435" y="2258"/>
                    <a:pt x="172044" y="2258"/>
                  </a:cubicBezTo>
                  <a:cubicBezTo>
                    <a:pt x="171743" y="2258"/>
                    <a:pt x="171441" y="2259"/>
                    <a:pt x="171140" y="2261"/>
                  </a:cubicBezTo>
                  <a:cubicBezTo>
                    <a:pt x="167496" y="2285"/>
                    <a:pt x="163876" y="2480"/>
                    <a:pt x="160305" y="2674"/>
                  </a:cubicBezTo>
                  <a:cubicBezTo>
                    <a:pt x="156734" y="2868"/>
                    <a:pt x="153212" y="3184"/>
                    <a:pt x="149738" y="3476"/>
                  </a:cubicBezTo>
                  <a:lnTo>
                    <a:pt x="139341" y="4326"/>
                  </a:lnTo>
                  <a:lnTo>
                    <a:pt x="134094" y="4763"/>
                  </a:lnTo>
                  <a:lnTo>
                    <a:pt x="128847" y="5322"/>
                  </a:lnTo>
                  <a:cubicBezTo>
                    <a:pt x="127122" y="5492"/>
                    <a:pt x="125373" y="5735"/>
                    <a:pt x="123648" y="5954"/>
                  </a:cubicBezTo>
                  <a:cubicBezTo>
                    <a:pt x="121923" y="6197"/>
                    <a:pt x="120199" y="6391"/>
                    <a:pt x="118474" y="6682"/>
                  </a:cubicBezTo>
                  <a:lnTo>
                    <a:pt x="113300" y="7508"/>
                  </a:lnTo>
                  <a:cubicBezTo>
                    <a:pt x="111599" y="7824"/>
                    <a:pt x="109899" y="8164"/>
                    <a:pt x="108174" y="8456"/>
                  </a:cubicBezTo>
                  <a:lnTo>
                    <a:pt x="105623" y="8942"/>
                  </a:lnTo>
                  <a:lnTo>
                    <a:pt x="103073" y="9500"/>
                  </a:lnTo>
                  <a:lnTo>
                    <a:pt x="100546" y="10059"/>
                  </a:lnTo>
                  <a:cubicBezTo>
                    <a:pt x="99696" y="10253"/>
                    <a:pt x="98846" y="10399"/>
                    <a:pt x="97996" y="10618"/>
                  </a:cubicBezTo>
                  <a:lnTo>
                    <a:pt x="92967" y="11881"/>
                  </a:lnTo>
                  <a:lnTo>
                    <a:pt x="91704" y="12172"/>
                  </a:lnTo>
                  <a:lnTo>
                    <a:pt x="90441" y="12537"/>
                  </a:lnTo>
                  <a:lnTo>
                    <a:pt x="87963" y="13241"/>
                  </a:lnTo>
                  <a:cubicBezTo>
                    <a:pt x="84611" y="14116"/>
                    <a:pt x="81331" y="15233"/>
                    <a:pt x="78027" y="16253"/>
                  </a:cubicBezTo>
                  <a:cubicBezTo>
                    <a:pt x="76400" y="16812"/>
                    <a:pt x="74772" y="17395"/>
                    <a:pt x="73120" y="17978"/>
                  </a:cubicBezTo>
                  <a:cubicBezTo>
                    <a:pt x="72343" y="18270"/>
                    <a:pt x="71517" y="18537"/>
                    <a:pt x="70691" y="18828"/>
                  </a:cubicBezTo>
                  <a:lnTo>
                    <a:pt x="68262" y="19776"/>
                  </a:lnTo>
                  <a:lnTo>
                    <a:pt x="65833" y="20723"/>
                  </a:lnTo>
                  <a:cubicBezTo>
                    <a:pt x="65055" y="21063"/>
                    <a:pt x="64229" y="21355"/>
                    <a:pt x="63452" y="21719"/>
                  </a:cubicBezTo>
                  <a:lnTo>
                    <a:pt x="58666" y="23784"/>
                  </a:lnTo>
                  <a:lnTo>
                    <a:pt x="57646" y="24221"/>
                  </a:lnTo>
                  <a:cubicBezTo>
                    <a:pt x="57306" y="24367"/>
                    <a:pt x="56966" y="24537"/>
                    <a:pt x="56626" y="24707"/>
                  </a:cubicBezTo>
                  <a:lnTo>
                    <a:pt x="54585" y="25679"/>
                  </a:lnTo>
                  <a:lnTo>
                    <a:pt x="52520" y="26651"/>
                  </a:lnTo>
                  <a:lnTo>
                    <a:pt x="51500" y="27136"/>
                  </a:lnTo>
                  <a:cubicBezTo>
                    <a:pt x="51160" y="27282"/>
                    <a:pt x="50820" y="27452"/>
                    <a:pt x="50480" y="27622"/>
                  </a:cubicBezTo>
                  <a:lnTo>
                    <a:pt x="45791" y="30732"/>
                  </a:lnTo>
                  <a:cubicBezTo>
                    <a:pt x="45427" y="30975"/>
                    <a:pt x="45063" y="31217"/>
                    <a:pt x="44698" y="31460"/>
                  </a:cubicBezTo>
                  <a:lnTo>
                    <a:pt x="43678" y="32213"/>
                  </a:lnTo>
                  <a:lnTo>
                    <a:pt x="41710" y="33671"/>
                  </a:lnTo>
                  <a:lnTo>
                    <a:pt x="39961" y="35031"/>
                  </a:lnTo>
                  <a:lnTo>
                    <a:pt x="39160" y="35687"/>
                  </a:lnTo>
                  <a:cubicBezTo>
                    <a:pt x="38892" y="35882"/>
                    <a:pt x="38650" y="36124"/>
                    <a:pt x="38382" y="36343"/>
                  </a:cubicBezTo>
                  <a:cubicBezTo>
                    <a:pt x="37411" y="37218"/>
                    <a:pt x="36560" y="37995"/>
                    <a:pt x="35880" y="38699"/>
                  </a:cubicBezTo>
                  <a:cubicBezTo>
                    <a:pt x="34520" y="40084"/>
                    <a:pt x="33791" y="41056"/>
                    <a:pt x="34034" y="41396"/>
                  </a:cubicBezTo>
                  <a:cubicBezTo>
                    <a:pt x="34094" y="41474"/>
                    <a:pt x="34212" y="41515"/>
                    <a:pt x="34392" y="41515"/>
                  </a:cubicBezTo>
                  <a:cubicBezTo>
                    <a:pt x="34934" y="41515"/>
                    <a:pt x="36041" y="41142"/>
                    <a:pt x="37848" y="40303"/>
                  </a:cubicBezTo>
                  <a:cubicBezTo>
                    <a:pt x="38455" y="40011"/>
                    <a:pt x="39135" y="39671"/>
                    <a:pt x="39913" y="39282"/>
                  </a:cubicBezTo>
                  <a:cubicBezTo>
                    <a:pt x="40301" y="39112"/>
                    <a:pt x="40690" y="38894"/>
                    <a:pt x="41127" y="38675"/>
                  </a:cubicBezTo>
                  <a:lnTo>
                    <a:pt x="42488" y="38019"/>
                  </a:lnTo>
                  <a:cubicBezTo>
                    <a:pt x="43435" y="37558"/>
                    <a:pt x="44480" y="37023"/>
                    <a:pt x="45597" y="36440"/>
                  </a:cubicBezTo>
                  <a:lnTo>
                    <a:pt x="47370" y="35541"/>
                  </a:lnTo>
                  <a:lnTo>
                    <a:pt x="49338" y="34618"/>
                  </a:lnTo>
                  <a:lnTo>
                    <a:pt x="51500" y="33404"/>
                  </a:lnTo>
                  <a:lnTo>
                    <a:pt x="52715" y="32748"/>
                  </a:lnTo>
                  <a:cubicBezTo>
                    <a:pt x="53152" y="32529"/>
                    <a:pt x="53565" y="32286"/>
                    <a:pt x="54002" y="32068"/>
                  </a:cubicBezTo>
                  <a:lnTo>
                    <a:pt x="59274" y="29444"/>
                  </a:lnTo>
                  <a:lnTo>
                    <a:pt x="59881" y="29128"/>
                  </a:lnTo>
                  <a:lnTo>
                    <a:pt x="60488" y="28861"/>
                  </a:lnTo>
                  <a:lnTo>
                    <a:pt x="61654" y="28351"/>
                  </a:lnTo>
                  <a:lnTo>
                    <a:pt x="63598" y="27452"/>
                  </a:lnTo>
                  <a:lnTo>
                    <a:pt x="65395" y="26651"/>
                  </a:lnTo>
                  <a:cubicBezTo>
                    <a:pt x="65757" y="26575"/>
                    <a:pt x="66038" y="26542"/>
                    <a:pt x="66253" y="26542"/>
                  </a:cubicBezTo>
                  <a:cubicBezTo>
                    <a:pt x="66730" y="26542"/>
                    <a:pt x="66871" y="26707"/>
                    <a:pt x="66804" y="26942"/>
                  </a:cubicBezTo>
                  <a:cubicBezTo>
                    <a:pt x="66707" y="27258"/>
                    <a:pt x="66197" y="27817"/>
                    <a:pt x="65687" y="28375"/>
                  </a:cubicBezTo>
                  <a:cubicBezTo>
                    <a:pt x="83323" y="20820"/>
                    <a:pt x="102077" y="15986"/>
                    <a:pt x="121098" y="13241"/>
                  </a:cubicBezTo>
                  <a:lnTo>
                    <a:pt x="128239" y="12318"/>
                  </a:lnTo>
                  <a:cubicBezTo>
                    <a:pt x="130644" y="12075"/>
                    <a:pt x="133025" y="11808"/>
                    <a:pt x="135430" y="11565"/>
                  </a:cubicBezTo>
                  <a:lnTo>
                    <a:pt x="149908" y="10448"/>
                  </a:lnTo>
                  <a:cubicBezTo>
                    <a:pt x="154742" y="10059"/>
                    <a:pt x="159552" y="9695"/>
                    <a:pt x="164338" y="9476"/>
                  </a:cubicBezTo>
                  <a:cubicBezTo>
                    <a:pt x="166718" y="9354"/>
                    <a:pt x="169093" y="9294"/>
                    <a:pt x="171468" y="9294"/>
                  </a:cubicBezTo>
                  <a:cubicBezTo>
                    <a:pt x="173842" y="9294"/>
                    <a:pt x="176217" y="9354"/>
                    <a:pt x="178597" y="9476"/>
                  </a:cubicBezTo>
                  <a:cubicBezTo>
                    <a:pt x="179326" y="9500"/>
                    <a:pt x="180055" y="9573"/>
                    <a:pt x="180784" y="9646"/>
                  </a:cubicBezTo>
                  <a:lnTo>
                    <a:pt x="181877" y="9719"/>
                  </a:lnTo>
                  <a:cubicBezTo>
                    <a:pt x="182241" y="9743"/>
                    <a:pt x="182606" y="9767"/>
                    <a:pt x="182970" y="9840"/>
                  </a:cubicBezTo>
                  <a:lnTo>
                    <a:pt x="185132" y="10108"/>
                  </a:lnTo>
                  <a:lnTo>
                    <a:pt x="185666" y="10156"/>
                  </a:lnTo>
                  <a:cubicBezTo>
                    <a:pt x="185861" y="10180"/>
                    <a:pt x="186031" y="10229"/>
                    <a:pt x="186201" y="10253"/>
                  </a:cubicBezTo>
                  <a:lnTo>
                    <a:pt x="187270" y="10448"/>
                  </a:lnTo>
                  <a:lnTo>
                    <a:pt x="188339" y="10618"/>
                  </a:lnTo>
                  <a:cubicBezTo>
                    <a:pt x="188509" y="10666"/>
                    <a:pt x="188703" y="10691"/>
                    <a:pt x="188873" y="10715"/>
                  </a:cubicBezTo>
                  <a:lnTo>
                    <a:pt x="189407" y="10836"/>
                  </a:lnTo>
                  <a:lnTo>
                    <a:pt x="191472" y="11322"/>
                  </a:lnTo>
                  <a:cubicBezTo>
                    <a:pt x="191837" y="11419"/>
                    <a:pt x="192152" y="11541"/>
                    <a:pt x="192493" y="11638"/>
                  </a:cubicBezTo>
                  <a:lnTo>
                    <a:pt x="193513" y="11929"/>
                  </a:lnTo>
                  <a:lnTo>
                    <a:pt x="194533" y="12245"/>
                  </a:lnTo>
                  <a:cubicBezTo>
                    <a:pt x="194849" y="12367"/>
                    <a:pt x="195165" y="12488"/>
                    <a:pt x="195505" y="12610"/>
                  </a:cubicBezTo>
                  <a:cubicBezTo>
                    <a:pt x="196817" y="13071"/>
                    <a:pt x="198080" y="13678"/>
                    <a:pt x="199367" y="14286"/>
                  </a:cubicBezTo>
                  <a:lnTo>
                    <a:pt x="201262" y="15282"/>
                  </a:lnTo>
                  <a:cubicBezTo>
                    <a:pt x="201894" y="15622"/>
                    <a:pt x="202501" y="16011"/>
                    <a:pt x="203133" y="16351"/>
                  </a:cubicBezTo>
                  <a:cubicBezTo>
                    <a:pt x="205610" y="17832"/>
                    <a:pt x="208015" y="19460"/>
                    <a:pt x="210396" y="21209"/>
                  </a:cubicBezTo>
                  <a:cubicBezTo>
                    <a:pt x="215157" y="24707"/>
                    <a:pt x="219773" y="28545"/>
                    <a:pt x="224655" y="32238"/>
                  </a:cubicBezTo>
                  <a:cubicBezTo>
                    <a:pt x="225870" y="33137"/>
                    <a:pt x="227109" y="34060"/>
                    <a:pt x="228396" y="34934"/>
                  </a:cubicBezTo>
                  <a:lnTo>
                    <a:pt x="229344" y="35614"/>
                  </a:lnTo>
                  <a:lnTo>
                    <a:pt x="230316" y="36270"/>
                  </a:lnTo>
                  <a:cubicBezTo>
                    <a:pt x="230971" y="36683"/>
                    <a:pt x="231627" y="37145"/>
                    <a:pt x="232259" y="37533"/>
                  </a:cubicBezTo>
                  <a:lnTo>
                    <a:pt x="239838" y="42295"/>
                  </a:lnTo>
                  <a:cubicBezTo>
                    <a:pt x="242365" y="43898"/>
                    <a:pt x="244818" y="45477"/>
                    <a:pt x="247223" y="47129"/>
                  </a:cubicBezTo>
                  <a:cubicBezTo>
                    <a:pt x="248438" y="47955"/>
                    <a:pt x="249652" y="48781"/>
                    <a:pt x="250794" y="49631"/>
                  </a:cubicBezTo>
                  <a:cubicBezTo>
                    <a:pt x="251960" y="50505"/>
                    <a:pt x="253102" y="51356"/>
                    <a:pt x="254219" y="52254"/>
                  </a:cubicBezTo>
                  <a:cubicBezTo>
                    <a:pt x="258713" y="55825"/>
                    <a:pt x="262746" y="59761"/>
                    <a:pt x="266025" y="64158"/>
                  </a:cubicBezTo>
                  <a:cubicBezTo>
                    <a:pt x="267629" y="66344"/>
                    <a:pt x="269037" y="68676"/>
                    <a:pt x="270228" y="71105"/>
                  </a:cubicBezTo>
                  <a:cubicBezTo>
                    <a:pt x="271370" y="73559"/>
                    <a:pt x="272341" y="76109"/>
                    <a:pt x="273070" y="78709"/>
                  </a:cubicBezTo>
                  <a:cubicBezTo>
                    <a:pt x="274386" y="83525"/>
                    <a:pt x="274985" y="88486"/>
                    <a:pt x="274868" y="93457"/>
                  </a:cubicBezTo>
                  <a:lnTo>
                    <a:pt x="274868" y="93457"/>
                  </a:lnTo>
                  <a:lnTo>
                    <a:pt x="274868" y="91170"/>
                  </a:lnTo>
                  <a:lnTo>
                    <a:pt x="274843" y="90660"/>
                  </a:lnTo>
                  <a:lnTo>
                    <a:pt x="274746" y="88571"/>
                  </a:lnTo>
                  <a:lnTo>
                    <a:pt x="274528" y="86531"/>
                  </a:lnTo>
                  <a:cubicBezTo>
                    <a:pt x="274212" y="83786"/>
                    <a:pt x="273677" y="81089"/>
                    <a:pt x="272924" y="78417"/>
                  </a:cubicBezTo>
                  <a:cubicBezTo>
                    <a:pt x="272147" y="75794"/>
                    <a:pt x="271151" y="73243"/>
                    <a:pt x="269936" y="70789"/>
                  </a:cubicBezTo>
                  <a:lnTo>
                    <a:pt x="269013" y="68967"/>
                  </a:lnTo>
                  <a:lnTo>
                    <a:pt x="267944" y="67194"/>
                  </a:lnTo>
                  <a:lnTo>
                    <a:pt x="267701" y="66757"/>
                  </a:lnTo>
                  <a:lnTo>
                    <a:pt x="267386" y="66344"/>
                  </a:lnTo>
                  <a:lnTo>
                    <a:pt x="266778" y="65494"/>
                  </a:lnTo>
                  <a:lnTo>
                    <a:pt x="266195" y="64643"/>
                  </a:lnTo>
                  <a:lnTo>
                    <a:pt x="265564" y="63818"/>
                  </a:lnTo>
                  <a:lnTo>
                    <a:pt x="264932" y="62992"/>
                  </a:lnTo>
                  <a:cubicBezTo>
                    <a:pt x="264738" y="62724"/>
                    <a:pt x="264519" y="62457"/>
                    <a:pt x="264300" y="62190"/>
                  </a:cubicBezTo>
                  <a:lnTo>
                    <a:pt x="262940" y="60587"/>
                  </a:lnTo>
                  <a:cubicBezTo>
                    <a:pt x="261993" y="59566"/>
                    <a:pt x="261045" y="58522"/>
                    <a:pt x="260025" y="57550"/>
                  </a:cubicBezTo>
                  <a:cubicBezTo>
                    <a:pt x="257984" y="55582"/>
                    <a:pt x="255822" y="53712"/>
                    <a:pt x="253588" y="51963"/>
                  </a:cubicBezTo>
                  <a:cubicBezTo>
                    <a:pt x="249069" y="48416"/>
                    <a:pt x="244138" y="45210"/>
                    <a:pt x="239134" y="42027"/>
                  </a:cubicBezTo>
                  <a:lnTo>
                    <a:pt x="231554" y="37266"/>
                  </a:lnTo>
                  <a:cubicBezTo>
                    <a:pt x="228907" y="35566"/>
                    <a:pt x="226429" y="33768"/>
                    <a:pt x="224000" y="31922"/>
                  </a:cubicBezTo>
                  <a:cubicBezTo>
                    <a:pt x="219165" y="28229"/>
                    <a:pt x="214598" y="24440"/>
                    <a:pt x="209886" y="20990"/>
                  </a:cubicBezTo>
                  <a:cubicBezTo>
                    <a:pt x="207578" y="19290"/>
                    <a:pt x="205173" y="17687"/>
                    <a:pt x="202695" y="16205"/>
                  </a:cubicBezTo>
                  <a:cubicBezTo>
                    <a:pt x="201481" y="15476"/>
                    <a:pt x="200242" y="14845"/>
                    <a:pt x="199003" y="14189"/>
                  </a:cubicBezTo>
                  <a:lnTo>
                    <a:pt x="197108" y="13314"/>
                  </a:lnTo>
                  <a:cubicBezTo>
                    <a:pt x="196792" y="13168"/>
                    <a:pt x="196476" y="13071"/>
                    <a:pt x="196136" y="12925"/>
                  </a:cubicBezTo>
                  <a:lnTo>
                    <a:pt x="195189" y="12561"/>
                  </a:lnTo>
                  <a:cubicBezTo>
                    <a:pt x="194557" y="12318"/>
                    <a:pt x="193901" y="12099"/>
                    <a:pt x="193221" y="11905"/>
                  </a:cubicBezTo>
                  <a:lnTo>
                    <a:pt x="192225" y="11614"/>
                  </a:lnTo>
                  <a:lnTo>
                    <a:pt x="191739" y="11444"/>
                  </a:lnTo>
                  <a:lnTo>
                    <a:pt x="191229" y="11322"/>
                  </a:lnTo>
                  <a:lnTo>
                    <a:pt x="189189" y="10836"/>
                  </a:lnTo>
                  <a:cubicBezTo>
                    <a:pt x="188849" y="10763"/>
                    <a:pt x="188484" y="10691"/>
                    <a:pt x="188144" y="10642"/>
                  </a:cubicBezTo>
                  <a:lnTo>
                    <a:pt x="187100" y="10448"/>
                  </a:lnTo>
                  <a:cubicBezTo>
                    <a:pt x="185715" y="10180"/>
                    <a:pt x="184282" y="10035"/>
                    <a:pt x="182873" y="9840"/>
                  </a:cubicBezTo>
                  <a:cubicBezTo>
                    <a:pt x="182144" y="9767"/>
                    <a:pt x="181440" y="9719"/>
                    <a:pt x="180711" y="9646"/>
                  </a:cubicBezTo>
                  <a:cubicBezTo>
                    <a:pt x="180006" y="9597"/>
                    <a:pt x="179278" y="9500"/>
                    <a:pt x="178549" y="9500"/>
                  </a:cubicBezTo>
                  <a:cubicBezTo>
                    <a:pt x="176287" y="9385"/>
                    <a:pt x="174025" y="9330"/>
                    <a:pt x="171763" y="9330"/>
                  </a:cubicBezTo>
                  <a:cubicBezTo>
                    <a:pt x="169264" y="9330"/>
                    <a:pt x="166764" y="9397"/>
                    <a:pt x="164265" y="9525"/>
                  </a:cubicBezTo>
                  <a:cubicBezTo>
                    <a:pt x="159479" y="9767"/>
                    <a:pt x="154621" y="10156"/>
                    <a:pt x="149762" y="10569"/>
                  </a:cubicBezTo>
                  <a:cubicBezTo>
                    <a:pt x="147333" y="10788"/>
                    <a:pt x="144880" y="10982"/>
                    <a:pt x="142402" y="11176"/>
                  </a:cubicBezTo>
                  <a:lnTo>
                    <a:pt x="135163" y="11784"/>
                  </a:lnTo>
                  <a:lnTo>
                    <a:pt x="127924" y="12561"/>
                  </a:lnTo>
                  <a:lnTo>
                    <a:pt x="120709" y="13557"/>
                  </a:lnTo>
                  <a:cubicBezTo>
                    <a:pt x="101518" y="16424"/>
                    <a:pt x="82546" y="21476"/>
                    <a:pt x="64739" y="29347"/>
                  </a:cubicBezTo>
                  <a:cubicBezTo>
                    <a:pt x="64352" y="29816"/>
                    <a:pt x="64239" y="30165"/>
                    <a:pt x="64800" y="30165"/>
                  </a:cubicBezTo>
                  <a:cubicBezTo>
                    <a:pt x="64908" y="30165"/>
                    <a:pt x="65040" y="30152"/>
                    <a:pt x="65201" y="30124"/>
                  </a:cubicBezTo>
                  <a:cubicBezTo>
                    <a:pt x="66027" y="29979"/>
                    <a:pt x="66829" y="29760"/>
                    <a:pt x="67630" y="29468"/>
                  </a:cubicBezTo>
                  <a:cubicBezTo>
                    <a:pt x="68796" y="29128"/>
                    <a:pt x="70302" y="28618"/>
                    <a:pt x="72294" y="27914"/>
                  </a:cubicBezTo>
                  <a:lnTo>
                    <a:pt x="73436" y="27549"/>
                  </a:lnTo>
                  <a:cubicBezTo>
                    <a:pt x="73825" y="27404"/>
                    <a:pt x="74238" y="27258"/>
                    <a:pt x="74699" y="27112"/>
                  </a:cubicBezTo>
                  <a:cubicBezTo>
                    <a:pt x="75622" y="26821"/>
                    <a:pt x="76618" y="26480"/>
                    <a:pt x="77712" y="26116"/>
                  </a:cubicBezTo>
                  <a:cubicBezTo>
                    <a:pt x="78780" y="25752"/>
                    <a:pt x="79946" y="25339"/>
                    <a:pt x="81210" y="24926"/>
                  </a:cubicBezTo>
                  <a:lnTo>
                    <a:pt x="85194" y="23687"/>
                  </a:lnTo>
                  <a:lnTo>
                    <a:pt x="87356" y="22982"/>
                  </a:lnTo>
                  <a:lnTo>
                    <a:pt x="89590" y="22326"/>
                  </a:lnTo>
                  <a:cubicBezTo>
                    <a:pt x="91145" y="21889"/>
                    <a:pt x="92724" y="21428"/>
                    <a:pt x="94352" y="20966"/>
                  </a:cubicBezTo>
                  <a:lnTo>
                    <a:pt x="99405" y="19654"/>
                  </a:lnTo>
                  <a:lnTo>
                    <a:pt x="100716" y="19314"/>
                  </a:lnTo>
                  <a:lnTo>
                    <a:pt x="102028" y="19023"/>
                  </a:lnTo>
                  <a:lnTo>
                    <a:pt x="104700" y="18415"/>
                  </a:lnTo>
                  <a:lnTo>
                    <a:pt x="107421" y="17808"/>
                  </a:lnTo>
                  <a:lnTo>
                    <a:pt x="110166" y="17249"/>
                  </a:lnTo>
                  <a:lnTo>
                    <a:pt x="112935" y="16691"/>
                  </a:lnTo>
                  <a:lnTo>
                    <a:pt x="114320" y="16424"/>
                  </a:lnTo>
                  <a:lnTo>
                    <a:pt x="115705" y="16181"/>
                  </a:lnTo>
                  <a:lnTo>
                    <a:pt x="121292" y="15233"/>
                  </a:lnTo>
                  <a:lnTo>
                    <a:pt x="126831" y="14456"/>
                  </a:lnTo>
                  <a:lnTo>
                    <a:pt x="128191" y="14261"/>
                  </a:lnTo>
                  <a:lnTo>
                    <a:pt x="129551" y="14116"/>
                  </a:lnTo>
                  <a:lnTo>
                    <a:pt x="132248" y="13800"/>
                  </a:lnTo>
                  <a:lnTo>
                    <a:pt x="134871" y="13508"/>
                  </a:lnTo>
                  <a:cubicBezTo>
                    <a:pt x="135746" y="13411"/>
                    <a:pt x="136620" y="13338"/>
                    <a:pt x="137471" y="13266"/>
                  </a:cubicBezTo>
                  <a:lnTo>
                    <a:pt x="142426" y="12853"/>
                  </a:lnTo>
                  <a:lnTo>
                    <a:pt x="147163" y="12512"/>
                  </a:lnTo>
                  <a:cubicBezTo>
                    <a:pt x="151317" y="12245"/>
                    <a:pt x="155423" y="11929"/>
                    <a:pt x="159528" y="11711"/>
                  </a:cubicBezTo>
                  <a:cubicBezTo>
                    <a:pt x="163335" y="11486"/>
                    <a:pt x="167122" y="11344"/>
                    <a:pt x="170888" y="11344"/>
                  </a:cubicBezTo>
                  <a:cubicBezTo>
                    <a:pt x="171182" y="11344"/>
                    <a:pt x="171477" y="11345"/>
                    <a:pt x="171771" y="11346"/>
                  </a:cubicBezTo>
                  <a:cubicBezTo>
                    <a:pt x="175779" y="11346"/>
                    <a:pt x="179788" y="11589"/>
                    <a:pt x="183772" y="12075"/>
                  </a:cubicBezTo>
                  <a:cubicBezTo>
                    <a:pt x="187585" y="12512"/>
                    <a:pt x="191326" y="13411"/>
                    <a:pt x="194922" y="14747"/>
                  </a:cubicBezTo>
                  <a:cubicBezTo>
                    <a:pt x="198371" y="16083"/>
                    <a:pt x="201796" y="18002"/>
                    <a:pt x="205149" y="20262"/>
                  </a:cubicBezTo>
                  <a:cubicBezTo>
                    <a:pt x="208477" y="22497"/>
                    <a:pt x="211781" y="25047"/>
                    <a:pt x="215133" y="27671"/>
                  </a:cubicBezTo>
                  <a:cubicBezTo>
                    <a:pt x="218510" y="30319"/>
                    <a:pt x="221910" y="33064"/>
                    <a:pt x="225554" y="35711"/>
                  </a:cubicBezTo>
                  <a:cubicBezTo>
                    <a:pt x="226502" y="36343"/>
                    <a:pt x="227401" y="37023"/>
                    <a:pt x="228372" y="37655"/>
                  </a:cubicBezTo>
                  <a:lnTo>
                    <a:pt x="229805" y="38602"/>
                  </a:lnTo>
                  <a:lnTo>
                    <a:pt x="230534" y="39088"/>
                  </a:lnTo>
                  <a:lnTo>
                    <a:pt x="231214" y="39501"/>
                  </a:lnTo>
                  <a:lnTo>
                    <a:pt x="236729" y="42951"/>
                  </a:lnTo>
                  <a:cubicBezTo>
                    <a:pt x="240373" y="45234"/>
                    <a:pt x="243944" y="47493"/>
                    <a:pt x="247369" y="49850"/>
                  </a:cubicBezTo>
                  <a:cubicBezTo>
                    <a:pt x="250721" y="52157"/>
                    <a:pt x="253928" y="54659"/>
                    <a:pt x="256940" y="57356"/>
                  </a:cubicBezTo>
                  <a:cubicBezTo>
                    <a:pt x="259855" y="59955"/>
                    <a:pt x="262503" y="62846"/>
                    <a:pt x="264811" y="65980"/>
                  </a:cubicBezTo>
                  <a:cubicBezTo>
                    <a:pt x="266997" y="69040"/>
                    <a:pt x="268770" y="72368"/>
                    <a:pt x="270082" y="75891"/>
                  </a:cubicBezTo>
                  <a:lnTo>
                    <a:pt x="270349" y="76547"/>
                  </a:lnTo>
                  <a:cubicBezTo>
                    <a:pt x="270422" y="76765"/>
                    <a:pt x="270495" y="76984"/>
                    <a:pt x="270568" y="77202"/>
                  </a:cubicBezTo>
                  <a:lnTo>
                    <a:pt x="270981" y="78539"/>
                  </a:lnTo>
                  <a:cubicBezTo>
                    <a:pt x="271151" y="79000"/>
                    <a:pt x="271248" y="79462"/>
                    <a:pt x="271370" y="79899"/>
                  </a:cubicBezTo>
                  <a:lnTo>
                    <a:pt x="271734" y="81284"/>
                  </a:lnTo>
                  <a:lnTo>
                    <a:pt x="272050" y="82668"/>
                  </a:lnTo>
                  <a:cubicBezTo>
                    <a:pt x="272123" y="83130"/>
                    <a:pt x="272244" y="83591"/>
                    <a:pt x="272317" y="84053"/>
                  </a:cubicBezTo>
                  <a:lnTo>
                    <a:pt x="272536" y="85462"/>
                  </a:lnTo>
                  <a:lnTo>
                    <a:pt x="272633" y="86166"/>
                  </a:lnTo>
                  <a:cubicBezTo>
                    <a:pt x="272681" y="86385"/>
                    <a:pt x="272706" y="86628"/>
                    <a:pt x="272730" y="86871"/>
                  </a:cubicBezTo>
                  <a:cubicBezTo>
                    <a:pt x="273143" y="90636"/>
                    <a:pt x="273167" y="94426"/>
                    <a:pt x="272778" y="98215"/>
                  </a:cubicBezTo>
                  <a:cubicBezTo>
                    <a:pt x="272754" y="98677"/>
                    <a:pt x="272681" y="99138"/>
                    <a:pt x="272608" y="99624"/>
                  </a:cubicBezTo>
                  <a:lnTo>
                    <a:pt x="272414" y="101009"/>
                  </a:lnTo>
                  <a:cubicBezTo>
                    <a:pt x="272268" y="101956"/>
                    <a:pt x="272074" y="102879"/>
                    <a:pt x="271928" y="103802"/>
                  </a:cubicBezTo>
                  <a:cubicBezTo>
                    <a:pt x="271710" y="104750"/>
                    <a:pt x="271515" y="105649"/>
                    <a:pt x="271272" y="106572"/>
                  </a:cubicBezTo>
                  <a:lnTo>
                    <a:pt x="270884" y="107932"/>
                  </a:lnTo>
                  <a:cubicBezTo>
                    <a:pt x="270762" y="108369"/>
                    <a:pt x="270641" y="108831"/>
                    <a:pt x="270471" y="109268"/>
                  </a:cubicBezTo>
                  <a:cubicBezTo>
                    <a:pt x="269353" y="112815"/>
                    <a:pt x="267871" y="116264"/>
                    <a:pt x="266050" y="119519"/>
                  </a:cubicBezTo>
                  <a:lnTo>
                    <a:pt x="265564" y="120394"/>
                  </a:lnTo>
                  <a:lnTo>
                    <a:pt x="265029" y="121244"/>
                  </a:lnTo>
                  <a:lnTo>
                    <a:pt x="264495" y="122119"/>
                  </a:lnTo>
                  <a:lnTo>
                    <a:pt x="264252" y="122532"/>
                  </a:lnTo>
                  <a:lnTo>
                    <a:pt x="263960" y="122945"/>
                  </a:lnTo>
                  <a:lnTo>
                    <a:pt x="262843" y="124596"/>
                  </a:lnTo>
                  <a:lnTo>
                    <a:pt x="261628" y="126200"/>
                  </a:lnTo>
                  <a:cubicBezTo>
                    <a:pt x="260001" y="128289"/>
                    <a:pt x="258203" y="130257"/>
                    <a:pt x="256284" y="132054"/>
                  </a:cubicBezTo>
                  <a:cubicBezTo>
                    <a:pt x="254341" y="133828"/>
                    <a:pt x="252276" y="135431"/>
                    <a:pt x="250089" y="136864"/>
                  </a:cubicBezTo>
                  <a:lnTo>
                    <a:pt x="248389" y="137933"/>
                  </a:lnTo>
                  <a:lnTo>
                    <a:pt x="246616" y="138929"/>
                  </a:lnTo>
                  <a:lnTo>
                    <a:pt x="246178" y="139196"/>
                  </a:lnTo>
                  <a:lnTo>
                    <a:pt x="245741" y="139415"/>
                  </a:lnTo>
                  <a:lnTo>
                    <a:pt x="244818" y="139876"/>
                  </a:lnTo>
                  <a:lnTo>
                    <a:pt x="243919" y="140338"/>
                  </a:lnTo>
                  <a:lnTo>
                    <a:pt x="242996" y="140775"/>
                  </a:lnTo>
                  <a:lnTo>
                    <a:pt x="242049" y="141188"/>
                  </a:lnTo>
                  <a:lnTo>
                    <a:pt x="241587" y="141407"/>
                  </a:lnTo>
                  <a:lnTo>
                    <a:pt x="241126" y="141601"/>
                  </a:lnTo>
                  <a:lnTo>
                    <a:pt x="239231" y="142403"/>
                  </a:lnTo>
                  <a:lnTo>
                    <a:pt x="237287" y="143131"/>
                  </a:lnTo>
                  <a:cubicBezTo>
                    <a:pt x="236656" y="143399"/>
                    <a:pt x="235976" y="143593"/>
                    <a:pt x="235344" y="143836"/>
                  </a:cubicBezTo>
                  <a:cubicBezTo>
                    <a:pt x="232721" y="144735"/>
                    <a:pt x="230000" y="145512"/>
                    <a:pt x="227255" y="146192"/>
                  </a:cubicBezTo>
                  <a:cubicBezTo>
                    <a:pt x="224485" y="146872"/>
                    <a:pt x="221692" y="147455"/>
                    <a:pt x="218850" y="147990"/>
                  </a:cubicBezTo>
                  <a:cubicBezTo>
                    <a:pt x="216007" y="148500"/>
                    <a:pt x="213117" y="148986"/>
                    <a:pt x="210226" y="149374"/>
                  </a:cubicBezTo>
                  <a:cubicBezTo>
                    <a:pt x="194787" y="151592"/>
                    <a:pt x="179230" y="152704"/>
                    <a:pt x="163670" y="152704"/>
                  </a:cubicBezTo>
                  <a:cubicBezTo>
                    <a:pt x="155702" y="152704"/>
                    <a:pt x="147733" y="152412"/>
                    <a:pt x="139778" y="151828"/>
                  </a:cubicBezTo>
                  <a:lnTo>
                    <a:pt x="136742" y="151634"/>
                  </a:lnTo>
                  <a:lnTo>
                    <a:pt x="133705" y="151342"/>
                  </a:lnTo>
                  <a:lnTo>
                    <a:pt x="127608" y="150735"/>
                  </a:lnTo>
                  <a:cubicBezTo>
                    <a:pt x="125567" y="150492"/>
                    <a:pt x="123551" y="150225"/>
                    <a:pt x="121510" y="149958"/>
                  </a:cubicBezTo>
                  <a:lnTo>
                    <a:pt x="118450" y="149569"/>
                  </a:lnTo>
                  <a:cubicBezTo>
                    <a:pt x="117454" y="149423"/>
                    <a:pt x="116433" y="149253"/>
                    <a:pt x="115413" y="149107"/>
                  </a:cubicBezTo>
                  <a:lnTo>
                    <a:pt x="109316" y="148111"/>
                  </a:lnTo>
                  <a:cubicBezTo>
                    <a:pt x="107275" y="147747"/>
                    <a:pt x="105235" y="147358"/>
                    <a:pt x="103218" y="146970"/>
                  </a:cubicBezTo>
                  <a:lnTo>
                    <a:pt x="100182" y="146387"/>
                  </a:lnTo>
                  <a:cubicBezTo>
                    <a:pt x="99162" y="146192"/>
                    <a:pt x="98141" y="145949"/>
                    <a:pt x="97145" y="145731"/>
                  </a:cubicBezTo>
                  <a:lnTo>
                    <a:pt x="91072" y="144370"/>
                  </a:lnTo>
                  <a:cubicBezTo>
                    <a:pt x="89056" y="143884"/>
                    <a:pt x="87040" y="143374"/>
                    <a:pt x="85048" y="142864"/>
                  </a:cubicBezTo>
                  <a:lnTo>
                    <a:pt x="82036" y="142087"/>
                  </a:lnTo>
                  <a:cubicBezTo>
                    <a:pt x="81040" y="141820"/>
                    <a:pt x="80044" y="141528"/>
                    <a:pt x="79048" y="141237"/>
                  </a:cubicBezTo>
                  <a:lnTo>
                    <a:pt x="73096" y="139536"/>
                  </a:lnTo>
                  <a:cubicBezTo>
                    <a:pt x="71128" y="138929"/>
                    <a:pt x="69161" y="138273"/>
                    <a:pt x="67193" y="137666"/>
                  </a:cubicBezTo>
                  <a:cubicBezTo>
                    <a:pt x="63258" y="136451"/>
                    <a:pt x="59395" y="135115"/>
                    <a:pt x="55630" y="133682"/>
                  </a:cubicBezTo>
                  <a:cubicBezTo>
                    <a:pt x="51865" y="132249"/>
                    <a:pt x="48221" y="130694"/>
                    <a:pt x="44698" y="128993"/>
                  </a:cubicBezTo>
                  <a:cubicBezTo>
                    <a:pt x="41249" y="127342"/>
                    <a:pt x="37921" y="125471"/>
                    <a:pt x="34714" y="123358"/>
                  </a:cubicBezTo>
                  <a:cubicBezTo>
                    <a:pt x="33937" y="122847"/>
                    <a:pt x="33159" y="122337"/>
                    <a:pt x="32406" y="121779"/>
                  </a:cubicBezTo>
                  <a:lnTo>
                    <a:pt x="31289" y="120953"/>
                  </a:lnTo>
                  <a:cubicBezTo>
                    <a:pt x="30925" y="120685"/>
                    <a:pt x="30560" y="120394"/>
                    <a:pt x="30196" y="120127"/>
                  </a:cubicBezTo>
                  <a:cubicBezTo>
                    <a:pt x="29831" y="119835"/>
                    <a:pt x="29467" y="119568"/>
                    <a:pt x="29103" y="119252"/>
                  </a:cubicBezTo>
                  <a:lnTo>
                    <a:pt x="28058" y="118378"/>
                  </a:lnTo>
                  <a:cubicBezTo>
                    <a:pt x="27354" y="117795"/>
                    <a:pt x="26722" y="117187"/>
                    <a:pt x="26066" y="116580"/>
                  </a:cubicBezTo>
                  <a:cubicBezTo>
                    <a:pt x="23491" y="114151"/>
                    <a:pt x="21159" y="111479"/>
                    <a:pt x="19143" y="108588"/>
                  </a:cubicBezTo>
                  <a:cubicBezTo>
                    <a:pt x="17199" y="105770"/>
                    <a:pt x="15572" y="102782"/>
                    <a:pt x="14309" y="99624"/>
                  </a:cubicBezTo>
                  <a:cubicBezTo>
                    <a:pt x="13094" y="96612"/>
                    <a:pt x="12317" y="93478"/>
                    <a:pt x="11928" y="90247"/>
                  </a:cubicBezTo>
                  <a:lnTo>
                    <a:pt x="11807" y="89081"/>
                  </a:lnTo>
                  <a:cubicBezTo>
                    <a:pt x="11782" y="88887"/>
                    <a:pt x="11782" y="88693"/>
                    <a:pt x="11782" y="88523"/>
                  </a:cubicBezTo>
                  <a:lnTo>
                    <a:pt x="11758" y="87940"/>
                  </a:lnTo>
                  <a:lnTo>
                    <a:pt x="11734" y="86774"/>
                  </a:lnTo>
                  <a:cubicBezTo>
                    <a:pt x="11709" y="86385"/>
                    <a:pt x="11758" y="86021"/>
                    <a:pt x="11758" y="85632"/>
                  </a:cubicBezTo>
                  <a:cubicBezTo>
                    <a:pt x="11807" y="84101"/>
                    <a:pt x="11977" y="82571"/>
                    <a:pt x="12268" y="81065"/>
                  </a:cubicBezTo>
                  <a:cubicBezTo>
                    <a:pt x="13361" y="75065"/>
                    <a:pt x="16228" y="69478"/>
                    <a:pt x="19823" y="64571"/>
                  </a:cubicBezTo>
                  <a:cubicBezTo>
                    <a:pt x="21305" y="62530"/>
                    <a:pt x="22884" y="60562"/>
                    <a:pt x="24584" y="58692"/>
                  </a:cubicBezTo>
                  <a:cubicBezTo>
                    <a:pt x="26139" y="56967"/>
                    <a:pt x="27621" y="55485"/>
                    <a:pt x="28981" y="54149"/>
                  </a:cubicBezTo>
                  <a:cubicBezTo>
                    <a:pt x="31678" y="51501"/>
                    <a:pt x="33864" y="49534"/>
                    <a:pt x="35394" y="48100"/>
                  </a:cubicBezTo>
                  <a:cubicBezTo>
                    <a:pt x="36147" y="47372"/>
                    <a:pt x="36730" y="46789"/>
                    <a:pt x="37168" y="46327"/>
                  </a:cubicBezTo>
                  <a:cubicBezTo>
                    <a:pt x="37484" y="45987"/>
                    <a:pt x="37751" y="45623"/>
                    <a:pt x="37969" y="45210"/>
                  </a:cubicBezTo>
                  <a:cubicBezTo>
                    <a:pt x="38077" y="44940"/>
                    <a:pt x="37975" y="44805"/>
                    <a:pt x="37672" y="44805"/>
                  </a:cubicBezTo>
                  <a:cubicBezTo>
                    <a:pt x="37429" y="44805"/>
                    <a:pt x="37057" y="44891"/>
                    <a:pt x="36560" y="45064"/>
                  </a:cubicBezTo>
                  <a:cubicBezTo>
                    <a:pt x="34836" y="45720"/>
                    <a:pt x="33184" y="46546"/>
                    <a:pt x="31605" y="47517"/>
                  </a:cubicBezTo>
                  <a:cubicBezTo>
                    <a:pt x="28860" y="49145"/>
                    <a:pt x="26260" y="50967"/>
                    <a:pt x="23783" y="52983"/>
                  </a:cubicBezTo>
                  <a:cubicBezTo>
                    <a:pt x="20333" y="55753"/>
                    <a:pt x="17199" y="58886"/>
                    <a:pt x="14454" y="62311"/>
                  </a:cubicBezTo>
                  <a:cubicBezTo>
                    <a:pt x="12778" y="64352"/>
                    <a:pt x="11272" y="66538"/>
                    <a:pt x="9960" y="68822"/>
                  </a:cubicBezTo>
                  <a:cubicBezTo>
                    <a:pt x="9620" y="69429"/>
                    <a:pt x="9280" y="70061"/>
                    <a:pt x="8989" y="70692"/>
                  </a:cubicBezTo>
                  <a:cubicBezTo>
                    <a:pt x="8673" y="71324"/>
                    <a:pt x="8381" y="71980"/>
                    <a:pt x="8066" y="72636"/>
                  </a:cubicBezTo>
                  <a:cubicBezTo>
                    <a:pt x="7458" y="73996"/>
                    <a:pt x="6948" y="75381"/>
                    <a:pt x="6511" y="76814"/>
                  </a:cubicBezTo>
                  <a:lnTo>
                    <a:pt x="5466" y="76498"/>
                  </a:lnTo>
                  <a:cubicBezTo>
                    <a:pt x="5879" y="75065"/>
                    <a:pt x="6365" y="73680"/>
                    <a:pt x="6924" y="72295"/>
                  </a:cubicBezTo>
                  <a:cubicBezTo>
                    <a:pt x="7483" y="71008"/>
                    <a:pt x="8017" y="69769"/>
                    <a:pt x="8600" y="68652"/>
                  </a:cubicBezTo>
                  <a:cubicBezTo>
                    <a:pt x="9669" y="66611"/>
                    <a:pt x="10835" y="64643"/>
                    <a:pt x="12098" y="62749"/>
                  </a:cubicBezTo>
                  <a:cubicBezTo>
                    <a:pt x="13896" y="60149"/>
                    <a:pt x="15815" y="57623"/>
                    <a:pt x="17880" y="55218"/>
                  </a:cubicBezTo>
                  <a:cubicBezTo>
                    <a:pt x="19386" y="53420"/>
                    <a:pt x="20455" y="52206"/>
                    <a:pt x="21135" y="51356"/>
                  </a:cubicBezTo>
                  <a:cubicBezTo>
                    <a:pt x="21791" y="50505"/>
                    <a:pt x="22058" y="50020"/>
                    <a:pt x="22058" y="49728"/>
                  </a:cubicBezTo>
                  <a:cubicBezTo>
                    <a:pt x="22068" y="49503"/>
                    <a:pt x="21894" y="49429"/>
                    <a:pt x="21629" y="49429"/>
                  </a:cubicBezTo>
                  <a:cubicBezTo>
                    <a:pt x="21263" y="49429"/>
                    <a:pt x="20725" y="49571"/>
                    <a:pt x="20260" y="49655"/>
                  </a:cubicBezTo>
                  <a:cubicBezTo>
                    <a:pt x="20065" y="49697"/>
                    <a:pt x="19883" y="49725"/>
                    <a:pt x="19731" y="49725"/>
                  </a:cubicBezTo>
                  <a:cubicBezTo>
                    <a:pt x="19262" y="49725"/>
                    <a:pt x="19095" y="49451"/>
                    <a:pt x="19774" y="48441"/>
                  </a:cubicBezTo>
                  <a:lnTo>
                    <a:pt x="19774" y="48441"/>
                  </a:lnTo>
                  <a:cubicBezTo>
                    <a:pt x="15159" y="52789"/>
                    <a:pt x="10859" y="57672"/>
                    <a:pt x="7385" y="63283"/>
                  </a:cubicBezTo>
                  <a:cubicBezTo>
                    <a:pt x="6511" y="64692"/>
                    <a:pt x="5685" y="66125"/>
                    <a:pt x="4956" y="67631"/>
                  </a:cubicBezTo>
                  <a:cubicBezTo>
                    <a:pt x="4227" y="69162"/>
                    <a:pt x="3547" y="70668"/>
                    <a:pt x="2964" y="72271"/>
                  </a:cubicBezTo>
                  <a:cubicBezTo>
                    <a:pt x="2357" y="73850"/>
                    <a:pt x="1847" y="75478"/>
                    <a:pt x="1434" y="77130"/>
                  </a:cubicBezTo>
                  <a:cubicBezTo>
                    <a:pt x="1215" y="77956"/>
                    <a:pt x="997" y="78781"/>
                    <a:pt x="875" y="79632"/>
                  </a:cubicBezTo>
                  <a:cubicBezTo>
                    <a:pt x="729" y="80458"/>
                    <a:pt x="559" y="81308"/>
                    <a:pt x="462" y="82158"/>
                  </a:cubicBezTo>
                  <a:cubicBezTo>
                    <a:pt x="49" y="85583"/>
                    <a:pt x="1" y="89033"/>
                    <a:pt x="365" y="92458"/>
                  </a:cubicBezTo>
                  <a:cubicBezTo>
                    <a:pt x="754" y="95835"/>
                    <a:pt x="1507" y="99187"/>
                    <a:pt x="2576" y="102418"/>
                  </a:cubicBezTo>
                  <a:cubicBezTo>
                    <a:pt x="3620" y="105600"/>
                    <a:pt x="4980" y="108685"/>
                    <a:pt x="6608" y="111624"/>
                  </a:cubicBezTo>
                  <a:cubicBezTo>
                    <a:pt x="8211" y="114564"/>
                    <a:pt x="10033" y="117357"/>
                    <a:pt x="12098" y="120005"/>
                  </a:cubicBezTo>
                  <a:cubicBezTo>
                    <a:pt x="12608" y="120661"/>
                    <a:pt x="13264" y="121341"/>
                    <a:pt x="13920" y="122094"/>
                  </a:cubicBezTo>
                  <a:cubicBezTo>
                    <a:pt x="14576" y="122872"/>
                    <a:pt x="15353" y="123649"/>
                    <a:pt x="16155" y="124451"/>
                  </a:cubicBezTo>
                  <a:lnTo>
                    <a:pt x="16762" y="125058"/>
                  </a:lnTo>
                  <a:lnTo>
                    <a:pt x="17418" y="125665"/>
                  </a:lnTo>
                  <a:lnTo>
                    <a:pt x="18730" y="126880"/>
                  </a:lnTo>
                  <a:cubicBezTo>
                    <a:pt x="19191" y="127293"/>
                    <a:pt x="19653" y="127682"/>
                    <a:pt x="20115" y="128070"/>
                  </a:cubicBezTo>
                  <a:cubicBezTo>
                    <a:pt x="20576" y="128459"/>
                    <a:pt x="21038" y="128872"/>
                    <a:pt x="21523" y="129261"/>
                  </a:cubicBezTo>
                  <a:cubicBezTo>
                    <a:pt x="24900" y="131957"/>
                    <a:pt x="28471" y="134386"/>
                    <a:pt x="32212" y="136548"/>
                  </a:cubicBezTo>
                  <a:cubicBezTo>
                    <a:pt x="36245" y="138856"/>
                    <a:pt x="40399" y="140921"/>
                    <a:pt x="44674" y="142743"/>
                  </a:cubicBezTo>
                  <a:cubicBezTo>
                    <a:pt x="48901" y="144540"/>
                    <a:pt x="53152" y="146119"/>
                    <a:pt x="57379" y="147577"/>
                  </a:cubicBezTo>
                  <a:cubicBezTo>
                    <a:pt x="58423" y="147917"/>
                    <a:pt x="59492" y="148306"/>
                    <a:pt x="60561" y="148621"/>
                  </a:cubicBezTo>
                  <a:lnTo>
                    <a:pt x="63743" y="149642"/>
                  </a:lnTo>
                  <a:lnTo>
                    <a:pt x="66926" y="150638"/>
                  </a:lnTo>
                  <a:cubicBezTo>
                    <a:pt x="67970" y="150953"/>
                    <a:pt x="69039" y="151318"/>
                    <a:pt x="70108" y="151609"/>
                  </a:cubicBezTo>
                  <a:cubicBezTo>
                    <a:pt x="74383" y="152824"/>
                    <a:pt x="78635" y="154087"/>
                    <a:pt x="82934" y="155107"/>
                  </a:cubicBezTo>
                  <a:lnTo>
                    <a:pt x="86141" y="155909"/>
                  </a:lnTo>
                  <a:lnTo>
                    <a:pt x="87769" y="156346"/>
                  </a:lnTo>
                  <a:lnTo>
                    <a:pt x="89372" y="156711"/>
                  </a:lnTo>
                  <a:lnTo>
                    <a:pt x="95834" y="158144"/>
                  </a:lnTo>
                  <a:cubicBezTo>
                    <a:pt x="96392" y="158241"/>
                    <a:pt x="96927" y="158387"/>
                    <a:pt x="97461" y="158484"/>
                  </a:cubicBezTo>
                  <a:lnTo>
                    <a:pt x="99089" y="158800"/>
                  </a:lnTo>
                  <a:lnTo>
                    <a:pt x="102320" y="159407"/>
                  </a:lnTo>
                  <a:cubicBezTo>
                    <a:pt x="104506" y="159796"/>
                    <a:pt x="106644" y="160257"/>
                    <a:pt x="108830" y="160573"/>
                  </a:cubicBezTo>
                  <a:lnTo>
                    <a:pt x="115340" y="161618"/>
                  </a:lnTo>
                  <a:cubicBezTo>
                    <a:pt x="116409" y="161812"/>
                    <a:pt x="117502" y="161934"/>
                    <a:pt x="118595" y="162079"/>
                  </a:cubicBezTo>
                  <a:lnTo>
                    <a:pt x="121851" y="162492"/>
                  </a:lnTo>
                  <a:lnTo>
                    <a:pt x="125106" y="162930"/>
                  </a:lnTo>
                  <a:lnTo>
                    <a:pt x="125932" y="163027"/>
                  </a:lnTo>
                  <a:lnTo>
                    <a:pt x="126758" y="163124"/>
                  </a:lnTo>
                  <a:lnTo>
                    <a:pt x="128385" y="163270"/>
                  </a:lnTo>
                  <a:lnTo>
                    <a:pt x="134920" y="163950"/>
                  </a:lnTo>
                  <a:cubicBezTo>
                    <a:pt x="137082" y="164144"/>
                    <a:pt x="139268" y="164290"/>
                    <a:pt x="141454" y="164436"/>
                  </a:cubicBezTo>
                  <a:lnTo>
                    <a:pt x="144734" y="164679"/>
                  </a:lnTo>
                  <a:cubicBezTo>
                    <a:pt x="145827" y="164751"/>
                    <a:pt x="146920" y="164800"/>
                    <a:pt x="147989" y="164849"/>
                  </a:cubicBezTo>
                  <a:lnTo>
                    <a:pt x="154548" y="165140"/>
                  </a:lnTo>
                  <a:lnTo>
                    <a:pt x="161083" y="165262"/>
                  </a:lnTo>
                  <a:lnTo>
                    <a:pt x="164338" y="165310"/>
                  </a:lnTo>
                  <a:lnTo>
                    <a:pt x="167617" y="165262"/>
                  </a:lnTo>
                  <a:lnTo>
                    <a:pt x="174152" y="165189"/>
                  </a:lnTo>
                  <a:lnTo>
                    <a:pt x="180662" y="164897"/>
                  </a:lnTo>
                  <a:cubicBezTo>
                    <a:pt x="181755" y="164849"/>
                    <a:pt x="182824" y="164824"/>
                    <a:pt x="183917" y="164776"/>
                  </a:cubicBezTo>
                  <a:lnTo>
                    <a:pt x="187173" y="164533"/>
                  </a:lnTo>
                  <a:cubicBezTo>
                    <a:pt x="189335" y="164363"/>
                    <a:pt x="191497" y="164241"/>
                    <a:pt x="193659" y="164071"/>
                  </a:cubicBezTo>
                  <a:lnTo>
                    <a:pt x="200145" y="163415"/>
                  </a:lnTo>
                  <a:cubicBezTo>
                    <a:pt x="201213" y="163294"/>
                    <a:pt x="202307" y="163197"/>
                    <a:pt x="203375" y="163075"/>
                  </a:cubicBezTo>
                  <a:lnTo>
                    <a:pt x="206606" y="162662"/>
                  </a:lnTo>
                  <a:cubicBezTo>
                    <a:pt x="208744" y="162371"/>
                    <a:pt x="210882" y="162104"/>
                    <a:pt x="213044" y="161812"/>
                  </a:cubicBezTo>
                  <a:cubicBezTo>
                    <a:pt x="217344" y="161156"/>
                    <a:pt x="221668" y="160427"/>
                    <a:pt x="225992" y="159504"/>
                  </a:cubicBezTo>
                  <a:cubicBezTo>
                    <a:pt x="230364" y="158581"/>
                    <a:pt x="234688" y="157415"/>
                    <a:pt x="238915" y="155982"/>
                  </a:cubicBezTo>
                  <a:cubicBezTo>
                    <a:pt x="243263" y="154524"/>
                    <a:pt x="247466" y="152727"/>
                    <a:pt x="251523" y="150613"/>
                  </a:cubicBezTo>
                  <a:cubicBezTo>
                    <a:pt x="251766" y="150468"/>
                    <a:pt x="252033" y="150346"/>
                    <a:pt x="252276" y="150200"/>
                  </a:cubicBezTo>
                  <a:lnTo>
                    <a:pt x="253029" y="149763"/>
                  </a:lnTo>
                  <a:lnTo>
                    <a:pt x="254559" y="148913"/>
                  </a:lnTo>
                  <a:cubicBezTo>
                    <a:pt x="255555" y="148306"/>
                    <a:pt x="256527" y="147674"/>
                    <a:pt x="257499" y="147042"/>
                  </a:cubicBezTo>
                  <a:lnTo>
                    <a:pt x="258956" y="146022"/>
                  </a:lnTo>
                  <a:lnTo>
                    <a:pt x="259685" y="145488"/>
                  </a:lnTo>
                  <a:lnTo>
                    <a:pt x="260049" y="145245"/>
                  </a:lnTo>
                  <a:lnTo>
                    <a:pt x="260389" y="144953"/>
                  </a:lnTo>
                  <a:lnTo>
                    <a:pt x="261774" y="143860"/>
                  </a:lnTo>
                  <a:lnTo>
                    <a:pt x="262479" y="143301"/>
                  </a:lnTo>
                  <a:cubicBezTo>
                    <a:pt x="262697" y="143107"/>
                    <a:pt x="262916" y="142913"/>
                    <a:pt x="263134" y="142718"/>
                  </a:cubicBezTo>
                  <a:cubicBezTo>
                    <a:pt x="266657" y="139609"/>
                    <a:pt x="269839" y="136111"/>
                    <a:pt x="272560" y="132297"/>
                  </a:cubicBezTo>
                  <a:cubicBezTo>
                    <a:pt x="272924" y="131836"/>
                    <a:pt x="273240" y="131350"/>
                    <a:pt x="273556" y="130864"/>
                  </a:cubicBezTo>
                  <a:lnTo>
                    <a:pt x="274528" y="129406"/>
                  </a:lnTo>
                  <a:cubicBezTo>
                    <a:pt x="275159" y="128410"/>
                    <a:pt x="275718" y="127414"/>
                    <a:pt x="276325" y="126418"/>
                  </a:cubicBezTo>
                  <a:lnTo>
                    <a:pt x="277151" y="124864"/>
                  </a:lnTo>
                  <a:cubicBezTo>
                    <a:pt x="277418" y="124354"/>
                    <a:pt x="277710" y="123843"/>
                    <a:pt x="277953" y="123309"/>
                  </a:cubicBezTo>
                  <a:lnTo>
                    <a:pt x="278706" y="121754"/>
                  </a:lnTo>
                  <a:lnTo>
                    <a:pt x="279094" y="120953"/>
                  </a:lnTo>
                  <a:lnTo>
                    <a:pt x="279435" y="120151"/>
                  </a:lnTo>
                  <a:cubicBezTo>
                    <a:pt x="281256" y="115900"/>
                    <a:pt x="282665" y="111454"/>
                    <a:pt x="283637" y="106912"/>
                  </a:cubicBezTo>
                  <a:cubicBezTo>
                    <a:pt x="283686" y="106645"/>
                    <a:pt x="283759" y="106353"/>
                    <a:pt x="283807" y="106062"/>
                  </a:cubicBezTo>
                  <a:lnTo>
                    <a:pt x="283953" y="105211"/>
                  </a:lnTo>
                  <a:lnTo>
                    <a:pt x="284269" y="103487"/>
                  </a:lnTo>
                  <a:cubicBezTo>
                    <a:pt x="284439" y="102345"/>
                    <a:pt x="284560" y="101179"/>
                    <a:pt x="284730" y="100037"/>
                  </a:cubicBezTo>
                  <a:cubicBezTo>
                    <a:pt x="284803" y="98871"/>
                    <a:pt x="284925" y="97729"/>
                    <a:pt x="284973" y="96563"/>
                  </a:cubicBezTo>
                  <a:lnTo>
                    <a:pt x="285046" y="94814"/>
                  </a:lnTo>
                  <a:lnTo>
                    <a:pt x="285070" y="93940"/>
                  </a:lnTo>
                  <a:lnTo>
                    <a:pt x="285070" y="93065"/>
                  </a:lnTo>
                  <a:cubicBezTo>
                    <a:pt x="285070" y="88377"/>
                    <a:pt x="284536" y="83688"/>
                    <a:pt x="283491" y="79122"/>
                  </a:cubicBezTo>
                  <a:cubicBezTo>
                    <a:pt x="282423" y="74482"/>
                    <a:pt x="280771" y="70012"/>
                    <a:pt x="278560" y="65809"/>
                  </a:cubicBezTo>
                  <a:lnTo>
                    <a:pt x="277710" y="64230"/>
                  </a:lnTo>
                  <a:cubicBezTo>
                    <a:pt x="277443" y="63720"/>
                    <a:pt x="277127" y="63210"/>
                    <a:pt x="276811" y="62700"/>
                  </a:cubicBezTo>
                  <a:cubicBezTo>
                    <a:pt x="276495" y="62190"/>
                    <a:pt x="276179" y="61680"/>
                    <a:pt x="275864" y="61170"/>
                  </a:cubicBezTo>
                  <a:lnTo>
                    <a:pt x="274819" y="59712"/>
                  </a:lnTo>
                  <a:cubicBezTo>
                    <a:pt x="273459" y="57793"/>
                    <a:pt x="272001" y="55947"/>
                    <a:pt x="270422" y="54198"/>
                  </a:cubicBezTo>
                  <a:cubicBezTo>
                    <a:pt x="267313" y="50797"/>
                    <a:pt x="263936" y="47688"/>
                    <a:pt x="260292" y="44870"/>
                  </a:cubicBezTo>
                  <a:cubicBezTo>
                    <a:pt x="253199" y="39307"/>
                    <a:pt x="245668" y="34813"/>
                    <a:pt x="238502" y="30343"/>
                  </a:cubicBezTo>
                  <a:lnTo>
                    <a:pt x="237166" y="29517"/>
                  </a:lnTo>
                  <a:lnTo>
                    <a:pt x="236486" y="29104"/>
                  </a:lnTo>
                  <a:lnTo>
                    <a:pt x="235879" y="28691"/>
                  </a:lnTo>
                  <a:lnTo>
                    <a:pt x="234640" y="27889"/>
                  </a:lnTo>
                  <a:cubicBezTo>
                    <a:pt x="234227" y="27622"/>
                    <a:pt x="233838" y="27331"/>
                    <a:pt x="233425" y="27039"/>
                  </a:cubicBezTo>
                  <a:cubicBezTo>
                    <a:pt x="233012" y="26748"/>
                    <a:pt x="232599" y="26456"/>
                    <a:pt x="232186" y="26165"/>
                  </a:cubicBezTo>
                  <a:lnTo>
                    <a:pt x="230947" y="25242"/>
                  </a:lnTo>
                  <a:cubicBezTo>
                    <a:pt x="230121" y="24659"/>
                    <a:pt x="229295" y="24003"/>
                    <a:pt x="228469" y="23395"/>
                  </a:cubicBezTo>
                  <a:cubicBezTo>
                    <a:pt x="225166" y="20869"/>
                    <a:pt x="221813" y="18173"/>
                    <a:pt x="218315" y="15525"/>
                  </a:cubicBezTo>
                  <a:cubicBezTo>
                    <a:pt x="215309" y="13209"/>
                    <a:pt x="212185" y="11047"/>
                    <a:pt x="208969" y="9051"/>
                  </a:cubicBezTo>
                  <a:lnTo>
                    <a:pt x="208969" y="9051"/>
                  </a:lnTo>
                  <a:cubicBezTo>
                    <a:pt x="209456" y="9356"/>
                    <a:pt x="209940" y="9668"/>
                    <a:pt x="210420" y="9986"/>
                  </a:cubicBezTo>
                  <a:cubicBezTo>
                    <a:pt x="210736" y="10180"/>
                    <a:pt x="211028" y="10375"/>
                    <a:pt x="211343" y="10593"/>
                  </a:cubicBezTo>
                  <a:lnTo>
                    <a:pt x="212242" y="11201"/>
                  </a:lnTo>
                  <a:cubicBezTo>
                    <a:pt x="212849" y="11614"/>
                    <a:pt x="213457" y="12002"/>
                    <a:pt x="214040" y="12415"/>
                  </a:cubicBezTo>
                  <a:cubicBezTo>
                    <a:pt x="215206" y="13266"/>
                    <a:pt x="216372" y="14091"/>
                    <a:pt x="217489" y="14966"/>
                  </a:cubicBezTo>
                  <a:cubicBezTo>
                    <a:pt x="219748" y="16642"/>
                    <a:pt x="221910" y="18367"/>
                    <a:pt x="224072" y="20067"/>
                  </a:cubicBezTo>
                  <a:cubicBezTo>
                    <a:pt x="226210" y="21743"/>
                    <a:pt x="228299" y="23395"/>
                    <a:pt x="230413" y="24974"/>
                  </a:cubicBezTo>
                  <a:cubicBezTo>
                    <a:pt x="232526" y="26553"/>
                    <a:pt x="234591" y="27987"/>
                    <a:pt x="236729" y="29371"/>
                  </a:cubicBezTo>
                  <a:cubicBezTo>
                    <a:pt x="241271" y="32213"/>
                    <a:pt x="245911" y="35056"/>
                    <a:pt x="250551" y="38092"/>
                  </a:cubicBezTo>
                  <a:cubicBezTo>
                    <a:pt x="252883" y="39647"/>
                    <a:pt x="255191" y="41226"/>
                    <a:pt x="257450" y="42902"/>
                  </a:cubicBezTo>
                  <a:cubicBezTo>
                    <a:pt x="258592" y="43728"/>
                    <a:pt x="259709" y="44627"/>
                    <a:pt x="260827" y="45501"/>
                  </a:cubicBezTo>
                  <a:cubicBezTo>
                    <a:pt x="261385" y="45963"/>
                    <a:pt x="261944" y="46424"/>
                    <a:pt x="262503" y="46886"/>
                  </a:cubicBezTo>
                  <a:lnTo>
                    <a:pt x="263329" y="47566"/>
                  </a:lnTo>
                  <a:lnTo>
                    <a:pt x="264130" y="48295"/>
                  </a:lnTo>
                  <a:cubicBezTo>
                    <a:pt x="266317" y="50214"/>
                    <a:pt x="268382" y="52279"/>
                    <a:pt x="270325" y="54441"/>
                  </a:cubicBezTo>
                  <a:lnTo>
                    <a:pt x="271782" y="56117"/>
                  </a:lnTo>
                  <a:cubicBezTo>
                    <a:pt x="272244" y="56676"/>
                    <a:pt x="272706" y="57283"/>
                    <a:pt x="273167" y="57866"/>
                  </a:cubicBezTo>
                  <a:lnTo>
                    <a:pt x="273847" y="58740"/>
                  </a:lnTo>
                  <a:cubicBezTo>
                    <a:pt x="274066" y="59032"/>
                    <a:pt x="274260" y="59348"/>
                    <a:pt x="274503" y="59664"/>
                  </a:cubicBezTo>
                  <a:lnTo>
                    <a:pt x="275766" y="61510"/>
                  </a:lnTo>
                  <a:cubicBezTo>
                    <a:pt x="276544" y="62797"/>
                    <a:pt x="277370" y="64060"/>
                    <a:pt x="278050" y="65396"/>
                  </a:cubicBezTo>
                  <a:lnTo>
                    <a:pt x="278560" y="66392"/>
                  </a:lnTo>
                  <a:lnTo>
                    <a:pt x="278827" y="66903"/>
                  </a:lnTo>
                  <a:cubicBezTo>
                    <a:pt x="278900" y="67073"/>
                    <a:pt x="278997" y="67243"/>
                    <a:pt x="279070" y="67413"/>
                  </a:cubicBezTo>
                  <a:lnTo>
                    <a:pt x="279993" y="69453"/>
                  </a:lnTo>
                  <a:cubicBezTo>
                    <a:pt x="280309" y="70133"/>
                    <a:pt x="280552" y="70838"/>
                    <a:pt x="280844" y="71518"/>
                  </a:cubicBezTo>
                  <a:lnTo>
                    <a:pt x="281232" y="72563"/>
                  </a:lnTo>
                  <a:cubicBezTo>
                    <a:pt x="281378" y="72927"/>
                    <a:pt x="281475" y="73267"/>
                    <a:pt x="281597" y="73632"/>
                  </a:cubicBezTo>
                  <a:cubicBezTo>
                    <a:pt x="281815" y="74336"/>
                    <a:pt x="282058" y="75040"/>
                    <a:pt x="282277" y="75745"/>
                  </a:cubicBezTo>
                  <a:lnTo>
                    <a:pt x="282884" y="77907"/>
                  </a:lnTo>
                  <a:cubicBezTo>
                    <a:pt x="283589" y="80773"/>
                    <a:pt x="284099" y="83688"/>
                    <a:pt x="284390" y="86628"/>
                  </a:cubicBezTo>
                  <a:lnTo>
                    <a:pt x="284536" y="87721"/>
                  </a:lnTo>
                  <a:lnTo>
                    <a:pt x="284609" y="88838"/>
                  </a:lnTo>
                  <a:cubicBezTo>
                    <a:pt x="284657" y="89567"/>
                    <a:pt x="284706" y="90296"/>
                    <a:pt x="284730" y="91025"/>
                  </a:cubicBezTo>
                  <a:cubicBezTo>
                    <a:pt x="284755" y="92507"/>
                    <a:pt x="284779" y="93964"/>
                    <a:pt x="284706" y="95422"/>
                  </a:cubicBezTo>
                  <a:cubicBezTo>
                    <a:pt x="284682" y="96903"/>
                    <a:pt x="284512" y="98337"/>
                    <a:pt x="284414" y="99794"/>
                  </a:cubicBezTo>
                  <a:cubicBezTo>
                    <a:pt x="284317" y="100523"/>
                    <a:pt x="284220" y="101252"/>
                    <a:pt x="284123" y="101980"/>
                  </a:cubicBezTo>
                  <a:lnTo>
                    <a:pt x="284002" y="103074"/>
                  </a:lnTo>
                  <a:lnTo>
                    <a:pt x="283807" y="104142"/>
                  </a:lnTo>
                  <a:cubicBezTo>
                    <a:pt x="283321" y="107009"/>
                    <a:pt x="282641" y="109851"/>
                    <a:pt x="281791" y="112645"/>
                  </a:cubicBezTo>
                  <a:lnTo>
                    <a:pt x="281135" y="114734"/>
                  </a:lnTo>
                  <a:cubicBezTo>
                    <a:pt x="280892" y="115414"/>
                    <a:pt x="280625" y="116094"/>
                    <a:pt x="280382" y="116799"/>
                  </a:cubicBezTo>
                  <a:lnTo>
                    <a:pt x="279993" y="117819"/>
                  </a:lnTo>
                  <a:cubicBezTo>
                    <a:pt x="279872" y="118159"/>
                    <a:pt x="279726" y="118499"/>
                    <a:pt x="279580" y="118839"/>
                  </a:cubicBezTo>
                  <a:cubicBezTo>
                    <a:pt x="279289" y="119495"/>
                    <a:pt x="279022" y="120175"/>
                    <a:pt x="278706" y="120856"/>
                  </a:cubicBezTo>
                  <a:cubicBezTo>
                    <a:pt x="278074" y="122167"/>
                    <a:pt x="277491" y="123503"/>
                    <a:pt x="276762" y="124767"/>
                  </a:cubicBezTo>
                  <a:lnTo>
                    <a:pt x="276252" y="125738"/>
                  </a:lnTo>
                  <a:lnTo>
                    <a:pt x="275985" y="126224"/>
                  </a:lnTo>
                  <a:lnTo>
                    <a:pt x="275694" y="126710"/>
                  </a:lnTo>
                  <a:lnTo>
                    <a:pt x="274576" y="128580"/>
                  </a:lnTo>
                  <a:cubicBezTo>
                    <a:pt x="271442" y="133609"/>
                    <a:pt x="267604" y="138152"/>
                    <a:pt x="263159" y="142063"/>
                  </a:cubicBezTo>
                  <a:lnTo>
                    <a:pt x="262333" y="142816"/>
                  </a:lnTo>
                  <a:cubicBezTo>
                    <a:pt x="262041" y="143059"/>
                    <a:pt x="261750" y="143277"/>
                    <a:pt x="261458" y="143520"/>
                  </a:cubicBezTo>
                  <a:cubicBezTo>
                    <a:pt x="260875" y="144006"/>
                    <a:pt x="260292" y="144443"/>
                    <a:pt x="259709" y="144905"/>
                  </a:cubicBezTo>
                  <a:cubicBezTo>
                    <a:pt x="258495" y="145755"/>
                    <a:pt x="257280" y="146678"/>
                    <a:pt x="256017" y="147431"/>
                  </a:cubicBezTo>
                  <a:lnTo>
                    <a:pt x="255094" y="148014"/>
                  </a:lnTo>
                  <a:lnTo>
                    <a:pt x="254632" y="148330"/>
                  </a:lnTo>
                  <a:lnTo>
                    <a:pt x="254195" y="148621"/>
                  </a:lnTo>
                  <a:lnTo>
                    <a:pt x="252276" y="149715"/>
                  </a:lnTo>
                  <a:cubicBezTo>
                    <a:pt x="251644" y="150079"/>
                    <a:pt x="250988" y="150395"/>
                    <a:pt x="250357" y="150735"/>
                  </a:cubicBezTo>
                  <a:lnTo>
                    <a:pt x="249385" y="151245"/>
                  </a:lnTo>
                  <a:lnTo>
                    <a:pt x="248389" y="151707"/>
                  </a:lnTo>
                  <a:cubicBezTo>
                    <a:pt x="243166" y="154160"/>
                    <a:pt x="237749" y="156103"/>
                    <a:pt x="232162" y="157561"/>
                  </a:cubicBezTo>
                  <a:cubicBezTo>
                    <a:pt x="229417" y="158290"/>
                    <a:pt x="226672" y="158921"/>
                    <a:pt x="223902" y="159480"/>
                  </a:cubicBezTo>
                  <a:cubicBezTo>
                    <a:pt x="221133" y="160039"/>
                    <a:pt x="218364" y="160525"/>
                    <a:pt x="215619" y="160962"/>
                  </a:cubicBezTo>
                  <a:lnTo>
                    <a:pt x="213554" y="161278"/>
                  </a:lnTo>
                  <a:cubicBezTo>
                    <a:pt x="212849" y="161399"/>
                    <a:pt x="212169" y="161496"/>
                    <a:pt x="211465" y="161569"/>
                  </a:cubicBezTo>
                  <a:lnTo>
                    <a:pt x="207335" y="162128"/>
                  </a:lnTo>
                  <a:lnTo>
                    <a:pt x="203181" y="162662"/>
                  </a:lnTo>
                  <a:cubicBezTo>
                    <a:pt x="201796" y="162808"/>
                    <a:pt x="200412" y="162954"/>
                    <a:pt x="199027" y="163100"/>
                  </a:cubicBezTo>
                  <a:cubicBezTo>
                    <a:pt x="196234" y="163367"/>
                    <a:pt x="193464" y="163707"/>
                    <a:pt x="190646" y="163853"/>
                  </a:cubicBezTo>
                  <a:lnTo>
                    <a:pt x="186444" y="164168"/>
                  </a:lnTo>
                  <a:cubicBezTo>
                    <a:pt x="185059" y="164266"/>
                    <a:pt x="183650" y="164387"/>
                    <a:pt x="182241" y="164436"/>
                  </a:cubicBezTo>
                  <a:cubicBezTo>
                    <a:pt x="182897" y="164217"/>
                    <a:pt x="184816" y="163901"/>
                    <a:pt x="181561" y="163901"/>
                  </a:cubicBezTo>
                  <a:lnTo>
                    <a:pt x="183699" y="163804"/>
                  </a:lnTo>
                  <a:lnTo>
                    <a:pt x="185812" y="163610"/>
                  </a:lnTo>
                  <a:lnTo>
                    <a:pt x="190063" y="163270"/>
                  </a:lnTo>
                  <a:lnTo>
                    <a:pt x="192201" y="163075"/>
                  </a:lnTo>
                  <a:lnTo>
                    <a:pt x="193246" y="163002"/>
                  </a:lnTo>
                  <a:lnTo>
                    <a:pt x="194314" y="162881"/>
                  </a:lnTo>
                  <a:lnTo>
                    <a:pt x="198541" y="162419"/>
                  </a:lnTo>
                  <a:lnTo>
                    <a:pt x="202768" y="161958"/>
                  </a:lnTo>
                  <a:lnTo>
                    <a:pt x="206971" y="161375"/>
                  </a:lnTo>
                  <a:cubicBezTo>
                    <a:pt x="209764" y="160986"/>
                    <a:pt x="212558" y="160597"/>
                    <a:pt x="215352" y="160160"/>
                  </a:cubicBezTo>
                  <a:cubicBezTo>
                    <a:pt x="218145" y="159699"/>
                    <a:pt x="220939" y="159213"/>
                    <a:pt x="223732" y="158630"/>
                  </a:cubicBezTo>
                  <a:cubicBezTo>
                    <a:pt x="226526" y="158047"/>
                    <a:pt x="229320" y="157415"/>
                    <a:pt x="232089" y="156662"/>
                  </a:cubicBezTo>
                  <a:cubicBezTo>
                    <a:pt x="234858" y="155909"/>
                    <a:pt x="237603" y="155059"/>
                    <a:pt x="240324" y="154087"/>
                  </a:cubicBezTo>
                  <a:cubicBezTo>
                    <a:pt x="241028" y="153844"/>
                    <a:pt x="241684" y="153553"/>
                    <a:pt x="242365" y="153310"/>
                  </a:cubicBezTo>
                  <a:lnTo>
                    <a:pt x="243385" y="152921"/>
                  </a:lnTo>
                  <a:cubicBezTo>
                    <a:pt x="243725" y="152775"/>
                    <a:pt x="244065" y="152630"/>
                    <a:pt x="244381" y="152484"/>
                  </a:cubicBezTo>
                  <a:cubicBezTo>
                    <a:pt x="245061" y="152217"/>
                    <a:pt x="245717" y="151925"/>
                    <a:pt x="246397" y="151634"/>
                  </a:cubicBezTo>
                  <a:lnTo>
                    <a:pt x="248389" y="150711"/>
                  </a:lnTo>
                  <a:cubicBezTo>
                    <a:pt x="249045" y="150395"/>
                    <a:pt x="249677" y="150055"/>
                    <a:pt x="250332" y="149715"/>
                  </a:cubicBezTo>
                  <a:cubicBezTo>
                    <a:pt x="250988" y="149374"/>
                    <a:pt x="251644" y="149034"/>
                    <a:pt x="252276" y="148670"/>
                  </a:cubicBezTo>
                  <a:lnTo>
                    <a:pt x="254195" y="147553"/>
                  </a:lnTo>
                  <a:lnTo>
                    <a:pt x="256041" y="146387"/>
                  </a:lnTo>
                  <a:cubicBezTo>
                    <a:pt x="258543" y="144759"/>
                    <a:pt x="260924" y="142937"/>
                    <a:pt x="263134" y="140945"/>
                  </a:cubicBezTo>
                  <a:lnTo>
                    <a:pt x="263960" y="140192"/>
                  </a:lnTo>
                  <a:lnTo>
                    <a:pt x="264762" y="139415"/>
                  </a:lnTo>
                  <a:cubicBezTo>
                    <a:pt x="265272" y="138905"/>
                    <a:pt x="265831" y="138394"/>
                    <a:pt x="266341" y="137836"/>
                  </a:cubicBezTo>
                  <a:lnTo>
                    <a:pt x="267847" y="136208"/>
                  </a:lnTo>
                  <a:lnTo>
                    <a:pt x="268212" y="135795"/>
                  </a:lnTo>
                  <a:lnTo>
                    <a:pt x="268552" y="135358"/>
                  </a:lnTo>
                  <a:lnTo>
                    <a:pt x="269256" y="134508"/>
                  </a:lnTo>
                  <a:cubicBezTo>
                    <a:pt x="270228" y="133390"/>
                    <a:pt x="271078" y="132176"/>
                    <a:pt x="271953" y="130985"/>
                  </a:cubicBezTo>
                  <a:cubicBezTo>
                    <a:pt x="272778" y="129771"/>
                    <a:pt x="273629" y="128556"/>
                    <a:pt x="274382" y="127293"/>
                  </a:cubicBezTo>
                  <a:lnTo>
                    <a:pt x="274916" y="126346"/>
                  </a:lnTo>
                  <a:lnTo>
                    <a:pt x="275208" y="125860"/>
                  </a:lnTo>
                  <a:lnTo>
                    <a:pt x="275451" y="125374"/>
                  </a:lnTo>
                  <a:lnTo>
                    <a:pt x="276519" y="123455"/>
                  </a:lnTo>
                  <a:cubicBezTo>
                    <a:pt x="276860" y="122799"/>
                    <a:pt x="277151" y="122119"/>
                    <a:pt x="277491" y="121463"/>
                  </a:cubicBezTo>
                  <a:lnTo>
                    <a:pt x="277953" y="120467"/>
                  </a:lnTo>
                  <a:lnTo>
                    <a:pt x="278390" y="119471"/>
                  </a:lnTo>
                  <a:cubicBezTo>
                    <a:pt x="279556" y="116774"/>
                    <a:pt x="280552" y="114005"/>
                    <a:pt x="281378" y="111187"/>
                  </a:cubicBezTo>
                  <a:lnTo>
                    <a:pt x="281961" y="109074"/>
                  </a:lnTo>
                  <a:cubicBezTo>
                    <a:pt x="282131" y="108369"/>
                    <a:pt x="282277" y="107641"/>
                    <a:pt x="282447" y="106936"/>
                  </a:cubicBezTo>
                  <a:lnTo>
                    <a:pt x="282690" y="105867"/>
                  </a:lnTo>
                  <a:lnTo>
                    <a:pt x="282884" y="104774"/>
                  </a:lnTo>
                  <a:cubicBezTo>
                    <a:pt x="283006" y="104045"/>
                    <a:pt x="283151" y="103341"/>
                    <a:pt x="283248" y="102612"/>
                  </a:cubicBezTo>
                  <a:cubicBezTo>
                    <a:pt x="283686" y="99697"/>
                    <a:pt x="283929" y="96758"/>
                    <a:pt x="283977" y="93818"/>
                  </a:cubicBezTo>
                  <a:cubicBezTo>
                    <a:pt x="284026" y="90879"/>
                    <a:pt x="283856" y="87915"/>
                    <a:pt x="283491" y="85000"/>
                  </a:cubicBezTo>
                  <a:cubicBezTo>
                    <a:pt x="283394" y="84247"/>
                    <a:pt x="283273" y="83518"/>
                    <a:pt x="283151" y="82790"/>
                  </a:cubicBezTo>
                  <a:lnTo>
                    <a:pt x="282981" y="81697"/>
                  </a:lnTo>
                  <a:lnTo>
                    <a:pt x="282763" y="80603"/>
                  </a:lnTo>
                  <a:cubicBezTo>
                    <a:pt x="282593" y="79875"/>
                    <a:pt x="282471" y="79146"/>
                    <a:pt x="282277" y="78417"/>
                  </a:cubicBezTo>
                  <a:lnTo>
                    <a:pt x="281694" y="76255"/>
                  </a:lnTo>
                  <a:cubicBezTo>
                    <a:pt x="281621" y="75891"/>
                    <a:pt x="281499" y="75551"/>
                    <a:pt x="281378" y="75186"/>
                  </a:cubicBezTo>
                  <a:lnTo>
                    <a:pt x="281038" y="74117"/>
                  </a:lnTo>
                  <a:lnTo>
                    <a:pt x="280698" y="73049"/>
                  </a:lnTo>
                  <a:cubicBezTo>
                    <a:pt x="280576" y="72708"/>
                    <a:pt x="280431" y="72344"/>
                    <a:pt x="280285" y="72004"/>
                  </a:cubicBezTo>
                  <a:cubicBezTo>
                    <a:pt x="280018" y="71324"/>
                    <a:pt x="279750" y="70595"/>
                    <a:pt x="279483" y="69915"/>
                  </a:cubicBezTo>
                  <a:lnTo>
                    <a:pt x="278536" y="67874"/>
                  </a:lnTo>
                  <a:cubicBezTo>
                    <a:pt x="278244" y="67170"/>
                    <a:pt x="277880" y="66514"/>
                    <a:pt x="277515" y="65858"/>
                  </a:cubicBezTo>
                  <a:cubicBezTo>
                    <a:pt x="277175" y="65178"/>
                    <a:pt x="276835" y="64498"/>
                    <a:pt x="276447" y="63866"/>
                  </a:cubicBezTo>
                  <a:lnTo>
                    <a:pt x="275256" y="61923"/>
                  </a:lnTo>
                  <a:cubicBezTo>
                    <a:pt x="274843" y="61291"/>
                    <a:pt x="274406" y="60684"/>
                    <a:pt x="273993" y="60052"/>
                  </a:cubicBezTo>
                  <a:cubicBezTo>
                    <a:pt x="273774" y="59736"/>
                    <a:pt x="273556" y="59445"/>
                    <a:pt x="273337" y="59129"/>
                  </a:cubicBezTo>
                  <a:lnTo>
                    <a:pt x="272657" y="58255"/>
                  </a:lnTo>
                  <a:cubicBezTo>
                    <a:pt x="272171" y="57672"/>
                    <a:pt x="271758" y="57064"/>
                    <a:pt x="271272" y="56506"/>
                  </a:cubicBezTo>
                  <a:lnTo>
                    <a:pt x="269815" y="54805"/>
                  </a:lnTo>
                  <a:cubicBezTo>
                    <a:pt x="269572" y="54514"/>
                    <a:pt x="269329" y="54246"/>
                    <a:pt x="269062" y="53979"/>
                  </a:cubicBezTo>
                  <a:lnTo>
                    <a:pt x="268309" y="53178"/>
                  </a:lnTo>
                  <a:cubicBezTo>
                    <a:pt x="267313" y="52084"/>
                    <a:pt x="266244" y="51113"/>
                    <a:pt x="265199" y="50068"/>
                  </a:cubicBezTo>
                  <a:cubicBezTo>
                    <a:pt x="264106" y="49096"/>
                    <a:pt x="263037" y="48100"/>
                    <a:pt x="261920" y="47202"/>
                  </a:cubicBezTo>
                  <a:cubicBezTo>
                    <a:pt x="257474" y="43461"/>
                    <a:pt x="252762" y="40230"/>
                    <a:pt x="248049" y="37193"/>
                  </a:cubicBezTo>
                  <a:cubicBezTo>
                    <a:pt x="245693" y="35687"/>
                    <a:pt x="243361" y="34230"/>
                    <a:pt x="241004" y="32772"/>
                  </a:cubicBezTo>
                  <a:lnTo>
                    <a:pt x="237506" y="30610"/>
                  </a:lnTo>
                  <a:lnTo>
                    <a:pt x="236656" y="30076"/>
                  </a:lnTo>
                  <a:lnTo>
                    <a:pt x="236219" y="29784"/>
                  </a:lnTo>
                  <a:lnTo>
                    <a:pt x="235806" y="29541"/>
                  </a:lnTo>
                  <a:lnTo>
                    <a:pt x="234178" y="28472"/>
                  </a:lnTo>
                  <a:cubicBezTo>
                    <a:pt x="229878" y="25557"/>
                    <a:pt x="225627" y="22156"/>
                    <a:pt x="221206" y="18731"/>
                  </a:cubicBezTo>
                  <a:cubicBezTo>
                    <a:pt x="218971" y="17031"/>
                    <a:pt x="216712" y="15306"/>
                    <a:pt x="214331" y="13630"/>
                  </a:cubicBezTo>
                  <a:cubicBezTo>
                    <a:pt x="213190" y="12804"/>
                    <a:pt x="211951" y="12002"/>
                    <a:pt x="210736" y="11176"/>
                  </a:cubicBezTo>
                  <a:cubicBezTo>
                    <a:pt x="209473" y="10399"/>
                    <a:pt x="208210" y="9622"/>
                    <a:pt x="206898" y="8844"/>
                  </a:cubicBezTo>
                  <a:cubicBezTo>
                    <a:pt x="205610" y="8067"/>
                    <a:pt x="204226" y="7387"/>
                    <a:pt x="202865" y="6707"/>
                  </a:cubicBezTo>
                  <a:cubicBezTo>
                    <a:pt x="201456" y="6051"/>
                    <a:pt x="200072" y="5395"/>
                    <a:pt x="198541" y="4885"/>
                  </a:cubicBezTo>
                  <a:lnTo>
                    <a:pt x="197424" y="4472"/>
                  </a:lnTo>
                  <a:cubicBezTo>
                    <a:pt x="197059" y="4326"/>
                    <a:pt x="196695" y="4229"/>
                    <a:pt x="196306" y="4132"/>
                  </a:cubicBezTo>
                  <a:lnTo>
                    <a:pt x="194047" y="3476"/>
                  </a:lnTo>
                  <a:cubicBezTo>
                    <a:pt x="193318" y="3257"/>
                    <a:pt x="192541" y="3111"/>
                    <a:pt x="191812" y="2941"/>
                  </a:cubicBezTo>
                  <a:cubicBezTo>
                    <a:pt x="191059" y="2796"/>
                    <a:pt x="190306" y="2601"/>
                    <a:pt x="189553" y="2504"/>
                  </a:cubicBezTo>
                  <a:lnTo>
                    <a:pt x="189747" y="1435"/>
                  </a:lnTo>
                  <a:lnTo>
                    <a:pt x="188144" y="1168"/>
                  </a:lnTo>
                  <a:cubicBezTo>
                    <a:pt x="187610" y="1071"/>
                    <a:pt x="187051" y="949"/>
                    <a:pt x="186541" y="901"/>
                  </a:cubicBezTo>
                  <a:lnTo>
                    <a:pt x="183334" y="512"/>
                  </a:lnTo>
                  <a:lnTo>
                    <a:pt x="180152" y="245"/>
                  </a:lnTo>
                  <a:cubicBezTo>
                    <a:pt x="179107" y="172"/>
                    <a:pt x="178063" y="148"/>
                    <a:pt x="176994" y="99"/>
                  </a:cubicBezTo>
                  <a:cubicBezTo>
                    <a:pt x="175288" y="30"/>
                    <a:pt x="173586" y="1"/>
                    <a:pt x="171889" y="1"/>
                  </a:cubicBezTo>
                  <a:close/>
                </a:path>
              </a:pathLst>
            </a:custGeom>
            <a:solidFill>
              <a:srgbClr val="35C4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7" name="Google Shape;487;p49"/>
          <p:cNvGrpSpPr/>
          <p:nvPr/>
        </p:nvGrpSpPr>
        <p:grpSpPr>
          <a:xfrm rot="-6299748">
            <a:off x="5924141" y="-905423"/>
            <a:ext cx="4860831" cy="3522944"/>
            <a:chOff x="879525" y="238350"/>
            <a:chExt cx="5929900" cy="5134125"/>
          </a:xfrm>
        </p:grpSpPr>
        <p:sp>
          <p:nvSpPr>
            <p:cNvPr id="488" name="Google Shape;488;p49"/>
            <p:cNvSpPr/>
            <p:nvPr/>
          </p:nvSpPr>
          <p:spPr>
            <a:xfrm>
              <a:off x="879525" y="350950"/>
              <a:ext cx="5929900" cy="4895750"/>
            </a:xfrm>
            <a:custGeom>
              <a:rect b="b" l="l" r="r" t="t"/>
              <a:pathLst>
                <a:path extrusionOk="0" h="195830" w="237196">
                  <a:moveTo>
                    <a:pt x="182493" y="0"/>
                  </a:moveTo>
                  <a:cubicBezTo>
                    <a:pt x="160794" y="0"/>
                    <a:pt x="136857" y="13684"/>
                    <a:pt x="125770" y="46667"/>
                  </a:cubicBezTo>
                  <a:cubicBezTo>
                    <a:pt x="112501" y="86475"/>
                    <a:pt x="99703" y="101135"/>
                    <a:pt x="82683" y="101135"/>
                  </a:cubicBezTo>
                  <a:cubicBezTo>
                    <a:pt x="77764" y="101135"/>
                    <a:pt x="72494" y="99911"/>
                    <a:pt x="66757" y="97716"/>
                  </a:cubicBezTo>
                  <a:cubicBezTo>
                    <a:pt x="59909" y="95081"/>
                    <a:pt x="53433" y="93896"/>
                    <a:pt x="47460" y="93896"/>
                  </a:cubicBezTo>
                  <a:cubicBezTo>
                    <a:pt x="17332" y="93896"/>
                    <a:pt x="1" y="124030"/>
                    <a:pt x="12313" y="150071"/>
                  </a:cubicBezTo>
                  <a:cubicBezTo>
                    <a:pt x="19223" y="164795"/>
                    <a:pt x="29540" y="168076"/>
                    <a:pt x="41648" y="168076"/>
                  </a:cubicBezTo>
                  <a:cubicBezTo>
                    <a:pt x="51382" y="168076"/>
                    <a:pt x="62272" y="165955"/>
                    <a:pt x="73479" y="165955"/>
                  </a:cubicBezTo>
                  <a:cubicBezTo>
                    <a:pt x="86528" y="165955"/>
                    <a:pt x="100005" y="168830"/>
                    <a:pt x="112584" y="181275"/>
                  </a:cubicBezTo>
                  <a:cubicBezTo>
                    <a:pt x="123109" y="191650"/>
                    <a:pt x="135906" y="195830"/>
                    <a:pt x="148277" y="195830"/>
                  </a:cubicBezTo>
                  <a:cubicBezTo>
                    <a:pt x="168129" y="195830"/>
                    <a:pt x="186885" y="185066"/>
                    <a:pt x="193400" y="171875"/>
                  </a:cubicBezTo>
                  <a:cubicBezTo>
                    <a:pt x="213115" y="132315"/>
                    <a:pt x="187003" y="136231"/>
                    <a:pt x="220818" y="61420"/>
                  </a:cubicBezTo>
                  <a:cubicBezTo>
                    <a:pt x="237196" y="25134"/>
                    <a:pt x="211900" y="0"/>
                    <a:pt x="182493" y="0"/>
                  </a:cubicBezTo>
                  <a:close/>
                </a:path>
              </a:pathLst>
            </a:custGeom>
            <a:solidFill>
              <a:srgbClr val="5EA4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49"/>
            <p:cNvSpPr/>
            <p:nvPr/>
          </p:nvSpPr>
          <p:spPr>
            <a:xfrm>
              <a:off x="945800" y="238350"/>
              <a:ext cx="5695725" cy="5134125"/>
            </a:xfrm>
            <a:custGeom>
              <a:rect b="b" l="l" r="r" t="t"/>
              <a:pathLst>
                <a:path extrusionOk="0" h="205365" w="227829">
                  <a:moveTo>
                    <a:pt x="206027" y="18003"/>
                  </a:moveTo>
                  <a:lnTo>
                    <a:pt x="206027" y="18003"/>
                  </a:lnTo>
                  <a:cubicBezTo>
                    <a:pt x="208273" y="19839"/>
                    <a:pt x="210274" y="21959"/>
                    <a:pt x="212031" y="24275"/>
                  </a:cubicBezTo>
                  <a:lnTo>
                    <a:pt x="210464" y="22056"/>
                  </a:lnTo>
                  <a:lnTo>
                    <a:pt x="208506" y="20097"/>
                  </a:lnTo>
                  <a:cubicBezTo>
                    <a:pt x="207853" y="19445"/>
                    <a:pt x="207070" y="18922"/>
                    <a:pt x="206417" y="18270"/>
                  </a:cubicBezTo>
                  <a:cubicBezTo>
                    <a:pt x="206283" y="18181"/>
                    <a:pt x="206154" y="18092"/>
                    <a:pt x="206027" y="18003"/>
                  </a:cubicBezTo>
                  <a:close/>
                  <a:moveTo>
                    <a:pt x="180437" y="1544"/>
                  </a:moveTo>
                  <a:cubicBezTo>
                    <a:pt x="180872" y="1544"/>
                    <a:pt x="181307" y="1548"/>
                    <a:pt x="181741" y="1558"/>
                  </a:cubicBezTo>
                  <a:cubicBezTo>
                    <a:pt x="188008" y="1819"/>
                    <a:pt x="194144" y="3255"/>
                    <a:pt x="199889" y="5605"/>
                  </a:cubicBezTo>
                  <a:cubicBezTo>
                    <a:pt x="205633" y="8086"/>
                    <a:pt x="210856" y="11611"/>
                    <a:pt x="215164" y="16181"/>
                  </a:cubicBezTo>
                  <a:cubicBezTo>
                    <a:pt x="219473" y="20881"/>
                    <a:pt x="222606" y="26495"/>
                    <a:pt x="224304" y="32501"/>
                  </a:cubicBezTo>
                  <a:cubicBezTo>
                    <a:pt x="224695" y="33806"/>
                    <a:pt x="224956" y="34981"/>
                    <a:pt x="225087" y="36287"/>
                  </a:cubicBezTo>
                  <a:cubicBezTo>
                    <a:pt x="225146" y="36584"/>
                    <a:pt x="225199" y="36875"/>
                    <a:pt x="225247" y="37162"/>
                  </a:cubicBezTo>
                  <a:lnTo>
                    <a:pt x="225247" y="37162"/>
                  </a:lnTo>
                  <a:cubicBezTo>
                    <a:pt x="225195" y="36909"/>
                    <a:pt x="225141" y="36660"/>
                    <a:pt x="225087" y="36417"/>
                  </a:cubicBezTo>
                  <a:cubicBezTo>
                    <a:pt x="224956" y="35112"/>
                    <a:pt x="224695" y="33806"/>
                    <a:pt x="224304" y="32631"/>
                  </a:cubicBezTo>
                  <a:cubicBezTo>
                    <a:pt x="222606" y="26495"/>
                    <a:pt x="219342" y="20881"/>
                    <a:pt x="214903" y="16181"/>
                  </a:cubicBezTo>
                  <a:cubicBezTo>
                    <a:pt x="210595" y="11611"/>
                    <a:pt x="205242" y="8086"/>
                    <a:pt x="199366" y="5736"/>
                  </a:cubicBezTo>
                  <a:cubicBezTo>
                    <a:pt x="193028" y="3172"/>
                    <a:pt x="186263" y="1890"/>
                    <a:pt x="179494" y="1890"/>
                  </a:cubicBezTo>
                  <a:cubicBezTo>
                    <a:pt x="173853" y="1890"/>
                    <a:pt x="168210" y="2780"/>
                    <a:pt x="162810" y="4561"/>
                  </a:cubicBezTo>
                  <a:cubicBezTo>
                    <a:pt x="156934" y="6388"/>
                    <a:pt x="151320" y="9261"/>
                    <a:pt x="146228" y="12786"/>
                  </a:cubicBezTo>
                  <a:cubicBezTo>
                    <a:pt x="141398" y="16442"/>
                    <a:pt x="136959" y="20750"/>
                    <a:pt x="133172" y="25581"/>
                  </a:cubicBezTo>
                  <a:cubicBezTo>
                    <a:pt x="131644" y="27547"/>
                    <a:pt x="130115" y="29604"/>
                    <a:pt x="128739" y="31752"/>
                  </a:cubicBezTo>
                  <a:lnTo>
                    <a:pt x="128739" y="31752"/>
                  </a:lnTo>
                  <a:lnTo>
                    <a:pt x="129386" y="30673"/>
                  </a:lnTo>
                  <a:cubicBezTo>
                    <a:pt x="129778" y="30020"/>
                    <a:pt x="130300" y="29367"/>
                    <a:pt x="130692" y="28714"/>
                  </a:cubicBezTo>
                  <a:lnTo>
                    <a:pt x="133433" y="25059"/>
                  </a:lnTo>
                  <a:cubicBezTo>
                    <a:pt x="137350" y="20228"/>
                    <a:pt x="141789" y="15919"/>
                    <a:pt x="146751" y="12264"/>
                  </a:cubicBezTo>
                  <a:cubicBezTo>
                    <a:pt x="151842" y="8739"/>
                    <a:pt x="157457" y="5997"/>
                    <a:pt x="163462" y="4169"/>
                  </a:cubicBezTo>
                  <a:cubicBezTo>
                    <a:pt x="168922" y="2349"/>
                    <a:pt x="174720" y="1544"/>
                    <a:pt x="180437" y="1544"/>
                  </a:cubicBezTo>
                  <a:close/>
                  <a:moveTo>
                    <a:pt x="225608" y="40063"/>
                  </a:moveTo>
                  <a:cubicBezTo>
                    <a:pt x="225608" y="40067"/>
                    <a:pt x="225609" y="40070"/>
                    <a:pt x="225609" y="40073"/>
                  </a:cubicBezTo>
                  <a:lnTo>
                    <a:pt x="225740" y="43859"/>
                  </a:lnTo>
                  <a:lnTo>
                    <a:pt x="225735" y="43990"/>
                  </a:lnTo>
                  <a:lnTo>
                    <a:pt x="225609" y="40204"/>
                  </a:lnTo>
                  <a:cubicBezTo>
                    <a:pt x="225609" y="40157"/>
                    <a:pt x="225609" y="40110"/>
                    <a:pt x="225608" y="40063"/>
                  </a:cubicBezTo>
                  <a:close/>
                  <a:moveTo>
                    <a:pt x="127845" y="33228"/>
                  </a:moveTo>
                  <a:cubicBezTo>
                    <a:pt x="127202" y="34465"/>
                    <a:pt x="126349" y="35702"/>
                    <a:pt x="125730" y="36940"/>
                  </a:cubicBezTo>
                  <a:lnTo>
                    <a:pt x="123772" y="40987"/>
                  </a:lnTo>
                  <a:lnTo>
                    <a:pt x="122728" y="43076"/>
                  </a:lnTo>
                  <a:lnTo>
                    <a:pt x="121944" y="45165"/>
                  </a:lnTo>
                  <a:lnTo>
                    <a:pt x="120671" y="48298"/>
                  </a:lnTo>
                  <a:lnTo>
                    <a:pt x="121944" y="44904"/>
                  </a:lnTo>
                  <a:cubicBezTo>
                    <a:pt x="122205" y="44121"/>
                    <a:pt x="122466" y="43468"/>
                    <a:pt x="122858" y="42684"/>
                  </a:cubicBezTo>
                  <a:lnTo>
                    <a:pt x="123772" y="40726"/>
                  </a:lnTo>
                  <a:lnTo>
                    <a:pt x="125861" y="36548"/>
                  </a:lnTo>
                  <a:cubicBezTo>
                    <a:pt x="126414" y="35441"/>
                    <a:pt x="127155" y="34334"/>
                    <a:pt x="127845" y="33228"/>
                  </a:cubicBezTo>
                  <a:close/>
                  <a:moveTo>
                    <a:pt x="225723" y="44365"/>
                  </a:moveTo>
                  <a:lnTo>
                    <a:pt x="225609" y="47776"/>
                  </a:lnTo>
                  <a:cubicBezTo>
                    <a:pt x="225479" y="48951"/>
                    <a:pt x="225348" y="50257"/>
                    <a:pt x="225087" y="51432"/>
                  </a:cubicBezTo>
                  <a:cubicBezTo>
                    <a:pt x="224826" y="52738"/>
                    <a:pt x="224695" y="54043"/>
                    <a:pt x="224304" y="55218"/>
                  </a:cubicBezTo>
                  <a:cubicBezTo>
                    <a:pt x="224565" y="54043"/>
                    <a:pt x="224826" y="52868"/>
                    <a:pt x="224956" y="51562"/>
                  </a:cubicBezTo>
                  <a:lnTo>
                    <a:pt x="225348" y="49735"/>
                  </a:lnTo>
                  <a:cubicBezTo>
                    <a:pt x="225479" y="49082"/>
                    <a:pt x="225479" y="48429"/>
                    <a:pt x="225479" y="47907"/>
                  </a:cubicBezTo>
                  <a:lnTo>
                    <a:pt x="225723" y="44365"/>
                  </a:lnTo>
                  <a:close/>
                  <a:moveTo>
                    <a:pt x="118815" y="53361"/>
                  </a:moveTo>
                  <a:lnTo>
                    <a:pt x="118815" y="53361"/>
                  </a:lnTo>
                  <a:cubicBezTo>
                    <a:pt x="118357" y="54687"/>
                    <a:pt x="117899" y="55997"/>
                    <a:pt x="117375" y="57307"/>
                  </a:cubicBezTo>
                  <a:lnTo>
                    <a:pt x="118815" y="53361"/>
                  </a:lnTo>
                  <a:close/>
                  <a:moveTo>
                    <a:pt x="178999" y="7417"/>
                  </a:moveTo>
                  <a:cubicBezTo>
                    <a:pt x="181891" y="7417"/>
                    <a:pt x="184798" y="7683"/>
                    <a:pt x="187616" y="8216"/>
                  </a:cubicBezTo>
                  <a:cubicBezTo>
                    <a:pt x="194405" y="9261"/>
                    <a:pt x="200803" y="11872"/>
                    <a:pt x="206286" y="16050"/>
                  </a:cubicBezTo>
                  <a:cubicBezTo>
                    <a:pt x="211509" y="19967"/>
                    <a:pt x="215556" y="25320"/>
                    <a:pt x="217906" y="31456"/>
                  </a:cubicBezTo>
                  <a:cubicBezTo>
                    <a:pt x="218522" y="33158"/>
                    <a:pt x="218997" y="34900"/>
                    <a:pt x="219339" y="36666"/>
                  </a:cubicBezTo>
                  <a:lnTo>
                    <a:pt x="219339" y="36666"/>
                  </a:lnTo>
                  <a:cubicBezTo>
                    <a:pt x="218667" y="33287"/>
                    <a:pt x="217483" y="30031"/>
                    <a:pt x="215817" y="27017"/>
                  </a:cubicBezTo>
                  <a:cubicBezTo>
                    <a:pt x="212945" y="22056"/>
                    <a:pt x="208897" y="17747"/>
                    <a:pt x="204067" y="14744"/>
                  </a:cubicBezTo>
                  <a:cubicBezTo>
                    <a:pt x="196724" y="10010"/>
                    <a:pt x="188167" y="7564"/>
                    <a:pt x="179558" y="7564"/>
                  </a:cubicBezTo>
                  <a:cubicBezTo>
                    <a:pt x="176532" y="7564"/>
                    <a:pt x="173500" y="7866"/>
                    <a:pt x="170513" y="8477"/>
                  </a:cubicBezTo>
                  <a:cubicBezTo>
                    <a:pt x="164637" y="9522"/>
                    <a:pt x="159023" y="11741"/>
                    <a:pt x="153931" y="14744"/>
                  </a:cubicBezTo>
                  <a:cubicBezTo>
                    <a:pt x="148840" y="17747"/>
                    <a:pt x="144270" y="21664"/>
                    <a:pt x="140484" y="26234"/>
                  </a:cubicBezTo>
                  <a:lnTo>
                    <a:pt x="139048" y="27800"/>
                  </a:lnTo>
                  <a:cubicBezTo>
                    <a:pt x="138525" y="28323"/>
                    <a:pt x="138003" y="28975"/>
                    <a:pt x="137611" y="29628"/>
                  </a:cubicBezTo>
                  <a:lnTo>
                    <a:pt x="135000" y="33284"/>
                  </a:lnTo>
                  <a:cubicBezTo>
                    <a:pt x="134086" y="34459"/>
                    <a:pt x="133433" y="35765"/>
                    <a:pt x="132650" y="37070"/>
                  </a:cubicBezTo>
                  <a:lnTo>
                    <a:pt x="131475" y="39029"/>
                  </a:lnTo>
                  <a:cubicBezTo>
                    <a:pt x="131083" y="39681"/>
                    <a:pt x="130822" y="40334"/>
                    <a:pt x="130431" y="41118"/>
                  </a:cubicBezTo>
                  <a:lnTo>
                    <a:pt x="128603" y="45165"/>
                  </a:lnTo>
                  <a:cubicBezTo>
                    <a:pt x="127950" y="46471"/>
                    <a:pt x="127428" y="47907"/>
                    <a:pt x="126905" y="49343"/>
                  </a:cubicBezTo>
                  <a:cubicBezTo>
                    <a:pt x="125861" y="52085"/>
                    <a:pt x="124816" y="55088"/>
                    <a:pt x="123772" y="58091"/>
                  </a:cubicBezTo>
                  <a:cubicBezTo>
                    <a:pt x="121552" y="63966"/>
                    <a:pt x="119333" y="69841"/>
                    <a:pt x="116722" y="75455"/>
                  </a:cubicBezTo>
                  <a:cubicBezTo>
                    <a:pt x="114111" y="81200"/>
                    <a:pt x="110977" y="86814"/>
                    <a:pt x="107321" y="92036"/>
                  </a:cubicBezTo>
                  <a:cubicBezTo>
                    <a:pt x="113327" y="82897"/>
                    <a:pt x="118288" y="73105"/>
                    <a:pt x="121814" y="62791"/>
                  </a:cubicBezTo>
                  <a:cubicBezTo>
                    <a:pt x="123903" y="57699"/>
                    <a:pt x="125469" y="52215"/>
                    <a:pt x="127428" y="47385"/>
                  </a:cubicBezTo>
                  <a:lnTo>
                    <a:pt x="128211" y="45426"/>
                  </a:lnTo>
                  <a:cubicBezTo>
                    <a:pt x="128472" y="44773"/>
                    <a:pt x="128733" y="44251"/>
                    <a:pt x="128994" y="43598"/>
                  </a:cubicBezTo>
                  <a:lnTo>
                    <a:pt x="130692" y="39943"/>
                  </a:lnTo>
                  <a:cubicBezTo>
                    <a:pt x="131345" y="38768"/>
                    <a:pt x="131997" y="37592"/>
                    <a:pt x="132650" y="36417"/>
                  </a:cubicBezTo>
                  <a:cubicBezTo>
                    <a:pt x="133303" y="35242"/>
                    <a:pt x="133956" y="34067"/>
                    <a:pt x="134739" y="33023"/>
                  </a:cubicBezTo>
                  <a:cubicBezTo>
                    <a:pt x="136175" y="30803"/>
                    <a:pt x="137873" y="28584"/>
                    <a:pt x="139570" y="26625"/>
                  </a:cubicBezTo>
                  <a:cubicBezTo>
                    <a:pt x="140484" y="25711"/>
                    <a:pt x="141267" y="24536"/>
                    <a:pt x="142312" y="23622"/>
                  </a:cubicBezTo>
                  <a:lnTo>
                    <a:pt x="145053" y="21011"/>
                  </a:lnTo>
                  <a:cubicBezTo>
                    <a:pt x="148970" y="17486"/>
                    <a:pt x="153409" y="14483"/>
                    <a:pt x="158109" y="12264"/>
                  </a:cubicBezTo>
                  <a:cubicBezTo>
                    <a:pt x="162810" y="10044"/>
                    <a:pt x="167771" y="8608"/>
                    <a:pt x="172863" y="7825"/>
                  </a:cubicBezTo>
                  <a:cubicBezTo>
                    <a:pt x="174876" y="7553"/>
                    <a:pt x="176934" y="7417"/>
                    <a:pt x="178999" y="7417"/>
                  </a:cubicBezTo>
                  <a:close/>
                  <a:moveTo>
                    <a:pt x="23240" y="110054"/>
                  </a:moveTo>
                  <a:lnTo>
                    <a:pt x="23240" y="110054"/>
                  </a:lnTo>
                  <a:cubicBezTo>
                    <a:pt x="23203" y="110129"/>
                    <a:pt x="23176" y="110194"/>
                    <a:pt x="23170" y="110238"/>
                  </a:cubicBezTo>
                  <a:lnTo>
                    <a:pt x="23170" y="110238"/>
                  </a:lnTo>
                  <a:cubicBezTo>
                    <a:pt x="23161" y="110214"/>
                    <a:pt x="23191" y="110152"/>
                    <a:pt x="23240" y="110054"/>
                  </a:cubicBezTo>
                  <a:close/>
                  <a:moveTo>
                    <a:pt x="179863" y="1"/>
                  </a:moveTo>
                  <a:cubicBezTo>
                    <a:pt x="174698" y="1"/>
                    <a:pt x="169541" y="694"/>
                    <a:pt x="164507" y="2080"/>
                  </a:cubicBezTo>
                  <a:cubicBezTo>
                    <a:pt x="155629" y="4561"/>
                    <a:pt x="147403" y="9000"/>
                    <a:pt x="140484" y="15136"/>
                  </a:cubicBezTo>
                  <a:cubicBezTo>
                    <a:pt x="133825" y="21272"/>
                    <a:pt x="128342" y="28453"/>
                    <a:pt x="124164" y="36548"/>
                  </a:cubicBezTo>
                  <a:cubicBezTo>
                    <a:pt x="123250" y="38506"/>
                    <a:pt x="122205" y="40595"/>
                    <a:pt x="121291" y="42554"/>
                  </a:cubicBezTo>
                  <a:lnTo>
                    <a:pt x="118941" y="48821"/>
                  </a:lnTo>
                  <a:cubicBezTo>
                    <a:pt x="117375" y="52738"/>
                    <a:pt x="116200" y="56524"/>
                    <a:pt x="114633" y="60441"/>
                  </a:cubicBezTo>
                  <a:cubicBezTo>
                    <a:pt x="111891" y="67752"/>
                    <a:pt x="108496" y="74933"/>
                    <a:pt x="104580" y="81853"/>
                  </a:cubicBezTo>
                  <a:cubicBezTo>
                    <a:pt x="101838" y="86553"/>
                    <a:pt x="98574" y="90861"/>
                    <a:pt x="94657" y="94517"/>
                  </a:cubicBezTo>
                  <a:cubicBezTo>
                    <a:pt x="91132" y="97781"/>
                    <a:pt x="86562" y="99739"/>
                    <a:pt x="81862" y="100131"/>
                  </a:cubicBezTo>
                  <a:cubicBezTo>
                    <a:pt x="81332" y="100158"/>
                    <a:pt x="80803" y="100171"/>
                    <a:pt x="80275" y="100171"/>
                  </a:cubicBezTo>
                  <a:cubicBezTo>
                    <a:pt x="75610" y="100171"/>
                    <a:pt x="71071" y="99149"/>
                    <a:pt x="66848" y="97389"/>
                  </a:cubicBezTo>
                  <a:lnTo>
                    <a:pt x="62409" y="95823"/>
                  </a:lnTo>
                  <a:cubicBezTo>
                    <a:pt x="60842" y="95431"/>
                    <a:pt x="59275" y="95039"/>
                    <a:pt x="57708" y="94517"/>
                  </a:cubicBezTo>
                  <a:cubicBezTo>
                    <a:pt x="54444" y="93734"/>
                    <a:pt x="51311" y="93342"/>
                    <a:pt x="48047" y="93081"/>
                  </a:cubicBezTo>
                  <a:cubicBezTo>
                    <a:pt x="46915" y="93037"/>
                    <a:pt x="45798" y="93008"/>
                    <a:pt x="44691" y="93008"/>
                  </a:cubicBezTo>
                  <a:cubicBezTo>
                    <a:pt x="42476" y="93008"/>
                    <a:pt x="40300" y="93124"/>
                    <a:pt x="38124" y="93472"/>
                  </a:cubicBezTo>
                  <a:cubicBezTo>
                    <a:pt x="34730" y="93995"/>
                    <a:pt x="31466" y="94778"/>
                    <a:pt x="28332" y="95953"/>
                  </a:cubicBezTo>
                  <a:cubicBezTo>
                    <a:pt x="25068" y="97259"/>
                    <a:pt x="22065" y="98825"/>
                    <a:pt x="19324" y="100653"/>
                  </a:cubicBezTo>
                  <a:cubicBezTo>
                    <a:pt x="16582" y="102612"/>
                    <a:pt x="13971" y="104831"/>
                    <a:pt x="11751" y="107442"/>
                  </a:cubicBezTo>
                  <a:cubicBezTo>
                    <a:pt x="7182" y="112404"/>
                    <a:pt x="3918" y="118410"/>
                    <a:pt x="2220" y="124938"/>
                  </a:cubicBezTo>
                  <a:cubicBezTo>
                    <a:pt x="392" y="131466"/>
                    <a:pt x="1" y="138255"/>
                    <a:pt x="1176" y="144783"/>
                  </a:cubicBezTo>
                  <a:cubicBezTo>
                    <a:pt x="1959" y="149353"/>
                    <a:pt x="3395" y="153792"/>
                    <a:pt x="5484" y="157839"/>
                  </a:cubicBezTo>
                  <a:cubicBezTo>
                    <a:pt x="7573" y="162147"/>
                    <a:pt x="10446" y="166064"/>
                    <a:pt x="13971" y="169328"/>
                  </a:cubicBezTo>
                  <a:cubicBezTo>
                    <a:pt x="17626" y="172723"/>
                    <a:pt x="22065" y="175073"/>
                    <a:pt x="27027" y="176248"/>
                  </a:cubicBezTo>
                  <a:cubicBezTo>
                    <a:pt x="31017" y="177187"/>
                    <a:pt x="35219" y="177704"/>
                    <a:pt x="39347" y="177704"/>
                  </a:cubicBezTo>
                  <a:cubicBezTo>
                    <a:pt x="39811" y="177704"/>
                    <a:pt x="40274" y="177697"/>
                    <a:pt x="40736" y="177684"/>
                  </a:cubicBezTo>
                  <a:cubicBezTo>
                    <a:pt x="49614" y="177423"/>
                    <a:pt x="57839" y="176117"/>
                    <a:pt x="65673" y="175726"/>
                  </a:cubicBezTo>
                  <a:cubicBezTo>
                    <a:pt x="67169" y="175626"/>
                    <a:pt x="68665" y="175583"/>
                    <a:pt x="70161" y="175583"/>
                  </a:cubicBezTo>
                  <a:cubicBezTo>
                    <a:pt x="72582" y="175583"/>
                    <a:pt x="75002" y="175695"/>
                    <a:pt x="77423" y="175856"/>
                  </a:cubicBezTo>
                  <a:cubicBezTo>
                    <a:pt x="81079" y="176248"/>
                    <a:pt x="84734" y="177031"/>
                    <a:pt x="88260" y="178206"/>
                  </a:cubicBezTo>
                  <a:cubicBezTo>
                    <a:pt x="95179" y="180426"/>
                    <a:pt x="101316" y="184343"/>
                    <a:pt x="106538" y="189565"/>
                  </a:cubicBezTo>
                  <a:cubicBezTo>
                    <a:pt x="112544" y="195571"/>
                    <a:pt x="119986" y="200141"/>
                    <a:pt x="128211" y="202752"/>
                  </a:cubicBezTo>
                  <a:cubicBezTo>
                    <a:pt x="133720" y="204526"/>
                    <a:pt x="139495" y="205365"/>
                    <a:pt x="145299" y="205365"/>
                  </a:cubicBezTo>
                  <a:cubicBezTo>
                    <a:pt x="147611" y="205365"/>
                    <a:pt x="149928" y="205232"/>
                    <a:pt x="152234" y="204971"/>
                  </a:cubicBezTo>
                  <a:cubicBezTo>
                    <a:pt x="159676" y="204188"/>
                    <a:pt x="166857" y="201968"/>
                    <a:pt x="173516" y="198443"/>
                  </a:cubicBezTo>
                  <a:cubicBezTo>
                    <a:pt x="178346" y="195963"/>
                    <a:pt x="182785" y="192829"/>
                    <a:pt x="186572" y="189043"/>
                  </a:cubicBezTo>
                  <a:cubicBezTo>
                    <a:pt x="189052" y="186562"/>
                    <a:pt x="191011" y="183821"/>
                    <a:pt x="192577" y="180818"/>
                  </a:cubicBezTo>
                  <a:cubicBezTo>
                    <a:pt x="192969" y="179904"/>
                    <a:pt x="193361" y="179120"/>
                    <a:pt x="193752" y="178206"/>
                  </a:cubicBezTo>
                  <a:cubicBezTo>
                    <a:pt x="193883" y="177815"/>
                    <a:pt x="193883" y="177293"/>
                    <a:pt x="194014" y="176901"/>
                  </a:cubicBezTo>
                  <a:cubicBezTo>
                    <a:pt x="193963" y="176700"/>
                    <a:pt x="193874" y="176595"/>
                    <a:pt x="193746" y="176595"/>
                  </a:cubicBezTo>
                  <a:cubicBezTo>
                    <a:pt x="193542" y="176595"/>
                    <a:pt x="193240" y="176861"/>
                    <a:pt x="192838" y="177423"/>
                  </a:cubicBezTo>
                  <a:cubicBezTo>
                    <a:pt x="189705" y="181732"/>
                    <a:pt x="186049" y="185387"/>
                    <a:pt x="181871" y="188521"/>
                  </a:cubicBezTo>
                  <a:cubicBezTo>
                    <a:pt x="173777" y="194265"/>
                    <a:pt x="164376" y="197921"/>
                    <a:pt x="154584" y="199227"/>
                  </a:cubicBezTo>
                  <a:lnTo>
                    <a:pt x="154454" y="198443"/>
                  </a:lnTo>
                  <a:cubicBezTo>
                    <a:pt x="159284" y="197660"/>
                    <a:pt x="163854" y="196354"/>
                    <a:pt x="168293" y="194396"/>
                  </a:cubicBezTo>
                  <a:cubicBezTo>
                    <a:pt x="170904" y="193221"/>
                    <a:pt x="173646" y="191785"/>
                    <a:pt x="175996" y="190087"/>
                  </a:cubicBezTo>
                  <a:cubicBezTo>
                    <a:pt x="177302" y="189174"/>
                    <a:pt x="178607" y="188260"/>
                    <a:pt x="179652" y="187085"/>
                  </a:cubicBezTo>
                  <a:cubicBezTo>
                    <a:pt x="180305" y="186432"/>
                    <a:pt x="180696" y="186040"/>
                    <a:pt x="180696" y="185779"/>
                  </a:cubicBezTo>
                  <a:cubicBezTo>
                    <a:pt x="180725" y="185581"/>
                    <a:pt x="180569" y="185518"/>
                    <a:pt x="180326" y="185518"/>
                  </a:cubicBezTo>
                  <a:cubicBezTo>
                    <a:pt x="179899" y="185518"/>
                    <a:pt x="179203" y="185713"/>
                    <a:pt x="178766" y="185713"/>
                  </a:cubicBezTo>
                  <a:cubicBezTo>
                    <a:pt x="178306" y="185713"/>
                    <a:pt x="178134" y="185496"/>
                    <a:pt x="178868" y="184604"/>
                  </a:cubicBezTo>
                  <a:lnTo>
                    <a:pt x="178868" y="184604"/>
                  </a:lnTo>
                  <a:cubicBezTo>
                    <a:pt x="170252" y="191524"/>
                    <a:pt x="159546" y="195571"/>
                    <a:pt x="148578" y="195963"/>
                  </a:cubicBezTo>
                  <a:cubicBezTo>
                    <a:pt x="147699" y="196016"/>
                    <a:pt x="146820" y="196042"/>
                    <a:pt x="145943" y="196042"/>
                  </a:cubicBezTo>
                  <a:cubicBezTo>
                    <a:pt x="136018" y="196042"/>
                    <a:pt x="126337" y="192670"/>
                    <a:pt x="118419" y="186432"/>
                  </a:cubicBezTo>
                  <a:cubicBezTo>
                    <a:pt x="117375" y="185648"/>
                    <a:pt x="116069" y="184604"/>
                    <a:pt x="114763" y="183298"/>
                  </a:cubicBezTo>
                  <a:lnTo>
                    <a:pt x="109802" y="178859"/>
                  </a:lnTo>
                  <a:cubicBezTo>
                    <a:pt x="106538" y="175987"/>
                    <a:pt x="102882" y="173637"/>
                    <a:pt x="99096" y="171678"/>
                  </a:cubicBezTo>
                  <a:cubicBezTo>
                    <a:pt x="94788" y="169459"/>
                    <a:pt x="90218" y="167892"/>
                    <a:pt x="85648" y="166978"/>
                  </a:cubicBezTo>
                  <a:cubicBezTo>
                    <a:pt x="81079" y="165934"/>
                    <a:pt x="76379" y="165542"/>
                    <a:pt x="71809" y="165542"/>
                  </a:cubicBezTo>
                  <a:cubicBezTo>
                    <a:pt x="71379" y="165536"/>
                    <a:pt x="70950" y="165533"/>
                    <a:pt x="70521" y="165533"/>
                  </a:cubicBezTo>
                  <a:cubicBezTo>
                    <a:pt x="61847" y="165533"/>
                    <a:pt x="53535" y="166748"/>
                    <a:pt x="45697" y="167370"/>
                  </a:cubicBezTo>
                  <a:cubicBezTo>
                    <a:pt x="43592" y="167504"/>
                    <a:pt x="41504" y="167594"/>
                    <a:pt x="39466" y="167594"/>
                  </a:cubicBezTo>
                  <a:cubicBezTo>
                    <a:pt x="33541" y="167594"/>
                    <a:pt x="28037" y="166826"/>
                    <a:pt x="23763" y="164106"/>
                  </a:cubicBezTo>
                  <a:cubicBezTo>
                    <a:pt x="20760" y="162147"/>
                    <a:pt x="18279" y="159536"/>
                    <a:pt x="16451" y="156533"/>
                  </a:cubicBezTo>
                  <a:cubicBezTo>
                    <a:pt x="14493" y="153400"/>
                    <a:pt x="12926" y="150005"/>
                    <a:pt x="12012" y="146350"/>
                  </a:cubicBezTo>
                  <a:cubicBezTo>
                    <a:pt x="9923" y="139169"/>
                    <a:pt x="10315" y="131466"/>
                    <a:pt x="12926" y="124546"/>
                  </a:cubicBezTo>
                  <a:cubicBezTo>
                    <a:pt x="15668" y="117626"/>
                    <a:pt x="20629" y="111751"/>
                    <a:pt x="27027" y="107965"/>
                  </a:cubicBezTo>
                  <a:cubicBezTo>
                    <a:pt x="32353" y="104812"/>
                    <a:pt x="38403" y="103199"/>
                    <a:pt x="44575" y="103199"/>
                  </a:cubicBezTo>
                  <a:cubicBezTo>
                    <a:pt x="45816" y="103199"/>
                    <a:pt x="47062" y="103264"/>
                    <a:pt x="48308" y="103395"/>
                  </a:cubicBezTo>
                  <a:cubicBezTo>
                    <a:pt x="52094" y="103656"/>
                    <a:pt x="55881" y="104440"/>
                    <a:pt x="59536" y="105615"/>
                  </a:cubicBezTo>
                  <a:lnTo>
                    <a:pt x="65412" y="107704"/>
                  </a:lnTo>
                  <a:cubicBezTo>
                    <a:pt x="67500" y="108487"/>
                    <a:pt x="69720" y="109140"/>
                    <a:pt x="71940" y="109531"/>
                  </a:cubicBezTo>
                  <a:cubicBezTo>
                    <a:pt x="74524" y="110106"/>
                    <a:pt x="77187" y="110404"/>
                    <a:pt x="79843" y="110404"/>
                  </a:cubicBezTo>
                  <a:cubicBezTo>
                    <a:pt x="82017" y="110404"/>
                    <a:pt x="84185" y="110204"/>
                    <a:pt x="86301" y="109793"/>
                  </a:cubicBezTo>
                  <a:cubicBezTo>
                    <a:pt x="88782" y="109270"/>
                    <a:pt x="91132" y="108487"/>
                    <a:pt x="93351" y="107442"/>
                  </a:cubicBezTo>
                  <a:cubicBezTo>
                    <a:pt x="95571" y="106398"/>
                    <a:pt x="97660" y="105092"/>
                    <a:pt x="99488" y="103526"/>
                  </a:cubicBezTo>
                  <a:cubicBezTo>
                    <a:pt x="103143" y="100523"/>
                    <a:pt x="106277" y="97128"/>
                    <a:pt x="108888" y="93342"/>
                  </a:cubicBezTo>
                  <a:cubicBezTo>
                    <a:pt x="111499" y="89817"/>
                    <a:pt x="113719" y="86031"/>
                    <a:pt x="115677" y="82114"/>
                  </a:cubicBezTo>
                  <a:cubicBezTo>
                    <a:pt x="119594" y="74411"/>
                    <a:pt x="122858" y="66446"/>
                    <a:pt x="125730" y="58352"/>
                  </a:cubicBezTo>
                  <a:lnTo>
                    <a:pt x="127819" y="52346"/>
                  </a:lnTo>
                  <a:lnTo>
                    <a:pt x="129908" y="46862"/>
                  </a:lnTo>
                  <a:cubicBezTo>
                    <a:pt x="131475" y="43207"/>
                    <a:pt x="133172" y="39681"/>
                    <a:pt x="135261" y="36287"/>
                  </a:cubicBezTo>
                  <a:cubicBezTo>
                    <a:pt x="139178" y="29628"/>
                    <a:pt x="144531" y="23753"/>
                    <a:pt x="150667" y="19183"/>
                  </a:cubicBezTo>
                  <a:cubicBezTo>
                    <a:pt x="156804" y="14483"/>
                    <a:pt x="163985" y="11480"/>
                    <a:pt x="171557" y="10175"/>
                  </a:cubicBezTo>
                  <a:lnTo>
                    <a:pt x="172993" y="9914"/>
                  </a:lnTo>
                  <a:lnTo>
                    <a:pt x="174429" y="9652"/>
                  </a:lnTo>
                  <a:lnTo>
                    <a:pt x="177171" y="9391"/>
                  </a:lnTo>
                  <a:lnTo>
                    <a:pt x="181480" y="9391"/>
                  </a:lnTo>
                  <a:cubicBezTo>
                    <a:pt x="182002" y="9391"/>
                    <a:pt x="182524" y="9522"/>
                    <a:pt x="182916" y="9522"/>
                  </a:cubicBezTo>
                  <a:lnTo>
                    <a:pt x="185788" y="9783"/>
                  </a:lnTo>
                  <a:lnTo>
                    <a:pt x="188661" y="10305"/>
                  </a:lnTo>
                  <a:lnTo>
                    <a:pt x="190097" y="10436"/>
                  </a:lnTo>
                  <a:lnTo>
                    <a:pt x="191402" y="10828"/>
                  </a:lnTo>
                  <a:lnTo>
                    <a:pt x="194144" y="11611"/>
                  </a:lnTo>
                  <a:cubicBezTo>
                    <a:pt x="197669" y="12917"/>
                    <a:pt x="201064" y="14614"/>
                    <a:pt x="204197" y="16703"/>
                  </a:cubicBezTo>
                  <a:cubicBezTo>
                    <a:pt x="204847" y="17136"/>
                    <a:pt x="205407" y="17570"/>
                    <a:pt x="206027" y="18003"/>
                  </a:cubicBezTo>
                  <a:lnTo>
                    <a:pt x="206027" y="18003"/>
                  </a:lnTo>
                  <a:cubicBezTo>
                    <a:pt x="204602" y="16838"/>
                    <a:pt x="203078" y="15787"/>
                    <a:pt x="201455" y="14875"/>
                  </a:cubicBezTo>
                  <a:cubicBezTo>
                    <a:pt x="197278" y="12525"/>
                    <a:pt x="192708" y="10828"/>
                    <a:pt x="187877" y="9914"/>
                  </a:cubicBezTo>
                  <a:cubicBezTo>
                    <a:pt x="185134" y="9469"/>
                    <a:pt x="182392" y="9235"/>
                    <a:pt x="179649" y="9235"/>
                  </a:cubicBezTo>
                  <a:cubicBezTo>
                    <a:pt x="177561" y="9235"/>
                    <a:pt x="175473" y="9370"/>
                    <a:pt x="173385" y="9652"/>
                  </a:cubicBezTo>
                  <a:cubicBezTo>
                    <a:pt x="168554" y="10305"/>
                    <a:pt x="163854" y="11741"/>
                    <a:pt x="159415" y="13700"/>
                  </a:cubicBezTo>
                  <a:cubicBezTo>
                    <a:pt x="154976" y="15789"/>
                    <a:pt x="150929" y="18400"/>
                    <a:pt x="147142" y="21664"/>
                  </a:cubicBezTo>
                  <a:lnTo>
                    <a:pt x="144531" y="24145"/>
                  </a:lnTo>
                  <a:lnTo>
                    <a:pt x="143226" y="25450"/>
                  </a:lnTo>
                  <a:lnTo>
                    <a:pt x="141920" y="26756"/>
                  </a:lnTo>
                  <a:lnTo>
                    <a:pt x="139570" y="29628"/>
                  </a:lnTo>
                  <a:lnTo>
                    <a:pt x="137350" y="32631"/>
                  </a:lnTo>
                  <a:cubicBezTo>
                    <a:pt x="135914" y="34720"/>
                    <a:pt x="134609" y="36940"/>
                    <a:pt x="133303" y="39159"/>
                  </a:cubicBezTo>
                  <a:cubicBezTo>
                    <a:pt x="132781" y="40204"/>
                    <a:pt x="132258" y="41248"/>
                    <a:pt x="131736" y="42423"/>
                  </a:cubicBezTo>
                  <a:lnTo>
                    <a:pt x="130039" y="45818"/>
                  </a:lnTo>
                  <a:cubicBezTo>
                    <a:pt x="129125" y="48037"/>
                    <a:pt x="128211" y="50257"/>
                    <a:pt x="127428" y="52738"/>
                  </a:cubicBezTo>
                  <a:cubicBezTo>
                    <a:pt x="126514" y="55349"/>
                    <a:pt x="125600" y="57829"/>
                    <a:pt x="124686" y="60441"/>
                  </a:cubicBezTo>
                  <a:cubicBezTo>
                    <a:pt x="121161" y="70624"/>
                    <a:pt x="116461" y="80547"/>
                    <a:pt x="110847" y="89947"/>
                  </a:cubicBezTo>
                  <a:cubicBezTo>
                    <a:pt x="107844" y="94778"/>
                    <a:pt x="104057" y="99217"/>
                    <a:pt x="99618" y="103003"/>
                  </a:cubicBezTo>
                  <a:cubicBezTo>
                    <a:pt x="97268" y="104831"/>
                    <a:pt x="94657" y="106529"/>
                    <a:pt x="91785" y="107704"/>
                  </a:cubicBezTo>
                  <a:cubicBezTo>
                    <a:pt x="88912" y="108879"/>
                    <a:pt x="85909" y="109662"/>
                    <a:pt x="82776" y="109923"/>
                  </a:cubicBezTo>
                  <a:cubicBezTo>
                    <a:pt x="81868" y="109982"/>
                    <a:pt x="80964" y="110012"/>
                    <a:pt x="80062" y="110012"/>
                  </a:cubicBezTo>
                  <a:cubicBezTo>
                    <a:pt x="75000" y="110012"/>
                    <a:pt x="70047" y="109085"/>
                    <a:pt x="65281" y="107312"/>
                  </a:cubicBezTo>
                  <a:cubicBezTo>
                    <a:pt x="62409" y="106398"/>
                    <a:pt x="60189" y="105484"/>
                    <a:pt x="57839" y="104831"/>
                  </a:cubicBezTo>
                  <a:cubicBezTo>
                    <a:pt x="56664" y="104440"/>
                    <a:pt x="55489" y="104178"/>
                    <a:pt x="54183" y="103917"/>
                  </a:cubicBezTo>
                  <a:cubicBezTo>
                    <a:pt x="53008" y="103656"/>
                    <a:pt x="51833" y="103395"/>
                    <a:pt x="50658" y="103265"/>
                  </a:cubicBezTo>
                  <a:cubicBezTo>
                    <a:pt x="48758" y="102956"/>
                    <a:pt x="46848" y="102805"/>
                    <a:pt x="44945" y="102805"/>
                  </a:cubicBezTo>
                  <a:cubicBezTo>
                    <a:pt x="37175" y="102805"/>
                    <a:pt x="29534" y="105334"/>
                    <a:pt x="23241" y="110054"/>
                  </a:cubicBezTo>
                  <a:cubicBezTo>
                    <a:pt x="23484" y="109810"/>
                    <a:pt x="24083" y="109262"/>
                    <a:pt x="23932" y="109262"/>
                  </a:cubicBezTo>
                  <a:cubicBezTo>
                    <a:pt x="23840" y="109262"/>
                    <a:pt x="23474" y="109463"/>
                    <a:pt x="22588" y="110054"/>
                  </a:cubicBezTo>
                  <a:cubicBezTo>
                    <a:pt x="28973" y="104946"/>
                    <a:pt x="36919" y="102180"/>
                    <a:pt x="45083" y="102180"/>
                  </a:cubicBezTo>
                  <a:cubicBezTo>
                    <a:pt x="46936" y="102180"/>
                    <a:pt x="48799" y="102322"/>
                    <a:pt x="50658" y="102612"/>
                  </a:cubicBezTo>
                  <a:cubicBezTo>
                    <a:pt x="51833" y="102742"/>
                    <a:pt x="53139" y="103003"/>
                    <a:pt x="54314" y="103265"/>
                  </a:cubicBezTo>
                  <a:cubicBezTo>
                    <a:pt x="55619" y="103526"/>
                    <a:pt x="56795" y="103787"/>
                    <a:pt x="58100" y="104178"/>
                  </a:cubicBezTo>
                  <a:cubicBezTo>
                    <a:pt x="60581" y="104831"/>
                    <a:pt x="62800" y="105745"/>
                    <a:pt x="65673" y="106790"/>
                  </a:cubicBezTo>
                  <a:cubicBezTo>
                    <a:pt x="70432" y="108450"/>
                    <a:pt x="75378" y="109359"/>
                    <a:pt x="80433" y="109359"/>
                  </a:cubicBezTo>
                  <a:cubicBezTo>
                    <a:pt x="81341" y="109359"/>
                    <a:pt x="82253" y="109330"/>
                    <a:pt x="83168" y="109270"/>
                  </a:cubicBezTo>
                  <a:cubicBezTo>
                    <a:pt x="86301" y="108879"/>
                    <a:pt x="89304" y="108095"/>
                    <a:pt x="92176" y="106790"/>
                  </a:cubicBezTo>
                  <a:cubicBezTo>
                    <a:pt x="94918" y="105615"/>
                    <a:pt x="97529" y="103917"/>
                    <a:pt x="99749" y="101959"/>
                  </a:cubicBezTo>
                  <a:cubicBezTo>
                    <a:pt x="102099" y="100001"/>
                    <a:pt x="104057" y="97912"/>
                    <a:pt x="105885" y="95692"/>
                  </a:cubicBezTo>
                  <a:cubicBezTo>
                    <a:pt x="107713" y="93472"/>
                    <a:pt x="109280" y="91122"/>
                    <a:pt x="110847" y="88642"/>
                  </a:cubicBezTo>
                  <a:cubicBezTo>
                    <a:pt x="116461" y="79241"/>
                    <a:pt x="121030" y="69188"/>
                    <a:pt x="124686" y="58743"/>
                  </a:cubicBezTo>
                  <a:cubicBezTo>
                    <a:pt x="125600" y="56263"/>
                    <a:pt x="126383" y="53521"/>
                    <a:pt x="127428" y="51171"/>
                  </a:cubicBezTo>
                  <a:lnTo>
                    <a:pt x="128733" y="47646"/>
                  </a:lnTo>
                  <a:lnTo>
                    <a:pt x="129517" y="45818"/>
                  </a:lnTo>
                  <a:lnTo>
                    <a:pt x="130300" y="44121"/>
                  </a:lnTo>
                  <a:cubicBezTo>
                    <a:pt x="131345" y="41770"/>
                    <a:pt x="132520" y="39420"/>
                    <a:pt x="133825" y="37331"/>
                  </a:cubicBezTo>
                  <a:cubicBezTo>
                    <a:pt x="134478" y="36156"/>
                    <a:pt x="135131" y="35112"/>
                    <a:pt x="135784" y="34067"/>
                  </a:cubicBezTo>
                  <a:lnTo>
                    <a:pt x="138003" y="30934"/>
                  </a:lnTo>
                  <a:lnTo>
                    <a:pt x="139178" y="29367"/>
                  </a:lnTo>
                  <a:lnTo>
                    <a:pt x="140353" y="27931"/>
                  </a:lnTo>
                  <a:lnTo>
                    <a:pt x="142703" y="25320"/>
                  </a:lnTo>
                  <a:lnTo>
                    <a:pt x="145445" y="22709"/>
                  </a:lnTo>
                  <a:cubicBezTo>
                    <a:pt x="145967" y="22186"/>
                    <a:pt x="146359" y="21795"/>
                    <a:pt x="146881" y="21403"/>
                  </a:cubicBezTo>
                  <a:lnTo>
                    <a:pt x="148317" y="20228"/>
                  </a:lnTo>
                  <a:cubicBezTo>
                    <a:pt x="152234" y="17094"/>
                    <a:pt x="156543" y="14483"/>
                    <a:pt x="161112" y="12655"/>
                  </a:cubicBezTo>
                  <a:cubicBezTo>
                    <a:pt x="163462" y="11741"/>
                    <a:pt x="165812" y="10828"/>
                    <a:pt x="168293" y="10305"/>
                  </a:cubicBezTo>
                  <a:lnTo>
                    <a:pt x="171949" y="9522"/>
                  </a:lnTo>
                  <a:cubicBezTo>
                    <a:pt x="173124" y="9261"/>
                    <a:pt x="174429" y="9261"/>
                    <a:pt x="175604" y="9130"/>
                  </a:cubicBezTo>
                  <a:cubicBezTo>
                    <a:pt x="177050" y="9019"/>
                    <a:pt x="178485" y="8960"/>
                    <a:pt x="179909" y="8960"/>
                  </a:cubicBezTo>
                  <a:cubicBezTo>
                    <a:pt x="183503" y="8960"/>
                    <a:pt x="187029" y="9333"/>
                    <a:pt x="190488" y="10175"/>
                  </a:cubicBezTo>
                  <a:cubicBezTo>
                    <a:pt x="200280" y="12264"/>
                    <a:pt x="208897" y="18139"/>
                    <a:pt x="214381" y="26625"/>
                  </a:cubicBezTo>
                  <a:lnTo>
                    <a:pt x="213598" y="27017"/>
                  </a:lnTo>
                  <a:cubicBezTo>
                    <a:pt x="217123" y="33023"/>
                    <a:pt x="218689" y="39812"/>
                    <a:pt x="218037" y="46601"/>
                  </a:cubicBezTo>
                  <a:cubicBezTo>
                    <a:pt x="217906" y="48429"/>
                    <a:pt x="217645" y="50126"/>
                    <a:pt x="217253" y="51824"/>
                  </a:cubicBezTo>
                  <a:cubicBezTo>
                    <a:pt x="216992" y="53651"/>
                    <a:pt x="216470" y="55349"/>
                    <a:pt x="215948" y="57046"/>
                  </a:cubicBezTo>
                  <a:cubicBezTo>
                    <a:pt x="215425" y="58743"/>
                    <a:pt x="214773" y="60441"/>
                    <a:pt x="214120" y="62138"/>
                  </a:cubicBezTo>
                  <a:cubicBezTo>
                    <a:pt x="213467" y="63705"/>
                    <a:pt x="212553" y="65663"/>
                    <a:pt x="211770" y="67491"/>
                  </a:cubicBezTo>
                  <a:cubicBezTo>
                    <a:pt x="205242" y="81983"/>
                    <a:pt x="199236" y="97128"/>
                    <a:pt x="195841" y="113448"/>
                  </a:cubicBezTo>
                  <a:lnTo>
                    <a:pt x="195319" y="115929"/>
                  </a:lnTo>
                  <a:cubicBezTo>
                    <a:pt x="195189" y="116843"/>
                    <a:pt x="195058" y="117626"/>
                    <a:pt x="194927" y="118410"/>
                  </a:cubicBezTo>
                  <a:cubicBezTo>
                    <a:pt x="194666" y="120107"/>
                    <a:pt x="194405" y="121674"/>
                    <a:pt x="194275" y="123371"/>
                  </a:cubicBezTo>
                  <a:lnTo>
                    <a:pt x="194014" y="128202"/>
                  </a:lnTo>
                  <a:lnTo>
                    <a:pt x="194014" y="132641"/>
                  </a:lnTo>
                  <a:cubicBezTo>
                    <a:pt x="194014" y="138647"/>
                    <a:pt x="194405" y="143738"/>
                    <a:pt x="194405" y="148308"/>
                  </a:cubicBezTo>
                  <a:cubicBezTo>
                    <a:pt x="194927" y="142824"/>
                    <a:pt x="194666" y="136819"/>
                    <a:pt x="195058" y="130552"/>
                  </a:cubicBezTo>
                  <a:cubicBezTo>
                    <a:pt x="195319" y="124415"/>
                    <a:pt x="196233" y="118148"/>
                    <a:pt x="197669" y="112143"/>
                  </a:cubicBezTo>
                  <a:cubicBezTo>
                    <a:pt x="200542" y="100131"/>
                    <a:pt x="204589" y="88381"/>
                    <a:pt x="209420" y="77022"/>
                  </a:cubicBezTo>
                  <a:lnTo>
                    <a:pt x="213206" y="68535"/>
                  </a:lnTo>
                  <a:lnTo>
                    <a:pt x="215034" y="64227"/>
                  </a:lnTo>
                  <a:lnTo>
                    <a:pt x="216731" y="60180"/>
                  </a:lnTo>
                  <a:cubicBezTo>
                    <a:pt x="218820" y="54827"/>
                    <a:pt x="219864" y="49082"/>
                    <a:pt x="219995" y="43337"/>
                  </a:cubicBezTo>
                  <a:cubicBezTo>
                    <a:pt x="219995" y="42482"/>
                    <a:pt x="219963" y="41630"/>
                    <a:pt x="219900" y="40782"/>
                  </a:cubicBezTo>
                  <a:lnTo>
                    <a:pt x="219900" y="40782"/>
                  </a:lnTo>
                  <a:cubicBezTo>
                    <a:pt x="220164" y="44070"/>
                    <a:pt x="220004" y="47393"/>
                    <a:pt x="219473" y="50649"/>
                  </a:cubicBezTo>
                  <a:cubicBezTo>
                    <a:pt x="219212" y="52215"/>
                    <a:pt x="218820" y="53782"/>
                    <a:pt x="218428" y="55349"/>
                  </a:cubicBezTo>
                  <a:lnTo>
                    <a:pt x="217775" y="57699"/>
                  </a:lnTo>
                  <a:lnTo>
                    <a:pt x="217384" y="58874"/>
                  </a:lnTo>
                  <a:cubicBezTo>
                    <a:pt x="217253" y="59266"/>
                    <a:pt x="217123" y="59657"/>
                    <a:pt x="216992" y="60049"/>
                  </a:cubicBezTo>
                  <a:cubicBezTo>
                    <a:pt x="216339" y="61485"/>
                    <a:pt x="215687" y="63052"/>
                    <a:pt x="215164" y="64619"/>
                  </a:cubicBezTo>
                  <a:lnTo>
                    <a:pt x="213075" y="69319"/>
                  </a:lnTo>
                  <a:cubicBezTo>
                    <a:pt x="207331" y="81853"/>
                    <a:pt x="202630" y="94778"/>
                    <a:pt x="199105" y="107965"/>
                  </a:cubicBezTo>
                  <a:cubicBezTo>
                    <a:pt x="197408" y="114623"/>
                    <a:pt x="196233" y="121543"/>
                    <a:pt x="195841" y="128332"/>
                  </a:cubicBezTo>
                  <a:cubicBezTo>
                    <a:pt x="195189" y="135252"/>
                    <a:pt x="195711" y="142172"/>
                    <a:pt x="195189" y="148308"/>
                  </a:cubicBezTo>
                  <a:cubicBezTo>
                    <a:pt x="195058" y="149744"/>
                    <a:pt x="194927" y="151050"/>
                    <a:pt x="194797" y="152355"/>
                  </a:cubicBezTo>
                  <a:lnTo>
                    <a:pt x="194014" y="156403"/>
                  </a:lnTo>
                  <a:cubicBezTo>
                    <a:pt x="193752" y="158100"/>
                    <a:pt x="193361" y="159797"/>
                    <a:pt x="192969" y="161364"/>
                  </a:cubicBezTo>
                  <a:cubicBezTo>
                    <a:pt x="192708" y="162931"/>
                    <a:pt x="192186" y="164498"/>
                    <a:pt x="191794" y="165803"/>
                  </a:cubicBezTo>
                  <a:cubicBezTo>
                    <a:pt x="191272" y="168675"/>
                    <a:pt x="190358" y="171026"/>
                    <a:pt x="189836" y="172853"/>
                  </a:cubicBezTo>
                  <a:cubicBezTo>
                    <a:pt x="189444" y="174551"/>
                    <a:pt x="189183" y="175726"/>
                    <a:pt x="189574" y="175856"/>
                  </a:cubicBezTo>
                  <a:cubicBezTo>
                    <a:pt x="189593" y="175865"/>
                    <a:pt x="189614" y="175870"/>
                    <a:pt x="189637" y="175870"/>
                  </a:cubicBezTo>
                  <a:cubicBezTo>
                    <a:pt x="189948" y="175870"/>
                    <a:pt x="190710" y="175048"/>
                    <a:pt x="191925" y="172984"/>
                  </a:cubicBezTo>
                  <a:cubicBezTo>
                    <a:pt x="194144" y="169328"/>
                    <a:pt x="195972" y="165542"/>
                    <a:pt x="197278" y="161495"/>
                  </a:cubicBezTo>
                  <a:cubicBezTo>
                    <a:pt x="197800" y="159797"/>
                    <a:pt x="198191" y="158100"/>
                    <a:pt x="198453" y="156403"/>
                  </a:cubicBezTo>
                  <a:cubicBezTo>
                    <a:pt x="198714" y="155358"/>
                    <a:pt x="198844" y="154444"/>
                    <a:pt x="198975" y="153400"/>
                  </a:cubicBezTo>
                  <a:cubicBezTo>
                    <a:pt x="199236" y="152486"/>
                    <a:pt x="199236" y="151441"/>
                    <a:pt x="199366" y="150528"/>
                  </a:cubicBezTo>
                  <a:cubicBezTo>
                    <a:pt x="199628" y="148700"/>
                    <a:pt x="199628" y="147002"/>
                    <a:pt x="199628" y="145827"/>
                  </a:cubicBezTo>
                  <a:lnTo>
                    <a:pt x="199628" y="143869"/>
                  </a:lnTo>
                  <a:cubicBezTo>
                    <a:pt x="199783" y="142934"/>
                    <a:pt x="199960" y="142578"/>
                    <a:pt x="200140" y="142578"/>
                  </a:cubicBezTo>
                  <a:cubicBezTo>
                    <a:pt x="200414" y="142578"/>
                    <a:pt x="200697" y="143396"/>
                    <a:pt x="200933" y="144261"/>
                  </a:cubicBezTo>
                  <a:cubicBezTo>
                    <a:pt x="201064" y="139430"/>
                    <a:pt x="200933" y="134730"/>
                    <a:pt x="201194" y="130030"/>
                  </a:cubicBezTo>
                  <a:cubicBezTo>
                    <a:pt x="201325" y="127679"/>
                    <a:pt x="201455" y="125329"/>
                    <a:pt x="201847" y="122979"/>
                  </a:cubicBezTo>
                  <a:cubicBezTo>
                    <a:pt x="202239" y="120760"/>
                    <a:pt x="202500" y="118410"/>
                    <a:pt x="203022" y="116060"/>
                  </a:cubicBezTo>
                  <a:cubicBezTo>
                    <a:pt x="204850" y="106790"/>
                    <a:pt x="207592" y="97781"/>
                    <a:pt x="210986" y="88903"/>
                  </a:cubicBezTo>
                  <a:cubicBezTo>
                    <a:pt x="212814" y="84464"/>
                    <a:pt x="214511" y="80155"/>
                    <a:pt x="216339" y="75716"/>
                  </a:cubicBezTo>
                  <a:cubicBezTo>
                    <a:pt x="218297" y="71278"/>
                    <a:pt x="220255" y="67101"/>
                    <a:pt x="222083" y="62402"/>
                  </a:cubicBezTo>
                  <a:lnTo>
                    <a:pt x="222083" y="62402"/>
                  </a:lnTo>
                  <a:cubicBezTo>
                    <a:pt x="220255" y="67101"/>
                    <a:pt x="218428" y="71409"/>
                    <a:pt x="216470" y="75847"/>
                  </a:cubicBezTo>
                  <a:cubicBezTo>
                    <a:pt x="214511" y="80155"/>
                    <a:pt x="212814" y="84725"/>
                    <a:pt x="211117" y="89164"/>
                  </a:cubicBezTo>
                  <a:cubicBezTo>
                    <a:pt x="207722" y="98042"/>
                    <a:pt x="204981" y="107312"/>
                    <a:pt x="203153" y="116712"/>
                  </a:cubicBezTo>
                  <a:cubicBezTo>
                    <a:pt x="202761" y="119062"/>
                    <a:pt x="202239" y="121412"/>
                    <a:pt x="202108" y="123763"/>
                  </a:cubicBezTo>
                  <a:cubicBezTo>
                    <a:pt x="201978" y="126113"/>
                    <a:pt x="201586" y="128463"/>
                    <a:pt x="201586" y="130813"/>
                  </a:cubicBezTo>
                  <a:cubicBezTo>
                    <a:pt x="201325" y="135644"/>
                    <a:pt x="201455" y="140474"/>
                    <a:pt x="201325" y="145436"/>
                  </a:cubicBezTo>
                  <a:cubicBezTo>
                    <a:pt x="201466" y="145789"/>
                    <a:pt x="201607" y="146027"/>
                    <a:pt x="201749" y="146027"/>
                  </a:cubicBezTo>
                  <a:cubicBezTo>
                    <a:pt x="201868" y="146027"/>
                    <a:pt x="201988" y="145855"/>
                    <a:pt x="202108" y="145436"/>
                  </a:cubicBezTo>
                  <a:cubicBezTo>
                    <a:pt x="202500" y="142824"/>
                    <a:pt x="202761" y="140344"/>
                    <a:pt x="202761" y="137863"/>
                  </a:cubicBezTo>
                  <a:cubicBezTo>
                    <a:pt x="202892" y="134860"/>
                    <a:pt x="202892" y="130291"/>
                    <a:pt x="203544" y="124546"/>
                  </a:cubicBezTo>
                  <a:cubicBezTo>
                    <a:pt x="204328" y="118018"/>
                    <a:pt x="205633" y="111620"/>
                    <a:pt x="207461" y="105354"/>
                  </a:cubicBezTo>
                  <a:cubicBezTo>
                    <a:pt x="208245" y="101828"/>
                    <a:pt x="209550" y="98303"/>
                    <a:pt x="210725" y="94778"/>
                  </a:cubicBezTo>
                  <a:cubicBezTo>
                    <a:pt x="211770" y="91122"/>
                    <a:pt x="213206" y="87728"/>
                    <a:pt x="214511" y="84333"/>
                  </a:cubicBezTo>
                  <a:cubicBezTo>
                    <a:pt x="215687" y="80939"/>
                    <a:pt x="217253" y="77544"/>
                    <a:pt x="218559" y="74541"/>
                  </a:cubicBezTo>
                  <a:cubicBezTo>
                    <a:pt x="219212" y="72974"/>
                    <a:pt x="219864" y="71408"/>
                    <a:pt x="220517" y="69972"/>
                  </a:cubicBezTo>
                  <a:cubicBezTo>
                    <a:pt x="221170" y="68535"/>
                    <a:pt x="221823" y="67099"/>
                    <a:pt x="222345" y="65663"/>
                  </a:cubicBezTo>
                  <a:cubicBezTo>
                    <a:pt x="226131" y="57568"/>
                    <a:pt x="227829" y="48690"/>
                    <a:pt x="227306" y="39681"/>
                  </a:cubicBezTo>
                  <a:cubicBezTo>
                    <a:pt x="227176" y="38637"/>
                    <a:pt x="227045" y="37462"/>
                    <a:pt x="226784" y="36287"/>
                  </a:cubicBezTo>
                  <a:cubicBezTo>
                    <a:pt x="226654" y="35242"/>
                    <a:pt x="226523" y="34067"/>
                    <a:pt x="226131" y="32892"/>
                  </a:cubicBezTo>
                  <a:cubicBezTo>
                    <a:pt x="224956" y="28453"/>
                    <a:pt x="222998" y="24145"/>
                    <a:pt x="220517" y="20228"/>
                  </a:cubicBezTo>
                  <a:cubicBezTo>
                    <a:pt x="219864" y="19183"/>
                    <a:pt x="219081" y="18400"/>
                    <a:pt x="218298" y="17356"/>
                  </a:cubicBezTo>
                  <a:lnTo>
                    <a:pt x="217253" y="16050"/>
                  </a:lnTo>
                  <a:lnTo>
                    <a:pt x="216078" y="14744"/>
                  </a:lnTo>
                  <a:cubicBezTo>
                    <a:pt x="209550" y="8086"/>
                    <a:pt x="201194" y="3386"/>
                    <a:pt x="192055" y="1297"/>
                  </a:cubicBezTo>
                  <a:cubicBezTo>
                    <a:pt x="188023" y="433"/>
                    <a:pt x="183940" y="1"/>
                    <a:pt x="179863" y="1"/>
                  </a:cubicBezTo>
                  <a:close/>
                </a:path>
              </a:pathLst>
            </a:custGeom>
            <a:solidFill>
              <a:srgbClr val="5EA4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0" name="Google Shape;490;p49"/>
          <p:cNvGrpSpPr/>
          <p:nvPr/>
        </p:nvGrpSpPr>
        <p:grpSpPr>
          <a:xfrm>
            <a:off x="7761088" y="493234"/>
            <a:ext cx="1252756" cy="791730"/>
            <a:chOff x="209625" y="551300"/>
            <a:chExt cx="7170900" cy="4592400"/>
          </a:xfrm>
        </p:grpSpPr>
        <p:sp>
          <p:nvSpPr>
            <p:cNvPr id="491" name="Google Shape;491;p49"/>
            <p:cNvSpPr/>
            <p:nvPr/>
          </p:nvSpPr>
          <p:spPr>
            <a:xfrm>
              <a:off x="838900" y="1811875"/>
              <a:ext cx="238725" cy="180050"/>
            </a:xfrm>
            <a:custGeom>
              <a:rect b="b" l="l" r="r" t="t"/>
              <a:pathLst>
                <a:path extrusionOk="0" h="7202" w="9549">
                  <a:moveTo>
                    <a:pt x="4802" y="0"/>
                  </a:moveTo>
                  <a:cubicBezTo>
                    <a:pt x="1601" y="0"/>
                    <a:pt x="1" y="3825"/>
                    <a:pt x="2252" y="6103"/>
                  </a:cubicBezTo>
                  <a:cubicBezTo>
                    <a:pt x="2930" y="6835"/>
                    <a:pt x="3852" y="7201"/>
                    <a:pt x="4775" y="7201"/>
                  </a:cubicBezTo>
                  <a:cubicBezTo>
                    <a:pt x="5697" y="7201"/>
                    <a:pt x="6619" y="6835"/>
                    <a:pt x="7297" y="6103"/>
                  </a:cubicBezTo>
                  <a:cubicBezTo>
                    <a:pt x="9548" y="3879"/>
                    <a:pt x="7975" y="27"/>
                    <a:pt x="480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49"/>
            <p:cNvSpPr/>
            <p:nvPr/>
          </p:nvSpPr>
          <p:spPr>
            <a:xfrm>
              <a:off x="1469250" y="1182575"/>
              <a:ext cx="238325" cy="179750"/>
            </a:xfrm>
            <a:custGeom>
              <a:rect b="b" l="l" r="r" t="t"/>
              <a:pathLst>
                <a:path extrusionOk="0" h="7190" w="9533">
                  <a:moveTo>
                    <a:pt x="4746" y="1"/>
                  </a:moveTo>
                  <a:cubicBezTo>
                    <a:pt x="1616" y="1"/>
                    <a:pt x="0" y="3761"/>
                    <a:pt x="2182" y="6050"/>
                  </a:cubicBezTo>
                  <a:cubicBezTo>
                    <a:pt x="2859" y="6810"/>
                    <a:pt x="3796" y="7189"/>
                    <a:pt x="4739" y="7189"/>
                  </a:cubicBezTo>
                  <a:cubicBezTo>
                    <a:pt x="5648" y="7189"/>
                    <a:pt x="6562" y="6837"/>
                    <a:pt x="7254" y="6131"/>
                  </a:cubicBezTo>
                  <a:cubicBezTo>
                    <a:pt x="9532" y="3934"/>
                    <a:pt x="8013" y="55"/>
                    <a:pt x="4813" y="1"/>
                  </a:cubicBezTo>
                  <a:cubicBezTo>
                    <a:pt x="4790"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49"/>
            <p:cNvSpPr/>
            <p:nvPr/>
          </p:nvSpPr>
          <p:spPr>
            <a:xfrm>
              <a:off x="2098325" y="551550"/>
              <a:ext cx="239200" cy="180150"/>
            </a:xfrm>
            <a:custGeom>
              <a:rect b="b" l="l" r="r" t="t"/>
              <a:pathLst>
                <a:path extrusionOk="0" h="7206" w="9568">
                  <a:moveTo>
                    <a:pt x="4746" y="0"/>
                  </a:moveTo>
                  <a:cubicBezTo>
                    <a:pt x="3826" y="0"/>
                    <a:pt x="2912" y="366"/>
                    <a:pt x="2244" y="1102"/>
                  </a:cubicBezTo>
                  <a:cubicBezTo>
                    <a:pt x="1" y="3372"/>
                    <a:pt x="1609" y="7205"/>
                    <a:pt x="4787" y="7205"/>
                  </a:cubicBezTo>
                  <a:cubicBezTo>
                    <a:pt x="4798" y="7205"/>
                    <a:pt x="4810" y="7205"/>
                    <a:pt x="4821" y="7205"/>
                  </a:cubicBezTo>
                  <a:cubicBezTo>
                    <a:pt x="7994" y="7151"/>
                    <a:pt x="9568" y="3299"/>
                    <a:pt x="7262" y="1075"/>
                  </a:cubicBezTo>
                  <a:cubicBezTo>
                    <a:pt x="6574" y="360"/>
                    <a:pt x="5657" y="0"/>
                    <a:pt x="474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49"/>
            <p:cNvSpPr/>
            <p:nvPr/>
          </p:nvSpPr>
          <p:spPr>
            <a:xfrm>
              <a:off x="1468850" y="1811875"/>
              <a:ext cx="238725" cy="180050"/>
            </a:xfrm>
            <a:custGeom>
              <a:rect b="b" l="l" r="r" t="t"/>
              <a:pathLst>
                <a:path extrusionOk="0" h="7202" w="9549">
                  <a:moveTo>
                    <a:pt x="4748" y="0"/>
                  </a:moveTo>
                  <a:cubicBezTo>
                    <a:pt x="1574" y="27"/>
                    <a:pt x="1" y="3879"/>
                    <a:pt x="2252" y="6103"/>
                  </a:cubicBezTo>
                  <a:cubicBezTo>
                    <a:pt x="2944" y="6835"/>
                    <a:pt x="3866" y="7201"/>
                    <a:pt x="4788" y="7201"/>
                  </a:cubicBezTo>
                  <a:cubicBezTo>
                    <a:pt x="5710" y="7201"/>
                    <a:pt x="6633" y="6835"/>
                    <a:pt x="7324" y="6103"/>
                  </a:cubicBezTo>
                  <a:cubicBezTo>
                    <a:pt x="9548" y="3825"/>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49"/>
            <p:cNvSpPr/>
            <p:nvPr/>
          </p:nvSpPr>
          <p:spPr>
            <a:xfrm>
              <a:off x="2116450" y="1181050"/>
              <a:ext cx="202775" cy="181225"/>
            </a:xfrm>
            <a:custGeom>
              <a:rect b="b" l="l" r="r" t="t"/>
              <a:pathLst>
                <a:path extrusionOk="0" h="7249" w="8111">
                  <a:moveTo>
                    <a:pt x="4037" y="0"/>
                  </a:moveTo>
                  <a:cubicBezTo>
                    <a:pt x="3213" y="0"/>
                    <a:pt x="2393" y="309"/>
                    <a:pt x="1709" y="930"/>
                  </a:cubicBezTo>
                  <a:cubicBezTo>
                    <a:pt x="163" y="2314"/>
                    <a:pt x="0" y="4429"/>
                    <a:pt x="1356" y="5975"/>
                  </a:cubicBezTo>
                  <a:cubicBezTo>
                    <a:pt x="2109" y="6817"/>
                    <a:pt x="3087" y="7248"/>
                    <a:pt x="4067" y="7248"/>
                  </a:cubicBezTo>
                  <a:cubicBezTo>
                    <a:pt x="4887" y="7248"/>
                    <a:pt x="5709" y="6946"/>
                    <a:pt x="6401" y="6328"/>
                  </a:cubicBezTo>
                  <a:cubicBezTo>
                    <a:pt x="7920" y="4972"/>
                    <a:pt x="8110" y="2775"/>
                    <a:pt x="6754" y="1283"/>
                  </a:cubicBezTo>
                  <a:cubicBezTo>
                    <a:pt x="5990" y="431"/>
                    <a:pt x="5011" y="0"/>
                    <a:pt x="403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49"/>
            <p:cNvSpPr/>
            <p:nvPr/>
          </p:nvSpPr>
          <p:spPr>
            <a:xfrm>
              <a:off x="2747075" y="551300"/>
              <a:ext cx="201425" cy="180975"/>
            </a:xfrm>
            <a:custGeom>
              <a:rect b="b" l="l" r="r" t="t"/>
              <a:pathLst>
                <a:path extrusionOk="0" h="7239" w="8057">
                  <a:moveTo>
                    <a:pt x="4008" y="1"/>
                  </a:moveTo>
                  <a:cubicBezTo>
                    <a:pt x="3158" y="1"/>
                    <a:pt x="2309" y="334"/>
                    <a:pt x="1601" y="1004"/>
                  </a:cubicBezTo>
                  <a:cubicBezTo>
                    <a:pt x="82" y="2414"/>
                    <a:pt x="0" y="4557"/>
                    <a:pt x="1384" y="6049"/>
                  </a:cubicBezTo>
                  <a:cubicBezTo>
                    <a:pt x="2129" y="6837"/>
                    <a:pt x="3086" y="7239"/>
                    <a:pt x="4043" y="7239"/>
                  </a:cubicBezTo>
                  <a:cubicBezTo>
                    <a:pt x="4897" y="7239"/>
                    <a:pt x="5752" y="6918"/>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49"/>
            <p:cNvSpPr/>
            <p:nvPr/>
          </p:nvSpPr>
          <p:spPr>
            <a:xfrm>
              <a:off x="2098125" y="1811875"/>
              <a:ext cx="238725" cy="180550"/>
            </a:xfrm>
            <a:custGeom>
              <a:rect b="b" l="l" r="r" t="t"/>
              <a:pathLst>
                <a:path extrusionOk="0" h="7222" w="9549">
                  <a:moveTo>
                    <a:pt x="4775" y="0"/>
                  </a:moveTo>
                  <a:cubicBezTo>
                    <a:pt x="1601" y="0"/>
                    <a:pt x="1" y="3852"/>
                    <a:pt x="2252" y="6103"/>
                  </a:cubicBezTo>
                  <a:cubicBezTo>
                    <a:pt x="2930" y="6849"/>
                    <a:pt x="3852" y="7222"/>
                    <a:pt x="4775" y="7222"/>
                  </a:cubicBezTo>
                  <a:cubicBezTo>
                    <a:pt x="5697" y="7222"/>
                    <a:pt x="6619" y="6849"/>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49"/>
            <p:cNvSpPr/>
            <p:nvPr/>
          </p:nvSpPr>
          <p:spPr>
            <a:xfrm>
              <a:off x="2728000" y="1181375"/>
              <a:ext cx="238800" cy="179625"/>
            </a:xfrm>
            <a:custGeom>
              <a:rect b="b" l="l" r="r" t="t"/>
              <a:pathLst>
                <a:path extrusionOk="0" h="7185" w="9552">
                  <a:moveTo>
                    <a:pt x="4771" y="1"/>
                  </a:moveTo>
                  <a:cubicBezTo>
                    <a:pt x="3826" y="1"/>
                    <a:pt x="2884" y="381"/>
                    <a:pt x="2201" y="1134"/>
                  </a:cubicBezTo>
                  <a:cubicBezTo>
                    <a:pt x="0" y="3416"/>
                    <a:pt x="1624" y="7184"/>
                    <a:pt x="4759" y="7184"/>
                  </a:cubicBezTo>
                  <a:cubicBezTo>
                    <a:pt x="4792" y="7184"/>
                    <a:pt x="4825" y="7184"/>
                    <a:pt x="4859" y="7183"/>
                  </a:cubicBezTo>
                  <a:cubicBezTo>
                    <a:pt x="8033" y="7129"/>
                    <a:pt x="9551" y="3223"/>
                    <a:pt x="7246" y="1026"/>
                  </a:cubicBezTo>
                  <a:cubicBezTo>
                    <a:pt x="6561" y="340"/>
                    <a:pt x="566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49"/>
            <p:cNvSpPr/>
            <p:nvPr/>
          </p:nvSpPr>
          <p:spPr>
            <a:xfrm>
              <a:off x="3358025" y="551525"/>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6"/>
                    <a:pt x="4738" y="7206"/>
                    <a:pt x="4761" y="7206"/>
                  </a:cubicBezTo>
                  <a:cubicBezTo>
                    <a:pt x="7917" y="7206"/>
                    <a:pt x="9533" y="3420"/>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49"/>
            <p:cNvSpPr/>
            <p:nvPr/>
          </p:nvSpPr>
          <p:spPr>
            <a:xfrm>
              <a:off x="2747075" y="1810525"/>
              <a:ext cx="201425" cy="180975"/>
            </a:xfrm>
            <a:custGeom>
              <a:rect b="b" l="l" r="r" t="t"/>
              <a:pathLst>
                <a:path extrusionOk="0" h="7239" w="8057">
                  <a:moveTo>
                    <a:pt x="4008" y="0"/>
                  </a:moveTo>
                  <a:cubicBezTo>
                    <a:pt x="3158" y="0"/>
                    <a:pt x="2309" y="334"/>
                    <a:pt x="1601" y="1003"/>
                  </a:cubicBezTo>
                  <a:cubicBezTo>
                    <a:pt x="109" y="2414"/>
                    <a:pt x="0" y="4584"/>
                    <a:pt x="1384" y="6048"/>
                  </a:cubicBezTo>
                  <a:cubicBezTo>
                    <a:pt x="2086" y="6837"/>
                    <a:pt x="3060" y="7239"/>
                    <a:pt x="4036" y="7239"/>
                  </a:cubicBezTo>
                  <a:cubicBezTo>
                    <a:pt x="4906" y="7239"/>
                    <a:pt x="5778" y="6918"/>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49"/>
            <p:cNvSpPr/>
            <p:nvPr/>
          </p:nvSpPr>
          <p:spPr>
            <a:xfrm>
              <a:off x="3358025" y="1180950"/>
              <a:ext cx="238150" cy="180725"/>
            </a:xfrm>
            <a:custGeom>
              <a:rect b="b" l="l" r="r" t="t"/>
              <a:pathLst>
                <a:path extrusionOk="0" h="7229" w="9526">
                  <a:moveTo>
                    <a:pt x="4763" y="1"/>
                  </a:moveTo>
                  <a:cubicBezTo>
                    <a:pt x="3897" y="1"/>
                    <a:pt x="3028" y="347"/>
                    <a:pt x="2306" y="1043"/>
                  </a:cubicBezTo>
                  <a:cubicBezTo>
                    <a:pt x="1" y="3240"/>
                    <a:pt x="1493" y="7146"/>
                    <a:pt x="4666" y="7227"/>
                  </a:cubicBezTo>
                  <a:cubicBezTo>
                    <a:pt x="4700" y="7228"/>
                    <a:pt x="4733" y="7228"/>
                    <a:pt x="4767" y="7228"/>
                  </a:cubicBezTo>
                  <a:cubicBezTo>
                    <a:pt x="7902" y="7228"/>
                    <a:pt x="9525" y="3460"/>
                    <a:pt x="7352" y="1178"/>
                  </a:cubicBezTo>
                  <a:cubicBezTo>
                    <a:pt x="6610" y="394"/>
                    <a:pt x="5687" y="1"/>
                    <a:pt x="476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49"/>
            <p:cNvSpPr/>
            <p:nvPr/>
          </p:nvSpPr>
          <p:spPr>
            <a:xfrm>
              <a:off x="3357750" y="1811100"/>
              <a:ext cx="239000" cy="179825"/>
            </a:xfrm>
            <a:custGeom>
              <a:rect b="b" l="l" r="r" t="t"/>
              <a:pathLst>
                <a:path extrusionOk="0" h="7193" w="9560">
                  <a:moveTo>
                    <a:pt x="4786" y="0"/>
                  </a:moveTo>
                  <a:cubicBezTo>
                    <a:pt x="3845" y="0"/>
                    <a:pt x="2903" y="380"/>
                    <a:pt x="2209" y="1143"/>
                  </a:cubicBezTo>
                  <a:cubicBezTo>
                    <a:pt x="0" y="3406"/>
                    <a:pt x="1616" y="7192"/>
                    <a:pt x="4773" y="7192"/>
                  </a:cubicBezTo>
                  <a:cubicBezTo>
                    <a:pt x="4795" y="7192"/>
                    <a:pt x="4818" y="7192"/>
                    <a:pt x="4840" y="7192"/>
                  </a:cubicBezTo>
                  <a:cubicBezTo>
                    <a:pt x="8013"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49"/>
            <p:cNvSpPr/>
            <p:nvPr/>
          </p:nvSpPr>
          <p:spPr>
            <a:xfrm>
              <a:off x="209625" y="552625"/>
              <a:ext cx="238325" cy="180000"/>
            </a:xfrm>
            <a:custGeom>
              <a:rect b="b" l="l" r="r" t="t"/>
              <a:pathLst>
                <a:path extrusionOk="0" h="7200" w="9533">
                  <a:moveTo>
                    <a:pt x="4760" y="1"/>
                  </a:moveTo>
                  <a:cubicBezTo>
                    <a:pt x="4738" y="1"/>
                    <a:pt x="4716" y="1"/>
                    <a:pt x="4693" y="1"/>
                  </a:cubicBezTo>
                  <a:cubicBezTo>
                    <a:pt x="1520" y="55"/>
                    <a:pt x="1" y="3934"/>
                    <a:pt x="2279" y="6131"/>
                  </a:cubicBezTo>
                  <a:cubicBezTo>
                    <a:pt x="2955" y="6847"/>
                    <a:pt x="3857" y="7200"/>
                    <a:pt x="4759" y="7200"/>
                  </a:cubicBezTo>
                  <a:cubicBezTo>
                    <a:pt x="5702" y="7200"/>
                    <a:pt x="6644" y="6813"/>
                    <a:pt x="7324" y="6050"/>
                  </a:cubicBezTo>
                  <a:cubicBezTo>
                    <a:pt x="9533" y="3787"/>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49"/>
            <p:cNvSpPr/>
            <p:nvPr/>
          </p:nvSpPr>
          <p:spPr>
            <a:xfrm>
              <a:off x="210025" y="1182575"/>
              <a:ext cx="238325" cy="179650"/>
            </a:xfrm>
            <a:custGeom>
              <a:rect b="b" l="l" r="r" t="t"/>
              <a:pathLst>
                <a:path extrusionOk="0" h="7186" w="9533">
                  <a:moveTo>
                    <a:pt x="4719" y="1"/>
                  </a:moveTo>
                  <a:cubicBezTo>
                    <a:pt x="1590" y="1"/>
                    <a:pt x="0" y="3787"/>
                    <a:pt x="2209" y="6050"/>
                  </a:cubicBezTo>
                  <a:cubicBezTo>
                    <a:pt x="2896" y="6806"/>
                    <a:pt x="3828" y="7186"/>
                    <a:pt x="4759" y="7186"/>
                  </a:cubicBezTo>
                  <a:cubicBezTo>
                    <a:pt x="5665" y="7186"/>
                    <a:pt x="6572" y="6826"/>
                    <a:pt x="7254" y="6104"/>
                  </a:cubicBezTo>
                  <a:cubicBezTo>
                    <a:pt x="9532" y="3880"/>
                    <a:pt x="7986" y="28"/>
                    <a:pt x="4786" y="1"/>
                  </a:cubicBezTo>
                  <a:cubicBezTo>
                    <a:pt x="4763" y="1"/>
                    <a:pt x="4741" y="1"/>
                    <a:pt x="471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49"/>
            <p:cNvSpPr/>
            <p:nvPr/>
          </p:nvSpPr>
          <p:spPr>
            <a:xfrm>
              <a:off x="839100" y="552650"/>
              <a:ext cx="238525" cy="179800"/>
            </a:xfrm>
            <a:custGeom>
              <a:rect b="b" l="l" r="r" t="t"/>
              <a:pathLst>
                <a:path extrusionOk="0" h="7192" w="9541">
                  <a:moveTo>
                    <a:pt x="4787" y="0"/>
                  </a:moveTo>
                  <a:cubicBezTo>
                    <a:pt x="1609" y="0"/>
                    <a:pt x="1" y="3806"/>
                    <a:pt x="2217" y="6076"/>
                  </a:cubicBezTo>
                  <a:cubicBezTo>
                    <a:pt x="2905" y="6819"/>
                    <a:pt x="3843" y="7192"/>
                    <a:pt x="4778" y="7192"/>
                  </a:cubicBezTo>
                  <a:cubicBezTo>
                    <a:pt x="5687" y="7192"/>
                    <a:pt x="6593" y="6839"/>
                    <a:pt x="7262" y="6130"/>
                  </a:cubicBezTo>
                  <a:cubicBezTo>
                    <a:pt x="9540" y="3906"/>
                    <a:pt x="7994"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49"/>
            <p:cNvSpPr/>
            <p:nvPr/>
          </p:nvSpPr>
          <p:spPr>
            <a:xfrm>
              <a:off x="209825" y="1811850"/>
              <a:ext cx="238525" cy="180325"/>
            </a:xfrm>
            <a:custGeom>
              <a:rect b="b" l="l" r="r" t="t"/>
              <a:pathLst>
                <a:path extrusionOk="0" h="7213" w="9541">
                  <a:moveTo>
                    <a:pt x="4760" y="1"/>
                  </a:moveTo>
                  <a:cubicBezTo>
                    <a:pt x="1609" y="1"/>
                    <a:pt x="1" y="3806"/>
                    <a:pt x="2217" y="6077"/>
                  </a:cubicBezTo>
                  <a:cubicBezTo>
                    <a:pt x="2904" y="6833"/>
                    <a:pt x="3836" y="7213"/>
                    <a:pt x="4767" y="7213"/>
                  </a:cubicBezTo>
                  <a:cubicBezTo>
                    <a:pt x="5673" y="7213"/>
                    <a:pt x="6580" y="6853"/>
                    <a:pt x="7262" y="6131"/>
                  </a:cubicBezTo>
                  <a:cubicBezTo>
                    <a:pt x="9540" y="3907"/>
                    <a:pt x="7994" y="28"/>
                    <a:pt x="4794" y="1"/>
                  </a:cubicBezTo>
                  <a:cubicBezTo>
                    <a:pt x="4783" y="1"/>
                    <a:pt x="4771"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49"/>
            <p:cNvSpPr/>
            <p:nvPr/>
          </p:nvSpPr>
          <p:spPr>
            <a:xfrm>
              <a:off x="857225" y="1181075"/>
              <a:ext cx="201400" cy="181050"/>
            </a:xfrm>
            <a:custGeom>
              <a:rect b="b" l="l" r="r" t="t"/>
              <a:pathLst>
                <a:path extrusionOk="0" h="7242" w="8056">
                  <a:moveTo>
                    <a:pt x="4032" y="1"/>
                  </a:moveTo>
                  <a:cubicBezTo>
                    <a:pt x="3183" y="1"/>
                    <a:pt x="2335" y="327"/>
                    <a:pt x="1628" y="983"/>
                  </a:cubicBezTo>
                  <a:cubicBezTo>
                    <a:pt x="136" y="2394"/>
                    <a:pt x="0" y="4564"/>
                    <a:pt x="1411" y="6056"/>
                  </a:cubicBezTo>
                  <a:cubicBezTo>
                    <a:pt x="2095" y="6840"/>
                    <a:pt x="3057" y="7242"/>
                    <a:pt x="4024" y="7242"/>
                  </a:cubicBezTo>
                  <a:cubicBezTo>
                    <a:pt x="4897" y="7242"/>
                    <a:pt x="5774" y="6914"/>
                    <a:pt x="6456" y="6245"/>
                  </a:cubicBezTo>
                  <a:cubicBezTo>
                    <a:pt x="7975" y="4944"/>
                    <a:pt x="8056" y="2638"/>
                    <a:pt x="6673" y="1200"/>
                  </a:cubicBezTo>
                  <a:cubicBezTo>
                    <a:pt x="5917" y="402"/>
                    <a:pt x="4974" y="1"/>
                    <a:pt x="403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49"/>
            <p:cNvSpPr/>
            <p:nvPr/>
          </p:nvSpPr>
          <p:spPr>
            <a:xfrm>
              <a:off x="1468850" y="551525"/>
              <a:ext cx="238325" cy="180175"/>
            </a:xfrm>
            <a:custGeom>
              <a:rect b="b" l="l" r="r" t="t"/>
              <a:pathLst>
                <a:path extrusionOk="0" h="7207" w="9533">
                  <a:moveTo>
                    <a:pt x="4768" y="1"/>
                  </a:moveTo>
                  <a:cubicBezTo>
                    <a:pt x="3870" y="1"/>
                    <a:pt x="2968" y="347"/>
                    <a:pt x="2279" y="1049"/>
                  </a:cubicBezTo>
                  <a:cubicBezTo>
                    <a:pt x="1" y="3273"/>
                    <a:pt x="1520" y="7152"/>
                    <a:pt x="4720" y="7206"/>
                  </a:cubicBezTo>
                  <a:cubicBezTo>
                    <a:pt x="4743" y="7206"/>
                    <a:pt x="4765" y="7206"/>
                    <a:pt x="4787" y="7206"/>
                  </a:cubicBezTo>
                  <a:cubicBezTo>
                    <a:pt x="7917" y="7206"/>
                    <a:pt x="9533" y="3393"/>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49"/>
            <p:cNvSpPr/>
            <p:nvPr/>
          </p:nvSpPr>
          <p:spPr>
            <a:xfrm>
              <a:off x="3988000" y="1811875"/>
              <a:ext cx="238700" cy="180050"/>
            </a:xfrm>
            <a:custGeom>
              <a:rect b="b" l="l" r="r" t="t"/>
              <a:pathLst>
                <a:path extrusionOk="0" h="7202" w="9548">
                  <a:moveTo>
                    <a:pt x="4801" y="0"/>
                  </a:moveTo>
                  <a:cubicBezTo>
                    <a:pt x="1600" y="0"/>
                    <a:pt x="0" y="3825"/>
                    <a:pt x="2251" y="6103"/>
                  </a:cubicBezTo>
                  <a:cubicBezTo>
                    <a:pt x="2929" y="6835"/>
                    <a:pt x="3852" y="7201"/>
                    <a:pt x="4774" y="7201"/>
                  </a:cubicBezTo>
                  <a:cubicBezTo>
                    <a:pt x="5696" y="7201"/>
                    <a:pt x="6618" y="6835"/>
                    <a:pt x="7296" y="6103"/>
                  </a:cubicBezTo>
                  <a:cubicBezTo>
                    <a:pt x="9548" y="3879"/>
                    <a:pt x="7974"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49"/>
            <p:cNvSpPr/>
            <p:nvPr/>
          </p:nvSpPr>
          <p:spPr>
            <a:xfrm>
              <a:off x="4617650" y="1182575"/>
              <a:ext cx="239000" cy="179750"/>
            </a:xfrm>
            <a:custGeom>
              <a:rect b="b" l="l" r="r" t="t"/>
              <a:pathLst>
                <a:path extrusionOk="0" h="7190" w="9560">
                  <a:moveTo>
                    <a:pt x="4773" y="1"/>
                  </a:moveTo>
                  <a:cubicBezTo>
                    <a:pt x="1643" y="1"/>
                    <a:pt x="1" y="3761"/>
                    <a:pt x="2209" y="6050"/>
                  </a:cubicBezTo>
                  <a:cubicBezTo>
                    <a:pt x="2886" y="6810"/>
                    <a:pt x="3823" y="7189"/>
                    <a:pt x="4763" y="7189"/>
                  </a:cubicBezTo>
                  <a:cubicBezTo>
                    <a:pt x="5668" y="7189"/>
                    <a:pt x="6575" y="6837"/>
                    <a:pt x="7254" y="6131"/>
                  </a:cubicBezTo>
                  <a:cubicBezTo>
                    <a:pt x="9560" y="3934"/>
                    <a:pt x="8014" y="55"/>
                    <a:pt x="4840" y="1"/>
                  </a:cubicBezTo>
                  <a:cubicBezTo>
                    <a:pt x="4818" y="1"/>
                    <a:pt x="479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49"/>
            <p:cNvSpPr/>
            <p:nvPr/>
          </p:nvSpPr>
          <p:spPr>
            <a:xfrm>
              <a:off x="5247400" y="551550"/>
              <a:ext cx="238525" cy="180150"/>
            </a:xfrm>
            <a:custGeom>
              <a:rect b="b" l="l" r="r" t="t"/>
              <a:pathLst>
                <a:path extrusionOk="0" h="7206" w="9541">
                  <a:moveTo>
                    <a:pt x="4742" y="0"/>
                  </a:moveTo>
                  <a:cubicBezTo>
                    <a:pt x="3819" y="0"/>
                    <a:pt x="2898" y="366"/>
                    <a:pt x="2217" y="1102"/>
                  </a:cubicBezTo>
                  <a:cubicBezTo>
                    <a:pt x="1" y="3372"/>
                    <a:pt x="1609" y="7205"/>
                    <a:pt x="4788" y="7205"/>
                  </a:cubicBezTo>
                  <a:cubicBezTo>
                    <a:pt x="4799" y="7205"/>
                    <a:pt x="4810" y="7205"/>
                    <a:pt x="4821" y="7205"/>
                  </a:cubicBezTo>
                  <a:cubicBezTo>
                    <a:pt x="7995" y="7151"/>
                    <a:pt x="9541" y="3299"/>
                    <a:pt x="7262" y="1075"/>
                  </a:cubicBezTo>
                  <a:cubicBezTo>
                    <a:pt x="6574" y="360"/>
                    <a:pt x="5657" y="0"/>
                    <a:pt x="474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49"/>
            <p:cNvSpPr/>
            <p:nvPr/>
          </p:nvSpPr>
          <p:spPr>
            <a:xfrm>
              <a:off x="4617950" y="1811875"/>
              <a:ext cx="238700" cy="180050"/>
            </a:xfrm>
            <a:custGeom>
              <a:rect b="b" l="l" r="r" t="t"/>
              <a:pathLst>
                <a:path extrusionOk="0" h="7202" w="9548">
                  <a:moveTo>
                    <a:pt x="4747" y="0"/>
                  </a:moveTo>
                  <a:cubicBezTo>
                    <a:pt x="1573" y="27"/>
                    <a:pt x="0" y="3879"/>
                    <a:pt x="2251" y="6103"/>
                  </a:cubicBezTo>
                  <a:cubicBezTo>
                    <a:pt x="2943" y="6835"/>
                    <a:pt x="3865" y="7201"/>
                    <a:pt x="4784" y="7201"/>
                  </a:cubicBezTo>
                  <a:cubicBezTo>
                    <a:pt x="5703" y="7201"/>
                    <a:pt x="6618" y="6835"/>
                    <a:pt x="7296" y="6103"/>
                  </a:cubicBezTo>
                  <a:cubicBezTo>
                    <a:pt x="9548" y="3825"/>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49"/>
            <p:cNvSpPr/>
            <p:nvPr/>
          </p:nvSpPr>
          <p:spPr>
            <a:xfrm>
              <a:off x="5265525" y="1181050"/>
              <a:ext cx="202100" cy="181225"/>
            </a:xfrm>
            <a:custGeom>
              <a:rect b="b" l="l" r="r" t="t"/>
              <a:pathLst>
                <a:path extrusionOk="0" h="7249" w="8084">
                  <a:moveTo>
                    <a:pt x="4026" y="0"/>
                  </a:moveTo>
                  <a:cubicBezTo>
                    <a:pt x="3208" y="0"/>
                    <a:pt x="2393" y="309"/>
                    <a:pt x="1709" y="930"/>
                  </a:cubicBezTo>
                  <a:cubicBezTo>
                    <a:pt x="163" y="2314"/>
                    <a:pt x="0" y="4429"/>
                    <a:pt x="1357" y="5975"/>
                  </a:cubicBezTo>
                  <a:cubicBezTo>
                    <a:pt x="2110" y="6817"/>
                    <a:pt x="3087" y="7248"/>
                    <a:pt x="4067" y="7248"/>
                  </a:cubicBezTo>
                  <a:cubicBezTo>
                    <a:pt x="4888" y="7248"/>
                    <a:pt x="5709" y="6946"/>
                    <a:pt x="6402" y="6328"/>
                  </a:cubicBezTo>
                  <a:cubicBezTo>
                    <a:pt x="7893" y="4972"/>
                    <a:pt x="8083" y="2775"/>
                    <a:pt x="6727" y="1283"/>
                  </a:cubicBezTo>
                  <a:cubicBezTo>
                    <a:pt x="5963" y="431"/>
                    <a:pt x="4992"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49"/>
            <p:cNvSpPr/>
            <p:nvPr/>
          </p:nvSpPr>
          <p:spPr>
            <a:xfrm>
              <a:off x="5896150" y="551300"/>
              <a:ext cx="200750" cy="180975"/>
            </a:xfrm>
            <a:custGeom>
              <a:rect b="b" l="l" r="r" t="t"/>
              <a:pathLst>
                <a:path extrusionOk="0" h="7239" w="8030">
                  <a:moveTo>
                    <a:pt x="4008" y="1"/>
                  </a:moveTo>
                  <a:cubicBezTo>
                    <a:pt x="3158" y="1"/>
                    <a:pt x="2309" y="334"/>
                    <a:pt x="1601" y="1004"/>
                  </a:cubicBezTo>
                  <a:cubicBezTo>
                    <a:pt x="82" y="2414"/>
                    <a:pt x="1" y="4557"/>
                    <a:pt x="1384" y="6049"/>
                  </a:cubicBezTo>
                  <a:cubicBezTo>
                    <a:pt x="2129" y="6837"/>
                    <a:pt x="3086" y="7239"/>
                    <a:pt x="4043" y="7239"/>
                  </a:cubicBezTo>
                  <a:cubicBezTo>
                    <a:pt x="4898" y="7239"/>
                    <a:pt x="5752" y="6918"/>
                    <a:pt x="6456" y="6266"/>
                  </a:cubicBezTo>
                  <a:cubicBezTo>
                    <a:pt x="7948" y="4937"/>
                    <a:pt x="8029"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49"/>
            <p:cNvSpPr/>
            <p:nvPr/>
          </p:nvSpPr>
          <p:spPr>
            <a:xfrm>
              <a:off x="5247225" y="1811875"/>
              <a:ext cx="238700" cy="180550"/>
            </a:xfrm>
            <a:custGeom>
              <a:rect b="b" l="l" r="r" t="t"/>
              <a:pathLst>
                <a:path extrusionOk="0" h="7222" w="9548">
                  <a:moveTo>
                    <a:pt x="4774" y="0"/>
                  </a:moveTo>
                  <a:cubicBezTo>
                    <a:pt x="1600" y="0"/>
                    <a:pt x="0" y="3852"/>
                    <a:pt x="2251" y="6103"/>
                  </a:cubicBezTo>
                  <a:cubicBezTo>
                    <a:pt x="2929" y="6849"/>
                    <a:pt x="3852" y="7222"/>
                    <a:pt x="4774" y="7222"/>
                  </a:cubicBezTo>
                  <a:cubicBezTo>
                    <a:pt x="5696" y="7222"/>
                    <a:pt x="6618" y="6849"/>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49"/>
            <p:cNvSpPr/>
            <p:nvPr/>
          </p:nvSpPr>
          <p:spPr>
            <a:xfrm>
              <a:off x="5877750" y="1181150"/>
              <a:ext cx="238125" cy="179850"/>
            </a:xfrm>
            <a:custGeom>
              <a:rect b="b" l="l" r="r" t="t"/>
              <a:pathLst>
                <a:path extrusionOk="0" h="7194" w="9525">
                  <a:moveTo>
                    <a:pt x="4741" y="0"/>
                  </a:moveTo>
                  <a:cubicBezTo>
                    <a:pt x="3797" y="0"/>
                    <a:pt x="2854" y="380"/>
                    <a:pt x="2174" y="1143"/>
                  </a:cubicBezTo>
                  <a:cubicBezTo>
                    <a:pt x="0" y="3425"/>
                    <a:pt x="1597" y="7193"/>
                    <a:pt x="4732" y="7193"/>
                  </a:cubicBezTo>
                  <a:cubicBezTo>
                    <a:pt x="4765" y="7193"/>
                    <a:pt x="4799" y="7193"/>
                    <a:pt x="4832" y="7192"/>
                  </a:cubicBezTo>
                  <a:cubicBezTo>
                    <a:pt x="8006" y="7138"/>
                    <a:pt x="9525" y="3259"/>
                    <a:pt x="7219" y="1035"/>
                  </a:cubicBezTo>
                  <a:cubicBezTo>
                    <a:pt x="6544" y="346"/>
                    <a:pt x="5642" y="0"/>
                    <a:pt x="474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49"/>
            <p:cNvSpPr/>
            <p:nvPr/>
          </p:nvSpPr>
          <p:spPr>
            <a:xfrm>
              <a:off x="6506450" y="551525"/>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6"/>
                    <a:pt x="4765" y="7206"/>
                    <a:pt x="4787" y="7206"/>
                  </a:cubicBezTo>
                  <a:cubicBezTo>
                    <a:pt x="7943" y="7206"/>
                    <a:pt x="9559" y="3420"/>
                    <a:pt x="7351" y="1130"/>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49"/>
            <p:cNvSpPr/>
            <p:nvPr/>
          </p:nvSpPr>
          <p:spPr>
            <a:xfrm>
              <a:off x="5896150" y="1810525"/>
              <a:ext cx="201425" cy="181225"/>
            </a:xfrm>
            <a:custGeom>
              <a:rect b="b" l="l" r="r" t="t"/>
              <a:pathLst>
                <a:path extrusionOk="0" h="7249" w="8057">
                  <a:moveTo>
                    <a:pt x="4008" y="0"/>
                  </a:moveTo>
                  <a:cubicBezTo>
                    <a:pt x="3158" y="0"/>
                    <a:pt x="2309" y="334"/>
                    <a:pt x="1601" y="1003"/>
                  </a:cubicBezTo>
                  <a:cubicBezTo>
                    <a:pt x="109" y="2414"/>
                    <a:pt x="1" y="4584"/>
                    <a:pt x="1384" y="6048"/>
                  </a:cubicBezTo>
                  <a:cubicBezTo>
                    <a:pt x="2083" y="6847"/>
                    <a:pt x="3051" y="7248"/>
                    <a:pt x="4022" y="7248"/>
                  </a:cubicBezTo>
                  <a:cubicBezTo>
                    <a:pt x="4897" y="7248"/>
                    <a:pt x="5774" y="6922"/>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49"/>
            <p:cNvSpPr/>
            <p:nvPr/>
          </p:nvSpPr>
          <p:spPr>
            <a:xfrm>
              <a:off x="6507125" y="1180950"/>
              <a:ext cx="238125" cy="180725"/>
            </a:xfrm>
            <a:custGeom>
              <a:rect b="b" l="l" r="r" t="t"/>
              <a:pathLst>
                <a:path extrusionOk="0" h="7229" w="9525">
                  <a:moveTo>
                    <a:pt x="4753" y="1"/>
                  </a:moveTo>
                  <a:cubicBezTo>
                    <a:pt x="3889" y="1"/>
                    <a:pt x="3028" y="347"/>
                    <a:pt x="2306" y="1043"/>
                  </a:cubicBezTo>
                  <a:cubicBezTo>
                    <a:pt x="0" y="3240"/>
                    <a:pt x="1492" y="7146"/>
                    <a:pt x="4666" y="7227"/>
                  </a:cubicBezTo>
                  <a:cubicBezTo>
                    <a:pt x="4699" y="7228"/>
                    <a:pt x="4732" y="7228"/>
                    <a:pt x="4765" y="7228"/>
                  </a:cubicBezTo>
                  <a:cubicBezTo>
                    <a:pt x="7874" y="7228"/>
                    <a:pt x="9525" y="3460"/>
                    <a:pt x="7351" y="1178"/>
                  </a:cubicBezTo>
                  <a:cubicBezTo>
                    <a:pt x="6595" y="394"/>
                    <a:pt x="5673" y="1"/>
                    <a:pt x="475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49"/>
            <p:cNvSpPr/>
            <p:nvPr/>
          </p:nvSpPr>
          <p:spPr>
            <a:xfrm>
              <a:off x="6506825" y="1811100"/>
              <a:ext cx="239000" cy="179825"/>
            </a:xfrm>
            <a:custGeom>
              <a:rect b="b" l="l" r="r" t="t"/>
              <a:pathLst>
                <a:path extrusionOk="0" h="7193" w="9560">
                  <a:moveTo>
                    <a:pt x="4786" y="0"/>
                  </a:moveTo>
                  <a:cubicBezTo>
                    <a:pt x="3846" y="0"/>
                    <a:pt x="2903" y="380"/>
                    <a:pt x="2209" y="1143"/>
                  </a:cubicBezTo>
                  <a:cubicBezTo>
                    <a:pt x="1" y="3406"/>
                    <a:pt x="1617" y="7192"/>
                    <a:pt x="4773" y="7192"/>
                  </a:cubicBezTo>
                  <a:cubicBezTo>
                    <a:pt x="4795" y="7192"/>
                    <a:pt x="4818" y="7192"/>
                    <a:pt x="4840" y="7192"/>
                  </a:cubicBezTo>
                  <a:cubicBezTo>
                    <a:pt x="8014"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49"/>
            <p:cNvSpPr/>
            <p:nvPr/>
          </p:nvSpPr>
          <p:spPr>
            <a:xfrm>
              <a:off x="3988175" y="552650"/>
              <a:ext cx="238525" cy="179800"/>
            </a:xfrm>
            <a:custGeom>
              <a:rect b="b" l="l" r="r" t="t"/>
              <a:pathLst>
                <a:path extrusionOk="0" h="7192" w="9541">
                  <a:moveTo>
                    <a:pt x="4787" y="0"/>
                  </a:moveTo>
                  <a:cubicBezTo>
                    <a:pt x="1609" y="0"/>
                    <a:pt x="1" y="3806"/>
                    <a:pt x="2217" y="6076"/>
                  </a:cubicBezTo>
                  <a:cubicBezTo>
                    <a:pt x="2905" y="6819"/>
                    <a:pt x="3836" y="7192"/>
                    <a:pt x="4768" y="7192"/>
                  </a:cubicBezTo>
                  <a:cubicBezTo>
                    <a:pt x="5674" y="7192"/>
                    <a:pt x="6580" y="6839"/>
                    <a:pt x="7262" y="6130"/>
                  </a:cubicBezTo>
                  <a:cubicBezTo>
                    <a:pt x="9541" y="3906"/>
                    <a:pt x="7995"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49"/>
            <p:cNvSpPr/>
            <p:nvPr/>
          </p:nvSpPr>
          <p:spPr>
            <a:xfrm>
              <a:off x="4006975" y="1181075"/>
              <a:ext cx="201425" cy="181050"/>
            </a:xfrm>
            <a:custGeom>
              <a:rect b="b" l="l" r="r" t="t"/>
              <a:pathLst>
                <a:path extrusionOk="0" h="7242" w="8057">
                  <a:moveTo>
                    <a:pt x="4006" y="1"/>
                  </a:moveTo>
                  <a:cubicBezTo>
                    <a:pt x="3156" y="1"/>
                    <a:pt x="2308" y="327"/>
                    <a:pt x="1601" y="983"/>
                  </a:cubicBezTo>
                  <a:cubicBezTo>
                    <a:pt x="109" y="2394"/>
                    <a:pt x="0" y="4564"/>
                    <a:pt x="1384" y="6056"/>
                  </a:cubicBezTo>
                  <a:cubicBezTo>
                    <a:pt x="2082" y="6840"/>
                    <a:pt x="3051" y="7242"/>
                    <a:pt x="4021" y="7242"/>
                  </a:cubicBezTo>
                  <a:cubicBezTo>
                    <a:pt x="4897" y="7242"/>
                    <a:pt x="5774" y="6914"/>
                    <a:pt x="6456" y="6245"/>
                  </a:cubicBezTo>
                  <a:cubicBezTo>
                    <a:pt x="7948" y="4944"/>
                    <a:pt x="8056" y="2638"/>
                    <a:pt x="6646" y="1200"/>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49"/>
            <p:cNvSpPr/>
            <p:nvPr/>
          </p:nvSpPr>
          <p:spPr>
            <a:xfrm>
              <a:off x="4617950" y="551525"/>
              <a:ext cx="238325" cy="180175"/>
            </a:xfrm>
            <a:custGeom>
              <a:rect b="b" l="l" r="r" t="t"/>
              <a:pathLst>
                <a:path extrusionOk="0" h="7207" w="9533">
                  <a:moveTo>
                    <a:pt x="4747" y="1"/>
                  </a:moveTo>
                  <a:cubicBezTo>
                    <a:pt x="3849" y="1"/>
                    <a:pt x="2954" y="347"/>
                    <a:pt x="2279" y="1049"/>
                  </a:cubicBezTo>
                  <a:cubicBezTo>
                    <a:pt x="0" y="3273"/>
                    <a:pt x="1519" y="7152"/>
                    <a:pt x="4693" y="7206"/>
                  </a:cubicBezTo>
                  <a:cubicBezTo>
                    <a:pt x="4715" y="7206"/>
                    <a:pt x="4737" y="7206"/>
                    <a:pt x="4759" y="7206"/>
                  </a:cubicBezTo>
                  <a:cubicBezTo>
                    <a:pt x="7916" y="7206"/>
                    <a:pt x="9532" y="3393"/>
                    <a:pt x="7324" y="1130"/>
                  </a:cubicBezTo>
                  <a:cubicBezTo>
                    <a:pt x="6630" y="381"/>
                    <a:pt x="5687" y="1"/>
                    <a:pt x="474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49"/>
            <p:cNvSpPr/>
            <p:nvPr/>
          </p:nvSpPr>
          <p:spPr>
            <a:xfrm>
              <a:off x="2098125" y="3073125"/>
              <a:ext cx="238525" cy="179725"/>
            </a:xfrm>
            <a:custGeom>
              <a:rect b="b" l="l" r="r" t="t"/>
              <a:pathLst>
                <a:path extrusionOk="0" h="7189" w="9541">
                  <a:moveTo>
                    <a:pt x="4759" y="0"/>
                  </a:moveTo>
                  <a:cubicBezTo>
                    <a:pt x="3849" y="0"/>
                    <a:pt x="2937" y="360"/>
                    <a:pt x="2252" y="1085"/>
                  </a:cubicBezTo>
                  <a:cubicBezTo>
                    <a:pt x="1" y="3337"/>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49"/>
            <p:cNvSpPr/>
            <p:nvPr/>
          </p:nvSpPr>
          <p:spPr>
            <a:xfrm>
              <a:off x="2728075" y="2443400"/>
              <a:ext cx="238150" cy="180200"/>
            </a:xfrm>
            <a:custGeom>
              <a:rect b="b" l="l" r="r" t="t"/>
              <a:pathLst>
                <a:path extrusionOk="0" h="7208" w="9526">
                  <a:moveTo>
                    <a:pt x="4761" y="0"/>
                  </a:moveTo>
                  <a:cubicBezTo>
                    <a:pt x="3895" y="0"/>
                    <a:pt x="3028" y="340"/>
                    <a:pt x="2306" y="1022"/>
                  </a:cubicBezTo>
                  <a:cubicBezTo>
                    <a:pt x="1" y="3219"/>
                    <a:pt x="1493" y="7125"/>
                    <a:pt x="4693" y="7206"/>
                  </a:cubicBezTo>
                  <a:cubicBezTo>
                    <a:pt x="4727" y="7207"/>
                    <a:pt x="4760" y="7208"/>
                    <a:pt x="4793" y="7208"/>
                  </a:cubicBezTo>
                  <a:cubicBezTo>
                    <a:pt x="7902" y="7208"/>
                    <a:pt x="9525" y="3439"/>
                    <a:pt x="7351" y="1158"/>
                  </a:cubicBezTo>
                  <a:cubicBezTo>
                    <a:pt x="6609" y="387"/>
                    <a:pt x="5686"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49"/>
            <p:cNvSpPr/>
            <p:nvPr/>
          </p:nvSpPr>
          <p:spPr>
            <a:xfrm>
              <a:off x="839100" y="4963650"/>
              <a:ext cx="238525" cy="179975"/>
            </a:xfrm>
            <a:custGeom>
              <a:rect b="b" l="l" r="r" t="t"/>
              <a:pathLst>
                <a:path extrusionOk="0" h="7199" w="9541">
                  <a:moveTo>
                    <a:pt x="4760" y="0"/>
                  </a:moveTo>
                  <a:cubicBezTo>
                    <a:pt x="1582" y="0"/>
                    <a:pt x="1" y="3833"/>
                    <a:pt x="2244" y="6076"/>
                  </a:cubicBezTo>
                  <a:cubicBezTo>
                    <a:pt x="2925" y="6826"/>
                    <a:pt x="3853" y="7198"/>
                    <a:pt x="4779" y="7198"/>
                  </a:cubicBezTo>
                  <a:cubicBezTo>
                    <a:pt x="5697" y="7198"/>
                    <a:pt x="6614" y="6832"/>
                    <a:pt x="7289" y="6103"/>
                  </a:cubicBezTo>
                  <a:cubicBezTo>
                    <a:pt x="9540" y="3852"/>
                    <a:pt x="7967" y="0"/>
                    <a:pt x="4794"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49"/>
            <p:cNvSpPr/>
            <p:nvPr/>
          </p:nvSpPr>
          <p:spPr>
            <a:xfrm>
              <a:off x="1469250" y="4333675"/>
              <a:ext cx="238325" cy="180100"/>
            </a:xfrm>
            <a:custGeom>
              <a:rect b="b" l="l" r="r" t="t"/>
              <a:pathLst>
                <a:path extrusionOk="0" h="7204" w="9533">
                  <a:moveTo>
                    <a:pt x="4746" y="1"/>
                  </a:moveTo>
                  <a:cubicBezTo>
                    <a:pt x="1616" y="1"/>
                    <a:pt x="0" y="3788"/>
                    <a:pt x="2182" y="6050"/>
                  </a:cubicBezTo>
                  <a:cubicBezTo>
                    <a:pt x="2865" y="6817"/>
                    <a:pt x="3813" y="7204"/>
                    <a:pt x="4765" y="7204"/>
                  </a:cubicBezTo>
                  <a:cubicBezTo>
                    <a:pt x="5665" y="7204"/>
                    <a:pt x="6568" y="6857"/>
                    <a:pt x="7254" y="6159"/>
                  </a:cubicBezTo>
                  <a:cubicBezTo>
                    <a:pt x="9532" y="3934"/>
                    <a:pt x="8013" y="56"/>
                    <a:pt x="4813" y="1"/>
                  </a:cubicBezTo>
                  <a:cubicBezTo>
                    <a:pt x="4791"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49"/>
            <p:cNvSpPr/>
            <p:nvPr/>
          </p:nvSpPr>
          <p:spPr>
            <a:xfrm>
              <a:off x="2098325" y="3702975"/>
              <a:ext cx="239200" cy="179825"/>
            </a:xfrm>
            <a:custGeom>
              <a:rect b="b" l="l" r="r" t="t"/>
              <a:pathLst>
                <a:path extrusionOk="0" h="7193" w="9568">
                  <a:moveTo>
                    <a:pt x="4771" y="1"/>
                  </a:moveTo>
                  <a:cubicBezTo>
                    <a:pt x="3843" y="1"/>
                    <a:pt x="2918" y="374"/>
                    <a:pt x="2244" y="1116"/>
                  </a:cubicBezTo>
                  <a:cubicBezTo>
                    <a:pt x="1" y="3387"/>
                    <a:pt x="1609" y="7192"/>
                    <a:pt x="4787" y="7192"/>
                  </a:cubicBezTo>
                  <a:cubicBezTo>
                    <a:pt x="4798" y="7192"/>
                    <a:pt x="4810" y="7192"/>
                    <a:pt x="4821" y="7192"/>
                  </a:cubicBezTo>
                  <a:cubicBezTo>
                    <a:pt x="7994" y="7165"/>
                    <a:pt x="9568" y="3286"/>
                    <a:pt x="7262" y="1062"/>
                  </a:cubicBezTo>
                  <a:cubicBezTo>
                    <a:pt x="6580" y="353"/>
                    <a:pt x="567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49"/>
            <p:cNvSpPr/>
            <p:nvPr/>
          </p:nvSpPr>
          <p:spPr>
            <a:xfrm>
              <a:off x="2747075" y="3072975"/>
              <a:ext cx="201425" cy="182050"/>
            </a:xfrm>
            <a:custGeom>
              <a:rect b="b" l="l" r="r" t="t"/>
              <a:pathLst>
                <a:path extrusionOk="0" h="7282" w="8057">
                  <a:moveTo>
                    <a:pt x="4005" y="0"/>
                  </a:moveTo>
                  <a:cubicBezTo>
                    <a:pt x="3156" y="0"/>
                    <a:pt x="2308" y="327"/>
                    <a:pt x="1601" y="983"/>
                  </a:cubicBezTo>
                  <a:cubicBezTo>
                    <a:pt x="82" y="2393"/>
                    <a:pt x="0" y="4536"/>
                    <a:pt x="1384" y="6028"/>
                  </a:cubicBezTo>
                  <a:cubicBezTo>
                    <a:pt x="2097" y="6858"/>
                    <a:pt x="3093" y="7282"/>
                    <a:pt x="4092" y="7282"/>
                  </a:cubicBezTo>
                  <a:cubicBezTo>
                    <a:pt x="4954" y="7282"/>
                    <a:pt x="5819" y="6967"/>
                    <a:pt x="6510" y="6326"/>
                  </a:cubicBezTo>
                  <a:cubicBezTo>
                    <a:pt x="8002" y="4970"/>
                    <a:pt x="8056" y="2637"/>
                    <a:pt x="6646" y="1200"/>
                  </a:cubicBezTo>
                  <a:cubicBezTo>
                    <a:pt x="5890" y="401"/>
                    <a:pt x="4947" y="0"/>
                    <a:pt x="400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49"/>
            <p:cNvSpPr/>
            <p:nvPr/>
          </p:nvSpPr>
          <p:spPr>
            <a:xfrm>
              <a:off x="3358025" y="2443400"/>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7"/>
                    <a:pt x="4738" y="7207"/>
                    <a:pt x="4761" y="7207"/>
                  </a:cubicBezTo>
                  <a:cubicBezTo>
                    <a:pt x="7917" y="7207"/>
                    <a:pt x="9533" y="3420"/>
                    <a:pt x="7324" y="1131"/>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49"/>
            <p:cNvSpPr/>
            <p:nvPr/>
          </p:nvSpPr>
          <p:spPr>
            <a:xfrm>
              <a:off x="1468850" y="4962975"/>
              <a:ext cx="238725" cy="180400"/>
            </a:xfrm>
            <a:custGeom>
              <a:rect b="b" l="l" r="r" t="t"/>
              <a:pathLst>
                <a:path extrusionOk="0" h="7216" w="9549">
                  <a:moveTo>
                    <a:pt x="4748" y="0"/>
                  </a:moveTo>
                  <a:cubicBezTo>
                    <a:pt x="1574" y="27"/>
                    <a:pt x="1" y="3879"/>
                    <a:pt x="2252" y="6130"/>
                  </a:cubicBezTo>
                  <a:cubicBezTo>
                    <a:pt x="2937" y="6856"/>
                    <a:pt x="3849" y="7215"/>
                    <a:pt x="4763" y="7215"/>
                  </a:cubicBezTo>
                  <a:cubicBezTo>
                    <a:pt x="5693" y="7215"/>
                    <a:pt x="6626" y="6842"/>
                    <a:pt x="7324" y="6103"/>
                  </a:cubicBezTo>
                  <a:cubicBezTo>
                    <a:pt x="9548" y="3852"/>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49"/>
            <p:cNvSpPr/>
            <p:nvPr/>
          </p:nvSpPr>
          <p:spPr>
            <a:xfrm>
              <a:off x="2116450" y="4332375"/>
              <a:ext cx="202775" cy="181000"/>
            </a:xfrm>
            <a:custGeom>
              <a:rect b="b" l="l" r="r" t="t"/>
              <a:pathLst>
                <a:path extrusionOk="0" h="7240" w="8111">
                  <a:moveTo>
                    <a:pt x="4023" y="1"/>
                  </a:moveTo>
                  <a:cubicBezTo>
                    <a:pt x="3204" y="1"/>
                    <a:pt x="2389" y="303"/>
                    <a:pt x="1709" y="921"/>
                  </a:cubicBezTo>
                  <a:cubicBezTo>
                    <a:pt x="163" y="2305"/>
                    <a:pt x="0" y="4448"/>
                    <a:pt x="1356" y="5966"/>
                  </a:cubicBezTo>
                  <a:cubicBezTo>
                    <a:pt x="2109" y="6808"/>
                    <a:pt x="3087" y="7240"/>
                    <a:pt x="4067" y="7240"/>
                  </a:cubicBezTo>
                  <a:cubicBezTo>
                    <a:pt x="4887" y="7240"/>
                    <a:pt x="5709" y="6937"/>
                    <a:pt x="6401" y="6319"/>
                  </a:cubicBezTo>
                  <a:cubicBezTo>
                    <a:pt x="7920" y="4990"/>
                    <a:pt x="8110" y="2793"/>
                    <a:pt x="6754" y="1274"/>
                  </a:cubicBezTo>
                  <a:cubicBezTo>
                    <a:pt x="5986"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49"/>
            <p:cNvSpPr/>
            <p:nvPr/>
          </p:nvSpPr>
          <p:spPr>
            <a:xfrm>
              <a:off x="2747075" y="3702650"/>
              <a:ext cx="201425" cy="180725"/>
            </a:xfrm>
            <a:custGeom>
              <a:rect b="b" l="l" r="r" t="t"/>
              <a:pathLst>
                <a:path extrusionOk="0" h="7229" w="8057">
                  <a:moveTo>
                    <a:pt x="3994" y="0"/>
                  </a:moveTo>
                  <a:cubicBezTo>
                    <a:pt x="3149" y="0"/>
                    <a:pt x="2305" y="328"/>
                    <a:pt x="1601" y="994"/>
                  </a:cubicBezTo>
                  <a:cubicBezTo>
                    <a:pt x="82" y="2431"/>
                    <a:pt x="0" y="4547"/>
                    <a:pt x="1384" y="6039"/>
                  </a:cubicBezTo>
                  <a:cubicBezTo>
                    <a:pt x="2129" y="6827"/>
                    <a:pt x="3086" y="7229"/>
                    <a:pt x="4043" y="7229"/>
                  </a:cubicBezTo>
                  <a:cubicBezTo>
                    <a:pt x="4897" y="7229"/>
                    <a:pt x="5752" y="6908"/>
                    <a:pt x="6456" y="6256"/>
                  </a:cubicBezTo>
                  <a:cubicBezTo>
                    <a:pt x="7948" y="4954"/>
                    <a:pt x="8056" y="2621"/>
                    <a:pt x="6646" y="1211"/>
                  </a:cubicBezTo>
                  <a:cubicBezTo>
                    <a:pt x="5887" y="409"/>
                    <a:pt x="4939" y="0"/>
                    <a:pt x="39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49"/>
            <p:cNvSpPr/>
            <p:nvPr/>
          </p:nvSpPr>
          <p:spPr>
            <a:xfrm>
              <a:off x="3357750" y="3073100"/>
              <a:ext cx="239000" cy="179750"/>
            </a:xfrm>
            <a:custGeom>
              <a:rect b="b" l="l" r="r" t="t"/>
              <a:pathLst>
                <a:path extrusionOk="0" h="7190" w="9560">
                  <a:moveTo>
                    <a:pt x="4772" y="1"/>
                  </a:moveTo>
                  <a:cubicBezTo>
                    <a:pt x="3836" y="1"/>
                    <a:pt x="2900" y="381"/>
                    <a:pt x="2209" y="1141"/>
                  </a:cubicBezTo>
                  <a:cubicBezTo>
                    <a:pt x="0" y="3403"/>
                    <a:pt x="1616" y="7190"/>
                    <a:pt x="4773" y="7190"/>
                  </a:cubicBezTo>
                  <a:cubicBezTo>
                    <a:pt x="4795" y="7190"/>
                    <a:pt x="4818" y="7190"/>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49"/>
            <p:cNvSpPr/>
            <p:nvPr/>
          </p:nvSpPr>
          <p:spPr>
            <a:xfrm>
              <a:off x="2098125" y="4963650"/>
              <a:ext cx="238725" cy="180050"/>
            </a:xfrm>
            <a:custGeom>
              <a:rect b="b" l="l" r="r" t="t"/>
              <a:pathLst>
                <a:path extrusionOk="0" h="7202" w="9549">
                  <a:moveTo>
                    <a:pt x="4775" y="0"/>
                  </a:moveTo>
                  <a:cubicBezTo>
                    <a:pt x="1601" y="0"/>
                    <a:pt x="1" y="3852"/>
                    <a:pt x="2252" y="6103"/>
                  </a:cubicBezTo>
                  <a:cubicBezTo>
                    <a:pt x="2930" y="6836"/>
                    <a:pt x="3852" y="7202"/>
                    <a:pt x="4775" y="7202"/>
                  </a:cubicBezTo>
                  <a:cubicBezTo>
                    <a:pt x="5697" y="7202"/>
                    <a:pt x="6619" y="6836"/>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49"/>
            <p:cNvSpPr/>
            <p:nvPr/>
          </p:nvSpPr>
          <p:spPr>
            <a:xfrm>
              <a:off x="2728475" y="4332575"/>
              <a:ext cx="238325" cy="180175"/>
            </a:xfrm>
            <a:custGeom>
              <a:rect b="b" l="l" r="r" t="t"/>
              <a:pathLst>
                <a:path extrusionOk="0" h="7207" w="9533">
                  <a:moveTo>
                    <a:pt x="4749" y="1"/>
                  </a:moveTo>
                  <a:cubicBezTo>
                    <a:pt x="3805" y="1"/>
                    <a:pt x="2862" y="381"/>
                    <a:pt x="2182" y="1130"/>
                  </a:cubicBezTo>
                  <a:cubicBezTo>
                    <a:pt x="0" y="3420"/>
                    <a:pt x="1616" y="7207"/>
                    <a:pt x="4773" y="7207"/>
                  </a:cubicBezTo>
                  <a:cubicBezTo>
                    <a:pt x="4795" y="7207"/>
                    <a:pt x="4818" y="7207"/>
                    <a:pt x="4840" y="7206"/>
                  </a:cubicBezTo>
                  <a:cubicBezTo>
                    <a:pt x="8014" y="7125"/>
                    <a:pt x="9532" y="3246"/>
                    <a:pt x="7227" y="1049"/>
                  </a:cubicBezTo>
                  <a:cubicBezTo>
                    <a:pt x="6551"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49"/>
            <p:cNvSpPr/>
            <p:nvPr/>
          </p:nvSpPr>
          <p:spPr>
            <a:xfrm>
              <a:off x="3358025" y="3702975"/>
              <a:ext cx="238325" cy="179825"/>
            </a:xfrm>
            <a:custGeom>
              <a:rect b="b" l="l" r="r" t="t"/>
              <a:pathLst>
                <a:path extrusionOk="0" h="7193" w="9533">
                  <a:moveTo>
                    <a:pt x="4768" y="0"/>
                  </a:moveTo>
                  <a:cubicBezTo>
                    <a:pt x="3870" y="0"/>
                    <a:pt x="2968" y="346"/>
                    <a:pt x="2279" y="1035"/>
                  </a:cubicBezTo>
                  <a:cubicBezTo>
                    <a:pt x="1" y="3259"/>
                    <a:pt x="1520" y="7138"/>
                    <a:pt x="4693" y="7192"/>
                  </a:cubicBezTo>
                  <a:cubicBezTo>
                    <a:pt x="4716" y="7193"/>
                    <a:pt x="4738" y="7193"/>
                    <a:pt x="4761" y="7193"/>
                  </a:cubicBezTo>
                  <a:cubicBezTo>
                    <a:pt x="7917" y="7193"/>
                    <a:pt x="9533" y="3406"/>
                    <a:pt x="7324" y="1144"/>
                  </a:cubicBezTo>
                  <a:cubicBezTo>
                    <a:pt x="6644" y="380"/>
                    <a:pt x="5709" y="0"/>
                    <a:pt x="476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49"/>
            <p:cNvSpPr/>
            <p:nvPr/>
          </p:nvSpPr>
          <p:spPr>
            <a:xfrm>
              <a:off x="2747075" y="4962125"/>
              <a:ext cx="201425" cy="181050"/>
            </a:xfrm>
            <a:custGeom>
              <a:rect b="b" l="l" r="r" t="t"/>
              <a:pathLst>
                <a:path extrusionOk="0" h="7242" w="8057">
                  <a:moveTo>
                    <a:pt x="4005" y="1"/>
                  </a:moveTo>
                  <a:cubicBezTo>
                    <a:pt x="3156" y="1"/>
                    <a:pt x="2308" y="328"/>
                    <a:pt x="1601" y="984"/>
                  </a:cubicBezTo>
                  <a:cubicBezTo>
                    <a:pt x="109" y="2394"/>
                    <a:pt x="0" y="4564"/>
                    <a:pt x="1384" y="6056"/>
                  </a:cubicBezTo>
                  <a:cubicBezTo>
                    <a:pt x="2082" y="6840"/>
                    <a:pt x="3051" y="7242"/>
                    <a:pt x="4021" y="7242"/>
                  </a:cubicBezTo>
                  <a:cubicBezTo>
                    <a:pt x="4897" y="7242"/>
                    <a:pt x="5774" y="6915"/>
                    <a:pt x="6456" y="6246"/>
                  </a:cubicBezTo>
                  <a:cubicBezTo>
                    <a:pt x="7948" y="4944"/>
                    <a:pt x="8056" y="2638"/>
                    <a:pt x="6646" y="1201"/>
                  </a:cubicBezTo>
                  <a:cubicBezTo>
                    <a:pt x="5890" y="402"/>
                    <a:pt x="4947" y="1"/>
                    <a:pt x="400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49"/>
            <p:cNvSpPr/>
            <p:nvPr/>
          </p:nvSpPr>
          <p:spPr>
            <a:xfrm>
              <a:off x="3358025" y="4332300"/>
              <a:ext cx="238150" cy="180475"/>
            </a:xfrm>
            <a:custGeom>
              <a:rect b="b" l="l" r="r" t="t"/>
              <a:pathLst>
                <a:path extrusionOk="0" h="7219" w="9526">
                  <a:moveTo>
                    <a:pt x="4750" y="1"/>
                  </a:moveTo>
                  <a:cubicBezTo>
                    <a:pt x="3888" y="1"/>
                    <a:pt x="3025" y="341"/>
                    <a:pt x="2306" y="1033"/>
                  </a:cubicBezTo>
                  <a:cubicBezTo>
                    <a:pt x="1" y="3230"/>
                    <a:pt x="1493" y="7136"/>
                    <a:pt x="4666" y="7217"/>
                  </a:cubicBezTo>
                  <a:cubicBezTo>
                    <a:pt x="4700" y="7218"/>
                    <a:pt x="4733" y="7218"/>
                    <a:pt x="4767" y="7218"/>
                  </a:cubicBezTo>
                  <a:cubicBezTo>
                    <a:pt x="7902" y="7218"/>
                    <a:pt x="9525" y="3450"/>
                    <a:pt x="7352" y="1169"/>
                  </a:cubicBezTo>
                  <a:cubicBezTo>
                    <a:pt x="6606" y="395"/>
                    <a:pt x="5678" y="1"/>
                    <a:pt x="475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49"/>
            <p:cNvSpPr/>
            <p:nvPr/>
          </p:nvSpPr>
          <p:spPr>
            <a:xfrm>
              <a:off x="3357750" y="4962275"/>
              <a:ext cx="239000" cy="179750"/>
            </a:xfrm>
            <a:custGeom>
              <a:rect b="b" l="l" r="r" t="t"/>
              <a:pathLst>
                <a:path extrusionOk="0" h="7190" w="9560">
                  <a:moveTo>
                    <a:pt x="4772" y="1"/>
                  </a:moveTo>
                  <a:cubicBezTo>
                    <a:pt x="3836" y="1"/>
                    <a:pt x="2900" y="381"/>
                    <a:pt x="2209" y="1140"/>
                  </a:cubicBezTo>
                  <a:cubicBezTo>
                    <a:pt x="0" y="3403"/>
                    <a:pt x="1616" y="7190"/>
                    <a:pt x="4773" y="7190"/>
                  </a:cubicBezTo>
                  <a:cubicBezTo>
                    <a:pt x="4795" y="7190"/>
                    <a:pt x="4818" y="7189"/>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49"/>
            <p:cNvSpPr/>
            <p:nvPr/>
          </p:nvSpPr>
          <p:spPr>
            <a:xfrm>
              <a:off x="229975" y="2443400"/>
              <a:ext cx="198700" cy="179600"/>
            </a:xfrm>
            <a:custGeom>
              <a:rect b="b" l="l" r="r" t="t"/>
              <a:pathLst>
                <a:path extrusionOk="0" h="7184" w="7948">
                  <a:moveTo>
                    <a:pt x="3927" y="0"/>
                  </a:moveTo>
                  <a:cubicBezTo>
                    <a:pt x="3061" y="0"/>
                    <a:pt x="2201" y="340"/>
                    <a:pt x="1492" y="1022"/>
                  </a:cubicBezTo>
                  <a:cubicBezTo>
                    <a:pt x="55" y="2378"/>
                    <a:pt x="1" y="4657"/>
                    <a:pt x="1357" y="6067"/>
                  </a:cubicBezTo>
                  <a:cubicBezTo>
                    <a:pt x="2058" y="6810"/>
                    <a:pt x="3005" y="7184"/>
                    <a:pt x="3956" y="7184"/>
                  </a:cubicBezTo>
                  <a:cubicBezTo>
                    <a:pt x="4844" y="7184"/>
                    <a:pt x="5735" y="6858"/>
                    <a:pt x="6429" y="6203"/>
                  </a:cubicBezTo>
                  <a:lnTo>
                    <a:pt x="6402" y="6203"/>
                  </a:lnTo>
                  <a:cubicBezTo>
                    <a:pt x="7894" y="4874"/>
                    <a:pt x="7948" y="2541"/>
                    <a:pt x="6537" y="1158"/>
                  </a:cubicBezTo>
                  <a:cubicBezTo>
                    <a:pt x="5781" y="387"/>
                    <a:pt x="4851" y="0"/>
                    <a:pt x="392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49"/>
            <p:cNvSpPr/>
            <p:nvPr/>
          </p:nvSpPr>
          <p:spPr>
            <a:xfrm>
              <a:off x="209625" y="3073800"/>
              <a:ext cx="238725" cy="180050"/>
            </a:xfrm>
            <a:custGeom>
              <a:rect b="b" l="l" r="r" t="t"/>
              <a:pathLst>
                <a:path extrusionOk="0" h="7202" w="9549">
                  <a:moveTo>
                    <a:pt x="4775" y="0"/>
                  </a:moveTo>
                  <a:cubicBezTo>
                    <a:pt x="1574" y="0"/>
                    <a:pt x="1" y="3852"/>
                    <a:pt x="2252" y="6103"/>
                  </a:cubicBezTo>
                  <a:cubicBezTo>
                    <a:pt x="2930" y="6836"/>
                    <a:pt x="3852" y="7202"/>
                    <a:pt x="4775" y="7202"/>
                  </a:cubicBezTo>
                  <a:cubicBezTo>
                    <a:pt x="5697" y="7202"/>
                    <a:pt x="6619" y="6836"/>
                    <a:pt x="7297" y="6103"/>
                  </a:cubicBezTo>
                  <a:cubicBezTo>
                    <a:pt x="9548" y="3852"/>
                    <a:pt x="7948"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49"/>
            <p:cNvSpPr/>
            <p:nvPr/>
          </p:nvSpPr>
          <p:spPr>
            <a:xfrm>
              <a:off x="857225" y="2443200"/>
              <a:ext cx="202100" cy="180775"/>
            </a:xfrm>
            <a:custGeom>
              <a:rect b="b" l="l" r="r" t="t"/>
              <a:pathLst>
                <a:path extrusionOk="0" h="7231" w="8084">
                  <a:moveTo>
                    <a:pt x="4034" y="1"/>
                  </a:moveTo>
                  <a:cubicBezTo>
                    <a:pt x="3217" y="1"/>
                    <a:pt x="2401" y="304"/>
                    <a:pt x="1709" y="922"/>
                  </a:cubicBezTo>
                  <a:cubicBezTo>
                    <a:pt x="190" y="2278"/>
                    <a:pt x="0" y="4448"/>
                    <a:pt x="1356" y="5967"/>
                  </a:cubicBezTo>
                  <a:cubicBezTo>
                    <a:pt x="2083" y="6797"/>
                    <a:pt x="3070" y="7231"/>
                    <a:pt x="4063" y="7231"/>
                  </a:cubicBezTo>
                  <a:cubicBezTo>
                    <a:pt x="4886" y="7231"/>
                    <a:pt x="5713" y="6934"/>
                    <a:pt x="6401" y="6319"/>
                  </a:cubicBezTo>
                  <a:cubicBezTo>
                    <a:pt x="7893" y="4990"/>
                    <a:pt x="8083" y="2766"/>
                    <a:pt x="6754" y="1274"/>
                  </a:cubicBezTo>
                  <a:cubicBezTo>
                    <a:pt x="5986" y="433"/>
                    <a:pt x="5010" y="1"/>
                    <a:pt x="403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49"/>
            <p:cNvSpPr/>
            <p:nvPr/>
          </p:nvSpPr>
          <p:spPr>
            <a:xfrm>
              <a:off x="209625" y="3703725"/>
              <a:ext cx="238325" cy="180100"/>
            </a:xfrm>
            <a:custGeom>
              <a:rect b="b" l="l" r="r" t="t"/>
              <a:pathLst>
                <a:path extrusionOk="0" h="7204" w="9533">
                  <a:moveTo>
                    <a:pt x="4760" y="1"/>
                  </a:moveTo>
                  <a:cubicBezTo>
                    <a:pt x="4738" y="1"/>
                    <a:pt x="4716" y="1"/>
                    <a:pt x="4693" y="1"/>
                  </a:cubicBezTo>
                  <a:cubicBezTo>
                    <a:pt x="1520" y="56"/>
                    <a:pt x="1" y="3934"/>
                    <a:pt x="2279" y="6159"/>
                  </a:cubicBezTo>
                  <a:cubicBezTo>
                    <a:pt x="2952" y="6857"/>
                    <a:pt x="3848" y="7204"/>
                    <a:pt x="4745" y="7204"/>
                  </a:cubicBezTo>
                  <a:cubicBezTo>
                    <a:pt x="5693" y="7204"/>
                    <a:pt x="6641" y="6817"/>
                    <a:pt x="7324" y="6050"/>
                  </a:cubicBezTo>
                  <a:cubicBezTo>
                    <a:pt x="9533" y="3788"/>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49"/>
            <p:cNvSpPr/>
            <p:nvPr/>
          </p:nvSpPr>
          <p:spPr>
            <a:xfrm>
              <a:off x="838900" y="3073100"/>
              <a:ext cx="238150" cy="179775"/>
            </a:xfrm>
            <a:custGeom>
              <a:rect b="b" l="l" r="r" t="t"/>
              <a:pathLst>
                <a:path extrusionOk="0" h="7191" w="9526">
                  <a:moveTo>
                    <a:pt x="4788" y="1"/>
                  </a:moveTo>
                  <a:cubicBezTo>
                    <a:pt x="3886" y="1"/>
                    <a:pt x="2985" y="354"/>
                    <a:pt x="2306" y="1059"/>
                  </a:cubicBezTo>
                  <a:cubicBezTo>
                    <a:pt x="1" y="3256"/>
                    <a:pt x="1520" y="7135"/>
                    <a:pt x="4693" y="7189"/>
                  </a:cubicBezTo>
                  <a:cubicBezTo>
                    <a:pt x="4727" y="7190"/>
                    <a:pt x="4760" y="7190"/>
                    <a:pt x="4793" y="7190"/>
                  </a:cubicBezTo>
                  <a:cubicBezTo>
                    <a:pt x="7928" y="7190"/>
                    <a:pt x="9525" y="3395"/>
                    <a:pt x="7351" y="1141"/>
                  </a:cubicBezTo>
                  <a:cubicBezTo>
                    <a:pt x="6661" y="381"/>
                    <a:pt x="5724" y="1"/>
                    <a:pt x="478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49"/>
            <p:cNvSpPr/>
            <p:nvPr/>
          </p:nvSpPr>
          <p:spPr>
            <a:xfrm>
              <a:off x="1468175" y="2443250"/>
              <a:ext cx="239200" cy="180325"/>
            </a:xfrm>
            <a:custGeom>
              <a:rect b="b" l="l" r="r" t="t"/>
              <a:pathLst>
                <a:path extrusionOk="0" h="7213" w="9568">
                  <a:moveTo>
                    <a:pt x="4787" y="1"/>
                  </a:moveTo>
                  <a:cubicBezTo>
                    <a:pt x="3881" y="1"/>
                    <a:pt x="2975" y="360"/>
                    <a:pt x="2306" y="1082"/>
                  </a:cubicBezTo>
                  <a:cubicBezTo>
                    <a:pt x="1" y="3306"/>
                    <a:pt x="1574" y="7185"/>
                    <a:pt x="4747" y="7212"/>
                  </a:cubicBezTo>
                  <a:cubicBezTo>
                    <a:pt x="4759" y="7212"/>
                    <a:pt x="4770" y="7212"/>
                    <a:pt x="4781" y="7212"/>
                  </a:cubicBezTo>
                  <a:cubicBezTo>
                    <a:pt x="7959" y="7212"/>
                    <a:pt x="9567" y="3407"/>
                    <a:pt x="7324" y="1137"/>
                  </a:cubicBezTo>
                  <a:cubicBezTo>
                    <a:pt x="6650" y="380"/>
                    <a:pt x="5719"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49"/>
            <p:cNvSpPr/>
            <p:nvPr/>
          </p:nvSpPr>
          <p:spPr>
            <a:xfrm>
              <a:off x="209825" y="4333700"/>
              <a:ext cx="238525" cy="179800"/>
            </a:xfrm>
            <a:custGeom>
              <a:rect b="b" l="l" r="r" t="t"/>
              <a:pathLst>
                <a:path extrusionOk="0" h="7192" w="9541">
                  <a:moveTo>
                    <a:pt x="4760" y="0"/>
                  </a:moveTo>
                  <a:cubicBezTo>
                    <a:pt x="1609" y="0"/>
                    <a:pt x="1" y="3806"/>
                    <a:pt x="2217" y="6076"/>
                  </a:cubicBezTo>
                  <a:cubicBezTo>
                    <a:pt x="2905" y="6819"/>
                    <a:pt x="3836" y="7192"/>
                    <a:pt x="4768" y="7192"/>
                  </a:cubicBezTo>
                  <a:cubicBezTo>
                    <a:pt x="5674" y="7192"/>
                    <a:pt x="6580" y="6839"/>
                    <a:pt x="7262" y="6130"/>
                  </a:cubicBezTo>
                  <a:cubicBezTo>
                    <a:pt x="9540" y="3906"/>
                    <a:pt x="7994" y="28"/>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49"/>
            <p:cNvSpPr/>
            <p:nvPr/>
          </p:nvSpPr>
          <p:spPr>
            <a:xfrm>
              <a:off x="839100" y="3703750"/>
              <a:ext cx="238525" cy="180325"/>
            </a:xfrm>
            <a:custGeom>
              <a:rect b="b" l="l" r="r" t="t"/>
              <a:pathLst>
                <a:path extrusionOk="0" h="7213" w="9541">
                  <a:moveTo>
                    <a:pt x="4787" y="0"/>
                  </a:moveTo>
                  <a:cubicBezTo>
                    <a:pt x="1609" y="0"/>
                    <a:pt x="1" y="3806"/>
                    <a:pt x="2217" y="6076"/>
                  </a:cubicBezTo>
                  <a:cubicBezTo>
                    <a:pt x="2904" y="6832"/>
                    <a:pt x="3843" y="7212"/>
                    <a:pt x="4778" y="7212"/>
                  </a:cubicBezTo>
                  <a:cubicBezTo>
                    <a:pt x="5687" y="7212"/>
                    <a:pt x="6593" y="6853"/>
                    <a:pt x="7262" y="6130"/>
                  </a:cubicBezTo>
                  <a:cubicBezTo>
                    <a:pt x="9540" y="3906"/>
                    <a:pt x="7994"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49"/>
            <p:cNvSpPr/>
            <p:nvPr/>
          </p:nvSpPr>
          <p:spPr>
            <a:xfrm>
              <a:off x="1487175" y="3072975"/>
              <a:ext cx="200725" cy="180925"/>
            </a:xfrm>
            <a:custGeom>
              <a:rect b="b" l="l" r="r" t="t"/>
              <a:pathLst>
                <a:path extrusionOk="0" h="7237" w="8029">
                  <a:moveTo>
                    <a:pt x="4026" y="0"/>
                  </a:moveTo>
                  <a:cubicBezTo>
                    <a:pt x="3176" y="0"/>
                    <a:pt x="2321" y="327"/>
                    <a:pt x="1600" y="983"/>
                  </a:cubicBezTo>
                  <a:cubicBezTo>
                    <a:pt x="82" y="2393"/>
                    <a:pt x="0" y="4536"/>
                    <a:pt x="1383" y="6028"/>
                  </a:cubicBezTo>
                  <a:cubicBezTo>
                    <a:pt x="2095" y="6827"/>
                    <a:pt x="3088" y="7237"/>
                    <a:pt x="4085" y="7237"/>
                  </a:cubicBezTo>
                  <a:cubicBezTo>
                    <a:pt x="4949" y="7237"/>
                    <a:pt x="5817" y="6929"/>
                    <a:pt x="6510" y="6299"/>
                  </a:cubicBezTo>
                  <a:cubicBezTo>
                    <a:pt x="7975" y="4943"/>
                    <a:pt x="8029" y="2637"/>
                    <a:pt x="6646" y="1200"/>
                  </a:cubicBezTo>
                  <a:cubicBezTo>
                    <a:pt x="5904" y="401"/>
                    <a:pt x="4968"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49"/>
            <p:cNvSpPr/>
            <p:nvPr/>
          </p:nvSpPr>
          <p:spPr>
            <a:xfrm>
              <a:off x="2098125" y="2443175"/>
              <a:ext cx="238525" cy="179725"/>
            </a:xfrm>
            <a:custGeom>
              <a:rect b="b" l="l" r="r" t="t"/>
              <a:pathLst>
                <a:path extrusionOk="0" h="7189" w="9541">
                  <a:moveTo>
                    <a:pt x="4759" y="0"/>
                  </a:moveTo>
                  <a:cubicBezTo>
                    <a:pt x="3849" y="0"/>
                    <a:pt x="2937" y="360"/>
                    <a:pt x="2252" y="1085"/>
                  </a:cubicBezTo>
                  <a:cubicBezTo>
                    <a:pt x="1" y="3309"/>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49"/>
            <p:cNvSpPr/>
            <p:nvPr/>
          </p:nvSpPr>
          <p:spPr>
            <a:xfrm>
              <a:off x="209825" y="4962975"/>
              <a:ext cx="238525" cy="180325"/>
            </a:xfrm>
            <a:custGeom>
              <a:rect b="b" l="l" r="r" t="t"/>
              <a:pathLst>
                <a:path extrusionOk="0" h="7213" w="9541">
                  <a:moveTo>
                    <a:pt x="4760" y="0"/>
                  </a:moveTo>
                  <a:cubicBezTo>
                    <a:pt x="1609" y="0"/>
                    <a:pt x="1" y="3833"/>
                    <a:pt x="2217" y="6076"/>
                  </a:cubicBezTo>
                  <a:cubicBezTo>
                    <a:pt x="2904" y="6832"/>
                    <a:pt x="3836" y="7212"/>
                    <a:pt x="4767" y="7212"/>
                  </a:cubicBezTo>
                  <a:cubicBezTo>
                    <a:pt x="5673" y="7212"/>
                    <a:pt x="6580" y="6853"/>
                    <a:pt x="7262" y="6130"/>
                  </a:cubicBezTo>
                  <a:cubicBezTo>
                    <a:pt x="9540" y="3906"/>
                    <a:pt x="7994" y="55"/>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49"/>
            <p:cNvSpPr/>
            <p:nvPr/>
          </p:nvSpPr>
          <p:spPr>
            <a:xfrm>
              <a:off x="857225" y="4332350"/>
              <a:ext cx="201400" cy="180975"/>
            </a:xfrm>
            <a:custGeom>
              <a:rect b="b" l="l" r="r" t="t"/>
              <a:pathLst>
                <a:path extrusionOk="0" h="7239" w="8056">
                  <a:moveTo>
                    <a:pt x="4035" y="1"/>
                  </a:moveTo>
                  <a:cubicBezTo>
                    <a:pt x="3185" y="1"/>
                    <a:pt x="2336" y="334"/>
                    <a:pt x="1628" y="1004"/>
                  </a:cubicBezTo>
                  <a:cubicBezTo>
                    <a:pt x="136" y="2387"/>
                    <a:pt x="0" y="4557"/>
                    <a:pt x="1411" y="6049"/>
                  </a:cubicBezTo>
                  <a:cubicBezTo>
                    <a:pt x="2098" y="6837"/>
                    <a:pt x="3066" y="7239"/>
                    <a:pt x="4038" y="7239"/>
                  </a:cubicBezTo>
                  <a:cubicBezTo>
                    <a:pt x="4906" y="7239"/>
                    <a:pt x="5777" y="6918"/>
                    <a:pt x="6456" y="6266"/>
                  </a:cubicBezTo>
                  <a:cubicBezTo>
                    <a:pt x="7975" y="4937"/>
                    <a:pt x="8056" y="2631"/>
                    <a:pt x="6673" y="1221"/>
                  </a:cubicBezTo>
                  <a:cubicBezTo>
                    <a:pt x="5918" y="409"/>
                    <a:pt x="4975"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49"/>
            <p:cNvSpPr/>
            <p:nvPr/>
          </p:nvSpPr>
          <p:spPr>
            <a:xfrm>
              <a:off x="1468850" y="3702900"/>
              <a:ext cx="238325" cy="179900"/>
            </a:xfrm>
            <a:custGeom>
              <a:rect b="b" l="l" r="r" t="t"/>
              <a:pathLst>
                <a:path extrusionOk="0" h="7196" w="9533">
                  <a:moveTo>
                    <a:pt x="4780" y="0"/>
                  </a:moveTo>
                  <a:cubicBezTo>
                    <a:pt x="3878" y="0"/>
                    <a:pt x="2971" y="346"/>
                    <a:pt x="2279" y="1038"/>
                  </a:cubicBezTo>
                  <a:cubicBezTo>
                    <a:pt x="1" y="3262"/>
                    <a:pt x="1520" y="7141"/>
                    <a:pt x="4720" y="7195"/>
                  </a:cubicBezTo>
                  <a:cubicBezTo>
                    <a:pt x="4743" y="7196"/>
                    <a:pt x="4765" y="7196"/>
                    <a:pt x="4787" y="7196"/>
                  </a:cubicBezTo>
                  <a:cubicBezTo>
                    <a:pt x="7917" y="7196"/>
                    <a:pt x="9533" y="3409"/>
                    <a:pt x="7324" y="1119"/>
                  </a:cubicBezTo>
                  <a:cubicBezTo>
                    <a:pt x="6647" y="373"/>
                    <a:pt x="5717" y="0"/>
                    <a:pt x="478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49"/>
            <p:cNvSpPr/>
            <p:nvPr/>
          </p:nvSpPr>
          <p:spPr>
            <a:xfrm>
              <a:off x="5247225" y="3073125"/>
              <a:ext cx="239175" cy="179725"/>
            </a:xfrm>
            <a:custGeom>
              <a:rect b="b" l="l" r="r" t="t"/>
              <a:pathLst>
                <a:path extrusionOk="0" h="7189" w="9567">
                  <a:moveTo>
                    <a:pt x="4765" y="0"/>
                  </a:moveTo>
                  <a:cubicBezTo>
                    <a:pt x="3855" y="0"/>
                    <a:pt x="2950" y="360"/>
                    <a:pt x="2278" y="1085"/>
                  </a:cubicBezTo>
                  <a:cubicBezTo>
                    <a:pt x="0" y="3337"/>
                    <a:pt x="1573" y="7188"/>
                    <a:pt x="4774" y="7188"/>
                  </a:cubicBezTo>
                  <a:cubicBezTo>
                    <a:pt x="4785" y="7188"/>
                    <a:pt x="4796" y="7188"/>
                    <a:pt x="4807" y="7188"/>
                  </a:cubicBezTo>
                  <a:cubicBezTo>
                    <a:pt x="7959" y="7188"/>
                    <a:pt x="9567"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49"/>
            <p:cNvSpPr/>
            <p:nvPr/>
          </p:nvSpPr>
          <p:spPr>
            <a:xfrm>
              <a:off x="5877175" y="2443400"/>
              <a:ext cx="238125" cy="180200"/>
            </a:xfrm>
            <a:custGeom>
              <a:rect b="b" l="l" r="r" t="t"/>
              <a:pathLst>
                <a:path extrusionOk="0" h="7208" w="9525">
                  <a:moveTo>
                    <a:pt x="4761" y="0"/>
                  </a:moveTo>
                  <a:cubicBezTo>
                    <a:pt x="3895" y="0"/>
                    <a:pt x="3027" y="340"/>
                    <a:pt x="2306" y="1022"/>
                  </a:cubicBezTo>
                  <a:cubicBezTo>
                    <a:pt x="0" y="3219"/>
                    <a:pt x="1492" y="7125"/>
                    <a:pt x="4665" y="7206"/>
                  </a:cubicBezTo>
                  <a:cubicBezTo>
                    <a:pt x="4699" y="7207"/>
                    <a:pt x="4732" y="7208"/>
                    <a:pt x="4766" y="7208"/>
                  </a:cubicBezTo>
                  <a:cubicBezTo>
                    <a:pt x="7901" y="7208"/>
                    <a:pt x="9525" y="3439"/>
                    <a:pt x="7351" y="1158"/>
                  </a:cubicBezTo>
                  <a:cubicBezTo>
                    <a:pt x="6608" y="387"/>
                    <a:pt x="5685"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49"/>
            <p:cNvSpPr/>
            <p:nvPr/>
          </p:nvSpPr>
          <p:spPr>
            <a:xfrm>
              <a:off x="3988175" y="4963650"/>
              <a:ext cx="238525" cy="179975"/>
            </a:xfrm>
            <a:custGeom>
              <a:rect b="b" l="l" r="r" t="t"/>
              <a:pathLst>
                <a:path extrusionOk="0" h="7199" w="9541">
                  <a:moveTo>
                    <a:pt x="4760" y="0"/>
                  </a:moveTo>
                  <a:cubicBezTo>
                    <a:pt x="1582" y="0"/>
                    <a:pt x="1" y="3833"/>
                    <a:pt x="2244" y="6076"/>
                  </a:cubicBezTo>
                  <a:cubicBezTo>
                    <a:pt x="2926" y="6826"/>
                    <a:pt x="3853" y="7198"/>
                    <a:pt x="4780" y="7198"/>
                  </a:cubicBezTo>
                  <a:cubicBezTo>
                    <a:pt x="5697" y="7198"/>
                    <a:pt x="6614" y="6832"/>
                    <a:pt x="7289" y="6103"/>
                  </a:cubicBezTo>
                  <a:cubicBezTo>
                    <a:pt x="9541" y="3852"/>
                    <a:pt x="7967" y="0"/>
                    <a:pt x="4794" y="0"/>
                  </a:cubicBezTo>
                  <a:cubicBezTo>
                    <a:pt x="4783" y="0"/>
                    <a:pt x="4772"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49"/>
            <p:cNvSpPr/>
            <p:nvPr/>
          </p:nvSpPr>
          <p:spPr>
            <a:xfrm>
              <a:off x="4617650" y="4333675"/>
              <a:ext cx="239000" cy="180100"/>
            </a:xfrm>
            <a:custGeom>
              <a:rect b="b" l="l" r="r" t="t"/>
              <a:pathLst>
                <a:path extrusionOk="0" h="7204" w="9560">
                  <a:moveTo>
                    <a:pt x="4773" y="1"/>
                  </a:moveTo>
                  <a:cubicBezTo>
                    <a:pt x="1643" y="1"/>
                    <a:pt x="1" y="3788"/>
                    <a:pt x="2209" y="6050"/>
                  </a:cubicBezTo>
                  <a:cubicBezTo>
                    <a:pt x="2892" y="6817"/>
                    <a:pt x="3840" y="7204"/>
                    <a:pt x="4788" y="7204"/>
                  </a:cubicBezTo>
                  <a:cubicBezTo>
                    <a:pt x="5685" y="7204"/>
                    <a:pt x="6582" y="6857"/>
                    <a:pt x="7254" y="6159"/>
                  </a:cubicBezTo>
                  <a:cubicBezTo>
                    <a:pt x="9560" y="3934"/>
                    <a:pt x="8014" y="56"/>
                    <a:pt x="4840" y="1"/>
                  </a:cubicBezTo>
                  <a:cubicBezTo>
                    <a:pt x="4818" y="1"/>
                    <a:pt x="4796"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49"/>
            <p:cNvSpPr/>
            <p:nvPr/>
          </p:nvSpPr>
          <p:spPr>
            <a:xfrm>
              <a:off x="5247400" y="3702975"/>
              <a:ext cx="238525" cy="179825"/>
            </a:xfrm>
            <a:custGeom>
              <a:rect b="b" l="l" r="r" t="t"/>
              <a:pathLst>
                <a:path extrusionOk="0" h="7193" w="9541">
                  <a:moveTo>
                    <a:pt x="4768" y="1"/>
                  </a:moveTo>
                  <a:cubicBezTo>
                    <a:pt x="3836" y="1"/>
                    <a:pt x="2905" y="374"/>
                    <a:pt x="2217" y="1116"/>
                  </a:cubicBezTo>
                  <a:cubicBezTo>
                    <a:pt x="1" y="3387"/>
                    <a:pt x="1609" y="7192"/>
                    <a:pt x="4787" y="7192"/>
                  </a:cubicBezTo>
                  <a:cubicBezTo>
                    <a:pt x="4799" y="7192"/>
                    <a:pt x="4810" y="7192"/>
                    <a:pt x="4821" y="7192"/>
                  </a:cubicBezTo>
                  <a:cubicBezTo>
                    <a:pt x="7995" y="7165"/>
                    <a:pt x="9541" y="3286"/>
                    <a:pt x="7262" y="1062"/>
                  </a:cubicBezTo>
                  <a:cubicBezTo>
                    <a:pt x="6580" y="353"/>
                    <a:pt x="5674"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49"/>
            <p:cNvSpPr/>
            <p:nvPr/>
          </p:nvSpPr>
          <p:spPr>
            <a:xfrm>
              <a:off x="5896150" y="3072975"/>
              <a:ext cx="202775" cy="183550"/>
            </a:xfrm>
            <a:custGeom>
              <a:rect b="b" l="l" r="r" t="t"/>
              <a:pathLst>
                <a:path extrusionOk="0" h="7342" w="8111">
                  <a:moveTo>
                    <a:pt x="4006" y="0"/>
                  </a:moveTo>
                  <a:cubicBezTo>
                    <a:pt x="3156" y="0"/>
                    <a:pt x="2308" y="327"/>
                    <a:pt x="1601" y="983"/>
                  </a:cubicBezTo>
                  <a:cubicBezTo>
                    <a:pt x="82" y="2393"/>
                    <a:pt x="1" y="4536"/>
                    <a:pt x="1384" y="6028"/>
                  </a:cubicBezTo>
                  <a:cubicBezTo>
                    <a:pt x="2090" y="6896"/>
                    <a:pt x="3109" y="7341"/>
                    <a:pt x="4135" y="7341"/>
                  </a:cubicBezTo>
                  <a:cubicBezTo>
                    <a:pt x="5000" y="7341"/>
                    <a:pt x="5870" y="7025"/>
                    <a:pt x="6565" y="6380"/>
                  </a:cubicBezTo>
                  <a:cubicBezTo>
                    <a:pt x="8084" y="4997"/>
                    <a:pt x="8111" y="2637"/>
                    <a:pt x="6646" y="1200"/>
                  </a:cubicBezTo>
                  <a:cubicBezTo>
                    <a:pt x="5890" y="401"/>
                    <a:pt x="4947" y="0"/>
                    <a:pt x="400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49"/>
            <p:cNvSpPr/>
            <p:nvPr/>
          </p:nvSpPr>
          <p:spPr>
            <a:xfrm>
              <a:off x="6506450" y="2443400"/>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7"/>
                    <a:pt x="4765" y="7207"/>
                    <a:pt x="4787" y="7207"/>
                  </a:cubicBezTo>
                  <a:cubicBezTo>
                    <a:pt x="7943" y="7207"/>
                    <a:pt x="9559" y="3420"/>
                    <a:pt x="7351" y="1131"/>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49"/>
            <p:cNvSpPr/>
            <p:nvPr/>
          </p:nvSpPr>
          <p:spPr>
            <a:xfrm>
              <a:off x="4617950" y="4962975"/>
              <a:ext cx="238700" cy="180400"/>
            </a:xfrm>
            <a:custGeom>
              <a:rect b="b" l="l" r="r" t="t"/>
              <a:pathLst>
                <a:path extrusionOk="0" h="7216" w="9548">
                  <a:moveTo>
                    <a:pt x="4747" y="0"/>
                  </a:moveTo>
                  <a:cubicBezTo>
                    <a:pt x="1573" y="27"/>
                    <a:pt x="0" y="3879"/>
                    <a:pt x="2251" y="6130"/>
                  </a:cubicBezTo>
                  <a:cubicBezTo>
                    <a:pt x="2937" y="6856"/>
                    <a:pt x="3848" y="7215"/>
                    <a:pt x="4759" y="7215"/>
                  </a:cubicBezTo>
                  <a:cubicBezTo>
                    <a:pt x="5686" y="7215"/>
                    <a:pt x="6612" y="6842"/>
                    <a:pt x="7296" y="6103"/>
                  </a:cubicBezTo>
                  <a:cubicBezTo>
                    <a:pt x="9548" y="3852"/>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49"/>
            <p:cNvSpPr/>
            <p:nvPr/>
          </p:nvSpPr>
          <p:spPr>
            <a:xfrm>
              <a:off x="5265525" y="4332375"/>
              <a:ext cx="202100" cy="181000"/>
            </a:xfrm>
            <a:custGeom>
              <a:rect b="b" l="l" r="r" t="t"/>
              <a:pathLst>
                <a:path extrusionOk="0" h="7240" w="8084">
                  <a:moveTo>
                    <a:pt x="4012" y="1"/>
                  </a:moveTo>
                  <a:cubicBezTo>
                    <a:pt x="3198" y="1"/>
                    <a:pt x="2389" y="303"/>
                    <a:pt x="1709" y="921"/>
                  </a:cubicBezTo>
                  <a:cubicBezTo>
                    <a:pt x="163" y="2305"/>
                    <a:pt x="0" y="4448"/>
                    <a:pt x="1357" y="5966"/>
                  </a:cubicBezTo>
                  <a:cubicBezTo>
                    <a:pt x="2110" y="6808"/>
                    <a:pt x="3087" y="7240"/>
                    <a:pt x="4067" y="7240"/>
                  </a:cubicBezTo>
                  <a:cubicBezTo>
                    <a:pt x="4888" y="7240"/>
                    <a:pt x="5709" y="6937"/>
                    <a:pt x="6402" y="6319"/>
                  </a:cubicBezTo>
                  <a:cubicBezTo>
                    <a:pt x="7893" y="4990"/>
                    <a:pt x="8083" y="2793"/>
                    <a:pt x="6727" y="1274"/>
                  </a:cubicBezTo>
                  <a:cubicBezTo>
                    <a:pt x="5959"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49"/>
            <p:cNvSpPr/>
            <p:nvPr/>
          </p:nvSpPr>
          <p:spPr>
            <a:xfrm>
              <a:off x="5896150" y="3702650"/>
              <a:ext cx="200750" cy="180725"/>
            </a:xfrm>
            <a:custGeom>
              <a:rect b="b" l="l" r="r" t="t"/>
              <a:pathLst>
                <a:path extrusionOk="0" h="7229" w="8030">
                  <a:moveTo>
                    <a:pt x="3995" y="0"/>
                  </a:moveTo>
                  <a:cubicBezTo>
                    <a:pt x="3149" y="0"/>
                    <a:pt x="2305" y="328"/>
                    <a:pt x="1601" y="994"/>
                  </a:cubicBezTo>
                  <a:cubicBezTo>
                    <a:pt x="82" y="2431"/>
                    <a:pt x="1" y="4547"/>
                    <a:pt x="1384" y="6039"/>
                  </a:cubicBezTo>
                  <a:cubicBezTo>
                    <a:pt x="2129" y="6827"/>
                    <a:pt x="3086" y="7229"/>
                    <a:pt x="4043" y="7229"/>
                  </a:cubicBezTo>
                  <a:cubicBezTo>
                    <a:pt x="4898" y="7229"/>
                    <a:pt x="5752" y="6908"/>
                    <a:pt x="6456" y="6256"/>
                  </a:cubicBezTo>
                  <a:cubicBezTo>
                    <a:pt x="7948" y="4954"/>
                    <a:pt x="8029" y="2648"/>
                    <a:pt x="6646" y="1211"/>
                  </a:cubicBezTo>
                  <a:cubicBezTo>
                    <a:pt x="5887" y="409"/>
                    <a:pt x="4940" y="0"/>
                    <a:pt x="399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49"/>
            <p:cNvSpPr/>
            <p:nvPr/>
          </p:nvSpPr>
          <p:spPr>
            <a:xfrm>
              <a:off x="6506825" y="3073100"/>
              <a:ext cx="239000" cy="179750"/>
            </a:xfrm>
            <a:custGeom>
              <a:rect b="b" l="l" r="r" t="t"/>
              <a:pathLst>
                <a:path extrusionOk="0" h="7190" w="9560">
                  <a:moveTo>
                    <a:pt x="4773" y="1"/>
                  </a:moveTo>
                  <a:cubicBezTo>
                    <a:pt x="3837" y="1"/>
                    <a:pt x="2900" y="381"/>
                    <a:pt x="2209" y="1141"/>
                  </a:cubicBezTo>
                  <a:cubicBezTo>
                    <a:pt x="1" y="3403"/>
                    <a:pt x="1617" y="7190"/>
                    <a:pt x="4773" y="7190"/>
                  </a:cubicBezTo>
                  <a:cubicBezTo>
                    <a:pt x="4795" y="7190"/>
                    <a:pt x="4818" y="7190"/>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49"/>
            <p:cNvSpPr/>
            <p:nvPr/>
          </p:nvSpPr>
          <p:spPr>
            <a:xfrm>
              <a:off x="5247225" y="4963650"/>
              <a:ext cx="238700" cy="180050"/>
            </a:xfrm>
            <a:custGeom>
              <a:rect b="b" l="l" r="r" t="t"/>
              <a:pathLst>
                <a:path extrusionOk="0" h="7202" w="9548">
                  <a:moveTo>
                    <a:pt x="4774" y="0"/>
                  </a:moveTo>
                  <a:cubicBezTo>
                    <a:pt x="1600" y="0"/>
                    <a:pt x="0" y="3852"/>
                    <a:pt x="2251" y="6103"/>
                  </a:cubicBezTo>
                  <a:cubicBezTo>
                    <a:pt x="2929" y="6836"/>
                    <a:pt x="3852" y="7202"/>
                    <a:pt x="4774" y="7202"/>
                  </a:cubicBezTo>
                  <a:cubicBezTo>
                    <a:pt x="5696" y="7202"/>
                    <a:pt x="6618" y="6836"/>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49"/>
            <p:cNvSpPr/>
            <p:nvPr/>
          </p:nvSpPr>
          <p:spPr>
            <a:xfrm>
              <a:off x="5877550" y="4332575"/>
              <a:ext cx="238325" cy="180175"/>
            </a:xfrm>
            <a:custGeom>
              <a:rect b="b" l="l" r="r" t="t"/>
              <a:pathLst>
                <a:path extrusionOk="0" h="7207" w="9533">
                  <a:moveTo>
                    <a:pt x="4749" y="1"/>
                  </a:moveTo>
                  <a:cubicBezTo>
                    <a:pt x="3805" y="1"/>
                    <a:pt x="2862" y="381"/>
                    <a:pt x="2182" y="1130"/>
                  </a:cubicBezTo>
                  <a:cubicBezTo>
                    <a:pt x="1" y="3420"/>
                    <a:pt x="1617" y="7207"/>
                    <a:pt x="4773" y="7207"/>
                  </a:cubicBezTo>
                  <a:cubicBezTo>
                    <a:pt x="4795" y="7207"/>
                    <a:pt x="4818" y="7207"/>
                    <a:pt x="4840" y="7206"/>
                  </a:cubicBezTo>
                  <a:cubicBezTo>
                    <a:pt x="8014" y="7125"/>
                    <a:pt x="9533" y="3246"/>
                    <a:pt x="7227" y="1049"/>
                  </a:cubicBezTo>
                  <a:cubicBezTo>
                    <a:pt x="6552"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49"/>
            <p:cNvSpPr/>
            <p:nvPr/>
          </p:nvSpPr>
          <p:spPr>
            <a:xfrm>
              <a:off x="6506450" y="3702975"/>
              <a:ext cx="239000" cy="179825"/>
            </a:xfrm>
            <a:custGeom>
              <a:rect b="b" l="l" r="r" t="t"/>
              <a:pathLst>
                <a:path extrusionOk="0" h="7193" w="9560">
                  <a:moveTo>
                    <a:pt x="4794" y="0"/>
                  </a:moveTo>
                  <a:cubicBezTo>
                    <a:pt x="3897" y="0"/>
                    <a:pt x="2994" y="346"/>
                    <a:pt x="2306" y="1035"/>
                  </a:cubicBezTo>
                  <a:cubicBezTo>
                    <a:pt x="0" y="3259"/>
                    <a:pt x="1546" y="7138"/>
                    <a:pt x="4720" y="7192"/>
                  </a:cubicBezTo>
                  <a:cubicBezTo>
                    <a:pt x="4742" y="7193"/>
                    <a:pt x="4765" y="7193"/>
                    <a:pt x="4787" y="7193"/>
                  </a:cubicBezTo>
                  <a:cubicBezTo>
                    <a:pt x="7943" y="7193"/>
                    <a:pt x="9559" y="3406"/>
                    <a:pt x="7351" y="1144"/>
                  </a:cubicBezTo>
                  <a:cubicBezTo>
                    <a:pt x="6671" y="380"/>
                    <a:pt x="5735" y="0"/>
                    <a:pt x="47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49"/>
            <p:cNvSpPr/>
            <p:nvPr/>
          </p:nvSpPr>
          <p:spPr>
            <a:xfrm>
              <a:off x="5896150" y="4962125"/>
              <a:ext cx="201425" cy="181050"/>
            </a:xfrm>
            <a:custGeom>
              <a:rect b="b" l="l" r="r" t="t"/>
              <a:pathLst>
                <a:path extrusionOk="0" h="7242" w="8057">
                  <a:moveTo>
                    <a:pt x="4006" y="1"/>
                  </a:moveTo>
                  <a:cubicBezTo>
                    <a:pt x="3156" y="1"/>
                    <a:pt x="2308" y="328"/>
                    <a:pt x="1601" y="984"/>
                  </a:cubicBezTo>
                  <a:cubicBezTo>
                    <a:pt x="109" y="2394"/>
                    <a:pt x="1" y="4564"/>
                    <a:pt x="1384" y="6056"/>
                  </a:cubicBezTo>
                  <a:cubicBezTo>
                    <a:pt x="2083" y="6840"/>
                    <a:pt x="3051" y="7242"/>
                    <a:pt x="4021" y="7242"/>
                  </a:cubicBezTo>
                  <a:cubicBezTo>
                    <a:pt x="4897" y="7242"/>
                    <a:pt x="5774" y="6915"/>
                    <a:pt x="6456" y="6246"/>
                  </a:cubicBezTo>
                  <a:cubicBezTo>
                    <a:pt x="7948" y="4944"/>
                    <a:pt x="8056" y="2638"/>
                    <a:pt x="6646" y="1201"/>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49"/>
            <p:cNvSpPr/>
            <p:nvPr/>
          </p:nvSpPr>
          <p:spPr>
            <a:xfrm>
              <a:off x="6507125" y="4332300"/>
              <a:ext cx="238125" cy="180475"/>
            </a:xfrm>
            <a:custGeom>
              <a:rect b="b" l="l" r="r" t="t"/>
              <a:pathLst>
                <a:path extrusionOk="0" h="7219" w="9525">
                  <a:moveTo>
                    <a:pt x="4739" y="1"/>
                  </a:moveTo>
                  <a:cubicBezTo>
                    <a:pt x="3881" y="1"/>
                    <a:pt x="3024" y="341"/>
                    <a:pt x="2306" y="1033"/>
                  </a:cubicBezTo>
                  <a:cubicBezTo>
                    <a:pt x="0" y="3230"/>
                    <a:pt x="1492" y="7136"/>
                    <a:pt x="4666" y="7217"/>
                  </a:cubicBezTo>
                  <a:cubicBezTo>
                    <a:pt x="4699" y="7218"/>
                    <a:pt x="4732" y="7218"/>
                    <a:pt x="4765" y="7218"/>
                  </a:cubicBezTo>
                  <a:cubicBezTo>
                    <a:pt x="7874" y="7218"/>
                    <a:pt x="9525" y="3450"/>
                    <a:pt x="7351" y="1169"/>
                  </a:cubicBezTo>
                  <a:cubicBezTo>
                    <a:pt x="6591" y="395"/>
                    <a:pt x="5664" y="1"/>
                    <a:pt x="473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49"/>
            <p:cNvSpPr/>
            <p:nvPr/>
          </p:nvSpPr>
          <p:spPr>
            <a:xfrm>
              <a:off x="6506825" y="4962275"/>
              <a:ext cx="239000" cy="179750"/>
            </a:xfrm>
            <a:custGeom>
              <a:rect b="b" l="l" r="r" t="t"/>
              <a:pathLst>
                <a:path extrusionOk="0" h="7190" w="9560">
                  <a:moveTo>
                    <a:pt x="4773" y="1"/>
                  </a:moveTo>
                  <a:cubicBezTo>
                    <a:pt x="3837" y="1"/>
                    <a:pt x="2900" y="381"/>
                    <a:pt x="2209" y="1140"/>
                  </a:cubicBezTo>
                  <a:cubicBezTo>
                    <a:pt x="1" y="3403"/>
                    <a:pt x="1617" y="7190"/>
                    <a:pt x="4773" y="7190"/>
                  </a:cubicBezTo>
                  <a:cubicBezTo>
                    <a:pt x="4795" y="7190"/>
                    <a:pt x="4818" y="7189"/>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49"/>
            <p:cNvSpPr/>
            <p:nvPr/>
          </p:nvSpPr>
          <p:spPr>
            <a:xfrm>
              <a:off x="4006300" y="2443200"/>
              <a:ext cx="202100" cy="180775"/>
            </a:xfrm>
            <a:custGeom>
              <a:rect b="b" l="l" r="r" t="t"/>
              <a:pathLst>
                <a:path extrusionOk="0" h="7231" w="8084">
                  <a:moveTo>
                    <a:pt x="4023" y="1"/>
                  </a:moveTo>
                  <a:cubicBezTo>
                    <a:pt x="3204" y="1"/>
                    <a:pt x="2389" y="304"/>
                    <a:pt x="1709" y="922"/>
                  </a:cubicBezTo>
                  <a:cubicBezTo>
                    <a:pt x="190" y="2278"/>
                    <a:pt x="0" y="4448"/>
                    <a:pt x="1329" y="5967"/>
                  </a:cubicBezTo>
                  <a:cubicBezTo>
                    <a:pt x="2056" y="6797"/>
                    <a:pt x="3051" y="7231"/>
                    <a:pt x="4052" y="7231"/>
                  </a:cubicBezTo>
                  <a:cubicBezTo>
                    <a:pt x="4881" y="7231"/>
                    <a:pt x="5714" y="6934"/>
                    <a:pt x="6402" y="6319"/>
                  </a:cubicBezTo>
                  <a:cubicBezTo>
                    <a:pt x="7893" y="4990"/>
                    <a:pt x="8083" y="2766"/>
                    <a:pt x="6754" y="1274"/>
                  </a:cubicBezTo>
                  <a:cubicBezTo>
                    <a:pt x="5987"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49"/>
            <p:cNvSpPr/>
            <p:nvPr/>
          </p:nvSpPr>
          <p:spPr>
            <a:xfrm>
              <a:off x="3988000" y="3073100"/>
              <a:ext cx="238125" cy="179775"/>
            </a:xfrm>
            <a:custGeom>
              <a:rect b="b" l="l" r="r" t="t"/>
              <a:pathLst>
                <a:path extrusionOk="0" h="7191" w="9525">
                  <a:moveTo>
                    <a:pt x="4787" y="1"/>
                  </a:moveTo>
                  <a:cubicBezTo>
                    <a:pt x="3885" y="1"/>
                    <a:pt x="2984" y="354"/>
                    <a:pt x="2306" y="1059"/>
                  </a:cubicBezTo>
                  <a:cubicBezTo>
                    <a:pt x="0" y="3256"/>
                    <a:pt x="1519" y="7135"/>
                    <a:pt x="4692" y="7189"/>
                  </a:cubicBezTo>
                  <a:cubicBezTo>
                    <a:pt x="4726" y="7190"/>
                    <a:pt x="4759" y="7190"/>
                    <a:pt x="4792" y="7190"/>
                  </a:cubicBezTo>
                  <a:cubicBezTo>
                    <a:pt x="7927" y="7190"/>
                    <a:pt x="9525" y="3395"/>
                    <a:pt x="7351" y="1141"/>
                  </a:cubicBezTo>
                  <a:cubicBezTo>
                    <a:pt x="6660" y="381"/>
                    <a:pt x="5723"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49"/>
            <p:cNvSpPr/>
            <p:nvPr/>
          </p:nvSpPr>
          <p:spPr>
            <a:xfrm>
              <a:off x="4617250" y="2443250"/>
              <a:ext cx="239200" cy="180325"/>
            </a:xfrm>
            <a:custGeom>
              <a:rect b="b" l="l" r="r" t="t"/>
              <a:pathLst>
                <a:path extrusionOk="0" h="7213" w="9568">
                  <a:moveTo>
                    <a:pt x="4791" y="1"/>
                  </a:moveTo>
                  <a:cubicBezTo>
                    <a:pt x="3881" y="1"/>
                    <a:pt x="2975" y="360"/>
                    <a:pt x="2307" y="1082"/>
                  </a:cubicBezTo>
                  <a:cubicBezTo>
                    <a:pt x="1" y="3306"/>
                    <a:pt x="1574" y="7185"/>
                    <a:pt x="4748" y="7212"/>
                  </a:cubicBezTo>
                  <a:cubicBezTo>
                    <a:pt x="4759" y="7212"/>
                    <a:pt x="4770" y="7212"/>
                    <a:pt x="4781" y="7212"/>
                  </a:cubicBezTo>
                  <a:cubicBezTo>
                    <a:pt x="7960" y="7212"/>
                    <a:pt x="9568" y="3407"/>
                    <a:pt x="7352" y="1137"/>
                  </a:cubicBezTo>
                  <a:cubicBezTo>
                    <a:pt x="6664" y="380"/>
                    <a:pt x="5726" y="1"/>
                    <a:pt x="479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49"/>
            <p:cNvSpPr/>
            <p:nvPr/>
          </p:nvSpPr>
          <p:spPr>
            <a:xfrm>
              <a:off x="3988175" y="3703750"/>
              <a:ext cx="238525" cy="180325"/>
            </a:xfrm>
            <a:custGeom>
              <a:rect b="b" l="l" r="r" t="t"/>
              <a:pathLst>
                <a:path extrusionOk="0" h="7213" w="9541">
                  <a:moveTo>
                    <a:pt x="4787" y="0"/>
                  </a:moveTo>
                  <a:cubicBezTo>
                    <a:pt x="1609" y="0"/>
                    <a:pt x="1" y="3806"/>
                    <a:pt x="2217" y="6076"/>
                  </a:cubicBezTo>
                  <a:cubicBezTo>
                    <a:pt x="2905" y="6832"/>
                    <a:pt x="3836" y="7212"/>
                    <a:pt x="4767" y="7212"/>
                  </a:cubicBezTo>
                  <a:cubicBezTo>
                    <a:pt x="5674" y="7212"/>
                    <a:pt x="6580" y="6853"/>
                    <a:pt x="7262" y="6130"/>
                  </a:cubicBezTo>
                  <a:cubicBezTo>
                    <a:pt x="9541" y="3906"/>
                    <a:pt x="7995"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49"/>
            <p:cNvSpPr/>
            <p:nvPr/>
          </p:nvSpPr>
          <p:spPr>
            <a:xfrm>
              <a:off x="4636250" y="3072975"/>
              <a:ext cx="201425" cy="180925"/>
            </a:xfrm>
            <a:custGeom>
              <a:rect b="b" l="l" r="r" t="t"/>
              <a:pathLst>
                <a:path extrusionOk="0" h="7237" w="8057">
                  <a:moveTo>
                    <a:pt x="4023" y="0"/>
                  </a:moveTo>
                  <a:cubicBezTo>
                    <a:pt x="3177" y="0"/>
                    <a:pt x="2335" y="327"/>
                    <a:pt x="1628" y="983"/>
                  </a:cubicBezTo>
                  <a:cubicBezTo>
                    <a:pt x="109" y="2393"/>
                    <a:pt x="0" y="4536"/>
                    <a:pt x="1411" y="6028"/>
                  </a:cubicBezTo>
                  <a:cubicBezTo>
                    <a:pt x="2123" y="6827"/>
                    <a:pt x="3107" y="7237"/>
                    <a:pt x="4097" y="7237"/>
                  </a:cubicBezTo>
                  <a:cubicBezTo>
                    <a:pt x="4955" y="7237"/>
                    <a:pt x="5817" y="6929"/>
                    <a:pt x="6510" y="6299"/>
                  </a:cubicBezTo>
                  <a:cubicBezTo>
                    <a:pt x="7975" y="4943"/>
                    <a:pt x="8056" y="2637"/>
                    <a:pt x="6673" y="1200"/>
                  </a:cubicBezTo>
                  <a:cubicBezTo>
                    <a:pt x="5903" y="401"/>
                    <a:pt x="4961" y="0"/>
                    <a:pt x="4023"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49"/>
            <p:cNvSpPr/>
            <p:nvPr/>
          </p:nvSpPr>
          <p:spPr>
            <a:xfrm>
              <a:off x="5247225" y="2443175"/>
              <a:ext cx="238500" cy="179725"/>
            </a:xfrm>
            <a:custGeom>
              <a:rect b="b" l="l" r="r" t="t"/>
              <a:pathLst>
                <a:path extrusionOk="0" h="7189" w="9540">
                  <a:moveTo>
                    <a:pt x="4765" y="0"/>
                  </a:moveTo>
                  <a:cubicBezTo>
                    <a:pt x="3855" y="0"/>
                    <a:pt x="2950" y="360"/>
                    <a:pt x="2278" y="1085"/>
                  </a:cubicBezTo>
                  <a:cubicBezTo>
                    <a:pt x="0" y="3309"/>
                    <a:pt x="1573" y="7188"/>
                    <a:pt x="4774" y="7188"/>
                  </a:cubicBezTo>
                  <a:cubicBezTo>
                    <a:pt x="4785" y="7188"/>
                    <a:pt x="4796" y="7188"/>
                    <a:pt x="4807" y="7188"/>
                  </a:cubicBezTo>
                  <a:cubicBezTo>
                    <a:pt x="7959" y="7188"/>
                    <a:pt x="9540"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49"/>
            <p:cNvSpPr/>
            <p:nvPr/>
          </p:nvSpPr>
          <p:spPr>
            <a:xfrm>
              <a:off x="4006975" y="4332350"/>
              <a:ext cx="201425" cy="181225"/>
            </a:xfrm>
            <a:custGeom>
              <a:rect b="b" l="l" r="r" t="t"/>
              <a:pathLst>
                <a:path extrusionOk="0" h="7249" w="8057">
                  <a:moveTo>
                    <a:pt x="4008" y="1"/>
                  </a:moveTo>
                  <a:cubicBezTo>
                    <a:pt x="3158" y="1"/>
                    <a:pt x="2309" y="334"/>
                    <a:pt x="1601" y="1004"/>
                  </a:cubicBezTo>
                  <a:cubicBezTo>
                    <a:pt x="109" y="2387"/>
                    <a:pt x="0" y="4557"/>
                    <a:pt x="1384" y="6049"/>
                  </a:cubicBezTo>
                  <a:cubicBezTo>
                    <a:pt x="2082" y="6847"/>
                    <a:pt x="3051" y="7249"/>
                    <a:pt x="4021" y="7249"/>
                  </a:cubicBezTo>
                  <a:cubicBezTo>
                    <a:pt x="4897" y="7249"/>
                    <a:pt x="5774" y="6922"/>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49"/>
            <p:cNvSpPr/>
            <p:nvPr/>
          </p:nvSpPr>
          <p:spPr>
            <a:xfrm>
              <a:off x="4617950" y="3702900"/>
              <a:ext cx="238325" cy="179900"/>
            </a:xfrm>
            <a:custGeom>
              <a:rect b="b" l="l" r="r" t="t"/>
              <a:pathLst>
                <a:path extrusionOk="0" h="7196" w="9533">
                  <a:moveTo>
                    <a:pt x="4759" y="0"/>
                  </a:moveTo>
                  <a:cubicBezTo>
                    <a:pt x="3858" y="0"/>
                    <a:pt x="2957" y="346"/>
                    <a:pt x="2279" y="1038"/>
                  </a:cubicBezTo>
                  <a:cubicBezTo>
                    <a:pt x="0" y="3262"/>
                    <a:pt x="1519" y="7141"/>
                    <a:pt x="4693" y="7195"/>
                  </a:cubicBezTo>
                  <a:cubicBezTo>
                    <a:pt x="4715" y="7196"/>
                    <a:pt x="4737" y="7196"/>
                    <a:pt x="4760" y="7196"/>
                  </a:cubicBezTo>
                  <a:cubicBezTo>
                    <a:pt x="7916" y="7196"/>
                    <a:pt x="9532" y="3409"/>
                    <a:pt x="7324" y="1119"/>
                  </a:cubicBezTo>
                  <a:cubicBezTo>
                    <a:pt x="6633" y="373"/>
                    <a:pt x="5695"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49"/>
            <p:cNvSpPr/>
            <p:nvPr/>
          </p:nvSpPr>
          <p:spPr>
            <a:xfrm>
              <a:off x="7141825" y="1811875"/>
              <a:ext cx="238700" cy="180050"/>
            </a:xfrm>
            <a:custGeom>
              <a:rect b="b" l="l" r="r" t="t"/>
              <a:pathLst>
                <a:path extrusionOk="0" h="7202" w="9548">
                  <a:moveTo>
                    <a:pt x="4774" y="0"/>
                  </a:moveTo>
                  <a:cubicBezTo>
                    <a:pt x="1600" y="0"/>
                    <a:pt x="0" y="3825"/>
                    <a:pt x="2224" y="6103"/>
                  </a:cubicBezTo>
                  <a:cubicBezTo>
                    <a:pt x="2902" y="6835"/>
                    <a:pt x="3825" y="7201"/>
                    <a:pt x="4750" y="7201"/>
                  </a:cubicBezTo>
                  <a:cubicBezTo>
                    <a:pt x="5676" y="7201"/>
                    <a:pt x="6605" y="6835"/>
                    <a:pt x="7296" y="6103"/>
                  </a:cubicBezTo>
                  <a:cubicBezTo>
                    <a:pt x="9548" y="3879"/>
                    <a:pt x="7975" y="27"/>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49"/>
            <p:cNvSpPr/>
            <p:nvPr/>
          </p:nvSpPr>
          <p:spPr>
            <a:xfrm>
              <a:off x="7142025" y="552650"/>
              <a:ext cx="238500" cy="179800"/>
            </a:xfrm>
            <a:custGeom>
              <a:rect b="b" l="l" r="r" t="t"/>
              <a:pathLst>
                <a:path extrusionOk="0" h="7192" w="9540">
                  <a:moveTo>
                    <a:pt x="4760" y="0"/>
                  </a:moveTo>
                  <a:cubicBezTo>
                    <a:pt x="1608" y="0"/>
                    <a:pt x="0" y="3806"/>
                    <a:pt x="2216" y="6076"/>
                  </a:cubicBezTo>
                  <a:cubicBezTo>
                    <a:pt x="2904" y="6819"/>
                    <a:pt x="3836" y="7192"/>
                    <a:pt x="4767" y="7192"/>
                  </a:cubicBezTo>
                  <a:cubicBezTo>
                    <a:pt x="5673" y="7192"/>
                    <a:pt x="6579" y="6839"/>
                    <a:pt x="7261" y="6130"/>
                  </a:cubicBezTo>
                  <a:cubicBezTo>
                    <a:pt x="9540" y="3906"/>
                    <a:pt x="7994" y="27"/>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49"/>
            <p:cNvSpPr/>
            <p:nvPr/>
          </p:nvSpPr>
          <p:spPr>
            <a:xfrm>
              <a:off x="7160125" y="1181075"/>
              <a:ext cx="201425" cy="181050"/>
            </a:xfrm>
            <a:custGeom>
              <a:rect b="b" l="l" r="r" t="t"/>
              <a:pathLst>
                <a:path extrusionOk="0" h="7242" w="8057">
                  <a:moveTo>
                    <a:pt x="4033" y="1"/>
                  </a:moveTo>
                  <a:cubicBezTo>
                    <a:pt x="3183" y="1"/>
                    <a:pt x="2336" y="327"/>
                    <a:pt x="1628" y="983"/>
                  </a:cubicBezTo>
                  <a:cubicBezTo>
                    <a:pt x="136" y="2394"/>
                    <a:pt x="1" y="4564"/>
                    <a:pt x="1411" y="6056"/>
                  </a:cubicBezTo>
                  <a:cubicBezTo>
                    <a:pt x="2095" y="6840"/>
                    <a:pt x="3065" y="7242"/>
                    <a:pt x="4035" y="7242"/>
                  </a:cubicBezTo>
                  <a:cubicBezTo>
                    <a:pt x="4910" y="7242"/>
                    <a:pt x="5787" y="6914"/>
                    <a:pt x="6456" y="6245"/>
                  </a:cubicBezTo>
                  <a:cubicBezTo>
                    <a:pt x="7975" y="4944"/>
                    <a:pt x="8056" y="2638"/>
                    <a:pt x="6673" y="1200"/>
                  </a:cubicBezTo>
                  <a:cubicBezTo>
                    <a:pt x="5917" y="402"/>
                    <a:pt x="4974" y="1"/>
                    <a:pt x="403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49"/>
            <p:cNvSpPr/>
            <p:nvPr/>
          </p:nvSpPr>
          <p:spPr>
            <a:xfrm>
              <a:off x="7141825" y="4962975"/>
              <a:ext cx="238700" cy="180150"/>
            </a:xfrm>
            <a:custGeom>
              <a:rect b="b" l="l" r="r" t="t"/>
              <a:pathLst>
                <a:path extrusionOk="0" h="7206" w="9548">
                  <a:moveTo>
                    <a:pt x="4801" y="0"/>
                  </a:moveTo>
                  <a:cubicBezTo>
                    <a:pt x="1600" y="0"/>
                    <a:pt x="0" y="3852"/>
                    <a:pt x="2251" y="6103"/>
                  </a:cubicBezTo>
                  <a:cubicBezTo>
                    <a:pt x="2933" y="6839"/>
                    <a:pt x="3854" y="7205"/>
                    <a:pt x="4777" y="7205"/>
                  </a:cubicBezTo>
                  <a:cubicBezTo>
                    <a:pt x="5691" y="7205"/>
                    <a:pt x="6608" y="6846"/>
                    <a:pt x="7296" y="6130"/>
                  </a:cubicBezTo>
                  <a:cubicBezTo>
                    <a:pt x="9548" y="3879"/>
                    <a:pt x="7975"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49"/>
            <p:cNvSpPr/>
            <p:nvPr/>
          </p:nvSpPr>
          <p:spPr>
            <a:xfrm>
              <a:off x="7160125" y="2443200"/>
              <a:ext cx="202100" cy="180775"/>
            </a:xfrm>
            <a:custGeom>
              <a:rect b="b" l="l" r="r" t="t"/>
              <a:pathLst>
                <a:path extrusionOk="0" h="7231" w="8084">
                  <a:moveTo>
                    <a:pt x="4012" y="1"/>
                  </a:moveTo>
                  <a:cubicBezTo>
                    <a:pt x="3198" y="1"/>
                    <a:pt x="2389" y="304"/>
                    <a:pt x="1709" y="922"/>
                  </a:cubicBezTo>
                  <a:cubicBezTo>
                    <a:pt x="190" y="2278"/>
                    <a:pt x="1" y="4448"/>
                    <a:pt x="1330" y="5967"/>
                  </a:cubicBezTo>
                  <a:cubicBezTo>
                    <a:pt x="2057" y="6797"/>
                    <a:pt x="3051" y="7231"/>
                    <a:pt x="4048" y="7231"/>
                  </a:cubicBezTo>
                  <a:cubicBezTo>
                    <a:pt x="4873" y="7231"/>
                    <a:pt x="5699" y="6934"/>
                    <a:pt x="6375" y="6319"/>
                  </a:cubicBezTo>
                  <a:cubicBezTo>
                    <a:pt x="7894" y="4990"/>
                    <a:pt x="8083" y="2766"/>
                    <a:pt x="6727" y="1274"/>
                  </a:cubicBezTo>
                  <a:cubicBezTo>
                    <a:pt x="5960"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49"/>
            <p:cNvSpPr/>
            <p:nvPr/>
          </p:nvSpPr>
          <p:spPr>
            <a:xfrm>
              <a:off x="7141825" y="3073100"/>
              <a:ext cx="238125" cy="179775"/>
            </a:xfrm>
            <a:custGeom>
              <a:rect b="b" l="l" r="r" t="t"/>
              <a:pathLst>
                <a:path extrusionOk="0" h="7191" w="9525">
                  <a:moveTo>
                    <a:pt x="4781" y="1"/>
                  </a:moveTo>
                  <a:cubicBezTo>
                    <a:pt x="3878" y="1"/>
                    <a:pt x="2971" y="354"/>
                    <a:pt x="2279" y="1059"/>
                  </a:cubicBezTo>
                  <a:cubicBezTo>
                    <a:pt x="0" y="3256"/>
                    <a:pt x="1519" y="7135"/>
                    <a:pt x="4693" y="7189"/>
                  </a:cubicBezTo>
                  <a:cubicBezTo>
                    <a:pt x="4726" y="7190"/>
                    <a:pt x="4759" y="7190"/>
                    <a:pt x="4792" y="7190"/>
                  </a:cubicBezTo>
                  <a:cubicBezTo>
                    <a:pt x="7927" y="7190"/>
                    <a:pt x="9525" y="3395"/>
                    <a:pt x="7324" y="1141"/>
                  </a:cubicBezTo>
                  <a:cubicBezTo>
                    <a:pt x="6647" y="381"/>
                    <a:pt x="5717" y="1"/>
                    <a:pt x="478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49"/>
            <p:cNvSpPr/>
            <p:nvPr/>
          </p:nvSpPr>
          <p:spPr>
            <a:xfrm>
              <a:off x="7142025" y="3703750"/>
              <a:ext cx="238500" cy="180325"/>
            </a:xfrm>
            <a:custGeom>
              <a:rect b="b" l="l" r="r" t="t"/>
              <a:pathLst>
                <a:path extrusionOk="0" h="7213" w="9540">
                  <a:moveTo>
                    <a:pt x="4760" y="0"/>
                  </a:moveTo>
                  <a:cubicBezTo>
                    <a:pt x="1608" y="0"/>
                    <a:pt x="0" y="3806"/>
                    <a:pt x="2216" y="6076"/>
                  </a:cubicBezTo>
                  <a:cubicBezTo>
                    <a:pt x="2904" y="6832"/>
                    <a:pt x="3835" y="7212"/>
                    <a:pt x="4767" y="7212"/>
                  </a:cubicBezTo>
                  <a:cubicBezTo>
                    <a:pt x="5673" y="7212"/>
                    <a:pt x="6579" y="6853"/>
                    <a:pt x="7261" y="6130"/>
                  </a:cubicBezTo>
                  <a:cubicBezTo>
                    <a:pt x="9540" y="3906"/>
                    <a:pt x="7994" y="28"/>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49"/>
            <p:cNvSpPr/>
            <p:nvPr/>
          </p:nvSpPr>
          <p:spPr>
            <a:xfrm>
              <a:off x="7160125" y="4332350"/>
              <a:ext cx="201425" cy="181225"/>
            </a:xfrm>
            <a:custGeom>
              <a:rect b="b" l="l" r="r" t="t"/>
              <a:pathLst>
                <a:path extrusionOk="0" h="7249" w="8057">
                  <a:moveTo>
                    <a:pt x="4035" y="1"/>
                  </a:moveTo>
                  <a:cubicBezTo>
                    <a:pt x="3185" y="1"/>
                    <a:pt x="2336" y="334"/>
                    <a:pt x="1628" y="1004"/>
                  </a:cubicBezTo>
                  <a:cubicBezTo>
                    <a:pt x="136" y="2387"/>
                    <a:pt x="1" y="4557"/>
                    <a:pt x="1411" y="6049"/>
                  </a:cubicBezTo>
                  <a:cubicBezTo>
                    <a:pt x="2095" y="6847"/>
                    <a:pt x="3065" y="7249"/>
                    <a:pt x="4035" y="7249"/>
                  </a:cubicBezTo>
                  <a:cubicBezTo>
                    <a:pt x="4911" y="7249"/>
                    <a:pt x="5787" y="6922"/>
                    <a:pt x="6456" y="6266"/>
                  </a:cubicBezTo>
                  <a:cubicBezTo>
                    <a:pt x="7975" y="4937"/>
                    <a:pt x="8056" y="2631"/>
                    <a:pt x="6673" y="1221"/>
                  </a:cubicBezTo>
                  <a:cubicBezTo>
                    <a:pt x="5918" y="409"/>
                    <a:pt x="4976"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7" name="Google Shape;587;p49"/>
          <p:cNvGrpSpPr/>
          <p:nvPr/>
        </p:nvGrpSpPr>
        <p:grpSpPr>
          <a:xfrm rot="3960509">
            <a:off x="-1038988" y="3183942"/>
            <a:ext cx="2448062" cy="2941393"/>
            <a:chOff x="235075" y="777725"/>
            <a:chExt cx="7186900" cy="4132775"/>
          </a:xfrm>
        </p:grpSpPr>
        <p:sp>
          <p:nvSpPr>
            <p:cNvPr id="588" name="Google Shape;588;p49"/>
            <p:cNvSpPr/>
            <p:nvPr/>
          </p:nvSpPr>
          <p:spPr>
            <a:xfrm>
              <a:off x="342575" y="932875"/>
              <a:ext cx="7079400" cy="3826525"/>
            </a:xfrm>
            <a:custGeom>
              <a:rect b="b" l="l" r="r" t="t"/>
              <a:pathLst>
                <a:path extrusionOk="0" h="153061" w="283176">
                  <a:moveTo>
                    <a:pt x="168404" y="0"/>
                  </a:moveTo>
                  <a:cubicBezTo>
                    <a:pt x="157709" y="0"/>
                    <a:pt x="146666" y="1269"/>
                    <a:pt x="137470" y="1958"/>
                  </a:cubicBezTo>
                  <a:cubicBezTo>
                    <a:pt x="99769" y="4776"/>
                    <a:pt x="61970" y="14736"/>
                    <a:pt x="30657" y="36550"/>
                  </a:cubicBezTo>
                  <a:cubicBezTo>
                    <a:pt x="16422" y="46461"/>
                    <a:pt x="2915" y="60284"/>
                    <a:pt x="1336" y="77580"/>
                  </a:cubicBezTo>
                  <a:cubicBezTo>
                    <a:pt x="0" y="92204"/>
                    <a:pt x="7774" y="106560"/>
                    <a:pt x="18778" y="116301"/>
                  </a:cubicBezTo>
                  <a:cubicBezTo>
                    <a:pt x="29807" y="126043"/>
                    <a:pt x="43726" y="131800"/>
                    <a:pt x="57670" y="136415"/>
                  </a:cubicBezTo>
                  <a:cubicBezTo>
                    <a:pt x="91058" y="147472"/>
                    <a:pt x="125903" y="153060"/>
                    <a:pt x="160873" y="153060"/>
                  </a:cubicBezTo>
                  <a:cubicBezTo>
                    <a:pt x="176382" y="153060"/>
                    <a:pt x="191917" y="151961"/>
                    <a:pt x="207359" y="149752"/>
                  </a:cubicBezTo>
                  <a:cubicBezTo>
                    <a:pt x="222226" y="147614"/>
                    <a:pt x="237360" y="144286"/>
                    <a:pt x="249871" y="135929"/>
                  </a:cubicBezTo>
                  <a:cubicBezTo>
                    <a:pt x="275062" y="119095"/>
                    <a:pt x="283175" y="80398"/>
                    <a:pt x="265102" y="56057"/>
                  </a:cubicBezTo>
                  <a:cubicBezTo>
                    <a:pt x="255968" y="43789"/>
                    <a:pt x="242097" y="36137"/>
                    <a:pt x="229125" y="28024"/>
                  </a:cubicBezTo>
                  <a:cubicBezTo>
                    <a:pt x="217003" y="20420"/>
                    <a:pt x="204881" y="7643"/>
                    <a:pt x="191278" y="3027"/>
                  </a:cubicBezTo>
                  <a:cubicBezTo>
                    <a:pt x="184502" y="737"/>
                    <a:pt x="176554" y="0"/>
                    <a:pt x="168404" y="0"/>
                  </a:cubicBezTo>
                  <a:close/>
                </a:path>
              </a:pathLst>
            </a:custGeom>
            <a:solidFill>
              <a:srgbClr val="F0A9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49"/>
            <p:cNvSpPr/>
            <p:nvPr/>
          </p:nvSpPr>
          <p:spPr>
            <a:xfrm>
              <a:off x="235075" y="777725"/>
              <a:ext cx="7126775" cy="4132775"/>
            </a:xfrm>
            <a:custGeom>
              <a:rect b="b" l="l" r="r" t="t"/>
              <a:pathLst>
                <a:path extrusionOk="0" h="165311" w="285071">
                  <a:moveTo>
                    <a:pt x="193683" y="2310"/>
                  </a:moveTo>
                  <a:lnTo>
                    <a:pt x="194120" y="2431"/>
                  </a:lnTo>
                  <a:lnTo>
                    <a:pt x="194557" y="2553"/>
                  </a:lnTo>
                  <a:lnTo>
                    <a:pt x="195456" y="2820"/>
                  </a:lnTo>
                  <a:lnTo>
                    <a:pt x="196198" y="3047"/>
                  </a:lnTo>
                  <a:lnTo>
                    <a:pt x="196198" y="3047"/>
                  </a:lnTo>
                  <a:cubicBezTo>
                    <a:pt x="196113" y="3020"/>
                    <a:pt x="196027" y="2993"/>
                    <a:pt x="195942" y="2966"/>
                  </a:cubicBezTo>
                  <a:lnTo>
                    <a:pt x="194825" y="2626"/>
                  </a:lnTo>
                  <a:cubicBezTo>
                    <a:pt x="194436" y="2504"/>
                    <a:pt x="194072" y="2383"/>
                    <a:pt x="193683" y="2310"/>
                  </a:cubicBezTo>
                  <a:close/>
                  <a:moveTo>
                    <a:pt x="196198" y="3047"/>
                  </a:moveTo>
                  <a:cubicBezTo>
                    <a:pt x="196309" y="3081"/>
                    <a:pt x="196421" y="3115"/>
                    <a:pt x="196532" y="3149"/>
                  </a:cubicBezTo>
                  <a:lnTo>
                    <a:pt x="196532" y="3149"/>
                  </a:lnTo>
                  <a:lnTo>
                    <a:pt x="196198" y="3047"/>
                  </a:lnTo>
                  <a:close/>
                  <a:moveTo>
                    <a:pt x="196532" y="3149"/>
                  </a:moveTo>
                  <a:lnTo>
                    <a:pt x="197205" y="3354"/>
                  </a:lnTo>
                  <a:cubicBezTo>
                    <a:pt x="197213" y="3356"/>
                    <a:pt x="197220" y="3358"/>
                    <a:pt x="197228" y="3360"/>
                  </a:cubicBezTo>
                  <a:lnTo>
                    <a:pt x="197228" y="3360"/>
                  </a:lnTo>
                  <a:cubicBezTo>
                    <a:pt x="196996" y="3288"/>
                    <a:pt x="196764" y="3219"/>
                    <a:pt x="196532" y="3149"/>
                  </a:cubicBezTo>
                  <a:close/>
                  <a:moveTo>
                    <a:pt x="197228" y="3360"/>
                  </a:moveTo>
                  <a:lnTo>
                    <a:pt x="197228" y="3360"/>
                  </a:lnTo>
                  <a:cubicBezTo>
                    <a:pt x="197350" y="3398"/>
                    <a:pt x="197472" y="3437"/>
                    <a:pt x="197593" y="3477"/>
                  </a:cubicBezTo>
                  <a:lnTo>
                    <a:pt x="197593" y="3477"/>
                  </a:lnTo>
                  <a:cubicBezTo>
                    <a:pt x="197473" y="3434"/>
                    <a:pt x="197353" y="3392"/>
                    <a:pt x="197228" y="3360"/>
                  </a:cubicBezTo>
                  <a:close/>
                  <a:moveTo>
                    <a:pt x="197593" y="3477"/>
                  </a:moveTo>
                  <a:lnTo>
                    <a:pt x="197593" y="3477"/>
                  </a:lnTo>
                  <a:cubicBezTo>
                    <a:pt x="197745" y="3533"/>
                    <a:pt x="197897" y="3593"/>
                    <a:pt x="198055" y="3646"/>
                  </a:cubicBezTo>
                  <a:lnTo>
                    <a:pt x="198930" y="3986"/>
                  </a:lnTo>
                  <a:cubicBezTo>
                    <a:pt x="199513" y="4205"/>
                    <a:pt x="200096" y="4423"/>
                    <a:pt x="200655" y="4666"/>
                  </a:cubicBezTo>
                  <a:cubicBezTo>
                    <a:pt x="200971" y="4803"/>
                    <a:pt x="201287" y="4943"/>
                    <a:pt x="201601" y="5085"/>
                  </a:cubicBezTo>
                  <a:lnTo>
                    <a:pt x="201601" y="5085"/>
                  </a:lnTo>
                  <a:lnTo>
                    <a:pt x="200412" y="4545"/>
                  </a:lnTo>
                  <a:lnTo>
                    <a:pt x="198201" y="3694"/>
                  </a:lnTo>
                  <a:cubicBezTo>
                    <a:pt x="197999" y="3616"/>
                    <a:pt x="197796" y="3545"/>
                    <a:pt x="197593" y="3477"/>
                  </a:cubicBezTo>
                  <a:close/>
                  <a:moveTo>
                    <a:pt x="201601" y="5085"/>
                  </a:moveTo>
                  <a:lnTo>
                    <a:pt x="201792" y="5172"/>
                  </a:lnTo>
                  <a:lnTo>
                    <a:pt x="201792" y="5172"/>
                  </a:lnTo>
                  <a:cubicBezTo>
                    <a:pt x="201728" y="5143"/>
                    <a:pt x="201665" y="5114"/>
                    <a:pt x="201601" y="5085"/>
                  </a:cubicBezTo>
                  <a:close/>
                  <a:moveTo>
                    <a:pt x="201792" y="5172"/>
                  </a:moveTo>
                  <a:cubicBezTo>
                    <a:pt x="202347" y="5425"/>
                    <a:pt x="202898" y="5687"/>
                    <a:pt x="203447" y="5957"/>
                  </a:cubicBezTo>
                  <a:lnTo>
                    <a:pt x="203447" y="5957"/>
                  </a:lnTo>
                  <a:cubicBezTo>
                    <a:pt x="203149" y="5808"/>
                    <a:pt x="202850" y="5661"/>
                    <a:pt x="202550" y="5516"/>
                  </a:cubicBezTo>
                  <a:lnTo>
                    <a:pt x="201792" y="5172"/>
                  </a:lnTo>
                  <a:close/>
                  <a:moveTo>
                    <a:pt x="203447" y="5957"/>
                  </a:moveTo>
                  <a:cubicBezTo>
                    <a:pt x="205025" y="6746"/>
                    <a:pt x="206570" y="7594"/>
                    <a:pt x="208082" y="8506"/>
                  </a:cubicBezTo>
                  <a:lnTo>
                    <a:pt x="208082" y="8506"/>
                  </a:lnTo>
                  <a:cubicBezTo>
                    <a:pt x="207745" y="8301"/>
                    <a:pt x="207407" y="8098"/>
                    <a:pt x="207068" y="7897"/>
                  </a:cubicBezTo>
                  <a:cubicBezTo>
                    <a:pt x="205877" y="7204"/>
                    <a:pt x="204670" y="6559"/>
                    <a:pt x="203447" y="5957"/>
                  </a:cubicBezTo>
                  <a:close/>
                  <a:moveTo>
                    <a:pt x="208082" y="8506"/>
                  </a:moveTo>
                  <a:cubicBezTo>
                    <a:pt x="208378" y="8686"/>
                    <a:pt x="208674" y="8868"/>
                    <a:pt x="208969" y="9051"/>
                  </a:cubicBezTo>
                  <a:lnTo>
                    <a:pt x="208969" y="9051"/>
                  </a:lnTo>
                  <a:cubicBezTo>
                    <a:pt x="208675" y="8867"/>
                    <a:pt x="208379" y="8685"/>
                    <a:pt x="208082" y="8506"/>
                  </a:cubicBezTo>
                  <a:close/>
                  <a:moveTo>
                    <a:pt x="274827" y="94613"/>
                  </a:moveTo>
                  <a:cubicBezTo>
                    <a:pt x="274825" y="94672"/>
                    <a:pt x="274822" y="94731"/>
                    <a:pt x="274819" y="94790"/>
                  </a:cubicBezTo>
                  <a:lnTo>
                    <a:pt x="274827" y="94613"/>
                  </a:lnTo>
                  <a:close/>
                  <a:moveTo>
                    <a:pt x="182036" y="164515"/>
                  </a:moveTo>
                  <a:cubicBezTo>
                    <a:pt x="182009" y="164557"/>
                    <a:pt x="182151" y="164591"/>
                    <a:pt x="182606" y="164606"/>
                  </a:cubicBezTo>
                  <a:cubicBezTo>
                    <a:pt x="182112" y="164589"/>
                    <a:pt x="181975" y="164562"/>
                    <a:pt x="182036" y="164515"/>
                  </a:cubicBezTo>
                  <a:close/>
                  <a:moveTo>
                    <a:pt x="171889" y="1"/>
                  </a:moveTo>
                  <a:cubicBezTo>
                    <a:pt x="169431" y="1"/>
                    <a:pt x="166985" y="62"/>
                    <a:pt x="164556" y="148"/>
                  </a:cubicBezTo>
                  <a:cubicBezTo>
                    <a:pt x="156370" y="512"/>
                    <a:pt x="148378" y="1314"/>
                    <a:pt x="140483" y="1872"/>
                  </a:cubicBezTo>
                  <a:cubicBezTo>
                    <a:pt x="132321" y="2456"/>
                    <a:pt x="124183" y="3379"/>
                    <a:pt x="116020" y="4666"/>
                  </a:cubicBezTo>
                  <a:lnTo>
                    <a:pt x="112960" y="5128"/>
                  </a:lnTo>
                  <a:cubicBezTo>
                    <a:pt x="111964" y="5298"/>
                    <a:pt x="110943" y="5516"/>
                    <a:pt x="109923" y="5686"/>
                  </a:cubicBezTo>
                  <a:lnTo>
                    <a:pt x="106887" y="6269"/>
                  </a:lnTo>
                  <a:lnTo>
                    <a:pt x="105380" y="6537"/>
                  </a:lnTo>
                  <a:lnTo>
                    <a:pt x="103850" y="6877"/>
                  </a:lnTo>
                  <a:cubicBezTo>
                    <a:pt x="101834" y="7314"/>
                    <a:pt x="99817" y="7727"/>
                    <a:pt x="97777" y="8188"/>
                  </a:cubicBezTo>
                  <a:lnTo>
                    <a:pt x="91704" y="9719"/>
                  </a:lnTo>
                  <a:cubicBezTo>
                    <a:pt x="90878" y="9913"/>
                    <a:pt x="90052" y="10180"/>
                    <a:pt x="89226" y="10423"/>
                  </a:cubicBezTo>
                  <a:lnTo>
                    <a:pt x="86797" y="11128"/>
                  </a:lnTo>
                  <a:lnTo>
                    <a:pt x="84416" y="11857"/>
                  </a:lnTo>
                  <a:cubicBezTo>
                    <a:pt x="83615" y="12099"/>
                    <a:pt x="82861" y="12391"/>
                    <a:pt x="82108" y="12634"/>
                  </a:cubicBezTo>
                  <a:lnTo>
                    <a:pt x="77614" y="14213"/>
                  </a:lnTo>
                  <a:cubicBezTo>
                    <a:pt x="76157" y="14747"/>
                    <a:pt x="74748" y="15355"/>
                    <a:pt x="73363" y="15889"/>
                  </a:cubicBezTo>
                  <a:lnTo>
                    <a:pt x="71323" y="16739"/>
                  </a:lnTo>
                  <a:lnTo>
                    <a:pt x="70327" y="17152"/>
                  </a:lnTo>
                  <a:lnTo>
                    <a:pt x="69331" y="17590"/>
                  </a:lnTo>
                  <a:lnTo>
                    <a:pt x="65517" y="19363"/>
                  </a:lnTo>
                  <a:lnTo>
                    <a:pt x="63671" y="20213"/>
                  </a:lnTo>
                  <a:lnTo>
                    <a:pt x="61922" y="21136"/>
                  </a:lnTo>
                  <a:lnTo>
                    <a:pt x="58521" y="22910"/>
                  </a:lnTo>
                  <a:lnTo>
                    <a:pt x="62772" y="21088"/>
                  </a:lnTo>
                  <a:lnTo>
                    <a:pt x="63841" y="20650"/>
                  </a:lnTo>
                  <a:lnTo>
                    <a:pt x="64909" y="20213"/>
                  </a:lnTo>
                  <a:lnTo>
                    <a:pt x="67072" y="19387"/>
                  </a:lnTo>
                  <a:lnTo>
                    <a:pt x="69234" y="18561"/>
                  </a:lnTo>
                  <a:cubicBezTo>
                    <a:pt x="69962" y="18270"/>
                    <a:pt x="70691" y="17978"/>
                    <a:pt x="71420" y="17735"/>
                  </a:cubicBezTo>
                  <a:lnTo>
                    <a:pt x="75817" y="16229"/>
                  </a:lnTo>
                  <a:cubicBezTo>
                    <a:pt x="76545" y="15962"/>
                    <a:pt x="77274" y="15695"/>
                    <a:pt x="78027" y="15476"/>
                  </a:cubicBezTo>
                  <a:lnTo>
                    <a:pt x="80238" y="14796"/>
                  </a:lnTo>
                  <a:cubicBezTo>
                    <a:pt x="81720" y="14334"/>
                    <a:pt x="83202" y="13873"/>
                    <a:pt x="84708" y="13411"/>
                  </a:cubicBezTo>
                  <a:lnTo>
                    <a:pt x="89202" y="12172"/>
                  </a:lnTo>
                  <a:lnTo>
                    <a:pt x="91461" y="11565"/>
                  </a:lnTo>
                  <a:lnTo>
                    <a:pt x="93744" y="11031"/>
                  </a:lnTo>
                  <a:lnTo>
                    <a:pt x="98287" y="9913"/>
                  </a:lnTo>
                  <a:cubicBezTo>
                    <a:pt x="99817" y="9597"/>
                    <a:pt x="101372" y="9282"/>
                    <a:pt x="102878" y="8942"/>
                  </a:cubicBezTo>
                  <a:lnTo>
                    <a:pt x="105186" y="8480"/>
                  </a:lnTo>
                  <a:cubicBezTo>
                    <a:pt x="105963" y="8310"/>
                    <a:pt x="106716" y="8188"/>
                    <a:pt x="107494" y="8043"/>
                  </a:cubicBezTo>
                  <a:lnTo>
                    <a:pt x="112134" y="7217"/>
                  </a:lnTo>
                  <a:cubicBezTo>
                    <a:pt x="118328" y="6197"/>
                    <a:pt x="124547" y="5322"/>
                    <a:pt x="130839" y="4715"/>
                  </a:cubicBezTo>
                  <a:lnTo>
                    <a:pt x="133195" y="4472"/>
                  </a:lnTo>
                  <a:lnTo>
                    <a:pt x="134361" y="4350"/>
                  </a:lnTo>
                  <a:lnTo>
                    <a:pt x="135551" y="4277"/>
                  </a:lnTo>
                  <a:lnTo>
                    <a:pt x="140264" y="3913"/>
                  </a:lnTo>
                  <a:lnTo>
                    <a:pt x="141454" y="3816"/>
                  </a:lnTo>
                  <a:lnTo>
                    <a:pt x="142596" y="3743"/>
                  </a:lnTo>
                  <a:lnTo>
                    <a:pt x="144928" y="3573"/>
                  </a:lnTo>
                  <a:lnTo>
                    <a:pt x="149568" y="3209"/>
                  </a:lnTo>
                  <a:cubicBezTo>
                    <a:pt x="155811" y="2747"/>
                    <a:pt x="162151" y="2261"/>
                    <a:pt x="168589" y="2140"/>
                  </a:cubicBezTo>
                  <a:lnTo>
                    <a:pt x="171018" y="2115"/>
                  </a:lnTo>
                  <a:cubicBezTo>
                    <a:pt x="171419" y="2103"/>
                    <a:pt x="171820" y="2097"/>
                    <a:pt x="172224" y="2097"/>
                  </a:cubicBezTo>
                  <a:cubicBezTo>
                    <a:pt x="172628" y="2097"/>
                    <a:pt x="173034" y="2103"/>
                    <a:pt x="173447" y="2115"/>
                  </a:cubicBezTo>
                  <a:lnTo>
                    <a:pt x="175877" y="2164"/>
                  </a:lnTo>
                  <a:cubicBezTo>
                    <a:pt x="176678" y="2188"/>
                    <a:pt x="177504" y="2237"/>
                    <a:pt x="178330" y="2261"/>
                  </a:cubicBezTo>
                  <a:lnTo>
                    <a:pt x="179545" y="2334"/>
                  </a:lnTo>
                  <a:cubicBezTo>
                    <a:pt x="179958" y="2358"/>
                    <a:pt x="180346" y="2407"/>
                    <a:pt x="180759" y="2431"/>
                  </a:cubicBezTo>
                  <a:lnTo>
                    <a:pt x="183237" y="2650"/>
                  </a:lnTo>
                  <a:lnTo>
                    <a:pt x="185691" y="2941"/>
                  </a:lnTo>
                  <a:cubicBezTo>
                    <a:pt x="186104" y="2990"/>
                    <a:pt x="186517" y="3039"/>
                    <a:pt x="186930" y="3111"/>
                  </a:cubicBezTo>
                  <a:lnTo>
                    <a:pt x="188168" y="3330"/>
                  </a:lnTo>
                  <a:lnTo>
                    <a:pt x="189407" y="3549"/>
                  </a:lnTo>
                  <a:cubicBezTo>
                    <a:pt x="189820" y="3622"/>
                    <a:pt x="190233" y="3694"/>
                    <a:pt x="190646" y="3792"/>
                  </a:cubicBezTo>
                  <a:lnTo>
                    <a:pt x="193124" y="4350"/>
                  </a:lnTo>
                  <a:cubicBezTo>
                    <a:pt x="193537" y="4447"/>
                    <a:pt x="193950" y="4569"/>
                    <a:pt x="194363" y="4690"/>
                  </a:cubicBezTo>
                  <a:lnTo>
                    <a:pt x="195602" y="5079"/>
                  </a:lnTo>
                  <a:lnTo>
                    <a:pt x="196841" y="5443"/>
                  </a:lnTo>
                  <a:lnTo>
                    <a:pt x="198055" y="5905"/>
                  </a:lnTo>
                  <a:cubicBezTo>
                    <a:pt x="201238" y="7144"/>
                    <a:pt x="204299" y="8650"/>
                    <a:pt x="207189" y="10448"/>
                  </a:cubicBezTo>
                  <a:cubicBezTo>
                    <a:pt x="212898" y="13921"/>
                    <a:pt x="217975" y="17954"/>
                    <a:pt x="222955" y="21865"/>
                  </a:cubicBezTo>
                  <a:cubicBezTo>
                    <a:pt x="225433" y="23808"/>
                    <a:pt x="227911" y="25752"/>
                    <a:pt x="230388" y="27574"/>
                  </a:cubicBezTo>
                  <a:cubicBezTo>
                    <a:pt x="231020" y="28035"/>
                    <a:pt x="231627" y="28472"/>
                    <a:pt x="232259" y="28910"/>
                  </a:cubicBezTo>
                  <a:lnTo>
                    <a:pt x="233206" y="29566"/>
                  </a:lnTo>
                  <a:lnTo>
                    <a:pt x="234154" y="30173"/>
                  </a:lnTo>
                  <a:cubicBezTo>
                    <a:pt x="235368" y="30999"/>
                    <a:pt x="236753" y="31849"/>
                    <a:pt x="238065" y="32675"/>
                  </a:cubicBezTo>
                  <a:cubicBezTo>
                    <a:pt x="240761" y="34351"/>
                    <a:pt x="243482" y="36027"/>
                    <a:pt x="246178" y="37752"/>
                  </a:cubicBezTo>
                  <a:cubicBezTo>
                    <a:pt x="248875" y="39477"/>
                    <a:pt x="251571" y="41250"/>
                    <a:pt x="254243" y="43145"/>
                  </a:cubicBezTo>
                  <a:cubicBezTo>
                    <a:pt x="256891" y="45040"/>
                    <a:pt x="259491" y="47032"/>
                    <a:pt x="262017" y="49194"/>
                  </a:cubicBezTo>
                  <a:cubicBezTo>
                    <a:pt x="264543" y="51356"/>
                    <a:pt x="266924" y="53712"/>
                    <a:pt x="269135" y="56214"/>
                  </a:cubicBezTo>
                  <a:lnTo>
                    <a:pt x="269961" y="57161"/>
                  </a:lnTo>
                  <a:cubicBezTo>
                    <a:pt x="270228" y="57477"/>
                    <a:pt x="270495" y="57817"/>
                    <a:pt x="270762" y="58133"/>
                  </a:cubicBezTo>
                  <a:lnTo>
                    <a:pt x="272317" y="60125"/>
                  </a:lnTo>
                  <a:lnTo>
                    <a:pt x="273774" y="62239"/>
                  </a:lnTo>
                  <a:cubicBezTo>
                    <a:pt x="274017" y="62579"/>
                    <a:pt x="274236" y="62943"/>
                    <a:pt x="274455" y="63307"/>
                  </a:cubicBezTo>
                  <a:lnTo>
                    <a:pt x="275111" y="64401"/>
                  </a:lnTo>
                  <a:cubicBezTo>
                    <a:pt x="276811" y="67340"/>
                    <a:pt x="278269" y="70401"/>
                    <a:pt x="279410" y="73607"/>
                  </a:cubicBezTo>
                  <a:cubicBezTo>
                    <a:pt x="280528" y="76790"/>
                    <a:pt x="281354" y="80069"/>
                    <a:pt x="281864" y="83397"/>
                  </a:cubicBezTo>
                  <a:lnTo>
                    <a:pt x="282082" y="84636"/>
                  </a:lnTo>
                  <a:cubicBezTo>
                    <a:pt x="282155" y="85049"/>
                    <a:pt x="282180" y="85462"/>
                    <a:pt x="282228" y="85875"/>
                  </a:cubicBezTo>
                  <a:lnTo>
                    <a:pt x="282350" y="87138"/>
                  </a:lnTo>
                  <a:cubicBezTo>
                    <a:pt x="282398" y="87551"/>
                    <a:pt x="282447" y="87964"/>
                    <a:pt x="282471" y="88377"/>
                  </a:cubicBezTo>
                  <a:lnTo>
                    <a:pt x="282617" y="90879"/>
                  </a:lnTo>
                  <a:lnTo>
                    <a:pt x="282641" y="93381"/>
                  </a:lnTo>
                  <a:cubicBezTo>
                    <a:pt x="282593" y="100037"/>
                    <a:pt x="281524" y="106620"/>
                    <a:pt x="279459" y="112961"/>
                  </a:cubicBezTo>
                  <a:lnTo>
                    <a:pt x="279094" y="114127"/>
                  </a:lnTo>
                  <a:cubicBezTo>
                    <a:pt x="278973" y="114515"/>
                    <a:pt x="278803" y="114904"/>
                    <a:pt x="278657" y="115293"/>
                  </a:cubicBezTo>
                  <a:lnTo>
                    <a:pt x="278220" y="116459"/>
                  </a:lnTo>
                  <a:cubicBezTo>
                    <a:pt x="278074" y="116847"/>
                    <a:pt x="277928" y="117236"/>
                    <a:pt x="277758" y="117600"/>
                  </a:cubicBezTo>
                  <a:lnTo>
                    <a:pt x="276787" y="119884"/>
                  </a:lnTo>
                  <a:lnTo>
                    <a:pt x="275718" y="122094"/>
                  </a:lnTo>
                  <a:cubicBezTo>
                    <a:pt x="274236" y="125058"/>
                    <a:pt x="272536" y="127876"/>
                    <a:pt x="270616" y="130572"/>
                  </a:cubicBezTo>
                  <a:cubicBezTo>
                    <a:pt x="277224" y="121171"/>
                    <a:pt x="281208" y="110191"/>
                    <a:pt x="282204" y="98774"/>
                  </a:cubicBezTo>
                  <a:cubicBezTo>
                    <a:pt x="282447" y="95835"/>
                    <a:pt x="282495" y="92895"/>
                    <a:pt x="282350" y="89980"/>
                  </a:cubicBezTo>
                  <a:cubicBezTo>
                    <a:pt x="282180" y="87017"/>
                    <a:pt x="281815" y="84077"/>
                    <a:pt x="281208" y="81162"/>
                  </a:cubicBezTo>
                  <a:cubicBezTo>
                    <a:pt x="280601" y="78247"/>
                    <a:pt x="279775" y="75381"/>
                    <a:pt x="278706" y="72587"/>
                  </a:cubicBezTo>
                  <a:cubicBezTo>
                    <a:pt x="277637" y="69769"/>
                    <a:pt x="276325" y="67073"/>
                    <a:pt x="274770" y="64498"/>
                  </a:cubicBezTo>
                  <a:cubicBezTo>
                    <a:pt x="274357" y="63842"/>
                    <a:pt x="273993" y="63186"/>
                    <a:pt x="273580" y="62579"/>
                  </a:cubicBezTo>
                  <a:lnTo>
                    <a:pt x="272293" y="60708"/>
                  </a:lnTo>
                  <a:cubicBezTo>
                    <a:pt x="272171" y="60562"/>
                    <a:pt x="272074" y="60417"/>
                    <a:pt x="271953" y="60271"/>
                  </a:cubicBezTo>
                  <a:lnTo>
                    <a:pt x="271612" y="59809"/>
                  </a:lnTo>
                  <a:lnTo>
                    <a:pt x="270932" y="58935"/>
                  </a:lnTo>
                  <a:lnTo>
                    <a:pt x="270228" y="58060"/>
                  </a:lnTo>
                  <a:cubicBezTo>
                    <a:pt x="270009" y="57769"/>
                    <a:pt x="269742" y="57502"/>
                    <a:pt x="269523" y="57210"/>
                  </a:cubicBezTo>
                  <a:cubicBezTo>
                    <a:pt x="267604" y="54951"/>
                    <a:pt x="265539" y="52837"/>
                    <a:pt x="263353" y="50845"/>
                  </a:cubicBezTo>
                  <a:cubicBezTo>
                    <a:pt x="259005" y="46910"/>
                    <a:pt x="254341" y="43534"/>
                    <a:pt x="249652" y="40424"/>
                  </a:cubicBezTo>
                  <a:cubicBezTo>
                    <a:pt x="244964" y="37339"/>
                    <a:pt x="240251" y="34448"/>
                    <a:pt x="235708" y="31558"/>
                  </a:cubicBezTo>
                  <a:cubicBezTo>
                    <a:pt x="231312" y="28764"/>
                    <a:pt x="227230" y="25533"/>
                    <a:pt x="223125" y="22254"/>
                  </a:cubicBezTo>
                  <a:cubicBezTo>
                    <a:pt x="220186" y="19922"/>
                    <a:pt x="217222" y="17565"/>
                    <a:pt x="214161" y="15330"/>
                  </a:cubicBezTo>
                  <a:cubicBezTo>
                    <a:pt x="211076" y="13023"/>
                    <a:pt x="207845" y="10933"/>
                    <a:pt x="204469" y="9039"/>
                  </a:cubicBezTo>
                  <a:lnTo>
                    <a:pt x="203181" y="8359"/>
                  </a:lnTo>
                  <a:cubicBezTo>
                    <a:pt x="202744" y="8140"/>
                    <a:pt x="202307" y="7897"/>
                    <a:pt x="201869" y="7703"/>
                  </a:cubicBezTo>
                  <a:lnTo>
                    <a:pt x="200509" y="7095"/>
                  </a:lnTo>
                  <a:cubicBezTo>
                    <a:pt x="200072" y="6901"/>
                    <a:pt x="199634" y="6658"/>
                    <a:pt x="199149" y="6488"/>
                  </a:cubicBezTo>
                  <a:lnTo>
                    <a:pt x="197764" y="5954"/>
                  </a:lnTo>
                  <a:cubicBezTo>
                    <a:pt x="197278" y="5784"/>
                    <a:pt x="196817" y="5589"/>
                    <a:pt x="196355" y="5468"/>
                  </a:cubicBezTo>
                  <a:lnTo>
                    <a:pt x="193513" y="4593"/>
                  </a:lnTo>
                  <a:cubicBezTo>
                    <a:pt x="189796" y="3670"/>
                    <a:pt x="186031" y="3014"/>
                    <a:pt x="182217" y="2698"/>
                  </a:cubicBezTo>
                  <a:cubicBezTo>
                    <a:pt x="178826" y="2386"/>
                    <a:pt x="175435" y="2258"/>
                    <a:pt x="172044" y="2258"/>
                  </a:cubicBezTo>
                  <a:cubicBezTo>
                    <a:pt x="171743" y="2258"/>
                    <a:pt x="171441" y="2259"/>
                    <a:pt x="171140" y="2261"/>
                  </a:cubicBezTo>
                  <a:cubicBezTo>
                    <a:pt x="167496" y="2285"/>
                    <a:pt x="163876" y="2480"/>
                    <a:pt x="160305" y="2674"/>
                  </a:cubicBezTo>
                  <a:cubicBezTo>
                    <a:pt x="156734" y="2868"/>
                    <a:pt x="153212" y="3184"/>
                    <a:pt x="149738" y="3476"/>
                  </a:cubicBezTo>
                  <a:lnTo>
                    <a:pt x="139341" y="4326"/>
                  </a:lnTo>
                  <a:lnTo>
                    <a:pt x="134094" y="4763"/>
                  </a:lnTo>
                  <a:lnTo>
                    <a:pt x="128847" y="5322"/>
                  </a:lnTo>
                  <a:cubicBezTo>
                    <a:pt x="127122" y="5492"/>
                    <a:pt x="125373" y="5735"/>
                    <a:pt x="123648" y="5954"/>
                  </a:cubicBezTo>
                  <a:cubicBezTo>
                    <a:pt x="121923" y="6197"/>
                    <a:pt x="120199" y="6391"/>
                    <a:pt x="118474" y="6682"/>
                  </a:cubicBezTo>
                  <a:lnTo>
                    <a:pt x="113300" y="7508"/>
                  </a:lnTo>
                  <a:cubicBezTo>
                    <a:pt x="111599" y="7824"/>
                    <a:pt x="109899" y="8164"/>
                    <a:pt x="108174" y="8456"/>
                  </a:cubicBezTo>
                  <a:lnTo>
                    <a:pt x="105623" y="8942"/>
                  </a:lnTo>
                  <a:lnTo>
                    <a:pt x="103073" y="9500"/>
                  </a:lnTo>
                  <a:lnTo>
                    <a:pt x="100546" y="10059"/>
                  </a:lnTo>
                  <a:cubicBezTo>
                    <a:pt x="99696" y="10253"/>
                    <a:pt x="98846" y="10399"/>
                    <a:pt x="97996" y="10618"/>
                  </a:cubicBezTo>
                  <a:lnTo>
                    <a:pt x="92967" y="11881"/>
                  </a:lnTo>
                  <a:lnTo>
                    <a:pt x="91704" y="12172"/>
                  </a:lnTo>
                  <a:lnTo>
                    <a:pt x="90441" y="12537"/>
                  </a:lnTo>
                  <a:lnTo>
                    <a:pt x="87963" y="13241"/>
                  </a:lnTo>
                  <a:cubicBezTo>
                    <a:pt x="84611" y="14116"/>
                    <a:pt x="81331" y="15233"/>
                    <a:pt x="78027" y="16253"/>
                  </a:cubicBezTo>
                  <a:cubicBezTo>
                    <a:pt x="76400" y="16812"/>
                    <a:pt x="74772" y="17395"/>
                    <a:pt x="73120" y="17978"/>
                  </a:cubicBezTo>
                  <a:cubicBezTo>
                    <a:pt x="72343" y="18270"/>
                    <a:pt x="71517" y="18537"/>
                    <a:pt x="70691" y="18828"/>
                  </a:cubicBezTo>
                  <a:lnTo>
                    <a:pt x="68262" y="19776"/>
                  </a:lnTo>
                  <a:lnTo>
                    <a:pt x="65833" y="20723"/>
                  </a:lnTo>
                  <a:cubicBezTo>
                    <a:pt x="65055" y="21063"/>
                    <a:pt x="64229" y="21355"/>
                    <a:pt x="63452" y="21719"/>
                  </a:cubicBezTo>
                  <a:lnTo>
                    <a:pt x="58666" y="23784"/>
                  </a:lnTo>
                  <a:lnTo>
                    <a:pt x="57646" y="24221"/>
                  </a:lnTo>
                  <a:cubicBezTo>
                    <a:pt x="57306" y="24367"/>
                    <a:pt x="56966" y="24537"/>
                    <a:pt x="56626" y="24707"/>
                  </a:cubicBezTo>
                  <a:lnTo>
                    <a:pt x="54585" y="25679"/>
                  </a:lnTo>
                  <a:lnTo>
                    <a:pt x="52520" y="26651"/>
                  </a:lnTo>
                  <a:lnTo>
                    <a:pt x="51500" y="27136"/>
                  </a:lnTo>
                  <a:cubicBezTo>
                    <a:pt x="51160" y="27282"/>
                    <a:pt x="50820" y="27452"/>
                    <a:pt x="50480" y="27622"/>
                  </a:cubicBezTo>
                  <a:lnTo>
                    <a:pt x="45791" y="30732"/>
                  </a:lnTo>
                  <a:cubicBezTo>
                    <a:pt x="45427" y="30975"/>
                    <a:pt x="45063" y="31217"/>
                    <a:pt x="44698" y="31460"/>
                  </a:cubicBezTo>
                  <a:lnTo>
                    <a:pt x="43678" y="32213"/>
                  </a:lnTo>
                  <a:lnTo>
                    <a:pt x="41710" y="33671"/>
                  </a:lnTo>
                  <a:lnTo>
                    <a:pt x="39961" y="35031"/>
                  </a:lnTo>
                  <a:lnTo>
                    <a:pt x="39160" y="35687"/>
                  </a:lnTo>
                  <a:cubicBezTo>
                    <a:pt x="38892" y="35882"/>
                    <a:pt x="38650" y="36124"/>
                    <a:pt x="38382" y="36343"/>
                  </a:cubicBezTo>
                  <a:cubicBezTo>
                    <a:pt x="37411" y="37218"/>
                    <a:pt x="36560" y="37995"/>
                    <a:pt x="35880" y="38699"/>
                  </a:cubicBezTo>
                  <a:cubicBezTo>
                    <a:pt x="34520" y="40084"/>
                    <a:pt x="33791" y="41056"/>
                    <a:pt x="34034" y="41396"/>
                  </a:cubicBezTo>
                  <a:cubicBezTo>
                    <a:pt x="34094" y="41474"/>
                    <a:pt x="34212" y="41515"/>
                    <a:pt x="34392" y="41515"/>
                  </a:cubicBezTo>
                  <a:cubicBezTo>
                    <a:pt x="34934" y="41515"/>
                    <a:pt x="36041" y="41142"/>
                    <a:pt x="37848" y="40303"/>
                  </a:cubicBezTo>
                  <a:cubicBezTo>
                    <a:pt x="38455" y="40011"/>
                    <a:pt x="39135" y="39671"/>
                    <a:pt x="39913" y="39282"/>
                  </a:cubicBezTo>
                  <a:cubicBezTo>
                    <a:pt x="40301" y="39112"/>
                    <a:pt x="40690" y="38894"/>
                    <a:pt x="41127" y="38675"/>
                  </a:cubicBezTo>
                  <a:lnTo>
                    <a:pt x="42488" y="38019"/>
                  </a:lnTo>
                  <a:cubicBezTo>
                    <a:pt x="43435" y="37558"/>
                    <a:pt x="44480" y="37023"/>
                    <a:pt x="45597" y="36440"/>
                  </a:cubicBezTo>
                  <a:lnTo>
                    <a:pt x="47370" y="35541"/>
                  </a:lnTo>
                  <a:lnTo>
                    <a:pt x="49338" y="34618"/>
                  </a:lnTo>
                  <a:lnTo>
                    <a:pt x="51500" y="33404"/>
                  </a:lnTo>
                  <a:lnTo>
                    <a:pt x="52715" y="32748"/>
                  </a:lnTo>
                  <a:cubicBezTo>
                    <a:pt x="53152" y="32529"/>
                    <a:pt x="53565" y="32286"/>
                    <a:pt x="54002" y="32068"/>
                  </a:cubicBezTo>
                  <a:lnTo>
                    <a:pt x="59274" y="29444"/>
                  </a:lnTo>
                  <a:lnTo>
                    <a:pt x="59881" y="29128"/>
                  </a:lnTo>
                  <a:lnTo>
                    <a:pt x="60488" y="28861"/>
                  </a:lnTo>
                  <a:lnTo>
                    <a:pt x="61654" y="28351"/>
                  </a:lnTo>
                  <a:lnTo>
                    <a:pt x="63598" y="27452"/>
                  </a:lnTo>
                  <a:lnTo>
                    <a:pt x="65395" y="26651"/>
                  </a:lnTo>
                  <a:cubicBezTo>
                    <a:pt x="65757" y="26575"/>
                    <a:pt x="66038" y="26542"/>
                    <a:pt x="66253" y="26542"/>
                  </a:cubicBezTo>
                  <a:cubicBezTo>
                    <a:pt x="66730" y="26542"/>
                    <a:pt x="66871" y="26707"/>
                    <a:pt x="66804" y="26942"/>
                  </a:cubicBezTo>
                  <a:cubicBezTo>
                    <a:pt x="66707" y="27258"/>
                    <a:pt x="66197" y="27817"/>
                    <a:pt x="65687" y="28375"/>
                  </a:cubicBezTo>
                  <a:cubicBezTo>
                    <a:pt x="83323" y="20820"/>
                    <a:pt x="102077" y="15986"/>
                    <a:pt x="121098" y="13241"/>
                  </a:cubicBezTo>
                  <a:lnTo>
                    <a:pt x="128239" y="12318"/>
                  </a:lnTo>
                  <a:cubicBezTo>
                    <a:pt x="130644" y="12075"/>
                    <a:pt x="133025" y="11808"/>
                    <a:pt x="135430" y="11565"/>
                  </a:cubicBezTo>
                  <a:lnTo>
                    <a:pt x="149908" y="10448"/>
                  </a:lnTo>
                  <a:cubicBezTo>
                    <a:pt x="154742" y="10059"/>
                    <a:pt x="159552" y="9695"/>
                    <a:pt x="164338" y="9476"/>
                  </a:cubicBezTo>
                  <a:cubicBezTo>
                    <a:pt x="166718" y="9354"/>
                    <a:pt x="169093" y="9294"/>
                    <a:pt x="171468" y="9294"/>
                  </a:cubicBezTo>
                  <a:cubicBezTo>
                    <a:pt x="173842" y="9294"/>
                    <a:pt x="176217" y="9354"/>
                    <a:pt x="178597" y="9476"/>
                  </a:cubicBezTo>
                  <a:cubicBezTo>
                    <a:pt x="179326" y="9500"/>
                    <a:pt x="180055" y="9573"/>
                    <a:pt x="180784" y="9646"/>
                  </a:cubicBezTo>
                  <a:lnTo>
                    <a:pt x="181877" y="9719"/>
                  </a:lnTo>
                  <a:cubicBezTo>
                    <a:pt x="182241" y="9743"/>
                    <a:pt x="182606" y="9767"/>
                    <a:pt x="182970" y="9840"/>
                  </a:cubicBezTo>
                  <a:lnTo>
                    <a:pt x="185132" y="10108"/>
                  </a:lnTo>
                  <a:lnTo>
                    <a:pt x="185666" y="10156"/>
                  </a:lnTo>
                  <a:cubicBezTo>
                    <a:pt x="185861" y="10180"/>
                    <a:pt x="186031" y="10229"/>
                    <a:pt x="186201" y="10253"/>
                  </a:cubicBezTo>
                  <a:lnTo>
                    <a:pt x="187270" y="10448"/>
                  </a:lnTo>
                  <a:lnTo>
                    <a:pt x="188339" y="10618"/>
                  </a:lnTo>
                  <a:cubicBezTo>
                    <a:pt x="188509" y="10666"/>
                    <a:pt x="188703" y="10691"/>
                    <a:pt x="188873" y="10715"/>
                  </a:cubicBezTo>
                  <a:lnTo>
                    <a:pt x="189407" y="10836"/>
                  </a:lnTo>
                  <a:lnTo>
                    <a:pt x="191472" y="11322"/>
                  </a:lnTo>
                  <a:cubicBezTo>
                    <a:pt x="191837" y="11419"/>
                    <a:pt x="192152" y="11541"/>
                    <a:pt x="192493" y="11638"/>
                  </a:cubicBezTo>
                  <a:lnTo>
                    <a:pt x="193513" y="11929"/>
                  </a:lnTo>
                  <a:lnTo>
                    <a:pt x="194533" y="12245"/>
                  </a:lnTo>
                  <a:cubicBezTo>
                    <a:pt x="194849" y="12367"/>
                    <a:pt x="195165" y="12488"/>
                    <a:pt x="195505" y="12610"/>
                  </a:cubicBezTo>
                  <a:cubicBezTo>
                    <a:pt x="196817" y="13071"/>
                    <a:pt x="198080" y="13678"/>
                    <a:pt x="199367" y="14286"/>
                  </a:cubicBezTo>
                  <a:lnTo>
                    <a:pt x="201262" y="15282"/>
                  </a:lnTo>
                  <a:cubicBezTo>
                    <a:pt x="201894" y="15622"/>
                    <a:pt x="202501" y="16011"/>
                    <a:pt x="203133" y="16351"/>
                  </a:cubicBezTo>
                  <a:cubicBezTo>
                    <a:pt x="205610" y="17832"/>
                    <a:pt x="208015" y="19460"/>
                    <a:pt x="210396" y="21209"/>
                  </a:cubicBezTo>
                  <a:cubicBezTo>
                    <a:pt x="215157" y="24707"/>
                    <a:pt x="219773" y="28545"/>
                    <a:pt x="224655" y="32238"/>
                  </a:cubicBezTo>
                  <a:cubicBezTo>
                    <a:pt x="225870" y="33137"/>
                    <a:pt x="227109" y="34060"/>
                    <a:pt x="228396" y="34934"/>
                  </a:cubicBezTo>
                  <a:lnTo>
                    <a:pt x="229344" y="35614"/>
                  </a:lnTo>
                  <a:lnTo>
                    <a:pt x="230316" y="36270"/>
                  </a:lnTo>
                  <a:cubicBezTo>
                    <a:pt x="230971" y="36683"/>
                    <a:pt x="231627" y="37145"/>
                    <a:pt x="232259" y="37533"/>
                  </a:cubicBezTo>
                  <a:lnTo>
                    <a:pt x="239838" y="42295"/>
                  </a:lnTo>
                  <a:cubicBezTo>
                    <a:pt x="242365" y="43898"/>
                    <a:pt x="244818" y="45477"/>
                    <a:pt x="247223" y="47129"/>
                  </a:cubicBezTo>
                  <a:cubicBezTo>
                    <a:pt x="248438" y="47955"/>
                    <a:pt x="249652" y="48781"/>
                    <a:pt x="250794" y="49631"/>
                  </a:cubicBezTo>
                  <a:cubicBezTo>
                    <a:pt x="251960" y="50505"/>
                    <a:pt x="253102" y="51356"/>
                    <a:pt x="254219" y="52254"/>
                  </a:cubicBezTo>
                  <a:cubicBezTo>
                    <a:pt x="258713" y="55825"/>
                    <a:pt x="262746" y="59761"/>
                    <a:pt x="266025" y="64158"/>
                  </a:cubicBezTo>
                  <a:cubicBezTo>
                    <a:pt x="267629" y="66344"/>
                    <a:pt x="269037" y="68676"/>
                    <a:pt x="270228" y="71105"/>
                  </a:cubicBezTo>
                  <a:cubicBezTo>
                    <a:pt x="271370" y="73559"/>
                    <a:pt x="272341" y="76109"/>
                    <a:pt x="273070" y="78709"/>
                  </a:cubicBezTo>
                  <a:cubicBezTo>
                    <a:pt x="274386" y="83525"/>
                    <a:pt x="274985" y="88486"/>
                    <a:pt x="274868" y="93457"/>
                  </a:cubicBezTo>
                  <a:lnTo>
                    <a:pt x="274868" y="93457"/>
                  </a:lnTo>
                  <a:lnTo>
                    <a:pt x="274868" y="91170"/>
                  </a:lnTo>
                  <a:lnTo>
                    <a:pt x="274843" y="90660"/>
                  </a:lnTo>
                  <a:lnTo>
                    <a:pt x="274746" y="88571"/>
                  </a:lnTo>
                  <a:lnTo>
                    <a:pt x="274528" y="86531"/>
                  </a:lnTo>
                  <a:cubicBezTo>
                    <a:pt x="274212" y="83786"/>
                    <a:pt x="273677" y="81089"/>
                    <a:pt x="272924" y="78417"/>
                  </a:cubicBezTo>
                  <a:cubicBezTo>
                    <a:pt x="272147" y="75794"/>
                    <a:pt x="271151" y="73243"/>
                    <a:pt x="269936" y="70789"/>
                  </a:cubicBezTo>
                  <a:lnTo>
                    <a:pt x="269013" y="68967"/>
                  </a:lnTo>
                  <a:lnTo>
                    <a:pt x="267944" y="67194"/>
                  </a:lnTo>
                  <a:lnTo>
                    <a:pt x="267701" y="66757"/>
                  </a:lnTo>
                  <a:lnTo>
                    <a:pt x="267386" y="66344"/>
                  </a:lnTo>
                  <a:lnTo>
                    <a:pt x="266778" y="65494"/>
                  </a:lnTo>
                  <a:lnTo>
                    <a:pt x="266195" y="64643"/>
                  </a:lnTo>
                  <a:lnTo>
                    <a:pt x="265564" y="63818"/>
                  </a:lnTo>
                  <a:lnTo>
                    <a:pt x="264932" y="62992"/>
                  </a:lnTo>
                  <a:cubicBezTo>
                    <a:pt x="264738" y="62724"/>
                    <a:pt x="264519" y="62457"/>
                    <a:pt x="264300" y="62190"/>
                  </a:cubicBezTo>
                  <a:lnTo>
                    <a:pt x="262940" y="60587"/>
                  </a:lnTo>
                  <a:cubicBezTo>
                    <a:pt x="261993" y="59566"/>
                    <a:pt x="261045" y="58522"/>
                    <a:pt x="260025" y="57550"/>
                  </a:cubicBezTo>
                  <a:cubicBezTo>
                    <a:pt x="257984" y="55582"/>
                    <a:pt x="255822" y="53712"/>
                    <a:pt x="253588" y="51963"/>
                  </a:cubicBezTo>
                  <a:cubicBezTo>
                    <a:pt x="249069" y="48416"/>
                    <a:pt x="244138" y="45210"/>
                    <a:pt x="239134" y="42027"/>
                  </a:cubicBezTo>
                  <a:lnTo>
                    <a:pt x="231554" y="37266"/>
                  </a:lnTo>
                  <a:cubicBezTo>
                    <a:pt x="228907" y="35566"/>
                    <a:pt x="226429" y="33768"/>
                    <a:pt x="224000" y="31922"/>
                  </a:cubicBezTo>
                  <a:cubicBezTo>
                    <a:pt x="219165" y="28229"/>
                    <a:pt x="214598" y="24440"/>
                    <a:pt x="209886" y="20990"/>
                  </a:cubicBezTo>
                  <a:cubicBezTo>
                    <a:pt x="207578" y="19290"/>
                    <a:pt x="205173" y="17687"/>
                    <a:pt x="202695" y="16205"/>
                  </a:cubicBezTo>
                  <a:cubicBezTo>
                    <a:pt x="201481" y="15476"/>
                    <a:pt x="200242" y="14845"/>
                    <a:pt x="199003" y="14189"/>
                  </a:cubicBezTo>
                  <a:lnTo>
                    <a:pt x="197108" y="13314"/>
                  </a:lnTo>
                  <a:cubicBezTo>
                    <a:pt x="196792" y="13168"/>
                    <a:pt x="196476" y="13071"/>
                    <a:pt x="196136" y="12925"/>
                  </a:cubicBezTo>
                  <a:lnTo>
                    <a:pt x="195189" y="12561"/>
                  </a:lnTo>
                  <a:cubicBezTo>
                    <a:pt x="194557" y="12318"/>
                    <a:pt x="193901" y="12099"/>
                    <a:pt x="193221" y="11905"/>
                  </a:cubicBezTo>
                  <a:lnTo>
                    <a:pt x="192225" y="11614"/>
                  </a:lnTo>
                  <a:lnTo>
                    <a:pt x="191739" y="11444"/>
                  </a:lnTo>
                  <a:lnTo>
                    <a:pt x="191229" y="11322"/>
                  </a:lnTo>
                  <a:lnTo>
                    <a:pt x="189189" y="10836"/>
                  </a:lnTo>
                  <a:cubicBezTo>
                    <a:pt x="188849" y="10763"/>
                    <a:pt x="188484" y="10691"/>
                    <a:pt x="188144" y="10642"/>
                  </a:cubicBezTo>
                  <a:lnTo>
                    <a:pt x="187100" y="10448"/>
                  </a:lnTo>
                  <a:cubicBezTo>
                    <a:pt x="185715" y="10180"/>
                    <a:pt x="184282" y="10035"/>
                    <a:pt x="182873" y="9840"/>
                  </a:cubicBezTo>
                  <a:cubicBezTo>
                    <a:pt x="182144" y="9767"/>
                    <a:pt x="181440" y="9719"/>
                    <a:pt x="180711" y="9646"/>
                  </a:cubicBezTo>
                  <a:cubicBezTo>
                    <a:pt x="180006" y="9597"/>
                    <a:pt x="179278" y="9500"/>
                    <a:pt x="178549" y="9500"/>
                  </a:cubicBezTo>
                  <a:cubicBezTo>
                    <a:pt x="176287" y="9385"/>
                    <a:pt x="174025" y="9330"/>
                    <a:pt x="171763" y="9330"/>
                  </a:cubicBezTo>
                  <a:cubicBezTo>
                    <a:pt x="169264" y="9330"/>
                    <a:pt x="166764" y="9397"/>
                    <a:pt x="164265" y="9525"/>
                  </a:cubicBezTo>
                  <a:cubicBezTo>
                    <a:pt x="159479" y="9767"/>
                    <a:pt x="154621" y="10156"/>
                    <a:pt x="149762" y="10569"/>
                  </a:cubicBezTo>
                  <a:cubicBezTo>
                    <a:pt x="147333" y="10788"/>
                    <a:pt x="144880" y="10982"/>
                    <a:pt x="142402" y="11176"/>
                  </a:cubicBezTo>
                  <a:lnTo>
                    <a:pt x="135163" y="11784"/>
                  </a:lnTo>
                  <a:lnTo>
                    <a:pt x="127924" y="12561"/>
                  </a:lnTo>
                  <a:lnTo>
                    <a:pt x="120709" y="13557"/>
                  </a:lnTo>
                  <a:cubicBezTo>
                    <a:pt x="101518" y="16424"/>
                    <a:pt x="82546" y="21476"/>
                    <a:pt x="64739" y="29347"/>
                  </a:cubicBezTo>
                  <a:cubicBezTo>
                    <a:pt x="64352" y="29816"/>
                    <a:pt x="64239" y="30165"/>
                    <a:pt x="64800" y="30165"/>
                  </a:cubicBezTo>
                  <a:cubicBezTo>
                    <a:pt x="64908" y="30165"/>
                    <a:pt x="65040" y="30152"/>
                    <a:pt x="65201" y="30124"/>
                  </a:cubicBezTo>
                  <a:cubicBezTo>
                    <a:pt x="66027" y="29979"/>
                    <a:pt x="66829" y="29760"/>
                    <a:pt x="67630" y="29468"/>
                  </a:cubicBezTo>
                  <a:cubicBezTo>
                    <a:pt x="68796" y="29128"/>
                    <a:pt x="70302" y="28618"/>
                    <a:pt x="72294" y="27914"/>
                  </a:cubicBezTo>
                  <a:lnTo>
                    <a:pt x="73436" y="27549"/>
                  </a:lnTo>
                  <a:cubicBezTo>
                    <a:pt x="73825" y="27404"/>
                    <a:pt x="74238" y="27258"/>
                    <a:pt x="74699" y="27112"/>
                  </a:cubicBezTo>
                  <a:cubicBezTo>
                    <a:pt x="75622" y="26821"/>
                    <a:pt x="76618" y="26480"/>
                    <a:pt x="77712" y="26116"/>
                  </a:cubicBezTo>
                  <a:cubicBezTo>
                    <a:pt x="78780" y="25752"/>
                    <a:pt x="79946" y="25339"/>
                    <a:pt x="81210" y="24926"/>
                  </a:cubicBezTo>
                  <a:lnTo>
                    <a:pt x="85194" y="23687"/>
                  </a:lnTo>
                  <a:lnTo>
                    <a:pt x="87356" y="22982"/>
                  </a:lnTo>
                  <a:lnTo>
                    <a:pt x="89590" y="22326"/>
                  </a:lnTo>
                  <a:cubicBezTo>
                    <a:pt x="91145" y="21889"/>
                    <a:pt x="92724" y="21428"/>
                    <a:pt x="94352" y="20966"/>
                  </a:cubicBezTo>
                  <a:lnTo>
                    <a:pt x="99405" y="19654"/>
                  </a:lnTo>
                  <a:lnTo>
                    <a:pt x="100716" y="19314"/>
                  </a:lnTo>
                  <a:lnTo>
                    <a:pt x="102028" y="19023"/>
                  </a:lnTo>
                  <a:lnTo>
                    <a:pt x="104700" y="18415"/>
                  </a:lnTo>
                  <a:lnTo>
                    <a:pt x="107421" y="17808"/>
                  </a:lnTo>
                  <a:lnTo>
                    <a:pt x="110166" y="17249"/>
                  </a:lnTo>
                  <a:lnTo>
                    <a:pt x="112935" y="16691"/>
                  </a:lnTo>
                  <a:lnTo>
                    <a:pt x="114320" y="16424"/>
                  </a:lnTo>
                  <a:lnTo>
                    <a:pt x="115705" y="16181"/>
                  </a:lnTo>
                  <a:lnTo>
                    <a:pt x="121292" y="15233"/>
                  </a:lnTo>
                  <a:lnTo>
                    <a:pt x="126831" y="14456"/>
                  </a:lnTo>
                  <a:lnTo>
                    <a:pt x="128191" y="14261"/>
                  </a:lnTo>
                  <a:lnTo>
                    <a:pt x="129551" y="14116"/>
                  </a:lnTo>
                  <a:lnTo>
                    <a:pt x="132248" y="13800"/>
                  </a:lnTo>
                  <a:lnTo>
                    <a:pt x="134871" y="13508"/>
                  </a:lnTo>
                  <a:cubicBezTo>
                    <a:pt x="135746" y="13411"/>
                    <a:pt x="136620" y="13338"/>
                    <a:pt x="137471" y="13266"/>
                  </a:cubicBezTo>
                  <a:lnTo>
                    <a:pt x="142426" y="12853"/>
                  </a:lnTo>
                  <a:lnTo>
                    <a:pt x="147163" y="12512"/>
                  </a:lnTo>
                  <a:cubicBezTo>
                    <a:pt x="151317" y="12245"/>
                    <a:pt x="155423" y="11929"/>
                    <a:pt x="159528" y="11711"/>
                  </a:cubicBezTo>
                  <a:cubicBezTo>
                    <a:pt x="163335" y="11486"/>
                    <a:pt x="167122" y="11344"/>
                    <a:pt x="170888" y="11344"/>
                  </a:cubicBezTo>
                  <a:cubicBezTo>
                    <a:pt x="171182" y="11344"/>
                    <a:pt x="171477" y="11345"/>
                    <a:pt x="171771" y="11346"/>
                  </a:cubicBezTo>
                  <a:cubicBezTo>
                    <a:pt x="175779" y="11346"/>
                    <a:pt x="179788" y="11589"/>
                    <a:pt x="183772" y="12075"/>
                  </a:cubicBezTo>
                  <a:cubicBezTo>
                    <a:pt x="187585" y="12512"/>
                    <a:pt x="191326" y="13411"/>
                    <a:pt x="194922" y="14747"/>
                  </a:cubicBezTo>
                  <a:cubicBezTo>
                    <a:pt x="198371" y="16083"/>
                    <a:pt x="201796" y="18002"/>
                    <a:pt x="205149" y="20262"/>
                  </a:cubicBezTo>
                  <a:cubicBezTo>
                    <a:pt x="208477" y="22497"/>
                    <a:pt x="211781" y="25047"/>
                    <a:pt x="215133" y="27671"/>
                  </a:cubicBezTo>
                  <a:cubicBezTo>
                    <a:pt x="218510" y="30319"/>
                    <a:pt x="221910" y="33064"/>
                    <a:pt x="225554" y="35711"/>
                  </a:cubicBezTo>
                  <a:cubicBezTo>
                    <a:pt x="226502" y="36343"/>
                    <a:pt x="227401" y="37023"/>
                    <a:pt x="228372" y="37655"/>
                  </a:cubicBezTo>
                  <a:lnTo>
                    <a:pt x="229805" y="38602"/>
                  </a:lnTo>
                  <a:lnTo>
                    <a:pt x="230534" y="39088"/>
                  </a:lnTo>
                  <a:lnTo>
                    <a:pt x="231214" y="39501"/>
                  </a:lnTo>
                  <a:lnTo>
                    <a:pt x="236729" y="42951"/>
                  </a:lnTo>
                  <a:cubicBezTo>
                    <a:pt x="240373" y="45234"/>
                    <a:pt x="243944" y="47493"/>
                    <a:pt x="247369" y="49850"/>
                  </a:cubicBezTo>
                  <a:cubicBezTo>
                    <a:pt x="250721" y="52157"/>
                    <a:pt x="253928" y="54659"/>
                    <a:pt x="256940" y="57356"/>
                  </a:cubicBezTo>
                  <a:cubicBezTo>
                    <a:pt x="259855" y="59955"/>
                    <a:pt x="262503" y="62846"/>
                    <a:pt x="264811" y="65980"/>
                  </a:cubicBezTo>
                  <a:cubicBezTo>
                    <a:pt x="266997" y="69040"/>
                    <a:pt x="268770" y="72368"/>
                    <a:pt x="270082" y="75891"/>
                  </a:cubicBezTo>
                  <a:lnTo>
                    <a:pt x="270349" y="76547"/>
                  </a:lnTo>
                  <a:cubicBezTo>
                    <a:pt x="270422" y="76765"/>
                    <a:pt x="270495" y="76984"/>
                    <a:pt x="270568" y="77202"/>
                  </a:cubicBezTo>
                  <a:lnTo>
                    <a:pt x="270981" y="78539"/>
                  </a:lnTo>
                  <a:cubicBezTo>
                    <a:pt x="271151" y="79000"/>
                    <a:pt x="271248" y="79462"/>
                    <a:pt x="271370" y="79899"/>
                  </a:cubicBezTo>
                  <a:lnTo>
                    <a:pt x="271734" y="81284"/>
                  </a:lnTo>
                  <a:lnTo>
                    <a:pt x="272050" y="82668"/>
                  </a:lnTo>
                  <a:cubicBezTo>
                    <a:pt x="272123" y="83130"/>
                    <a:pt x="272244" y="83591"/>
                    <a:pt x="272317" y="84053"/>
                  </a:cubicBezTo>
                  <a:lnTo>
                    <a:pt x="272536" y="85462"/>
                  </a:lnTo>
                  <a:lnTo>
                    <a:pt x="272633" y="86166"/>
                  </a:lnTo>
                  <a:cubicBezTo>
                    <a:pt x="272681" y="86385"/>
                    <a:pt x="272706" y="86628"/>
                    <a:pt x="272730" y="86871"/>
                  </a:cubicBezTo>
                  <a:cubicBezTo>
                    <a:pt x="273143" y="90636"/>
                    <a:pt x="273167" y="94426"/>
                    <a:pt x="272778" y="98215"/>
                  </a:cubicBezTo>
                  <a:cubicBezTo>
                    <a:pt x="272754" y="98677"/>
                    <a:pt x="272681" y="99138"/>
                    <a:pt x="272608" y="99624"/>
                  </a:cubicBezTo>
                  <a:lnTo>
                    <a:pt x="272414" y="101009"/>
                  </a:lnTo>
                  <a:cubicBezTo>
                    <a:pt x="272268" y="101956"/>
                    <a:pt x="272074" y="102879"/>
                    <a:pt x="271928" y="103802"/>
                  </a:cubicBezTo>
                  <a:cubicBezTo>
                    <a:pt x="271710" y="104750"/>
                    <a:pt x="271515" y="105649"/>
                    <a:pt x="271272" y="106572"/>
                  </a:cubicBezTo>
                  <a:lnTo>
                    <a:pt x="270884" y="107932"/>
                  </a:lnTo>
                  <a:cubicBezTo>
                    <a:pt x="270762" y="108369"/>
                    <a:pt x="270641" y="108831"/>
                    <a:pt x="270471" y="109268"/>
                  </a:cubicBezTo>
                  <a:cubicBezTo>
                    <a:pt x="269353" y="112815"/>
                    <a:pt x="267871" y="116264"/>
                    <a:pt x="266050" y="119519"/>
                  </a:cubicBezTo>
                  <a:lnTo>
                    <a:pt x="265564" y="120394"/>
                  </a:lnTo>
                  <a:lnTo>
                    <a:pt x="265029" y="121244"/>
                  </a:lnTo>
                  <a:lnTo>
                    <a:pt x="264495" y="122119"/>
                  </a:lnTo>
                  <a:lnTo>
                    <a:pt x="264252" y="122532"/>
                  </a:lnTo>
                  <a:lnTo>
                    <a:pt x="263960" y="122945"/>
                  </a:lnTo>
                  <a:lnTo>
                    <a:pt x="262843" y="124596"/>
                  </a:lnTo>
                  <a:lnTo>
                    <a:pt x="261628" y="126200"/>
                  </a:lnTo>
                  <a:cubicBezTo>
                    <a:pt x="260001" y="128289"/>
                    <a:pt x="258203" y="130257"/>
                    <a:pt x="256284" y="132054"/>
                  </a:cubicBezTo>
                  <a:cubicBezTo>
                    <a:pt x="254341" y="133828"/>
                    <a:pt x="252276" y="135431"/>
                    <a:pt x="250089" y="136864"/>
                  </a:cubicBezTo>
                  <a:lnTo>
                    <a:pt x="248389" y="137933"/>
                  </a:lnTo>
                  <a:lnTo>
                    <a:pt x="246616" y="138929"/>
                  </a:lnTo>
                  <a:lnTo>
                    <a:pt x="246178" y="139196"/>
                  </a:lnTo>
                  <a:lnTo>
                    <a:pt x="245741" y="139415"/>
                  </a:lnTo>
                  <a:lnTo>
                    <a:pt x="244818" y="139876"/>
                  </a:lnTo>
                  <a:lnTo>
                    <a:pt x="243919" y="140338"/>
                  </a:lnTo>
                  <a:lnTo>
                    <a:pt x="242996" y="140775"/>
                  </a:lnTo>
                  <a:lnTo>
                    <a:pt x="242049" y="141188"/>
                  </a:lnTo>
                  <a:lnTo>
                    <a:pt x="241587" y="141407"/>
                  </a:lnTo>
                  <a:lnTo>
                    <a:pt x="241126" y="141601"/>
                  </a:lnTo>
                  <a:lnTo>
                    <a:pt x="239231" y="142403"/>
                  </a:lnTo>
                  <a:lnTo>
                    <a:pt x="237287" y="143131"/>
                  </a:lnTo>
                  <a:cubicBezTo>
                    <a:pt x="236656" y="143399"/>
                    <a:pt x="235976" y="143593"/>
                    <a:pt x="235344" y="143836"/>
                  </a:cubicBezTo>
                  <a:cubicBezTo>
                    <a:pt x="232721" y="144735"/>
                    <a:pt x="230000" y="145512"/>
                    <a:pt x="227255" y="146192"/>
                  </a:cubicBezTo>
                  <a:cubicBezTo>
                    <a:pt x="224485" y="146872"/>
                    <a:pt x="221692" y="147455"/>
                    <a:pt x="218850" y="147990"/>
                  </a:cubicBezTo>
                  <a:cubicBezTo>
                    <a:pt x="216007" y="148500"/>
                    <a:pt x="213117" y="148986"/>
                    <a:pt x="210226" y="149374"/>
                  </a:cubicBezTo>
                  <a:cubicBezTo>
                    <a:pt x="194787" y="151592"/>
                    <a:pt x="179230" y="152704"/>
                    <a:pt x="163670" y="152704"/>
                  </a:cubicBezTo>
                  <a:cubicBezTo>
                    <a:pt x="155702" y="152704"/>
                    <a:pt x="147733" y="152412"/>
                    <a:pt x="139778" y="151828"/>
                  </a:cubicBezTo>
                  <a:lnTo>
                    <a:pt x="136742" y="151634"/>
                  </a:lnTo>
                  <a:lnTo>
                    <a:pt x="133705" y="151342"/>
                  </a:lnTo>
                  <a:lnTo>
                    <a:pt x="127608" y="150735"/>
                  </a:lnTo>
                  <a:cubicBezTo>
                    <a:pt x="125567" y="150492"/>
                    <a:pt x="123551" y="150225"/>
                    <a:pt x="121510" y="149958"/>
                  </a:cubicBezTo>
                  <a:lnTo>
                    <a:pt x="118450" y="149569"/>
                  </a:lnTo>
                  <a:cubicBezTo>
                    <a:pt x="117454" y="149423"/>
                    <a:pt x="116433" y="149253"/>
                    <a:pt x="115413" y="149107"/>
                  </a:cubicBezTo>
                  <a:lnTo>
                    <a:pt x="109316" y="148111"/>
                  </a:lnTo>
                  <a:cubicBezTo>
                    <a:pt x="107275" y="147747"/>
                    <a:pt x="105235" y="147358"/>
                    <a:pt x="103218" y="146970"/>
                  </a:cubicBezTo>
                  <a:lnTo>
                    <a:pt x="100182" y="146387"/>
                  </a:lnTo>
                  <a:cubicBezTo>
                    <a:pt x="99162" y="146192"/>
                    <a:pt x="98141" y="145949"/>
                    <a:pt x="97145" y="145731"/>
                  </a:cubicBezTo>
                  <a:lnTo>
                    <a:pt x="91072" y="144370"/>
                  </a:lnTo>
                  <a:cubicBezTo>
                    <a:pt x="89056" y="143884"/>
                    <a:pt x="87040" y="143374"/>
                    <a:pt x="85048" y="142864"/>
                  </a:cubicBezTo>
                  <a:lnTo>
                    <a:pt x="82036" y="142087"/>
                  </a:lnTo>
                  <a:cubicBezTo>
                    <a:pt x="81040" y="141820"/>
                    <a:pt x="80044" y="141528"/>
                    <a:pt x="79048" y="141237"/>
                  </a:cubicBezTo>
                  <a:lnTo>
                    <a:pt x="73096" y="139536"/>
                  </a:lnTo>
                  <a:cubicBezTo>
                    <a:pt x="71128" y="138929"/>
                    <a:pt x="69161" y="138273"/>
                    <a:pt x="67193" y="137666"/>
                  </a:cubicBezTo>
                  <a:cubicBezTo>
                    <a:pt x="63258" y="136451"/>
                    <a:pt x="59395" y="135115"/>
                    <a:pt x="55630" y="133682"/>
                  </a:cubicBezTo>
                  <a:cubicBezTo>
                    <a:pt x="51865" y="132249"/>
                    <a:pt x="48221" y="130694"/>
                    <a:pt x="44698" y="128993"/>
                  </a:cubicBezTo>
                  <a:cubicBezTo>
                    <a:pt x="41249" y="127342"/>
                    <a:pt x="37921" y="125471"/>
                    <a:pt x="34714" y="123358"/>
                  </a:cubicBezTo>
                  <a:cubicBezTo>
                    <a:pt x="33937" y="122847"/>
                    <a:pt x="33159" y="122337"/>
                    <a:pt x="32406" y="121779"/>
                  </a:cubicBezTo>
                  <a:lnTo>
                    <a:pt x="31289" y="120953"/>
                  </a:lnTo>
                  <a:cubicBezTo>
                    <a:pt x="30925" y="120685"/>
                    <a:pt x="30560" y="120394"/>
                    <a:pt x="30196" y="120127"/>
                  </a:cubicBezTo>
                  <a:cubicBezTo>
                    <a:pt x="29831" y="119835"/>
                    <a:pt x="29467" y="119568"/>
                    <a:pt x="29103" y="119252"/>
                  </a:cubicBezTo>
                  <a:lnTo>
                    <a:pt x="28058" y="118378"/>
                  </a:lnTo>
                  <a:cubicBezTo>
                    <a:pt x="27354" y="117795"/>
                    <a:pt x="26722" y="117187"/>
                    <a:pt x="26066" y="116580"/>
                  </a:cubicBezTo>
                  <a:cubicBezTo>
                    <a:pt x="23491" y="114151"/>
                    <a:pt x="21159" y="111479"/>
                    <a:pt x="19143" y="108588"/>
                  </a:cubicBezTo>
                  <a:cubicBezTo>
                    <a:pt x="17199" y="105770"/>
                    <a:pt x="15572" y="102782"/>
                    <a:pt x="14309" y="99624"/>
                  </a:cubicBezTo>
                  <a:cubicBezTo>
                    <a:pt x="13094" y="96612"/>
                    <a:pt x="12317" y="93478"/>
                    <a:pt x="11928" y="90247"/>
                  </a:cubicBezTo>
                  <a:lnTo>
                    <a:pt x="11807" y="89081"/>
                  </a:lnTo>
                  <a:cubicBezTo>
                    <a:pt x="11782" y="88887"/>
                    <a:pt x="11782" y="88693"/>
                    <a:pt x="11782" y="88523"/>
                  </a:cubicBezTo>
                  <a:lnTo>
                    <a:pt x="11758" y="87940"/>
                  </a:lnTo>
                  <a:lnTo>
                    <a:pt x="11734" y="86774"/>
                  </a:lnTo>
                  <a:cubicBezTo>
                    <a:pt x="11709" y="86385"/>
                    <a:pt x="11758" y="86021"/>
                    <a:pt x="11758" y="85632"/>
                  </a:cubicBezTo>
                  <a:cubicBezTo>
                    <a:pt x="11807" y="84101"/>
                    <a:pt x="11977" y="82571"/>
                    <a:pt x="12268" y="81065"/>
                  </a:cubicBezTo>
                  <a:cubicBezTo>
                    <a:pt x="13361" y="75065"/>
                    <a:pt x="16228" y="69478"/>
                    <a:pt x="19823" y="64571"/>
                  </a:cubicBezTo>
                  <a:cubicBezTo>
                    <a:pt x="21305" y="62530"/>
                    <a:pt x="22884" y="60562"/>
                    <a:pt x="24584" y="58692"/>
                  </a:cubicBezTo>
                  <a:cubicBezTo>
                    <a:pt x="26139" y="56967"/>
                    <a:pt x="27621" y="55485"/>
                    <a:pt x="28981" y="54149"/>
                  </a:cubicBezTo>
                  <a:cubicBezTo>
                    <a:pt x="31678" y="51501"/>
                    <a:pt x="33864" y="49534"/>
                    <a:pt x="35394" y="48100"/>
                  </a:cubicBezTo>
                  <a:cubicBezTo>
                    <a:pt x="36147" y="47372"/>
                    <a:pt x="36730" y="46789"/>
                    <a:pt x="37168" y="46327"/>
                  </a:cubicBezTo>
                  <a:cubicBezTo>
                    <a:pt x="37484" y="45987"/>
                    <a:pt x="37751" y="45623"/>
                    <a:pt x="37969" y="45210"/>
                  </a:cubicBezTo>
                  <a:cubicBezTo>
                    <a:pt x="38077" y="44940"/>
                    <a:pt x="37975" y="44805"/>
                    <a:pt x="37672" y="44805"/>
                  </a:cubicBezTo>
                  <a:cubicBezTo>
                    <a:pt x="37429" y="44805"/>
                    <a:pt x="37057" y="44891"/>
                    <a:pt x="36560" y="45064"/>
                  </a:cubicBezTo>
                  <a:cubicBezTo>
                    <a:pt x="34836" y="45720"/>
                    <a:pt x="33184" y="46546"/>
                    <a:pt x="31605" y="47517"/>
                  </a:cubicBezTo>
                  <a:cubicBezTo>
                    <a:pt x="28860" y="49145"/>
                    <a:pt x="26260" y="50967"/>
                    <a:pt x="23783" y="52983"/>
                  </a:cubicBezTo>
                  <a:cubicBezTo>
                    <a:pt x="20333" y="55753"/>
                    <a:pt x="17199" y="58886"/>
                    <a:pt x="14454" y="62311"/>
                  </a:cubicBezTo>
                  <a:cubicBezTo>
                    <a:pt x="12778" y="64352"/>
                    <a:pt x="11272" y="66538"/>
                    <a:pt x="9960" y="68822"/>
                  </a:cubicBezTo>
                  <a:cubicBezTo>
                    <a:pt x="9620" y="69429"/>
                    <a:pt x="9280" y="70061"/>
                    <a:pt x="8989" y="70692"/>
                  </a:cubicBezTo>
                  <a:cubicBezTo>
                    <a:pt x="8673" y="71324"/>
                    <a:pt x="8381" y="71980"/>
                    <a:pt x="8066" y="72636"/>
                  </a:cubicBezTo>
                  <a:cubicBezTo>
                    <a:pt x="7458" y="73996"/>
                    <a:pt x="6948" y="75381"/>
                    <a:pt x="6511" y="76814"/>
                  </a:cubicBezTo>
                  <a:lnTo>
                    <a:pt x="5466" y="76498"/>
                  </a:lnTo>
                  <a:cubicBezTo>
                    <a:pt x="5879" y="75065"/>
                    <a:pt x="6365" y="73680"/>
                    <a:pt x="6924" y="72295"/>
                  </a:cubicBezTo>
                  <a:cubicBezTo>
                    <a:pt x="7483" y="71008"/>
                    <a:pt x="8017" y="69769"/>
                    <a:pt x="8600" y="68652"/>
                  </a:cubicBezTo>
                  <a:cubicBezTo>
                    <a:pt x="9669" y="66611"/>
                    <a:pt x="10835" y="64643"/>
                    <a:pt x="12098" y="62749"/>
                  </a:cubicBezTo>
                  <a:cubicBezTo>
                    <a:pt x="13896" y="60149"/>
                    <a:pt x="15815" y="57623"/>
                    <a:pt x="17880" y="55218"/>
                  </a:cubicBezTo>
                  <a:cubicBezTo>
                    <a:pt x="19386" y="53420"/>
                    <a:pt x="20455" y="52206"/>
                    <a:pt x="21135" y="51356"/>
                  </a:cubicBezTo>
                  <a:cubicBezTo>
                    <a:pt x="21791" y="50505"/>
                    <a:pt x="22058" y="50020"/>
                    <a:pt x="22058" y="49728"/>
                  </a:cubicBezTo>
                  <a:cubicBezTo>
                    <a:pt x="22068" y="49503"/>
                    <a:pt x="21894" y="49429"/>
                    <a:pt x="21629" y="49429"/>
                  </a:cubicBezTo>
                  <a:cubicBezTo>
                    <a:pt x="21263" y="49429"/>
                    <a:pt x="20725" y="49571"/>
                    <a:pt x="20260" y="49655"/>
                  </a:cubicBezTo>
                  <a:cubicBezTo>
                    <a:pt x="20065" y="49697"/>
                    <a:pt x="19883" y="49725"/>
                    <a:pt x="19731" y="49725"/>
                  </a:cubicBezTo>
                  <a:cubicBezTo>
                    <a:pt x="19262" y="49725"/>
                    <a:pt x="19095" y="49451"/>
                    <a:pt x="19774" y="48441"/>
                  </a:cubicBezTo>
                  <a:lnTo>
                    <a:pt x="19774" y="48441"/>
                  </a:lnTo>
                  <a:cubicBezTo>
                    <a:pt x="15159" y="52789"/>
                    <a:pt x="10859" y="57672"/>
                    <a:pt x="7385" y="63283"/>
                  </a:cubicBezTo>
                  <a:cubicBezTo>
                    <a:pt x="6511" y="64692"/>
                    <a:pt x="5685" y="66125"/>
                    <a:pt x="4956" y="67631"/>
                  </a:cubicBezTo>
                  <a:cubicBezTo>
                    <a:pt x="4227" y="69162"/>
                    <a:pt x="3547" y="70668"/>
                    <a:pt x="2964" y="72271"/>
                  </a:cubicBezTo>
                  <a:cubicBezTo>
                    <a:pt x="2357" y="73850"/>
                    <a:pt x="1847" y="75478"/>
                    <a:pt x="1434" y="77130"/>
                  </a:cubicBezTo>
                  <a:cubicBezTo>
                    <a:pt x="1215" y="77956"/>
                    <a:pt x="997" y="78781"/>
                    <a:pt x="875" y="79632"/>
                  </a:cubicBezTo>
                  <a:cubicBezTo>
                    <a:pt x="729" y="80458"/>
                    <a:pt x="559" y="81308"/>
                    <a:pt x="462" y="82158"/>
                  </a:cubicBezTo>
                  <a:cubicBezTo>
                    <a:pt x="49" y="85583"/>
                    <a:pt x="1" y="89033"/>
                    <a:pt x="365" y="92458"/>
                  </a:cubicBezTo>
                  <a:cubicBezTo>
                    <a:pt x="754" y="95835"/>
                    <a:pt x="1507" y="99187"/>
                    <a:pt x="2576" y="102418"/>
                  </a:cubicBezTo>
                  <a:cubicBezTo>
                    <a:pt x="3620" y="105600"/>
                    <a:pt x="4980" y="108685"/>
                    <a:pt x="6608" y="111624"/>
                  </a:cubicBezTo>
                  <a:cubicBezTo>
                    <a:pt x="8211" y="114564"/>
                    <a:pt x="10033" y="117357"/>
                    <a:pt x="12098" y="120005"/>
                  </a:cubicBezTo>
                  <a:cubicBezTo>
                    <a:pt x="12608" y="120661"/>
                    <a:pt x="13264" y="121341"/>
                    <a:pt x="13920" y="122094"/>
                  </a:cubicBezTo>
                  <a:cubicBezTo>
                    <a:pt x="14576" y="122872"/>
                    <a:pt x="15353" y="123649"/>
                    <a:pt x="16155" y="124451"/>
                  </a:cubicBezTo>
                  <a:lnTo>
                    <a:pt x="16762" y="125058"/>
                  </a:lnTo>
                  <a:lnTo>
                    <a:pt x="17418" y="125665"/>
                  </a:lnTo>
                  <a:lnTo>
                    <a:pt x="18730" y="126880"/>
                  </a:lnTo>
                  <a:cubicBezTo>
                    <a:pt x="19191" y="127293"/>
                    <a:pt x="19653" y="127682"/>
                    <a:pt x="20115" y="128070"/>
                  </a:cubicBezTo>
                  <a:cubicBezTo>
                    <a:pt x="20576" y="128459"/>
                    <a:pt x="21038" y="128872"/>
                    <a:pt x="21523" y="129261"/>
                  </a:cubicBezTo>
                  <a:cubicBezTo>
                    <a:pt x="24900" y="131957"/>
                    <a:pt x="28471" y="134386"/>
                    <a:pt x="32212" y="136548"/>
                  </a:cubicBezTo>
                  <a:cubicBezTo>
                    <a:pt x="36245" y="138856"/>
                    <a:pt x="40399" y="140921"/>
                    <a:pt x="44674" y="142743"/>
                  </a:cubicBezTo>
                  <a:cubicBezTo>
                    <a:pt x="48901" y="144540"/>
                    <a:pt x="53152" y="146119"/>
                    <a:pt x="57379" y="147577"/>
                  </a:cubicBezTo>
                  <a:cubicBezTo>
                    <a:pt x="58423" y="147917"/>
                    <a:pt x="59492" y="148306"/>
                    <a:pt x="60561" y="148621"/>
                  </a:cubicBezTo>
                  <a:lnTo>
                    <a:pt x="63743" y="149642"/>
                  </a:lnTo>
                  <a:lnTo>
                    <a:pt x="66926" y="150638"/>
                  </a:lnTo>
                  <a:cubicBezTo>
                    <a:pt x="67970" y="150953"/>
                    <a:pt x="69039" y="151318"/>
                    <a:pt x="70108" y="151609"/>
                  </a:cubicBezTo>
                  <a:cubicBezTo>
                    <a:pt x="74383" y="152824"/>
                    <a:pt x="78635" y="154087"/>
                    <a:pt x="82934" y="155107"/>
                  </a:cubicBezTo>
                  <a:lnTo>
                    <a:pt x="86141" y="155909"/>
                  </a:lnTo>
                  <a:lnTo>
                    <a:pt x="87769" y="156346"/>
                  </a:lnTo>
                  <a:lnTo>
                    <a:pt x="89372" y="156711"/>
                  </a:lnTo>
                  <a:lnTo>
                    <a:pt x="95834" y="158144"/>
                  </a:lnTo>
                  <a:cubicBezTo>
                    <a:pt x="96392" y="158241"/>
                    <a:pt x="96927" y="158387"/>
                    <a:pt x="97461" y="158484"/>
                  </a:cubicBezTo>
                  <a:lnTo>
                    <a:pt x="99089" y="158800"/>
                  </a:lnTo>
                  <a:lnTo>
                    <a:pt x="102320" y="159407"/>
                  </a:lnTo>
                  <a:cubicBezTo>
                    <a:pt x="104506" y="159796"/>
                    <a:pt x="106644" y="160257"/>
                    <a:pt x="108830" y="160573"/>
                  </a:cubicBezTo>
                  <a:lnTo>
                    <a:pt x="115340" y="161618"/>
                  </a:lnTo>
                  <a:cubicBezTo>
                    <a:pt x="116409" y="161812"/>
                    <a:pt x="117502" y="161934"/>
                    <a:pt x="118595" y="162079"/>
                  </a:cubicBezTo>
                  <a:lnTo>
                    <a:pt x="121851" y="162492"/>
                  </a:lnTo>
                  <a:lnTo>
                    <a:pt x="125106" y="162930"/>
                  </a:lnTo>
                  <a:lnTo>
                    <a:pt x="125932" y="163027"/>
                  </a:lnTo>
                  <a:lnTo>
                    <a:pt x="126758" y="163124"/>
                  </a:lnTo>
                  <a:lnTo>
                    <a:pt x="128385" y="163270"/>
                  </a:lnTo>
                  <a:lnTo>
                    <a:pt x="134920" y="163950"/>
                  </a:lnTo>
                  <a:cubicBezTo>
                    <a:pt x="137082" y="164144"/>
                    <a:pt x="139268" y="164290"/>
                    <a:pt x="141454" y="164436"/>
                  </a:cubicBezTo>
                  <a:lnTo>
                    <a:pt x="144734" y="164679"/>
                  </a:lnTo>
                  <a:cubicBezTo>
                    <a:pt x="145827" y="164751"/>
                    <a:pt x="146920" y="164800"/>
                    <a:pt x="147989" y="164849"/>
                  </a:cubicBezTo>
                  <a:lnTo>
                    <a:pt x="154548" y="165140"/>
                  </a:lnTo>
                  <a:lnTo>
                    <a:pt x="161083" y="165262"/>
                  </a:lnTo>
                  <a:lnTo>
                    <a:pt x="164338" y="165310"/>
                  </a:lnTo>
                  <a:lnTo>
                    <a:pt x="167617" y="165262"/>
                  </a:lnTo>
                  <a:lnTo>
                    <a:pt x="174152" y="165189"/>
                  </a:lnTo>
                  <a:lnTo>
                    <a:pt x="180662" y="164897"/>
                  </a:lnTo>
                  <a:cubicBezTo>
                    <a:pt x="181755" y="164849"/>
                    <a:pt x="182824" y="164824"/>
                    <a:pt x="183917" y="164776"/>
                  </a:cubicBezTo>
                  <a:lnTo>
                    <a:pt x="187173" y="164533"/>
                  </a:lnTo>
                  <a:cubicBezTo>
                    <a:pt x="189335" y="164363"/>
                    <a:pt x="191497" y="164241"/>
                    <a:pt x="193659" y="164071"/>
                  </a:cubicBezTo>
                  <a:lnTo>
                    <a:pt x="200145" y="163415"/>
                  </a:lnTo>
                  <a:cubicBezTo>
                    <a:pt x="201213" y="163294"/>
                    <a:pt x="202307" y="163197"/>
                    <a:pt x="203375" y="163075"/>
                  </a:cubicBezTo>
                  <a:lnTo>
                    <a:pt x="206606" y="162662"/>
                  </a:lnTo>
                  <a:cubicBezTo>
                    <a:pt x="208744" y="162371"/>
                    <a:pt x="210882" y="162104"/>
                    <a:pt x="213044" y="161812"/>
                  </a:cubicBezTo>
                  <a:cubicBezTo>
                    <a:pt x="217344" y="161156"/>
                    <a:pt x="221668" y="160427"/>
                    <a:pt x="225992" y="159504"/>
                  </a:cubicBezTo>
                  <a:cubicBezTo>
                    <a:pt x="230364" y="158581"/>
                    <a:pt x="234688" y="157415"/>
                    <a:pt x="238915" y="155982"/>
                  </a:cubicBezTo>
                  <a:cubicBezTo>
                    <a:pt x="243263" y="154524"/>
                    <a:pt x="247466" y="152727"/>
                    <a:pt x="251523" y="150613"/>
                  </a:cubicBezTo>
                  <a:cubicBezTo>
                    <a:pt x="251766" y="150468"/>
                    <a:pt x="252033" y="150346"/>
                    <a:pt x="252276" y="150200"/>
                  </a:cubicBezTo>
                  <a:lnTo>
                    <a:pt x="253029" y="149763"/>
                  </a:lnTo>
                  <a:lnTo>
                    <a:pt x="254559" y="148913"/>
                  </a:lnTo>
                  <a:cubicBezTo>
                    <a:pt x="255555" y="148306"/>
                    <a:pt x="256527" y="147674"/>
                    <a:pt x="257499" y="147042"/>
                  </a:cubicBezTo>
                  <a:lnTo>
                    <a:pt x="258956" y="146022"/>
                  </a:lnTo>
                  <a:lnTo>
                    <a:pt x="259685" y="145488"/>
                  </a:lnTo>
                  <a:lnTo>
                    <a:pt x="260049" y="145245"/>
                  </a:lnTo>
                  <a:lnTo>
                    <a:pt x="260389" y="144953"/>
                  </a:lnTo>
                  <a:lnTo>
                    <a:pt x="261774" y="143860"/>
                  </a:lnTo>
                  <a:lnTo>
                    <a:pt x="262479" y="143301"/>
                  </a:lnTo>
                  <a:cubicBezTo>
                    <a:pt x="262697" y="143107"/>
                    <a:pt x="262916" y="142913"/>
                    <a:pt x="263134" y="142718"/>
                  </a:cubicBezTo>
                  <a:cubicBezTo>
                    <a:pt x="266657" y="139609"/>
                    <a:pt x="269839" y="136111"/>
                    <a:pt x="272560" y="132297"/>
                  </a:cubicBezTo>
                  <a:cubicBezTo>
                    <a:pt x="272924" y="131836"/>
                    <a:pt x="273240" y="131350"/>
                    <a:pt x="273556" y="130864"/>
                  </a:cubicBezTo>
                  <a:lnTo>
                    <a:pt x="274528" y="129406"/>
                  </a:lnTo>
                  <a:cubicBezTo>
                    <a:pt x="275159" y="128410"/>
                    <a:pt x="275718" y="127414"/>
                    <a:pt x="276325" y="126418"/>
                  </a:cubicBezTo>
                  <a:lnTo>
                    <a:pt x="277151" y="124864"/>
                  </a:lnTo>
                  <a:cubicBezTo>
                    <a:pt x="277418" y="124354"/>
                    <a:pt x="277710" y="123843"/>
                    <a:pt x="277953" y="123309"/>
                  </a:cubicBezTo>
                  <a:lnTo>
                    <a:pt x="278706" y="121754"/>
                  </a:lnTo>
                  <a:lnTo>
                    <a:pt x="279094" y="120953"/>
                  </a:lnTo>
                  <a:lnTo>
                    <a:pt x="279435" y="120151"/>
                  </a:lnTo>
                  <a:cubicBezTo>
                    <a:pt x="281256" y="115900"/>
                    <a:pt x="282665" y="111454"/>
                    <a:pt x="283637" y="106912"/>
                  </a:cubicBezTo>
                  <a:cubicBezTo>
                    <a:pt x="283686" y="106645"/>
                    <a:pt x="283759" y="106353"/>
                    <a:pt x="283807" y="106062"/>
                  </a:cubicBezTo>
                  <a:lnTo>
                    <a:pt x="283953" y="105211"/>
                  </a:lnTo>
                  <a:lnTo>
                    <a:pt x="284269" y="103487"/>
                  </a:lnTo>
                  <a:cubicBezTo>
                    <a:pt x="284439" y="102345"/>
                    <a:pt x="284560" y="101179"/>
                    <a:pt x="284730" y="100037"/>
                  </a:cubicBezTo>
                  <a:cubicBezTo>
                    <a:pt x="284803" y="98871"/>
                    <a:pt x="284925" y="97729"/>
                    <a:pt x="284973" y="96563"/>
                  </a:cubicBezTo>
                  <a:lnTo>
                    <a:pt x="285046" y="94814"/>
                  </a:lnTo>
                  <a:lnTo>
                    <a:pt x="285070" y="93940"/>
                  </a:lnTo>
                  <a:lnTo>
                    <a:pt x="285070" y="93065"/>
                  </a:lnTo>
                  <a:cubicBezTo>
                    <a:pt x="285070" y="88377"/>
                    <a:pt x="284536" y="83688"/>
                    <a:pt x="283491" y="79122"/>
                  </a:cubicBezTo>
                  <a:cubicBezTo>
                    <a:pt x="282423" y="74482"/>
                    <a:pt x="280771" y="70012"/>
                    <a:pt x="278560" y="65809"/>
                  </a:cubicBezTo>
                  <a:lnTo>
                    <a:pt x="277710" y="64230"/>
                  </a:lnTo>
                  <a:cubicBezTo>
                    <a:pt x="277443" y="63720"/>
                    <a:pt x="277127" y="63210"/>
                    <a:pt x="276811" y="62700"/>
                  </a:cubicBezTo>
                  <a:cubicBezTo>
                    <a:pt x="276495" y="62190"/>
                    <a:pt x="276179" y="61680"/>
                    <a:pt x="275864" y="61170"/>
                  </a:cubicBezTo>
                  <a:lnTo>
                    <a:pt x="274819" y="59712"/>
                  </a:lnTo>
                  <a:cubicBezTo>
                    <a:pt x="273459" y="57793"/>
                    <a:pt x="272001" y="55947"/>
                    <a:pt x="270422" y="54198"/>
                  </a:cubicBezTo>
                  <a:cubicBezTo>
                    <a:pt x="267313" y="50797"/>
                    <a:pt x="263936" y="47688"/>
                    <a:pt x="260292" y="44870"/>
                  </a:cubicBezTo>
                  <a:cubicBezTo>
                    <a:pt x="253199" y="39307"/>
                    <a:pt x="245668" y="34813"/>
                    <a:pt x="238502" y="30343"/>
                  </a:cubicBezTo>
                  <a:lnTo>
                    <a:pt x="237166" y="29517"/>
                  </a:lnTo>
                  <a:lnTo>
                    <a:pt x="236486" y="29104"/>
                  </a:lnTo>
                  <a:lnTo>
                    <a:pt x="235879" y="28691"/>
                  </a:lnTo>
                  <a:lnTo>
                    <a:pt x="234640" y="27889"/>
                  </a:lnTo>
                  <a:cubicBezTo>
                    <a:pt x="234227" y="27622"/>
                    <a:pt x="233838" y="27331"/>
                    <a:pt x="233425" y="27039"/>
                  </a:cubicBezTo>
                  <a:cubicBezTo>
                    <a:pt x="233012" y="26748"/>
                    <a:pt x="232599" y="26456"/>
                    <a:pt x="232186" y="26165"/>
                  </a:cubicBezTo>
                  <a:lnTo>
                    <a:pt x="230947" y="25242"/>
                  </a:lnTo>
                  <a:cubicBezTo>
                    <a:pt x="230121" y="24659"/>
                    <a:pt x="229295" y="24003"/>
                    <a:pt x="228469" y="23395"/>
                  </a:cubicBezTo>
                  <a:cubicBezTo>
                    <a:pt x="225166" y="20869"/>
                    <a:pt x="221813" y="18173"/>
                    <a:pt x="218315" y="15525"/>
                  </a:cubicBezTo>
                  <a:cubicBezTo>
                    <a:pt x="215309" y="13209"/>
                    <a:pt x="212185" y="11047"/>
                    <a:pt x="208969" y="9051"/>
                  </a:cubicBezTo>
                  <a:lnTo>
                    <a:pt x="208969" y="9051"/>
                  </a:lnTo>
                  <a:cubicBezTo>
                    <a:pt x="209456" y="9356"/>
                    <a:pt x="209940" y="9668"/>
                    <a:pt x="210420" y="9986"/>
                  </a:cubicBezTo>
                  <a:cubicBezTo>
                    <a:pt x="210736" y="10180"/>
                    <a:pt x="211028" y="10375"/>
                    <a:pt x="211343" y="10593"/>
                  </a:cubicBezTo>
                  <a:lnTo>
                    <a:pt x="212242" y="11201"/>
                  </a:lnTo>
                  <a:cubicBezTo>
                    <a:pt x="212849" y="11614"/>
                    <a:pt x="213457" y="12002"/>
                    <a:pt x="214040" y="12415"/>
                  </a:cubicBezTo>
                  <a:cubicBezTo>
                    <a:pt x="215206" y="13266"/>
                    <a:pt x="216372" y="14091"/>
                    <a:pt x="217489" y="14966"/>
                  </a:cubicBezTo>
                  <a:cubicBezTo>
                    <a:pt x="219748" y="16642"/>
                    <a:pt x="221910" y="18367"/>
                    <a:pt x="224072" y="20067"/>
                  </a:cubicBezTo>
                  <a:cubicBezTo>
                    <a:pt x="226210" y="21743"/>
                    <a:pt x="228299" y="23395"/>
                    <a:pt x="230413" y="24974"/>
                  </a:cubicBezTo>
                  <a:cubicBezTo>
                    <a:pt x="232526" y="26553"/>
                    <a:pt x="234591" y="27987"/>
                    <a:pt x="236729" y="29371"/>
                  </a:cubicBezTo>
                  <a:cubicBezTo>
                    <a:pt x="241271" y="32213"/>
                    <a:pt x="245911" y="35056"/>
                    <a:pt x="250551" y="38092"/>
                  </a:cubicBezTo>
                  <a:cubicBezTo>
                    <a:pt x="252883" y="39647"/>
                    <a:pt x="255191" y="41226"/>
                    <a:pt x="257450" y="42902"/>
                  </a:cubicBezTo>
                  <a:cubicBezTo>
                    <a:pt x="258592" y="43728"/>
                    <a:pt x="259709" y="44627"/>
                    <a:pt x="260827" y="45501"/>
                  </a:cubicBezTo>
                  <a:cubicBezTo>
                    <a:pt x="261385" y="45963"/>
                    <a:pt x="261944" y="46424"/>
                    <a:pt x="262503" y="46886"/>
                  </a:cubicBezTo>
                  <a:lnTo>
                    <a:pt x="263329" y="47566"/>
                  </a:lnTo>
                  <a:lnTo>
                    <a:pt x="264130" y="48295"/>
                  </a:lnTo>
                  <a:cubicBezTo>
                    <a:pt x="266317" y="50214"/>
                    <a:pt x="268382" y="52279"/>
                    <a:pt x="270325" y="54441"/>
                  </a:cubicBezTo>
                  <a:lnTo>
                    <a:pt x="271782" y="56117"/>
                  </a:lnTo>
                  <a:cubicBezTo>
                    <a:pt x="272244" y="56676"/>
                    <a:pt x="272706" y="57283"/>
                    <a:pt x="273167" y="57866"/>
                  </a:cubicBezTo>
                  <a:lnTo>
                    <a:pt x="273847" y="58740"/>
                  </a:lnTo>
                  <a:cubicBezTo>
                    <a:pt x="274066" y="59032"/>
                    <a:pt x="274260" y="59348"/>
                    <a:pt x="274503" y="59664"/>
                  </a:cubicBezTo>
                  <a:lnTo>
                    <a:pt x="275766" y="61510"/>
                  </a:lnTo>
                  <a:cubicBezTo>
                    <a:pt x="276544" y="62797"/>
                    <a:pt x="277370" y="64060"/>
                    <a:pt x="278050" y="65396"/>
                  </a:cubicBezTo>
                  <a:lnTo>
                    <a:pt x="278560" y="66392"/>
                  </a:lnTo>
                  <a:lnTo>
                    <a:pt x="278827" y="66903"/>
                  </a:lnTo>
                  <a:cubicBezTo>
                    <a:pt x="278900" y="67073"/>
                    <a:pt x="278997" y="67243"/>
                    <a:pt x="279070" y="67413"/>
                  </a:cubicBezTo>
                  <a:lnTo>
                    <a:pt x="279993" y="69453"/>
                  </a:lnTo>
                  <a:cubicBezTo>
                    <a:pt x="280309" y="70133"/>
                    <a:pt x="280552" y="70838"/>
                    <a:pt x="280844" y="71518"/>
                  </a:cubicBezTo>
                  <a:lnTo>
                    <a:pt x="281232" y="72563"/>
                  </a:lnTo>
                  <a:cubicBezTo>
                    <a:pt x="281378" y="72927"/>
                    <a:pt x="281475" y="73267"/>
                    <a:pt x="281597" y="73632"/>
                  </a:cubicBezTo>
                  <a:cubicBezTo>
                    <a:pt x="281815" y="74336"/>
                    <a:pt x="282058" y="75040"/>
                    <a:pt x="282277" y="75745"/>
                  </a:cubicBezTo>
                  <a:lnTo>
                    <a:pt x="282884" y="77907"/>
                  </a:lnTo>
                  <a:cubicBezTo>
                    <a:pt x="283589" y="80773"/>
                    <a:pt x="284099" y="83688"/>
                    <a:pt x="284390" y="86628"/>
                  </a:cubicBezTo>
                  <a:lnTo>
                    <a:pt x="284536" y="87721"/>
                  </a:lnTo>
                  <a:lnTo>
                    <a:pt x="284609" y="88838"/>
                  </a:lnTo>
                  <a:cubicBezTo>
                    <a:pt x="284657" y="89567"/>
                    <a:pt x="284706" y="90296"/>
                    <a:pt x="284730" y="91025"/>
                  </a:cubicBezTo>
                  <a:cubicBezTo>
                    <a:pt x="284755" y="92507"/>
                    <a:pt x="284779" y="93964"/>
                    <a:pt x="284706" y="95422"/>
                  </a:cubicBezTo>
                  <a:cubicBezTo>
                    <a:pt x="284682" y="96903"/>
                    <a:pt x="284512" y="98337"/>
                    <a:pt x="284414" y="99794"/>
                  </a:cubicBezTo>
                  <a:cubicBezTo>
                    <a:pt x="284317" y="100523"/>
                    <a:pt x="284220" y="101252"/>
                    <a:pt x="284123" y="101980"/>
                  </a:cubicBezTo>
                  <a:lnTo>
                    <a:pt x="284002" y="103074"/>
                  </a:lnTo>
                  <a:lnTo>
                    <a:pt x="283807" y="104142"/>
                  </a:lnTo>
                  <a:cubicBezTo>
                    <a:pt x="283321" y="107009"/>
                    <a:pt x="282641" y="109851"/>
                    <a:pt x="281791" y="112645"/>
                  </a:cubicBezTo>
                  <a:lnTo>
                    <a:pt x="281135" y="114734"/>
                  </a:lnTo>
                  <a:cubicBezTo>
                    <a:pt x="280892" y="115414"/>
                    <a:pt x="280625" y="116094"/>
                    <a:pt x="280382" y="116799"/>
                  </a:cubicBezTo>
                  <a:lnTo>
                    <a:pt x="279993" y="117819"/>
                  </a:lnTo>
                  <a:cubicBezTo>
                    <a:pt x="279872" y="118159"/>
                    <a:pt x="279726" y="118499"/>
                    <a:pt x="279580" y="118839"/>
                  </a:cubicBezTo>
                  <a:cubicBezTo>
                    <a:pt x="279289" y="119495"/>
                    <a:pt x="279022" y="120175"/>
                    <a:pt x="278706" y="120856"/>
                  </a:cubicBezTo>
                  <a:cubicBezTo>
                    <a:pt x="278074" y="122167"/>
                    <a:pt x="277491" y="123503"/>
                    <a:pt x="276762" y="124767"/>
                  </a:cubicBezTo>
                  <a:lnTo>
                    <a:pt x="276252" y="125738"/>
                  </a:lnTo>
                  <a:lnTo>
                    <a:pt x="275985" y="126224"/>
                  </a:lnTo>
                  <a:lnTo>
                    <a:pt x="275694" y="126710"/>
                  </a:lnTo>
                  <a:lnTo>
                    <a:pt x="274576" y="128580"/>
                  </a:lnTo>
                  <a:cubicBezTo>
                    <a:pt x="271442" y="133609"/>
                    <a:pt x="267604" y="138152"/>
                    <a:pt x="263159" y="142063"/>
                  </a:cubicBezTo>
                  <a:lnTo>
                    <a:pt x="262333" y="142816"/>
                  </a:lnTo>
                  <a:cubicBezTo>
                    <a:pt x="262041" y="143059"/>
                    <a:pt x="261750" y="143277"/>
                    <a:pt x="261458" y="143520"/>
                  </a:cubicBezTo>
                  <a:cubicBezTo>
                    <a:pt x="260875" y="144006"/>
                    <a:pt x="260292" y="144443"/>
                    <a:pt x="259709" y="144905"/>
                  </a:cubicBezTo>
                  <a:cubicBezTo>
                    <a:pt x="258495" y="145755"/>
                    <a:pt x="257280" y="146678"/>
                    <a:pt x="256017" y="147431"/>
                  </a:cubicBezTo>
                  <a:lnTo>
                    <a:pt x="255094" y="148014"/>
                  </a:lnTo>
                  <a:lnTo>
                    <a:pt x="254632" y="148330"/>
                  </a:lnTo>
                  <a:lnTo>
                    <a:pt x="254195" y="148621"/>
                  </a:lnTo>
                  <a:lnTo>
                    <a:pt x="252276" y="149715"/>
                  </a:lnTo>
                  <a:cubicBezTo>
                    <a:pt x="251644" y="150079"/>
                    <a:pt x="250988" y="150395"/>
                    <a:pt x="250357" y="150735"/>
                  </a:cubicBezTo>
                  <a:lnTo>
                    <a:pt x="249385" y="151245"/>
                  </a:lnTo>
                  <a:lnTo>
                    <a:pt x="248389" y="151707"/>
                  </a:lnTo>
                  <a:cubicBezTo>
                    <a:pt x="243166" y="154160"/>
                    <a:pt x="237749" y="156103"/>
                    <a:pt x="232162" y="157561"/>
                  </a:cubicBezTo>
                  <a:cubicBezTo>
                    <a:pt x="229417" y="158290"/>
                    <a:pt x="226672" y="158921"/>
                    <a:pt x="223902" y="159480"/>
                  </a:cubicBezTo>
                  <a:cubicBezTo>
                    <a:pt x="221133" y="160039"/>
                    <a:pt x="218364" y="160525"/>
                    <a:pt x="215619" y="160962"/>
                  </a:cubicBezTo>
                  <a:lnTo>
                    <a:pt x="213554" y="161278"/>
                  </a:lnTo>
                  <a:cubicBezTo>
                    <a:pt x="212849" y="161399"/>
                    <a:pt x="212169" y="161496"/>
                    <a:pt x="211465" y="161569"/>
                  </a:cubicBezTo>
                  <a:lnTo>
                    <a:pt x="207335" y="162128"/>
                  </a:lnTo>
                  <a:lnTo>
                    <a:pt x="203181" y="162662"/>
                  </a:lnTo>
                  <a:cubicBezTo>
                    <a:pt x="201796" y="162808"/>
                    <a:pt x="200412" y="162954"/>
                    <a:pt x="199027" y="163100"/>
                  </a:cubicBezTo>
                  <a:cubicBezTo>
                    <a:pt x="196234" y="163367"/>
                    <a:pt x="193464" y="163707"/>
                    <a:pt x="190646" y="163853"/>
                  </a:cubicBezTo>
                  <a:lnTo>
                    <a:pt x="186444" y="164168"/>
                  </a:lnTo>
                  <a:cubicBezTo>
                    <a:pt x="185059" y="164266"/>
                    <a:pt x="183650" y="164387"/>
                    <a:pt x="182241" y="164436"/>
                  </a:cubicBezTo>
                  <a:cubicBezTo>
                    <a:pt x="182897" y="164217"/>
                    <a:pt x="184816" y="163901"/>
                    <a:pt x="181561" y="163901"/>
                  </a:cubicBezTo>
                  <a:lnTo>
                    <a:pt x="183699" y="163804"/>
                  </a:lnTo>
                  <a:lnTo>
                    <a:pt x="185812" y="163610"/>
                  </a:lnTo>
                  <a:lnTo>
                    <a:pt x="190063" y="163270"/>
                  </a:lnTo>
                  <a:lnTo>
                    <a:pt x="192201" y="163075"/>
                  </a:lnTo>
                  <a:lnTo>
                    <a:pt x="193246" y="163002"/>
                  </a:lnTo>
                  <a:lnTo>
                    <a:pt x="194314" y="162881"/>
                  </a:lnTo>
                  <a:lnTo>
                    <a:pt x="198541" y="162419"/>
                  </a:lnTo>
                  <a:lnTo>
                    <a:pt x="202768" y="161958"/>
                  </a:lnTo>
                  <a:lnTo>
                    <a:pt x="206971" y="161375"/>
                  </a:lnTo>
                  <a:cubicBezTo>
                    <a:pt x="209764" y="160986"/>
                    <a:pt x="212558" y="160597"/>
                    <a:pt x="215352" y="160160"/>
                  </a:cubicBezTo>
                  <a:cubicBezTo>
                    <a:pt x="218145" y="159699"/>
                    <a:pt x="220939" y="159213"/>
                    <a:pt x="223732" y="158630"/>
                  </a:cubicBezTo>
                  <a:cubicBezTo>
                    <a:pt x="226526" y="158047"/>
                    <a:pt x="229320" y="157415"/>
                    <a:pt x="232089" y="156662"/>
                  </a:cubicBezTo>
                  <a:cubicBezTo>
                    <a:pt x="234858" y="155909"/>
                    <a:pt x="237603" y="155059"/>
                    <a:pt x="240324" y="154087"/>
                  </a:cubicBezTo>
                  <a:cubicBezTo>
                    <a:pt x="241028" y="153844"/>
                    <a:pt x="241684" y="153553"/>
                    <a:pt x="242365" y="153310"/>
                  </a:cubicBezTo>
                  <a:lnTo>
                    <a:pt x="243385" y="152921"/>
                  </a:lnTo>
                  <a:cubicBezTo>
                    <a:pt x="243725" y="152775"/>
                    <a:pt x="244065" y="152630"/>
                    <a:pt x="244381" y="152484"/>
                  </a:cubicBezTo>
                  <a:cubicBezTo>
                    <a:pt x="245061" y="152217"/>
                    <a:pt x="245717" y="151925"/>
                    <a:pt x="246397" y="151634"/>
                  </a:cubicBezTo>
                  <a:lnTo>
                    <a:pt x="248389" y="150711"/>
                  </a:lnTo>
                  <a:cubicBezTo>
                    <a:pt x="249045" y="150395"/>
                    <a:pt x="249677" y="150055"/>
                    <a:pt x="250332" y="149715"/>
                  </a:cubicBezTo>
                  <a:cubicBezTo>
                    <a:pt x="250988" y="149374"/>
                    <a:pt x="251644" y="149034"/>
                    <a:pt x="252276" y="148670"/>
                  </a:cubicBezTo>
                  <a:lnTo>
                    <a:pt x="254195" y="147553"/>
                  </a:lnTo>
                  <a:lnTo>
                    <a:pt x="256041" y="146387"/>
                  </a:lnTo>
                  <a:cubicBezTo>
                    <a:pt x="258543" y="144759"/>
                    <a:pt x="260924" y="142937"/>
                    <a:pt x="263134" y="140945"/>
                  </a:cubicBezTo>
                  <a:lnTo>
                    <a:pt x="263960" y="140192"/>
                  </a:lnTo>
                  <a:lnTo>
                    <a:pt x="264762" y="139415"/>
                  </a:lnTo>
                  <a:cubicBezTo>
                    <a:pt x="265272" y="138905"/>
                    <a:pt x="265831" y="138394"/>
                    <a:pt x="266341" y="137836"/>
                  </a:cubicBezTo>
                  <a:lnTo>
                    <a:pt x="267847" y="136208"/>
                  </a:lnTo>
                  <a:lnTo>
                    <a:pt x="268212" y="135795"/>
                  </a:lnTo>
                  <a:lnTo>
                    <a:pt x="268552" y="135358"/>
                  </a:lnTo>
                  <a:lnTo>
                    <a:pt x="269256" y="134508"/>
                  </a:lnTo>
                  <a:cubicBezTo>
                    <a:pt x="270228" y="133390"/>
                    <a:pt x="271078" y="132176"/>
                    <a:pt x="271953" y="130985"/>
                  </a:cubicBezTo>
                  <a:cubicBezTo>
                    <a:pt x="272778" y="129771"/>
                    <a:pt x="273629" y="128556"/>
                    <a:pt x="274382" y="127293"/>
                  </a:cubicBezTo>
                  <a:lnTo>
                    <a:pt x="274916" y="126346"/>
                  </a:lnTo>
                  <a:lnTo>
                    <a:pt x="275208" y="125860"/>
                  </a:lnTo>
                  <a:lnTo>
                    <a:pt x="275451" y="125374"/>
                  </a:lnTo>
                  <a:lnTo>
                    <a:pt x="276519" y="123455"/>
                  </a:lnTo>
                  <a:cubicBezTo>
                    <a:pt x="276860" y="122799"/>
                    <a:pt x="277151" y="122119"/>
                    <a:pt x="277491" y="121463"/>
                  </a:cubicBezTo>
                  <a:lnTo>
                    <a:pt x="277953" y="120467"/>
                  </a:lnTo>
                  <a:lnTo>
                    <a:pt x="278390" y="119471"/>
                  </a:lnTo>
                  <a:cubicBezTo>
                    <a:pt x="279556" y="116774"/>
                    <a:pt x="280552" y="114005"/>
                    <a:pt x="281378" y="111187"/>
                  </a:cubicBezTo>
                  <a:lnTo>
                    <a:pt x="281961" y="109074"/>
                  </a:lnTo>
                  <a:cubicBezTo>
                    <a:pt x="282131" y="108369"/>
                    <a:pt x="282277" y="107641"/>
                    <a:pt x="282447" y="106936"/>
                  </a:cubicBezTo>
                  <a:lnTo>
                    <a:pt x="282690" y="105867"/>
                  </a:lnTo>
                  <a:lnTo>
                    <a:pt x="282884" y="104774"/>
                  </a:lnTo>
                  <a:cubicBezTo>
                    <a:pt x="283006" y="104045"/>
                    <a:pt x="283151" y="103341"/>
                    <a:pt x="283248" y="102612"/>
                  </a:cubicBezTo>
                  <a:cubicBezTo>
                    <a:pt x="283686" y="99697"/>
                    <a:pt x="283929" y="96758"/>
                    <a:pt x="283977" y="93818"/>
                  </a:cubicBezTo>
                  <a:cubicBezTo>
                    <a:pt x="284026" y="90879"/>
                    <a:pt x="283856" y="87915"/>
                    <a:pt x="283491" y="85000"/>
                  </a:cubicBezTo>
                  <a:cubicBezTo>
                    <a:pt x="283394" y="84247"/>
                    <a:pt x="283273" y="83518"/>
                    <a:pt x="283151" y="82790"/>
                  </a:cubicBezTo>
                  <a:lnTo>
                    <a:pt x="282981" y="81697"/>
                  </a:lnTo>
                  <a:lnTo>
                    <a:pt x="282763" y="80603"/>
                  </a:lnTo>
                  <a:cubicBezTo>
                    <a:pt x="282593" y="79875"/>
                    <a:pt x="282471" y="79146"/>
                    <a:pt x="282277" y="78417"/>
                  </a:cubicBezTo>
                  <a:lnTo>
                    <a:pt x="281694" y="76255"/>
                  </a:lnTo>
                  <a:cubicBezTo>
                    <a:pt x="281621" y="75891"/>
                    <a:pt x="281499" y="75551"/>
                    <a:pt x="281378" y="75186"/>
                  </a:cubicBezTo>
                  <a:lnTo>
                    <a:pt x="281038" y="74117"/>
                  </a:lnTo>
                  <a:lnTo>
                    <a:pt x="280698" y="73049"/>
                  </a:lnTo>
                  <a:cubicBezTo>
                    <a:pt x="280576" y="72708"/>
                    <a:pt x="280431" y="72344"/>
                    <a:pt x="280285" y="72004"/>
                  </a:cubicBezTo>
                  <a:cubicBezTo>
                    <a:pt x="280018" y="71324"/>
                    <a:pt x="279750" y="70595"/>
                    <a:pt x="279483" y="69915"/>
                  </a:cubicBezTo>
                  <a:lnTo>
                    <a:pt x="278536" y="67874"/>
                  </a:lnTo>
                  <a:cubicBezTo>
                    <a:pt x="278244" y="67170"/>
                    <a:pt x="277880" y="66514"/>
                    <a:pt x="277515" y="65858"/>
                  </a:cubicBezTo>
                  <a:cubicBezTo>
                    <a:pt x="277175" y="65178"/>
                    <a:pt x="276835" y="64498"/>
                    <a:pt x="276447" y="63866"/>
                  </a:cubicBezTo>
                  <a:lnTo>
                    <a:pt x="275256" y="61923"/>
                  </a:lnTo>
                  <a:cubicBezTo>
                    <a:pt x="274843" y="61291"/>
                    <a:pt x="274406" y="60684"/>
                    <a:pt x="273993" y="60052"/>
                  </a:cubicBezTo>
                  <a:cubicBezTo>
                    <a:pt x="273774" y="59736"/>
                    <a:pt x="273556" y="59445"/>
                    <a:pt x="273337" y="59129"/>
                  </a:cubicBezTo>
                  <a:lnTo>
                    <a:pt x="272657" y="58255"/>
                  </a:lnTo>
                  <a:cubicBezTo>
                    <a:pt x="272171" y="57672"/>
                    <a:pt x="271758" y="57064"/>
                    <a:pt x="271272" y="56506"/>
                  </a:cubicBezTo>
                  <a:lnTo>
                    <a:pt x="269815" y="54805"/>
                  </a:lnTo>
                  <a:cubicBezTo>
                    <a:pt x="269572" y="54514"/>
                    <a:pt x="269329" y="54246"/>
                    <a:pt x="269062" y="53979"/>
                  </a:cubicBezTo>
                  <a:lnTo>
                    <a:pt x="268309" y="53178"/>
                  </a:lnTo>
                  <a:cubicBezTo>
                    <a:pt x="267313" y="52084"/>
                    <a:pt x="266244" y="51113"/>
                    <a:pt x="265199" y="50068"/>
                  </a:cubicBezTo>
                  <a:cubicBezTo>
                    <a:pt x="264106" y="49096"/>
                    <a:pt x="263037" y="48100"/>
                    <a:pt x="261920" y="47202"/>
                  </a:cubicBezTo>
                  <a:cubicBezTo>
                    <a:pt x="257474" y="43461"/>
                    <a:pt x="252762" y="40230"/>
                    <a:pt x="248049" y="37193"/>
                  </a:cubicBezTo>
                  <a:cubicBezTo>
                    <a:pt x="245693" y="35687"/>
                    <a:pt x="243361" y="34230"/>
                    <a:pt x="241004" y="32772"/>
                  </a:cubicBezTo>
                  <a:lnTo>
                    <a:pt x="237506" y="30610"/>
                  </a:lnTo>
                  <a:lnTo>
                    <a:pt x="236656" y="30076"/>
                  </a:lnTo>
                  <a:lnTo>
                    <a:pt x="236219" y="29784"/>
                  </a:lnTo>
                  <a:lnTo>
                    <a:pt x="235806" y="29541"/>
                  </a:lnTo>
                  <a:lnTo>
                    <a:pt x="234178" y="28472"/>
                  </a:lnTo>
                  <a:cubicBezTo>
                    <a:pt x="229878" y="25557"/>
                    <a:pt x="225627" y="22156"/>
                    <a:pt x="221206" y="18731"/>
                  </a:cubicBezTo>
                  <a:cubicBezTo>
                    <a:pt x="218971" y="17031"/>
                    <a:pt x="216712" y="15306"/>
                    <a:pt x="214331" y="13630"/>
                  </a:cubicBezTo>
                  <a:cubicBezTo>
                    <a:pt x="213190" y="12804"/>
                    <a:pt x="211951" y="12002"/>
                    <a:pt x="210736" y="11176"/>
                  </a:cubicBezTo>
                  <a:cubicBezTo>
                    <a:pt x="209473" y="10399"/>
                    <a:pt x="208210" y="9622"/>
                    <a:pt x="206898" y="8844"/>
                  </a:cubicBezTo>
                  <a:cubicBezTo>
                    <a:pt x="205610" y="8067"/>
                    <a:pt x="204226" y="7387"/>
                    <a:pt x="202865" y="6707"/>
                  </a:cubicBezTo>
                  <a:cubicBezTo>
                    <a:pt x="201456" y="6051"/>
                    <a:pt x="200072" y="5395"/>
                    <a:pt x="198541" y="4885"/>
                  </a:cubicBezTo>
                  <a:lnTo>
                    <a:pt x="197424" y="4472"/>
                  </a:lnTo>
                  <a:cubicBezTo>
                    <a:pt x="197059" y="4326"/>
                    <a:pt x="196695" y="4229"/>
                    <a:pt x="196306" y="4132"/>
                  </a:cubicBezTo>
                  <a:lnTo>
                    <a:pt x="194047" y="3476"/>
                  </a:lnTo>
                  <a:cubicBezTo>
                    <a:pt x="193318" y="3257"/>
                    <a:pt x="192541" y="3111"/>
                    <a:pt x="191812" y="2941"/>
                  </a:cubicBezTo>
                  <a:cubicBezTo>
                    <a:pt x="191059" y="2796"/>
                    <a:pt x="190306" y="2601"/>
                    <a:pt x="189553" y="2504"/>
                  </a:cubicBezTo>
                  <a:lnTo>
                    <a:pt x="189747" y="1435"/>
                  </a:lnTo>
                  <a:lnTo>
                    <a:pt x="188144" y="1168"/>
                  </a:lnTo>
                  <a:cubicBezTo>
                    <a:pt x="187610" y="1071"/>
                    <a:pt x="187051" y="949"/>
                    <a:pt x="186541" y="901"/>
                  </a:cubicBezTo>
                  <a:lnTo>
                    <a:pt x="183334" y="512"/>
                  </a:lnTo>
                  <a:lnTo>
                    <a:pt x="180152" y="245"/>
                  </a:lnTo>
                  <a:cubicBezTo>
                    <a:pt x="179107" y="172"/>
                    <a:pt x="178063" y="148"/>
                    <a:pt x="176994" y="99"/>
                  </a:cubicBezTo>
                  <a:cubicBezTo>
                    <a:pt x="175288" y="30"/>
                    <a:pt x="173586" y="1"/>
                    <a:pt x="171889" y="1"/>
                  </a:cubicBezTo>
                  <a:close/>
                </a:path>
              </a:pathLst>
            </a:custGeom>
            <a:solidFill>
              <a:srgbClr val="F0A9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0" name="Google Shape;590;p49"/>
          <p:cNvSpPr txBox="1"/>
          <p:nvPr>
            <p:ph type="title"/>
          </p:nvPr>
        </p:nvSpPr>
        <p:spPr>
          <a:xfrm>
            <a:off x="1228700" y="755075"/>
            <a:ext cx="52197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800"/>
              <a:buNone/>
              <a:defRPr sz="3600"/>
            </a:lvl1pPr>
            <a:lvl2pPr lvl="1" algn="l">
              <a:lnSpc>
                <a:spcPct val="100000"/>
              </a:lnSpc>
              <a:spcBef>
                <a:spcPts val="0"/>
              </a:spcBef>
              <a:spcAft>
                <a:spcPts val="0"/>
              </a:spcAft>
              <a:buSzPts val="2800"/>
              <a:buNone/>
              <a:defRPr sz="3600"/>
            </a:lvl2pPr>
            <a:lvl3pPr lvl="2" algn="l">
              <a:lnSpc>
                <a:spcPct val="100000"/>
              </a:lnSpc>
              <a:spcBef>
                <a:spcPts val="0"/>
              </a:spcBef>
              <a:spcAft>
                <a:spcPts val="0"/>
              </a:spcAft>
              <a:buSzPts val="2800"/>
              <a:buNone/>
              <a:defRPr sz="3600"/>
            </a:lvl3pPr>
            <a:lvl4pPr lvl="3" algn="l">
              <a:lnSpc>
                <a:spcPct val="100000"/>
              </a:lnSpc>
              <a:spcBef>
                <a:spcPts val="0"/>
              </a:spcBef>
              <a:spcAft>
                <a:spcPts val="0"/>
              </a:spcAft>
              <a:buSzPts val="2800"/>
              <a:buNone/>
              <a:defRPr sz="3600"/>
            </a:lvl4pPr>
            <a:lvl5pPr lvl="4" algn="l">
              <a:lnSpc>
                <a:spcPct val="100000"/>
              </a:lnSpc>
              <a:spcBef>
                <a:spcPts val="0"/>
              </a:spcBef>
              <a:spcAft>
                <a:spcPts val="0"/>
              </a:spcAft>
              <a:buSzPts val="2800"/>
              <a:buNone/>
              <a:defRPr sz="3600"/>
            </a:lvl5pPr>
            <a:lvl6pPr lvl="5" algn="l">
              <a:lnSpc>
                <a:spcPct val="100000"/>
              </a:lnSpc>
              <a:spcBef>
                <a:spcPts val="0"/>
              </a:spcBef>
              <a:spcAft>
                <a:spcPts val="0"/>
              </a:spcAft>
              <a:buSzPts val="2800"/>
              <a:buNone/>
              <a:defRPr sz="3600"/>
            </a:lvl6pPr>
            <a:lvl7pPr lvl="6" algn="l">
              <a:lnSpc>
                <a:spcPct val="100000"/>
              </a:lnSpc>
              <a:spcBef>
                <a:spcPts val="0"/>
              </a:spcBef>
              <a:spcAft>
                <a:spcPts val="0"/>
              </a:spcAft>
              <a:buSzPts val="2800"/>
              <a:buNone/>
              <a:defRPr sz="3600"/>
            </a:lvl7pPr>
            <a:lvl8pPr lvl="7" algn="l">
              <a:lnSpc>
                <a:spcPct val="100000"/>
              </a:lnSpc>
              <a:spcBef>
                <a:spcPts val="0"/>
              </a:spcBef>
              <a:spcAft>
                <a:spcPts val="0"/>
              </a:spcAft>
              <a:buSzPts val="2800"/>
              <a:buNone/>
              <a:defRPr sz="3600"/>
            </a:lvl8pPr>
            <a:lvl9pPr lvl="8" algn="l">
              <a:lnSpc>
                <a:spcPct val="100000"/>
              </a:lnSpc>
              <a:spcBef>
                <a:spcPts val="0"/>
              </a:spcBef>
              <a:spcAft>
                <a:spcPts val="0"/>
              </a:spcAft>
              <a:buSzPts val="2800"/>
              <a:buNone/>
              <a:defRPr sz="3600"/>
            </a:lvl9pPr>
          </a:lstStyle>
          <a:p/>
        </p:txBody>
      </p:sp>
      <p:sp>
        <p:nvSpPr>
          <p:cNvPr id="591" name="Google Shape;591;p49"/>
          <p:cNvSpPr txBox="1"/>
          <p:nvPr>
            <p:ph idx="1" type="subTitle"/>
          </p:nvPr>
        </p:nvSpPr>
        <p:spPr>
          <a:xfrm>
            <a:off x="1228700" y="1228700"/>
            <a:ext cx="5513100" cy="367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solidFill>
                  <a:schemeClr val="accent5"/>
                </a:solidFill>
              </a:defRPr>
            </a:lvl1pPr>
            <a:lvl2pPr lvl="1" algn="l">
              <a:lnSpc>
                <a:spcPct val="100000"/>
              </a:lnSpc>
              <a:spcBef>
                <a:spcPts val="160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592" name="Google Shape;592;p49"/>
          <p:cNvSpPr txBox="1"/>
          <p:nvPr>
            <p:ph idx="2" type="title"/>
          </p:nvPr>
        </p:nvSpPr>
        <p:spPr>
          <a:xfrm>
            <a:off x="2193000" y="1977000"/>
            <a:ext cx="52197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800"/>
              <a:buNone/>
              <a:defRPr sz="3600"/>
            </a:lvl1pPr>
            <a:lvl2pPr lvl="1" algn="l">
              <a:lnSpc>
                <a:spcPct val="100000"/>
              </a:lnSpc>
              <a:spcBef>
                <a:spcPts val="0"/>
              </a:spcBef>
              <a:spcAft>
                <a:spcPts val="0"/>
              </a:spcAft>
              <a:buSzPts val="2800"/>
              <a:buNone/>
              <a:defRPr sz="3600"/>
            </a:lvl2pPr>
            <a:lvl3pPr lvl="2" algn="l">
              <a:lnSpc>
                <a:spcPct val="100000"/>
              </a:lnSpc>
              <a:spcBef>
                <a:spcPts val="0"/>
              </a:spcBef>
              <a:spcAft>
                <a:spcPts val="0"/>
              </a:spcAft>
              <a:buSzPts val="2800"/>
              <a:buNone/>
              <a:defRPr sz="3600"/>
            </a:lvl3pPr>
            <a:lvl4pPr lvl="3" algn="l">
              <a:lnSpc>
                <a:spcPct val="100000"/>
              </a:lnSpc>
              <a:spcBef>
                <a:spcPts val="0"/>
              </a:spcBef>
              <a:spcAft>
                <a:spcPts val="0"/>
              </a:spcAft>
              <a:buSzPts val="2800"/>
              <a:buNone/>
              <a:defRPr sz="3600"/>
            </a:lvl4pPr>
            <a:lvl5pPr lvl="4" algn="l">
              <a:lnSpc>
                <a:spcPct val="100000"/>
              </a:lnSpc>
              <a:spcBef>
                <a:spcPts val="0"/>
              </a:spcBef>
              <a:spcAft>
                <a:spcPts val="0"/>
              </a:spcAft>
              <a:buSzPts val="2800"/>
              <a:buNone/>
              <a:defRPr sz="3600"/>
            </a:lvl5pPr>
            <a:lvl6pPr lvl="5" algn="l">
              <a:lnSpc>
                <a:spcPct val="100000"/>
              </a:lnSpc>
              <a:spcBef>
                <a:spcPts val="0"/>
              </a:spcBef>
              <a:spcAft>
                <a:spcPts val="0"/>
              </a:spcAft>
              <a:buSzPts val="2800"/>
              <a:buNone/>
              <a:defRPr sz="3600"/>
            </a:lvl6pPr>
            <a:lvl7pPr lvl="6" algn="l">
              <a:lnSpc>
                <a:spcPct val="100000"/>
              </a:lnSpc>
              <a:spcBef>
                <a:spcPts val="0"/>
              </a:spcBef>
              <a:spcAft>
                <a:spcPts val="0"/>
              </a:spcAft>
              <a:buSzPts val="2800"/>
              <a:buNone/>
              <a:defRPr sz="3600"/>
            </a:lvl7pPr>
            <a:lvl8pPr lvl="7" algn="l">
              <a:lnSpc>
                <a:spcPct val="100000"/>
              </a:lnSpc>
              <a:spcBef>
                <a:spcPts val="0"/>
              </a:spcBef>
              <a:spcAft>
                <a:spcPts val="0"/>
              </a:spcAft>
              <a:buSzPts val="2800"/>
              <a:buNone/>
              <a:defRPr sz="3600"/>
            </a:lvl8pPr>
            <a:lvl9pPr lvl="8" algn="l">
              <a:lnSpc>
                <a:spcPct val="100000"/>
              </a:lnSpc>
              <a:spcBef>
                <a:spcPts val="0"/>
              </a:spcBef>
              <a:spcAft>
                <a:spcPts val="0"/>
              </a:spcAft>
              <a:buSzPts val="2800"/>
              <a:buNone/>
              <a:defRPr sz="3600"/>
            </a:lvl9pPr>
          </a:lstStyle>
          <a:p/>
        </p:txBody>
      </p:sp>
      <p:sp>
        <p:nvSpPr>
          <p:cNvPr id="593" name="Google Shape;593;p49"/>
          <p:cNvSpPr txBox="1"/>
          <p:nvPr>
            <p:ph idx="3" type="subTitle"/>
          </p:nvPr>
        </p:nvSpPr>
        <p:spPr>
          <a:xfrm>
            <a:off x="2193000" y="2450625"/>
            <a:ext cx="5513100" cy="367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solidFill>
                  <a:schemeClr val="accent5"/>
                </a:solidFill>
              </a:defRPr>
            </a:lvl1pPr>
            <a:lvl2pPr lvl="1" algn="l">
              <a:lnSpc>
                <a:spcPct val="100000"/>
              </a:lnSpc>
              <a:spcBef>
                <a:spcPts val="160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594" name="Google Shape;594;p49"/>
          <p:cNvSpPr txBox="1"/>
          <p:nvPr>
            <p:ph idx="4" type="title"/>
          </p:nvPr>
        </p:nvSpPr>
        <p:spPr>
          <a:xfrm>
            <a:off x="2773150" y="3332100"/>
            <a:ext cx="52197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800"/>
              <a:buNone/>
              <a:defRPr sz="3600"/>
            </a:lvl1pPr>
            <a:lvl2pPr lvl="1" algn="l">
              <a:lnSpc>
                <a:spcPct val="100000"/>
              </a:lnSpc>
              <a:spcBef>
                <a:spcPts val="0"/>
              </a:spcBef>
              <a:spcAft>
                <a:spcPts val="0"/>
              </a:spcAft>
              <a:buSzPts val="2800"/>
              <a:buNone/>
              <a:defRPr sz="3600"/>
            </a:lvl2pPr>
            <a:lvl3pPr lvl="2" algn="l">
              <a:lnSpc>
                <a:spcPct val="100000"/>
              </a:lnSpc>
              <a:spcBef>
                <a:spcPts val="0"/>
              </a:spcBef>
              <a:spcAft>
                <a:spcPts val="0"/>
              </a:spcAft>
              <a:buSzPts val="2800"/>
              <a:buNone/>
              <a:defRPr sz="3600"/>
            </a:lvl3pPr>
            <a:lvl4pPr lvl="3" algn="l">
              <a:lnSpc>
                <a:spcPct val="100000"/>
              </a:lnSpc>
              <a:spcBef>
                <a:spcPts val="0"/>
              </a:spcBef>
              <a:spcAft>
                <a:spcPts val="0"/>
              </a:spcAft>
              <a:buSzPts val="2800"/>
              <a:buNone/>
              <a:defRPr sz="3600"/>
            </a:lvl4pPr>
            <a:lvl5pPr lvl="4" algn="l">
              <a:lnSpc>
                <a:spcPct val="100000"/>
              </a:lnSpc>
              <a:spcBef>
                <a:spcPts val="0"/>
              </a:spcBef>
              <a:spcAft>
                <a:spcPts val="0"/>
              </a:spcAft>
              <a:buSzPts val="2800"/>
              <a:buNone/>
              <a:defRPr sz="3600"/>
            </a:lvl5pPr>
            <a:lvl6pPr lvl="5" algn="l">
              <a:lnSpc>
                <a:spcPct val="100000"/>
              </a:lnSpc>
              <a:spcBef>
                <a:spcPts val="0"/>
              </a:spcBef>
              <a:spcAft>
                <a:spcPts val="0"/>
              </a:spcAft>
              <a:buSzPts val="2800"/>
              <a:buNone/>
              <a:defRPr sz="3600"/>
            </a:lvl6pPr>
            <a:lvl7pPr lvl="6" algn="l">
              <a:lnSpc>
                <a:spcPct val="100000"/>
              </a:lnSpc>
              <a:spcBef>
                <a:spcPts val="0"/>
              </a:spcBef>
              <a:spcAft>
                <a:spcPts val="0"/>
              </a:spcAft>
              <a:buSzPts val="2800"/>
              <a:buNone/>
              <a:defRPr sz="3600"/>
            </a:lvl7pPr>
            <a:lvl8pPr lvl="7" algn="l">
              <a:lnSpc>
                <a:spcPct val="100000"/>
              </a:lnSpc>
              <a:spcBef>
                <a:spcPts val="0"/>
              </a:spcBef>
              <a:spcAft>
                <a:spcPts val="0"/>
              </a:spcAft>
              <a:buSzPts val="2800"/>
              <a:buNone/>
              <a:defRPr sz="3600"/>
            </a:lvl8pPr>
            <a:lvl9pPr lvl="8" algn="l">
              <a:lnSpc>
                <a:spcPct val="100000"/>
              </a:lnSpc>
              <a:spcBef>
                <a:spcPts val="0"/>
              </a:spcBef>
              <a:spcAft>
                <a:spcPts val="0"/>
              </a:spcAft>
              <a:buSzPts val="2800"/>
              <a:buNone/>
              <a:defRPr sz="3600"/>
            </a:lvl9pPr>
          </a:lstStyle>
          <a:p/>
        </p:txBody>
      </p:sp>
      <p:sp>
        <p:nvSpPr>
          <p:cNvPr id="595" name="Google Shape;595;p49"/>
          <p:cNvSpPr txBox="1"/>
          <p:nvPr>
            <p:ph idx="5" type="subTitle"/>
          </p:nvPr>
        </p:nvSpPr>
        <p:spPr>
          <a:xfrm>
            <a:off x="2773150" y="3805725"/>
            <a:ext cx="5513100" cy="367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solidFill>
                  <a:schemeClr val="accent5"/>
                </a:solidFill>
              </a:defRPr>
            </a:lvl1pPr>
            <a:lvl2pPr lvl="1" algn="l">
              <a:lnSpc>
                <a:spcPct val="100000"/>
              </a:lnSpc>
              <a:spcBef>
                <a:spcPts val="160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96" name="Shape 596"/>
        <p:cNvGrpSpPr/>
        <p:nvPr/>
      </p:nvGrpSpPr>
      <p:grpSpPr>
        <a:xfrm>
          <a:off x="0" y="0"/>
          <a:ext cx="0" cy="0"/>
          <a:chOff x="0" y="0"/>
          <a:chExt cx="0" cy="0"/>
        </a:xfrm>
      </p:grpSpPr>
      <p:sp>
        <p:nvSpPr>
          <p:cNvPr id="597" name="Google Shape;597;p50"/>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sp>
        <p:nvSpPr>
          <p:cNvPr id="598" name="Google Shape;598;p50"/>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599" name="Google Shape;599;p50"/>
          <p:cNvGrpSpPr/>
          <p:nvPr/>
        </p:nvGrpSpPr>
        <p:grpSpPr>
          <a:xfrm rot="3678473">
            <a:off x="-2125321" y="2220440"/>
            <a:ext cx="6973552" cy="5623917"/>
            <a:chOff x="879525" y="238350"/>
            <a:chExt cx="5929900" cy="5134125"/>
          </a:xfrm>
        </p:grpSpPr>
        <p:sp>
          <p:nvSpPr>
            <p:cNvPr id="600" name="Google Shape;600;p50"/>
            <p:cNvSpPr/>
            <p:nvPr/>
          </p:nvSpPr>
          <p:spPr>
            <a:xfrm>
              <a:off x="879525" y="350950"/>
              <a:ext cx="5929900" cy="4895750"/>
            </a:xfrm>
            <a:custGeom>
              <a:rect b="b" l="l" r="r" t="t"/>
              <a:pathLst>
                <a:path extrusionOk="0" h="195830" w="237196">
                  <a:moveTo>
                    <a:pt x="182493" y="0"/>
                  </a:moveTo>
                  <a:cubicBezTo>
                    <a:pt x="160794" y="0"/>
                    <a:pt x="136857" y="13684"/>
                    <a:pt x="125770" y="46667"/>
                  </a:cubicBezTo>
                  <a:cubicBezTo>
                    <a:pt x="112501" y="86475"/>
                    <a:pt x="99703" y="101135"/>
                    <a:pt x="82683" y="101135"/>
                  </a:cubicBezTo>
                  <a:cubicBezTo>
                    <a:pt x="77764" y="101135"/>
                    <a:pt x="72494" y="99911"/>
                    <a:pt x="66757" y="97716"/>
                  </a:cubicBezTo>
                  <a:cubicBezTo>
                    <a:pt x="59909" y="95081"/>
                    <a:pt x="53433" y="93896"/>
                    <a:pt x="47460" y="93896"/>
                  </a:cubicBezTo>
                  <a:cubicBezTo>
                    <a:pt x="17332" y="93896"/>
                    <a:pt x="1" y="124030"/>
                    <a:pt x="12313" y="150071"/>
                  </a:cubicBezTo>
                  <a:cubicBezTo>
                    <a:pt x="19223" y="164795"/>
                    <a:pt x="29540" y="168076"/>
                    <a:pt x="41648" y="168076"/>
                  </a:cubicBezTo>
                  <a:cubicBezTo>
                    <a:pt x="51382" y="168076"/>
                    <a:pt x="62272" y="165955"/>
                    <a:pt x="73479" y="165955"/>
                  </a:cubicBezTo>
                  <a:cubicBezTo>
                    <a:pt x="86528" y="165955"/>
                    <a:pt x="100005" y="168830"/>
                    <a:pt x="112584" y="181275"/>
                  </a:cubicBezTo>
                  <a:cubicBezTo>
                    <a:pt x="123109" y="191650"/>
                    <a:pt x="135906" y="195830"/>
                    <a:pt x="148277" y="195830"/>
                  </a:cubicBezTo>
                  <a:cubicBezTo>
                    <a:pt x="168129" y="195830"/>
                    <a:pt x="186885" y="185066"/>
                    <a:pt x="193400" y="171875"/>
                  </a:cubicBezTo>
                  <a:cubicBezTo>
                    <a:pt x="213115" y="132315"/>
                    <a:pt x="187003" y="136231"/>
                    <a:pt x="220818" y="61420"/>
                  </a:cubicBezTo>
                  <a:cubicBezTo>
                    <a:pt x="237196" y="25134"/>
                    <a:pt x="211900" y="0"/>
                    <a:pt x="182493" y="0"/>
                  </a:cubicBezTo>
                  <a:close/>
                </a:path>
              </a:pathLst>
            </a:custGeom>
            <a:solidFill>
              <a:srgbClr val="FDB32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50"/>
            <p:cNvSpPr/>
            <p:nvPr/>
          </p:nvSpPr>
          <p:spPr>
            <a:xfrm>
              <a:off x="945800" y="238350"/>
              <a:ext cx="5695725" cy="5134125"/>
            </a:xfrm>
            <a:custGeom>
              <a:rect b="b" l="l" r="r" t="t"/>
              <a:pathLst>
                <a:path extrusionOk="0" h="205365" w="227829">
                  <a:moveTo>
                    <a:pt x="206027" y="18003"/>
                  </a:moveTo>
                  <a:lnTo>
                    <a:pt x="206027" y="18003"/>
                  </a:lnTo>
                  <a:cubicBezTo>
                    <a:pt x="208273" y="19839"/>
                    <a:pt x="210274" y="21959"/>
                    <a:pt x="212031" y="24275"/>
                  </a:cubicBezTo>
                  <a:lnTo>
                    <a:pt x="210464" y="22056"/>
                  </a:lnTo>
                  <a:lnTo>
                    <a:pt x="208506" y="20097"/>
                  </a:lnTo>
                  <a:cubicBezTo>
                    <a:pt x="207853" y="19445"/>
                    <a:pt x="207070" y="18922"/>
                    <a:pt x="206417" y="18270"/>
                  </a:cubicBezTo>
                  <a:cubicBezTo>
                    <a:pt x="206283" y="18181"/>
                    <a:pt x="206154" y="18092"/>
                    <a:pt x="206027" y="18003"/>
                  </a:cubicBezTo>
                  <a:close/>
                  <a:moveTo>
                    <a:pt x="180437" y="1544"/>
                  </a:moveTo>
                  <a:cubicBezTo>
                    <a:pt x="180872" y="1544"/>
                    <a:pt x="181307" y="1548"/>
                    <a:pt x="181741" y="1558"/>
                  </a:cubicBezTo>
                  <a:cubicBezTo>
                    <a:pt x="188008" y="1819"/>
                    <a:pt x="194144" y="3255"/>
                    <a:pt x="199889" y="5605"/>
                  </a:cubicBezTo>
                  <a:cubicBezTo>
                    <a:pt x="205633" y="8086"/>
                    <a:pt x="210856" y="11611"/>
                    <a:pt x="215164" y="16181"/>
                  </a:cubicBezTo>
                  <a:cubicBezTo>
                    <a:pt x="219473" y="20881"/>
                    <a:pt x="222606" y="26495"/>
                    <a:pt x="224304" y="32501"/>
                  </a:cubicBezTo>
                  <a:cubicBezTo>
                    <a:pt x="224695" y="33806"/>
                    <a:pt x="224956" y="34981"/>
                    <a:pt x="225087" y="36287"/>
                  </a:cubicBezTo>
                  <a:cubicBezTo>
                    <a:pt x="225146" y="36584"/>
                    <a:pt x="225199" y="36875"/>
                    <a:pt x="225247" y="37162"/>
                  </a:cubicBezTo>
                  <a:lnTo>
                    <a:pt x="225247" y="37162"/>
                  </a:lnTo>
                  <a:cubicBezTo>
                    <a:pt x="225195" y="36909"/>
                    <a:pt x="225141" y="36660"/>
                    <a:pt x="225087" y="36417"/>
                  </a:cubicBezTo>
                  <a:cubicBezTo>
                    <a:pt x="224956" y="35112"/>
                    <a:pt x="224695" y="33806"/>
                    <a:pt x="224304" y="32631"/>
                  </a:cubicBezTo>
                  <a:cubicBezTo>
                    <a:pt x="222606" y="26495"/>
                    <a:pt x="219342" y="20881"/>
                    <a:pt x="214903" y="16181"/>
                  </a:cubicBezTo>
                  <a:cubicBezTo>
                    <a:pt x="210595" y="11611"/>
                    <a:pt x="205242" y="8086"/>
                    <a:pt x="199366" y="5736"/>
                  </a:cubicBezTo>
                  <a:cubicBezTo>
                    <a:pt x="193028" y="3172"/>
                    <a:pt x="186263" y="1890"/>
                    <a:pt x="179494" y="1890"/>
                  </a:cubicBezTo>
                  <a:cubicBezTo>
                    <a:pt x="173853" y="1890"/>
                    <a:pt x="168210" y="2780"/>
                    <a:pt x="162810" y="4561"/>
                  </a:cubicBezTo>
                  <a:cubicBezTo>
                    <a:pt x="156934" y="6388"/>
                    <a:pt x="151320" y="9261"/>
                    <a:pt x="146228" y="12786"/>
                  </a:cubicBezTo>
                  <a:cubicBezTo>
                    <a:pt x="141398" y="16442"/>
                    <a:pt x="136959" y="20750"/>
                    <a:pt x="133172" y="25581"/>
                  </a:cubicBezTo>
                  <a:cubicBezTo>
                    <a:pt x="131644" y="27547"/>
                    <a:pt x="130115" y="29604"/>
                    <a:pt x="128739" y="31752"/>
                  </a:cubicBezTo>
                  <a:lnTo>
                    <a:pt x="128739" y="31752"/>
                  </a:lnTo>
                  <a:lnTo>
                    <a:pt x="129386" y="30673"/>
                  </a:lnTo>
                  <a:cubicBezTo>
                    <a:pt x="129778" y="30020"/>
                    <a:pt x="130300" y="29367"/>
                    <a:pt x="130692" y="28714"/>
                  </a:cubicBezTo>
                  <a:lnTo>
                    <a:pt x="133433" y="25059"/>
                  </a:lnTo>
                  <a:cubicBezTo>
                    <a:pt x="137350" y="20228"/>
                    <a:pt x="141789" y="15919"/>
                    <a:pt x="146751" y="12264"/>
                  </a:cubicBezTo>
                  <a:cubicBezTo>
                    <a:pt x="151842" y="8739"/>
                    <a:pt x="157457" y="5997"/>
                    <a:pt x="163462" y="4169"/>
                  </a:cubicBezTo>
                  <a:cubicBezTo>
                    <a:pt x="168922" y="2349"/>
                    <a:pt x="174720" y="1544"/>
                    <a:pt x="180437" y="1544"/>
                  </a:cubicBezTo>
                  <a:close/>
                  <a:moveTo>
                    <a:pt x="225608" y="40063"/>
                  </a:moveTo>
                  <a:cubicBezTo>
                    <a:pt x="225608" y="40067"/>
                    <a:pt x="225609" y="40070"/>
                    <a:pt x="225609" y="40073"/>
                  </a:cubicBezTo>
                  <a:lnTo>
                    <a:pt x="225740" y="43859"/>
                  </a:lnTo>
                  <a:lnTo>
                    <a:pt x="225735" y="43990"/>
                  </a:lnTo>
                  <a:lnTo>
                    <a:pt x="225609" y="40204"/>
                  </a:lnTo>
                  <a:cubicBezTo>
                    <a:pt x="225609" y="40157"/>
                    <a:pt x="225609" y="40110"/>
                    <a:pt x="225608" y="40063"/>
                  </a:cubicBezTo>
                  <a:close/>
                  <a:moveTo>
                    <a:pt x="127845" y="33228"/>
                  </a:moveTo>
                  <a:cubicBezTo>
                    <a:pt x="127202" y="34465"/>
                    <a:pt x="126349" y="35702"/>
                    <a:pt x="125730" y="36940"/>
                  </a:cubicBezTo>
                  <a:lnTo>
                    <a:pt x="123772" y="40987"/>
                  </a:lnTo>
                  <a:lnTo>
                    <a:pt x="122728" y="43076"/>
                  </a:lnTo>
                  <a:lnTo>
                    <a:pt x="121944" y="45165"/>
                  </a:lnTo>
                  <a:lnTo>
                    <a:pt x="120671" y="48298"/>
                  </a:lnTo>
                  <a:lnTo>
                    <a:pt x="121944" y="44904"/>
                  </a:lnTo>
                  <a:cubicBezTo>
                    <a:pt x="122205" y="44121"/>
                    <a:pt x="122466" y="43468"/>
                    <a:pt x="122858" y="42684"/>
                  </a:cubicBezTo>
                  <a:lnTo>
                    <a:pt x="123772" y="40726"/>
                  </a:lnTo>
                  <a:lnTo>
                    <a:pt x="125861" y="36548"/>
                  </a:lnTo>
                  <a:cubicBezTo>
                    <a:pt x="126414" y="35441"/>
                    <a:pt x="127155" y="34334"/>
                    <a:pt x="127845" y="33228"/>
                  </a:cubicBezTo>
                  <a:close/>
                  <a:moveTo>
                    <a:pt x="225723" y="44365"/>
                  </a:moveTo>
                  <a:lnTo>
                    <a:pt x="225609" y="47776"/>
                  </a:lnTo>
                  <a:cubicBezTo>
                    <a:pt x="225479" y="48951"/>
                    <a:pt x="225348" y="50257"/>
                    <a:pt x="225087" y="51432"/>
                  </a:cubicBezTo>
                  <a:cubicBezTo>
                    <a:pt x="224826" y="52738"/>
                    <a:pt x="224695" y="54043"/>
                    <a:pt x="224304" y="55218"/>
                  </a:cubicBezTo>
                  <a:cubicBezTo>
                    <a:pt x="224565" y="54043"/>
                    <a:pt x="224826" y="52868"/>
                    <a:pt x="224956" y="51562"/>
                  </a:cubicBezTo>
                  <a:lnTo>
                    <a:pt x="225348" y="49735"/>
                  </a:lnTo>
                  <a:cubicBezTo>
                    <a:pt x="225479" y="49082"/>
                    <a:pt x="225479" y="48429"/>
                    <a:pt x="225479" y="47907"/>
                  </a:cubicBezTo>
                  <a:lnTo>
                    <a:pt x="225723" y="44365"/>
                  </a:lnTo>
                  <a:close/>
                  <a:moveTo>
                    <a:pt x="118815" y="53361"/>
                  </a:moveTo>
                  <a:lnTo>
                    <a:pt x="118815" y="53361"/>
                  </a:lnTo>
                  <a:cubicBezTo>
                    <a:pt x="118357" y="54687"/>
                    <a:pt x="117899" y="55997"/>
                    <a:pt x="117375" y="57307"/>
                  </a:cubicBezTo>
                  <a:lnTo>
                    <a:pt x="118815" y="53361"/>
                  </a:lnTo>
                  <a:close/>
                  <a:moveTo>
                    <a:pt x="178999" y="7417"/>
                  </a:moveTo>
                  <a:cubicBezTo>
                    <a:pt x="181891" y="7417"/>
                    <a:pt x="184798" y="7683"/>
                    <a:pt x="187616" y="8216"/>
                  </a:cubicBezTo>
                  <a:cubicBezTo>
                    <a:pt x="194405" y="9261"/>
                    <a:pt x="200803" y="11872"/>
                    <a:pt x="206286" y="16050"/>
                  </a:cubicBezTo>
                  <a:cubicBezTo>
                    <a:pt x="211509" y="19967"/>
                    <a:pt x="215556" y="25320"/>
                    <a:pt x="217906" y="31456"/>
                  </a:cubicBezTo>
                  <a:cubicBezTo>
                    <a:pt x="218522" y="33158"/>
                    <a:pt x="218997" y="34900"/>
                    <a:pt x="219339" y="36666"/>
                  </a:cubicBezTo>
                  <a:lnTo>
                    <a:pt x="219339" y="36666"/>
                  </a:lnTo>
                  <a:cubicBezTo>
                    <a:pt x="218667" y="33287"/>
                    <a:pt x="217483" y="30031"/>
                    <a:pt x="215817" y="27017"/>
                  </a:cubicBezTo>
                  <a:cubicBezTo>
                    <a:pt x="212945" y="22056"/>
                    <a:pt x="208897" y="17747"/>
                    <a:pt x="204067" y="14744"/>
                  </a:cubicBezTo>
                  <a:cubicBezTo>
                    <a:pt x="196724" y="10010"/>
                    <a:pt x="188167" y="7564"/>
                    <a:pt x="179558" y="7564"/>
                  </a:cubicBezTo>
                  <a:cubicBezTo>
                    <a:pt x="176532" y="7564"/>
                    <a:pt x="173500" y="7866"/>
                    <a:pt x="170513" y="8477"/>
                  </a:cubicBezTo>
                  <a:cubicBezTo>
                    <a:pt x="164637" y="9522"/>
                    <a:pt x="159023" y="11741"/>
                    <a:pt x="153931" y="14744"/>
                  </a:cubicBezTo>
                  <a:cubicBezTo>
                    <a:pt x="148840" y="17747"/>
                    <a:pt x="144270" y="21664"/>
                    <a:pt x="140484" y="26234"/>
                  </a:cubicBezTo>
                  <a:lnTo>
                    <a:pt x="139048" y="27800"/>
                  </a:lnTo>
                  <a:cubicBezTo>
                    <a:pt x="138525" y="28323"/>
                    <a:pt x="138003" y="28975"/>
                    <a:pt x="137611" y="29628"/>
                  </a:cubicBezTo>
                  <a:lnTo>
                    <a:pt x="135000" y="33284"/>
                  </a:lnTo>
                  <a:cubicBezTo>
                    <a:pt x="134086" y="34459"/>
                    <a:pt x="133433" y="35765"/>
                    <a:pt x="132650" y="37070"/>
                  </a:cubicBezTo>
                  <a:lnTo>
                    <a:pt x="131475" y="39029"/>
                  </a:lnTo>
                  <a:cubicBezTo>
                    <a:pt x="131083" y="39681"/>
                    <a:pt x="130822" y="40334"/>
                    <a:pt x="130431" y="41118"/>
                  </a:cubicBezTo>
                  <a:lnTo>
                    <a:pt x="128603" y="45165"/>
                  </a:lnTo>
                  <a:cubicBezTo>
                    <a:pt x="127950" y="46471"/>
                    <a:pt x="127428" y="47907"/>
                    <a:pt x="126905" y="49343"/>
                  </a:cubicBezTo>
                  <a:cubicBezTo>
                    <a:pt x="125861" y="52085"/>
                    <a:pt x="124816" y="55088"/>
                    <a:pt x="123772" y="58091"/>
                  </a:cubicBezTo>
                  <a:cubicBezTo>
                    <a:pt x="121552" y="63966"/>
                    <a:pt x="119333" y="69841"/>
                    <a:pt x="116722" y="75455"/>
                  </a:cubicBezTo>
                  <a:cubicBezTo>
                    <a:pt x="114111" y="81200"/>
                    <a:pt x="110977" y="86814"/>
                    <a:pt x="107321" y="92036"/>
                  </a:cubicBezTo>
                  <a:cubicBezTo>
                    <a:pt x="113327" y="82897"/>
                    <a:pt x="118288" y="73105"/>
                    <a:pt x="121814" y="62791"/>
                  </a:cubicBezTo>
                  <a:cubicBezTo>
                    <a:pt x="123903" y="57699"/>
                    <a:pt x="125469" y="52215"/>
                    <a:pt x="127428" y="47385"/>
                  </a:cubicBezTo>
                  <a:lnTo>
                    <a:pt x="128211" y="45426"/>
                  </a:lnTo>
                  <a:cubicBezTo>
                    <a:pt x="128472" y="44773"/>
                    <a:pt x="128733" y="44251"/>
                    <a:pt x="128994" y="43598"/>
                  </a:cubicBezTo>
                  <a:lnTo>
                    <a:pt x="130692" y="39943"/>
                  </a:lnTo>
                  <a:cubicBezTo>
                    <a:pt x="131345" y="38768"/>
                    <a:pt x="131997" y="37592"/>
                    <a:pt x="132650" y="36417"/>
                  </a:cubicBezTo>
                  <a:cubicBezTo>
                    <a:pt x="133303" y="35242"/>
                    <a:pt x="133956" y="34067"/>
                    <a:pt x="134739" y="33023"/>
                  </a:cubicBezTo>
                  <a:cubicBezTo>
                    <a:pt x="136175" y="30803"/>
                    <a:pt x="137873" y="28584"/>
                    <a:pt x="139570" y="26625"/>
                  </a:cubicBezTo>
                  <a:cubicBezTo>
                    <a:pt x="140484" y="25711"/>
                    <a:pt x="141267" y="24536"/>
                    <a:pt x="142312" y="23622"/>
                  </a:cubicBezTo>
                  <a:lnTo>
                    <a:pt x="145053" y="21011"/>
                  </a:lnTo>
                  <a:cubicBezTo>
                    <a:pt x="148970" y="17486"/>
                    <a:pt x="153409" y="14483"/>
                    <a:pt x="158109" y="12264"/>
                  </a:cubicBezTo>
                  <a:cubicBezTo>
                    <a:pt x="162810" y="10044"/>
                    <a:pt x="167771" y="8608"/>
                    <a:pt x="172863" y="7825"/>
                  </a:cubicBezTo>
                  <a:cubicBezTo>
                    <a:pt x="174876" y="7553"/>
                    <a:pt x="176934" y="7417"/>
                    <a:pt x="178999" y="7417"/>
                  </a:cubicBezTo>
                  <a:close/>
                  <a:moveTo>
                    <a:pt x="23240" y="110054"/>
                  </a:moveTo>
                  <a:lnTo>
                    <a:pt x="23240" y="110054"/>
                  </a:lnTo>
                  <a:cubicBezTo>
                    <a:pt x="23203" y="110129"/>
                    <a:pt x="23176" y="110194"/>
                    <a:pt x="23170" y="110238"/>
                  </a:cubicBezTo>
                  <a:lnTo>
                    <a:pt x="23170" y="110238"/>
                  </a:lnTo>
                  <a:cubicBezTo>
                    <a:pt x="23161" y="110214"/>
                    <a:pt x="23191" y="110152"/>
                    <a:pt x="23240" y="110054"/>
                  </a:cubicBezTo>
                  <a:close/>
                  <a:moveTo>
                    <a:pt x="179863" y="1"/>
                  </a:moveTo>
                  <a:cubicBezTo>
                    <a:pt x="174698" y="1"/>
                    <a:pt x="169541" y="694"/>
                    <a:pt x="164507" y="2080"/>
                  </a:cubicBezTo>
                  <a:cubicBezTo>
                    <a:pt x="155629" y="4561"/>
                    <a:pt x="147403" y="9000"/>
                    <a:pt x="140484" y="15136"/>
                  </a:cubicBezTo>
                  <a:cubicBezTo>
                    <a:pt x="133825" y="21272"/>
                    <a:pt x="128342" y="28453"/>
                    <a:pt x="124164" y="36548"/>
                  </a:cubicBezTo>
                  <a:cubicBezTo>
                    <a:pt x="123250" y="38506"/>
                    <a:pt x="122205" y="40595"/>
                    <a:pt x="121291" y="42554"/>
                  </a:cubicBezTo>
                  <a:lnTo>
                    <a:pt x="118941" y="48821"/>
                  </a:lnTo>
                  <a:cubicBezTo>
                    <a:pt x="117375" y="52738"/>
                    <a:pt x="116200" y="56524"/>
                    <a:pt x="114633" y="60441"/>
                  </a:cubicBezTo>
                  <a:cubicBezTo>
                    <a:pt x="111891" y="67752"/>
                    <a:pt x="108496" y="74933"/>
                    <a:pt x="104580" y="81853"/>
                  </a:cubicBezTo>
                  <a:cubicBezTo>
                    <a:pt x="101838" y="86553"/>
                    <a:pt x="98574" y="90861"/>
                    <a:pt x="94657" y="94517"/>
                  </a:cubicBezTo>
                  <a:cubicBezTo>
                    <a:pt x="91132" y="97781"/>
                    <a:pt x="86562" y="99739"/>
                    <a:pt x="81862" y="100131"/>
                  </a:cubicBezTo>
                  <a:cubicBezTo>
                    <a:pt x="81332" y="100158"/>
                    <a:pt x="80803" y="100171"/>
                    <a:pt x="80275" y="100171"/>
                  </a:cubicBezTo>
                  <a:cubicBezTo>
                    <a:pt x="75610" y="100171"/>
                    <a:pt x="71071" y="99149"/>
                    <a:pt x="66848" y="97389"/>
                  </a:cubicBezTo>
                  <a:lnTo>
                    <a:pt x="62409" y="95823"/>
                  </a:lnTo>
                  <a:cubicBezTo>
                    <a:pt x="60842" y="95431"/>
                    <a:pt x="59275" y="95039"/>
                    <a:pt x="57708" y="94517"/>
                  </a:cubicBezTo>
                  <a:cubicBezTo>
                    <a:pt x="54444" y="93734"/>
                    <a:pt x="51311" y="93342"/>
                    <a:pt x="48047" y="93081"/>
                  </a:cubicBezTo>
                  <a:cubicBezTo>
                    <a:pt x="46915" y="93037"/>
                    <a:pt x="45798" y="93008"/>
                    <a:pt x="44691" y="93008"/>
                  </a:cubicBezTo>
                  <a:cubicBezTo>
                    <a:pt x="42476" y="93008"/>
                    <a:pt x="40300" y="93124"/>
                    <a:pt x="38124" y="93472"/>
                  </a:cubicBezTo>
                  <a:cubicBezTo>
                    <a:pt x="34730" y="93995"/>
                    <a:pt x="31466" y="94778"/>
                    <a:pt x="28332" y="95953"/>
                  </a:cubicBezTo>
                  <a:cubicBezTo>
                    <a:pt x="25068" y="97259"/>
                    <a:pt x="22065" y="98825"/>
                    <a:pt x="19324" y="100653"/>
                  </a:cubicBezTo>
                  <a:cubicBezTo>
                    <a:pt x="16582" y="102612"/>
                    <a:pt x="13971" y="104831"/>
                    <a:pt x="11751" y="107442"/>
                  </a:cubicBezTo>
                  <a:cubicBezTo>
                    <a:pt x="7182" y="112404"/>
                    <a:pt x="3918" y="118410"/>
                    <a:pt x="2220" y="124938"/>
                  </a:cubicBezTo>
                  <a:cubicBezTo>
                    <a:pt x="392" y="131466"/>
                    <a:pt x="1" y="138255"/>
                    <a:pt x="1176" y="144783"/>
                  </a:cubicBezTo>
                  <a:cubicBezTo>
                    <a:pt x="1959" y="149353"/>
                    <a:pt x="3395" y="153792"/>
                    <a:pt x="5484" y="157839"/>
                  </a:cubicBezTo>
                  <a:cubicBezTo>
                    <a:pt x="7573" y="162147"/>
                    <a:pt x="10446" y="166064"/>
                    <a:pt x="13971" y="169328"/>
                  </a:cubicBezTo>
                  <a:cubicBezTo>
                    <a:pt x="17626" y="172723"/>
                    <a:pt x="22065" y="175073"/>
                    <a:pt x="27027" y="176248"/>
                  </a:cubicBezTo>
                  <a:cubicBezTo>
                    <a:pt x="31017" y="177187"/>
                    <a:pt x="35219" y="177704"/>
                    <a:pt x="39347" y="177704"/>
                  </a:cubicBezTo>
                  <a:cubicBezTo>
                    <a:pt x="39811" y="177704"/>
                    <a:pt x="40274" y="177697"/>
                    <a:pt x="40736" y="177684"/>
                  </a:cubicBezTo>
                  <a:cubicBezTo>
                    <a:pt x="49614" y="177423"/>
                    <a:pt x="57839" y="176117"/>
                    <a:pt x="65673" y="175726"/>
                  </a:cubicBezTo>
                  <a:cubicBezTo>
                    <a:pt x="67169" y="175626"/>
                    <a:pt x="68665" y="175583"/>
                    <a:pt x="70161" y="175583"/>
                  </a:cubicBezTo>
                  <a:cubicBezTo>
                    <a:pt x="72582" y="175583"/>
                    <a:pt x="75002" y="175695"/>
                    <a:pt x="77423" y="175856"/>
                  </a:cubicBezTo>
                  <a:cubicBezTo>
                    <a:pt x="81079" y="176248"/>
                    <a:pt x="84734" y="177031"/>
                    <a:pt x="88260" y="178206"/>
                  </a:cubicBezTo>
                  <a:cubicBezTo>
                    <a:pt x="95179" y="180426"/>
                    <a:pt x="101316" y="184343"/>
                    <a:pt x="106538" y="189565"/>
                  </a:cubicBezTo>
                  <a:cubicBezTo>
                    <a:pt x="112544" y="195571"/>
                    <a:pt x="119986" y="200141"/>
                    <a:pt x="128211" y="202752"/>
                  </a:cubicBezTo>
                  <a:cubicBezTo>
                    <a:pt x="133720" y="204526"/>
                    <a:pt x="139495" y="205365"/>
                    <a:pt x="145299" y="205365"/>
                  </a:cubicBezTo>
                  <a:cubicBezTo>
                    <a:pt x="147611" y="205365"/>
                    <a:pt x="149928" y="205232"/>
                    <a:pt x="152234" y="204971"/>
                  </a:cubicBezTo>
                  <a:cubicBezTo>
                    <a:pt x="159676" y="204188"/>
                    <a:pt x="166857" y="201968"/>
                    <a:pt x="173516" y="198443"/>
                  </a:cubicBezTo>
                  <a:cubicBezTo>
                    <a:pt x="178346" y="195963"/>
                    <a:pt x="182785" y="192829"/>
                    <a:pt x="186572" y="189043"/>
                  </a:cubicBezTo>
                  <a:cubicBezTo>
                    <a:pt x="189052" y="186562"/>
                    <a:pt x="191011" y="183821"/>
                    <a:pt x="192577" y="180818"/>
                  </a:cubicBezTo>
                  <a:cubicBezTo>
                    <a:pt x="192969" y="179904"/>
                    <a:pt x="193361" y="179120"/>
                    <a:pt x="193752" y="178206"/>
                  </a:cubicBezTo>
                  <a:cubicBezTo>
                    <a:pt x="193883" y="177815"/>
                    <a:pt x="193883" y="177293"/>
                    <a:pt x="194014" y="176901"/>
                  </a:cubicBezTo>
                  <a:cubicBezTo>
                    <a:pt x="193963" y="176700"/>
                    <a:pt x="193874" y="176595"/>
                    <a:pt x="193746" y="176595"/>
                  </a:cubicBezTo>
                  <a:cubicBezTo>
                    <a:pt x="193542" y="176595"/>
                    <a:pt x="193240" y="176861"/>
                    <a:pt x="192838" y="177423"/>
                  </a:cubicBezTo>
                  <a:cubicBezTo>
                    <a:pt x="189705" y="181732"/>
                    <a:pt x="186049" y="185387"/>
                    <a:pt x="181871" y="188521"/>
                  </a:cubicBezTo>
                  <a:cubicBezTo>
                    <a:pt x="173777" y="194265"/>
                    <a:pt x="164376" y="197921"/>
                    <a:pt x="154584" y="199227"/>
                  </a:cubicBezTo>
                  <a:lnTo>
                    <a:pt x="154454" y="198443"/>
                  </a:lnTo>
                  <a:cubicBezTo>
                    <a:pt x="159284" y="197660"/>
                    <a:pt x="163854" y="196354"/>
                    <a:pt x="168293" y="194396"/>
                  </a:cubicBezTo>
                  <a:cubicBezTo>
                    <a:pt x="170904" y="193221"/>
                    <a:pt x="173646" y="191785"/>
                    <a:pt x="175996" y="190087"/>
                  </a:cubicBezTo>
                  <a:cubicBezTo>
                    <a:pt x="177302" y="189174"/>
                    <a:pt x="178607" y="188260"/>
                    <a:pt x="179652" y="187085"/>
                  </a:cubicBezTo>
                  <a:cubicBezTo>
                    <a:pt x="180305" y="186432"/>
                    <a:pt x="180696" y="186040"/>
                    <a:pt x="180696" y="185779"/>
                  </a:cubicBezTo>
                  <a:cubicBezTo>
                    <a:pt x="180725" y="185581"/>
                    <a:pt x="180569" y="185518"/>
                    <a:pt x="180326" y="185518"/>
                  </a:cubicBezTo>
                  <a:cubicBezTo>
                    <a:pt x="179899" y="185518"/>
                    <a:pt x="179203" y="185713"/>
                    <a:pt x="178766" y="185713"/>
                  </a:cubicBezTo>
                  <a:cubicBezTo>
                    <a:pt x="178306" y="185713"/>
                    <a:pt x="178134" y="185496"/>
                    <a:pt x="178868" y="184604"/>
                  </a:cubicBezTo>
                  <a:lnTo>
                    <a:pt x="178868" y="184604"/>
                  </a:lnTo>
                  <a:cubicBezTo>
                    <a:pt x="170252" y="191524"/>
                    <a:pt x="159546" y="195571"/>
                    <a:pt x="148578" y="195963"/>
                  </a:cubicBezTo>
                  <a:cubicBezTo>
                    <a:pt x="147699" y="196016"/>
                    <a:pt x="146820" y="196042"/>
                    <a:pt x="145943" y="196042"/>
                  </a:cubicBezTo>
                  <a:cubicBezTo>
                    <a:pt x="136018" y="196042"/>
                    <a:pt x="126337" y="192670"/>
                    <a:pt x="118419" y="186432"/>
                  </a:cubicBezTo>
                  <a:cubicBezTo>
                    <a:pt x="117375" y="185648"/>
                    <a:pt x="116069" y="184604"/>
                    <a:pt x="114763" y="183298"/>
                  </a:cubicBezTo>
                  <a:lnTo>
                    <a:pt x="109802" y="178859"/>
                  </a:lnTo>
                  <a:cubicBezTo>
                    <a:pt x="106538" y="175987"/>
                    <a:pt x="102882" y="173637"/>
                    <a:pt x="99096" y="171678"/>
                  </a:cubicBezTo>
                  <a:cubicBezTo>
                    <a:pt x="94788" y="169459"/>
                    <a:pt x="90218" y="167892"/>
                    <a:pt x="85648" y="166978"/>
                  </a:cubicBezTo>
                  <a:cubicBezTo>
                    <a:pt x="81079" y="165934"/>
                    <a:pt x="76379" y="165542"/>
                    <a:pt x="71809" y="165542"/>
                  </a:cubicBezTo>
                  <a:cubicBezTo>
                    <a:pt x="71379" y="165536"/>
                    <a:pt x="70950" y="165533"/>
                    <a:pt x="70521" y="165533"/>
                  </a:cubicBezTo>
                  <a:cubicBezTo>
                    <a:pt x="61847" y="165533"/>
                    <a:pt x="53535" y="166748"/>
                    <a:pt x="45697" y="167370"/>
                  </a:cubicBezTo>
                  <a:cubicBezTo>
                    <a:pt x="43592" y="167504"/>
                    <a:pt x="41504" y="167594"/>
                    <a:pt x="39466" y="167594"/>
                  </a:cubicBezTo>
                  <a:cubicBezTo>
                    <a:pt x="33541" y="167594"/>
                    <a:pt x="28037" y="166826"/>
                    <a:pt x="23763" y="164106"/>
                  </a:cubicBezTo>
                  <a:cubicBezTo>
                    <a:pt x="20760" y="162147"/>
                    <a:pt x="18279" y="159536"/>
                    <a:pt x="16451" y="156533"/>
                  </a:cubicBezTo>
                  <a:cubicBezTo>
                    <a:pt x="14493" y="153400"/>
                    <a:pt x="12926" y="150005"/>
                    <a:pt x="12012" y="146350"/>
                  </a:cubicBezTo>
                  <a:cubicBezTo>
                    <a:pt x="9923" y="139169"/>
                    <a:pt x="10315" y="131466"/>
                    <a:pt x="12926" y="124546"/>
                  </a:cubicBezTo>
                  <a:cubicBezTo>
                    <a:pt x="15668" y="117626"/>
                    <a:pt x="20629" y="111751"/>
                    <a:pt x="27027" y="107965"/>
                  </a:cubicBezTo>
                  <a:cubicBezTo>
                    <a:pt x="32353" y="104812"/>
                    <a:pt x="38403" y="103199"/>
                    <a:pt x="44575" y="103199"/>
                  </a:cubicBezTo>
                  <a:cubicBezTo>
                    <a:pt x="45816" y="103199"/>
                    <a:pt x="47062" y="103264"/>
                    <a:pt x="48308" y="103395"/>
                  </a:cubicBezTo>
                  <a:cubicBezTo>
                    <a:pt x="52094" y="103656"/>
                    <a:pt x="55881" y="104440"/>
                    <a:pt x="59536" y="105615"/>
                  </a:cubicBezTo>
                  <a:lnTo>
                    <a:pt x="65412" y="107704"/>
                  </a:lnTo>
                  <a:cubicBezTo>
                    <a:pt x="67500" y="108487"/>
                    <a:pt x="69720" y="109140"/>
                    <a:pt x="71940" y="109531"/>
                  </a:cubicBezTo>
                  <a:cubicBezTo>
                    <a:pt x="74524" y="110106"/>
                    <a:pt x="77187" y="110404"/>
                    <a:pt x="79843" y="110404"/>
                  </a:cubicBezTo>
                  <a:cubicBezTo>
                    <a:pt x="82017" y="110404"/>
                    <a:pt x="84185" y="110204"/>
                    <a:pt x="86301" y="109793"/>
                  </a:cubicBezTo>
                  <a:cubicBezTo>
                    <a:pt x="88782" y="109270"/>
                    <a:pt x="91132" y="108487"/>
                    <a:pt x="93351" y="107442"/>
                  </a:cubicBezTo>
                  <a:cubicBezTo>
                    <a:pt x="95571" y="106398"/>
                    <a:pt x="97660" y="105092"/>
                    <a:pt x="99488" y="103526"/>
                  </a:cubicBezTo>
                  <a:cubicBezTo>
                    <a:pt x="103143" y="100523"/>
                    <a:pt x="106277" y="97128"/>
                    <a:pt x="108888" y="93342"/>
                  </a:cubicBezTo>
                  <a:cubicBezTo>
                    <a:pt x="111499" y="89817"/>
                    <a:pt x="113719" y="86031"/>
                    <a:pt x="115677" y="82114"/>
                  </a:cubicBezTo>
                  <a:cubicBezTo>
                    <a:pt x="119594" y="74411"/>
                    <a:pt x="122858" y="66446"/>
                    <a:pt x="125730" y="58352"/>
                  </a:cubicBezTo>
                  <a:lnTo>
                    <a:pt x="127819" y="52346"/>
                  </a:lnTo>
                  <a:lnTo>
                    <a:pt x="129908" y="46862"/>
                  </a:lnTo>
                  <a:cubicBezTo>
                    <a:pt x="131475" y="43207"/>
                    <a:pt x="133172" y="39681"/>
                    <a:pt x="135261" y="36287"/>
                  </a:cubicBezTo>
                  <a:cubicBezTo>
                    <a:pt x="139178" y="29628"/>
                    <a:pt x="144531" y="23753"/>
                    <a:pt x="150667" y="19183"/>
                  </a:cubicBezTo>
                  <a:cubicBezTo>
                    <a:pt x="156804" y="14483"/>
                    <a:pt x="163985" y="11480"/>
                    <a:pt x="171557" y="10175"/>
                  </a:cubicBezTo>
                  <a:lnTo>
                    <a:pt x="172993" y="9914"/>
                  </a:lnTo>
                  <a:lnTo>
                    <a:pt x="174429" y="9652"/>
                  </a:lnTo>
                  <a:lnTo>
                    <a:pt x="177171" y="9391"/>
                  </a:lnTo>
                  <a:lnTo>
                    <a:pt x="181480" y="9391"/>
                  </a:lnTo>
                  <a:cubicBezTo>
                    <a:pt x="182002" y="9391"/>
                    <a:pt x="182524" y="9522"/>
                    <a:pt x="182916" y="9522"/>
                  </a:cubicBezTo>
                  <a:lnTo>
                    <a:pt x="185788" y="9783"/>
                  </a:lnTo>
                  <a:lnTo>
                    <a:pt x="188661" y="10305"/>
                  </a:lnTo>
                  <a:lnTo>
                    <a:pt x="190097" y="10436"/>
                  </a:lnTo>
                  <a:lnTo>
                    <a:pt x="191402" y="10828"/>
                  </a:lnTo>
                  <a:lnTo>
                    <a:pt x="194144" y="11611"/>
                  </a:lnTo>
                  <a:cubicBezTo>
                    <a:pt x="197669" y="12917"/>
                    <a:pt x="201064" y="14614"/>
                    <a:pt x="204197" y="16703"/>
                  </a:cubicBezTo>
                  <a:cubicBezTo>
                    <a:pt x="204847" y="17136"/>
                    <a:pt x="205407" y="17570"/>
                    <a:pt x="206027" y="18003"/>
                  </a:cubicBezTo>
                  <a:lnTo>
                    <a:pt x="206027" y="18003"/>
                  </a:lnTo>
                  <a:cubicBezTo>
                    <a:pt x="204602" y="16838"/>
                    <a:pt x="203078" y="15787"/>
                    <a:pt x="201455" y="14875"/>
                  </a:cubicBezTo>
                  <a:cubicBezTo>
                    <a:pt x="197278" y="12525"/>
                    <a:pt x="192708" y="10828"/>
                    <a:pt x="187877" y="9914"/>
                  </a:cubicBezTo>
                  <a:cubicBezTo>
                    <a:pt x="185134" y="9469"/>
                    <a:pt x="182392" y="9235"/>
                    <a:pt x="179649" y="9235"/>
                  </a:cubicBezTo>
                  <a:cubicBezTo>
                    <a:pt x="177561" y="9235"/>
                    <a:pt x="175473" y="9370"/>
                    <a:pt x="173385" y="9652"/>
                  </a:cubicBezTo>
                  <a:cubicBezTo>
                    <a:pt x="168554" y="10305"/>
                    <a:pt x="163854" y="11741"/>
                    <a:pt x="159415" y="13700"/>
                  </a:cubicBezTo>
                  <a:cubicBezTo>
                    <a:pt x="154976" y="15789"/>
                    <a:pt x="150929" y="18400"/>
                    <a:pt x="147142" y="21664"/>
                  </a:cubicBezTo>
                  <a:lnTo>
                    <a:pt x="144531" y="24145"/>
                  </a:lnTo>
                  <a:lnTo>
                    <a:pt x="143226" y="25450"/>
                  </a:lnTo>
                  <a:lnTo>
                    <a:pt x="141920" y="26756"/>
                  </a:lnTo>
                  <a:lnTo>
                    <a:pt x="139570" y="29628"/>
                  </a:lnTo>
                  <a:lnTo>
                    <a:pt x="137350" y="32631"/>
                  </a:lnTo>
                  <a:cubicBezTo>
                    <a:pt x="135914" y="34720"/>
                    <a:pt x="134609" y="36940"/>
                    <a:pt x="133303" y="39159"/>
                  </a:cubicBezTo>
                  <a:cubicBezTo>
                    <a:pt x="132781" y="40204"/>
                    <a:pt x="132258" y="41248"/>
                    <a:pt x="131736" y="42423"/>
                  </a:cubicBezTo>
                  <a:lnTo>
                    <a:pt x="130039" y="45818"/>
                  </a:lnTo>
                  <a:cubicBezTo>
                    <a:pt x="129125" y="48037"/>
                    <a:pt x="128211" y="50257"/>
                    <a:pt x="127428" y="52738"/>
                  </a:cubicBezTo>
                  <a:cubicBezTo>
                    <a:pt x="126514" y="55349"/>
                    <a:pt x="125600" y="57829"/>
                    <a:pt x="124686" y="60441"/>
                  </a:cubicBezTo>
                  <a:cubicBezTo>
                    <a:pt x="121161" y="70624"/>
                    <a:pt x="116461" y="80547"/>
                    <a:pt x="110847" y="89947"/>
                  </a:cubicBezTo>
                  <a:cubicBezTo>
                    <a:pt x="107844" y="94778"/>
                    <a:pt x="104057" y="99217"/>
                    <a:pt x="99618" y="103003"/>
                  </a:cubicBezTo>
                  <a:cubicBezTo>
                    <a:pt x="97268" y="104831"/>
                    <a:pt x="94657" y="106529"/>
                    <a:pt x="91785" y="107704"/>
                  </a:cubicBezTo>
                  <a:cubicBezTo>
                    <a:pt x="88912" y="108879"/>
                    <a:pt x="85909" y="109662"/>
                    <a:pt x="82776" y="109923"/>
                  </a:cubicBezTo>
                  <a:cubicBezTo>
                    <a:pt x="81868" y="109982"/>
                    <a:pt x="80964" y="110012"/>
                    <a:pt x="80062" y="110012"/>
                  </a:cubicBezTo>
                  <a:cubicBezTo>
                    <a:pt x="75000" y="110012"/>
                    <a:pt x="70047" y="109085"/>
                    <a:pt x="65281" y="107312"/>
                  </a:cubicBezTo>
                  <a:cubicBezTo>
                    <a:pt x="62409" y="106398"/>
                    <a:pt x="60189" y="105484"/>
                    <a:pt x="57839" y="104831"/>
                  </a:cubicBezTo>
                  <a:cubicBezTo>
                    <a:pt x="56664" y="104440"/>
                    <a:pt x="55489" y="104178"/>
                    <a:pt x="54183" y="103917"/>
                  </a:cubicBezTo>
                  <a:cubicBezTo>
                    <a:pt x="53008" y="103656"/>
                    <a:pt x="51833" y="103395"/>
                    <a:pt x="50658" y="103265"/>
                  </a:cubicBezTo>
                  <a:cubicBezTo>
                    <a:pt x="48758" y="102956"/>
                    <a:pt x="46848" y="102805"/>
                    <a:pt x="44945" y="102805"/>
                  </a:cubicBezTo>
                  <a:cubicBezTo>
                    <a:pt x="37175" y="102805"/>
                    <a:pt x="29534" y="105334"/>
                    <a:pt x="23241" y="110054"/>
                  </a:cubicBezTo>
                  <a:cubicBezTo>
                    <a:pt x="23484" y="109810"/>
                    <a:pt x="24083" y="109262"/>
                    <a:pt x="23932" y="109262"/>
                  </a:cubicBezTo>
                  <a:cubicBezTo>
                    <a:pt x="23840" y="109262"/>
                    <a:pt x="23474" y="109463"/>
                    <a:pt x="22588" y="110054"/>
                  </a:cubicBezTo>
                  <a:cubicBezTo>
                    <a:pt x="28973" y="104946"/>
                    <a:pt x="36919" y="102180"/>
                    <a:pt x="45083" y="102180"/>
                  </a:cubicBezTo>
                  <a:cubicBezTo>
                    <a:pt x="46936" y="102180"/>
                    <a:pt x="48799" y="102322"/>
                    <a:pt x="50658" y="102612"/>
                  </a:cubicBezTo>
                  <a:cubicBezTo>
                    <a:pt x="51833" y="102742"/>
                    <a:pt x="53139" y="103003"/>
                    <a:pt x="54314" y="103265"/>
                  </a:cubicBezTo>
                  <a:cubicBezTo>
                    <a:pt x="55619" y="103526"/>
                    <a:pt x="56795" y="103787"/>
                    <a:pt x="58100" y="104178"/>
                  </a:cubicBezTo>
                  <a:cubicBezTo>
                    <a:pt x="60581" y="104831"/>
                    <a:pt x="62800" y="105745"/>
                    <a:pt x="65673" y="106790"/>
                  </a:cubicBezTo>
                  <a:cubicBezTo>
                    <a:pt x="70432" y="108450"/>
                    <a:pt x="75378" y="109359"/>
                    <a:pt x="80433" y="109359"/>
                  </a:cubicBezTo>
                  <a:cubicBezTo>
                    <a:pt x="81341" y="109359"/>
                    <a:pt x="82253" y="109330"/>
                    <a:pt x="83168" y="109270"/>
                  </a:cubicBezTo>
                  <a:cubicBezTo>
                    <a:pt x="86301" y="108879"/>
                    <a:pt x="89304" y="108095"/>
                    <a:pt x="92176" y="106790"/>
                  </a:cubicBezTo>
                  <a:cubicBezTo>
                    <a:pt x="94918" y="105615"/>
                    <a:pt x="97529" y="103917"/>
                    <a:pt x="99749" y="101959"/>
                  </a:cubicBezTo>
                  <a:cubicBezTo>
                    <a:pt x="102099" y="100001"/>
                    <a:pt x="104057" y="97912"/>
                    <a:pt x="105885" y="95692"/>
                  </a:cubicBezTo>
                  <a:cubicBezTo>
                    <a:pt x="107713" y="93472"/>
                    <a:pt x="109280" y="91122"/>
                    <a:pt x="110847" y="88642"/>
                  </a:cubicBezTo>
                  <a:cubicBezTo>
                    <a:pt x="116461" y="79241"/>
                    <a:pt x="121030" y="69188"/>
                    <a:pt x="124686" y="58743"/>
                  </a:cubicBezTo>
                  <a:cubicBezTo>
                    <a:pt x="125600" y="56263"/>
                    <a:pt x="126383" y="53521"/>
                    <a:pt x="127428" y="51171"/>
                  </a:cubicBezTo>
                  <a:lnTo>
                    <a:pt x="128733" y="47646"/>
                  </a:lnTo>
                  <a:lnTo>
                    <a:pt x="129517" y="45818"/>
                  </a:lnTo>
                  <a:lnTo>
                    <a:pt x="130300" y="44121"/>
                  </a:lnTo>
                  <a:cubicBezTo>
                    <a:pt x="131345" y="41770"/>
                    <a:pt x="132520" y="39420"/>
                    <a:pt x="133825" y="37331"/>
                  </a:cubicBezTo>
                  <a:cubicBezTo>
                    <a:pt x="134478" y="36156"/>
                    <a:pt x="135131" y="35112"/>
                    <a:pt x="135784" y="34067"/>
                  </a:cubicBezTo>
                  <a:lnTo>
                    <a:pt x="138003" y="30934"/>
                  </a:lnTo>
                  <a:lnTo>
                    <a:pt x="139178" y="29367"/>
                  </a:lnTo>
                  <a:lnTo>
                    <a:pt x="140353" y="27931"/>
                  </a:lnTo>
                  <a:lnTo>
                    <a:pt x="142703" y="25320"/>
                  </a:lnTo>
                  <a:lnTo>
                    <a:pt x="145445" y="22709"/>
                  </a:lnTo>
                  <a:cubicBezTo>
                    <a:pt x="145967" y="22186"/>
                    <a:pt x="146359" y="21795"/>
                    <a:pt x="146881" y="21403"/>
                  </a:cubicBezTo>
                  <a:lnTo>
                    <a:pt x="148317" y="20228"/>
                  </a:lnTo>
                  <a:cubicBezTo>
                    <a:pt x="152234" y="17094"/>
                    <a:pt x="156543" y="14483"/>
                    <a:pt x="161112" y="12655"/>
                  </a:cubicBezTo>
                  <a:cubicBezTo>
                    <a:pt x="163462" y="11741"/>
                    <a:pt x="165812" y="10828"/>
                    <a:pt x="168293" y="10305"/>
                  </a:cubicBezTo>
                  <a:lnTo>
                    <a:pt x="171949" y="9522"/>
                  </a:lnTo>
                  <a:cubicBezTo>
                    <a:pt x="173124" y="9261"/>
                    <a:pt x="174429" y="9261"/>
                    <a:pt x="175604" y="9130"/>
                  </a:cubicBezTo>
                  <a:cubicBezTo>
                    <a:pt x="177050" y="9019"/>
                    <a:pt x="178485" y="8960"/>
                    <a:pt x="179909" y="8960"/>
                  </a:cubicBezTo>
                  <a:cubicBezTo>
                    <a:pt x="183503" y="8960"/>
                    <a:pt x="187029" y="9333"/>
                    <a:pt x="190488" y="10175"/>
                  </a:cubicBezTo>
                  <a:cubicBezTo>
                    <a:pt x="200280" y="12264"/>
                    <a:pt x="208897" y="18139"/>
                    <a:pt x="214381" y="26625"/>
                  </a:cubicBezTo>
                  <a:lnTo>
                    <a:pt x="213598" y="27017"/>
                  </a:lnTo>
                  <a:cubicBezTo>
                    <a:pt x="217123" y="33023"/>
                    <a:pt x="218689" y="39812"/>
                    <a:pt x="218037" y="46601"/>
                  </a:cubicBezTo>
                  <a:cubicBezTo>
                    <a:pt x="217906" y="48429"/>
                    <a:pt x="217645" y="50126"/>
                    <a:pt x="217253" y="51824"/>
                  </a:cubicBezTo>
                  <a:cubicBezTo>
                    <a:pt x="216992" y="53651"/>
                    <a:pt x="216470" y="55349"/>
                    <a:pt x="215948" y="57046"/>
                  </a:cubicBezTo>
                  <a:cubicBezTo>
                    <a:pt x="215425" y="58743"/>
                    <a:pt x="214773" y="60441"/>
                    <a:pt x="214120" y="62138"/>
                  </a:cubicBezTo>
                  <a:cubicBezTo>
                    <a:pt x="213467" y="63705"/>
                    <a:pt x="212553" y="65663"/>
                    <a:pt x="211770" y="67491"/>
                  </a:cubicBezTo>
                  <a:cubicBezTo>
                    <a:pt x="205242" y="81983"/>
                    <a:pt x="199236" y="97128"/>
                    <a:pt x="195841" y="113448"/>
                  </a:cubicBezTo>
                  <a:lnTo>
                    <a:pt x="195319" y="115929"/>
                  </a:lnTo>
                  <a:cubicBezTo>
                    <a:pt x="195189" y="116843"/>
                    <a:pt x="195058" y="117626"/>
                    <a:pt x="194927" y="118410"/>
                  </a:cubicBezTo>
                  <a:cubicBezTo>
                    <a:pt x="194666" y="120107"/>
                    <a:pt x="194405" y="121674"/>
                    <a:pt x="194275" y="123371"/>
                  </a:cubicBezTo>
                  <a:lnTo>
                    <a:pt x="194014" y="128202"/>
                  </a:lnTo>
                  <a:lnTo>
                    <a:pt x="194014" y="132641"/>
                  </a:lnTo>
                  <a:cubicBezTo>
                    <a:pt x="194014" y="138647"/>
                    <a:pt x="194405" y="143738"/>
                    <a:pt x="194405" y="148308"/>
                  </a:cubicBezTo>
                  <a:cubicBezTo>
                    <a:pt x="194927" y="142824"/>
                    <a:pt x="194666" y="136819"/>
                    <a:pt x="195058" y="130552"/>
                  </a:cubicBezTo>
                  <a:cubicBezTo>
                    <a:pt x="195319" y="124415"/>
                    <a:pt x="196233" y="118148"/>
                    <a:pt x="197669" y="112143"/>
                  </a:cubicBezTo>
                  <a:cubicBezTo>
                    <a:pt x="200542" y="100131"/>
                    <a:pt x="204589" y="88381"/>
                    <a:pt x="209420" y="77022"/>
                  </a:cubicBezTo>
                  <a:lnTo>
                    <a:pt x="213206" y="68535"/>
                  </a:lnTo>
                  <a:lnTo>
                    <a:pt x="215034" y="64227"/>
                  </a:lnTo>
                  <a:lnTo>
                    <a:pt x="216731" y="60180"/>
                  </a:lnTo>
                  <a:cubicBezTo>
                    <a:pt x="218820" y="54827"/>
                    <a:pt x="219864" y="49082"/>
                    <a:pt x="219995" y="43337"/>
                  </a:cubicBezTo>
                  <a:cubicBezTo>
                    <a:pt x="219995" y="42482"/>
                    <a:pt x="219963" y="41630"/>
                    <a:pt x="219900" y="40782"/>
                  </a:cubicBezTo>
                  <a:lnTo>
                    <a:pt x="219900" y="40782"/>
                  </a:lnTo>
                  <a:cubicBezTo>
                    <a:pt x="220164" y="44070"/>
                    <a:pt x="220004" y="47393"/>
                    <a:pt x="219473" y="50649"/>
                  </a:cubicBezTo>
                  <a:cubicBezTo>
                    <a:pt x="219212" y="52215"/>
                    <a:pt x="218820" y="53782"/>
                    <a:pt x="218428" y="55349"/>
                  </a:cubicBezTo>
                  <a:lnTo>
                    <a:pt x="217775" y="57699"/>
                  </a:lnTo>
                  <a:lnTo>
                    <a:pt x="217384" y="58874"/>
                  </a:lnTo>
                  <a:cubicBezTo>
                    <a:pt x="217253" y="59266"/>
                    <a:pt x="217123" y="59657"/>
                    <a:pt x="216992" y="60049"/>
                  </a:cubicBezTo>
                  <a:cubicBezTo>
                    <a:pt x="216339" y="61485"/>
                    <a:pt x="215687" y="63052"/>
                    <a:pt x="215164" y="64619"/>
                  </a:cubicBezTo>
                  <a:lnTo>
                    <a:pt x="213075" y="69319"/>
                  </a:lnTo>
                  <a:cubicBezTo>
                    <a:pt x="207331" y="81853"/>
                    <a:pt x="202630" y="94778"/>
                    <a:pt x="199105" y="107965"/>
                  </a:cubicBezTo>
                  <a:cubicBezTo>
                    <a:pt x="197408" y="114623"/>
                    <a:pt x="196233" y="121543"/>
                    <a:pt x="195841" y="128332"/>
                  </a:cubicBezTo>
                  <a:cubicBezTo>
                    <a:pt x="195189" y="135252"/>
                    <a:pt x="195711" y="142172"/>
                    <a:pt x="195189" y="148308"/>
                  </a:cubicBezTo>
                  <a:cubicBezTo>
                    <a:pt x="195058" y="149744"/>
                    <a:pt x="194927" y="151050"/>
                    <a:pt x="194797" y="152355"/>
                  </a:cubicBezTo>
                  <a:lnTo>
                    <a:pt x="194014" y="156403"/>
                  </a:lnTo>
                  <a:cubicBezTo>
                    <a:pt x="193752" y="158100"/>
                    <a:pt x="193361" y="159797"/>
                    <a:pt x="192969" y="161364"/>
                  </a:cubicBezTo>
                  <a:cubicBezTo>
                    <a:pt x="192708" y="162931"/>
                    <a:pt x="192186" y="164498"/>
                    <a:pt x="191794" y="165803"/>
                  </a:cubicBezTo>
                  <a:cubicBezTo>
                    <a:pt x="191272" y="168675"/>
                    <a:pt x="190358" y="171026"/>
                    <a:pt x="189836" y="172853"/>
                  </a:cubicBezTo>
                  <a:cubicBezTo>
                    <a:pt x="189444" y="174551"/>
                    <a:pt x="189183" y="175726"/>
                    <a:pt x="189574" y="175856"/>
                  </a:cubicBezTo>
                  <a:cubicBezTo>
                    <a:pt x="189593" y="175865"/>
                    <a:pt x="189614" y="175870"/>
                    <a:pt x="189637" y="175870"/>
                  </a:cubicBezTo>
                  <a:cubicBezTo>
                    <a:pt x="189948" y="175870"/>
                    <a:pt x="190710" y="175048"/>
                    <a:pt x="191925" y="172984"/>
                  </a:cubicBezTo>
                  <a:cubicBezTo>
                    <a:pt x="194144" y="169328"/>
                    <a:pt x="195972" y="165542"/>
                    <a:pt x="197278" y="161495"/>
                  </a:cubicBezTo>
                  <a:cubicBezTo>
                    <a:pt x="197800" y="159797"/>
                    <a:pt x="198191" y="158100"/>
                    <a:pt x="198453" y="156403"/>
                  </a:cubicBezTo>
                  <a:cubicBezTo>
                    <a:pt x="198714" y="155358"/>
                    <a:pt x="198844" y="154444"/>
                    <a:pt x="198975" y="153400"/>
                  </a:cubicBezTo>
                  <a:cubicBezTo>
                    <a:pt x="199236" y="152486"/>
                    <a:pt x="199236" y="151441"/>
                    <a:pt x="199366" y="150528"/>
                  </a:cubicBezTo>
                  <a:cubicBezTo>
                    <a:pt x="199628" y="148700"/>
                    <a:pt x="199628" y="147002"/>
                    <a:pt x="199628" y="145827"/>
                  </a:cubicBezTo>
                  <a:lnTo>
                    <a:pt x="199628" y="143869"/>
                  </a:lnTo>
                  <a:cubicBezTo>
                    <a:pt x="199783" y="142934"/>
                    <a:pt x="199960" y="142578"/>
                    <a:pt x="200140" y="142578"/>
                  </a:cubicBezTo>
                  <a:cubicBezTo>
                    <a:pt x="200414" y="142578"/>
                    <a:pt x="200697" y="143396"/>
                    <a:pt x="200933" y="144261"/>
                  </a:cubicBezTo>
                  <a:cubicBezTo>
                    <a:pt x="201064" y="139430"/>
                    <a:pt x="200933" y="134730"/>
                    <a:pt x="201194" y="130030"/>
                  </a:cubicBezTo>
                  <a:cubicBezTo>
                    <a:pt x="201325" y="127679"/>
                    <a:pt x="201455" y="125329"/>
                    <a:pt x="201847" y="122979"/>
                  </a:cubicBezTo>
                  <a:cubicBezTo>
                    <a:pt x="202239" y="120760"/>
                    <a:pt x="202500" y="118410"/>
                    <a:pt x="203022" y="116060"/>
                  </a:cubicBezTo>
                  <a:cubicBezTo>
                    <a:pt x="204850" y="106790"/>
                    <a:pt x="207592" y="97781"/>
                    <a:pt x="210986" y="88903"/>
                  </a:cubicBezTo>
                  <a:cubicBezTo>
                    <a:pt x="212814" y="84464"/>
                    <a:pt x="214511" y="80155"/>
                    <a:pt x="216339" y="75716"/>
                  </a:cubicBezTo>
                  <a:cubicBezTo>
                    <a:pt x="218297" y="71278"/>
                    <a:pt x="220255" y="67101"/>
                    <a:pt x="222083" y="62402"/>
                  </a:cubicBezTo>
                  <a:lnTo>
                    <a:pt x="222083" y="62402"/>
                  </a:lnTo>
                  <a:cubicBezTo>
                    <a:pt x="220255" y="67101"/>
                    <a:pt x="218428" y="71409"/>
                    <a:pt x="216470" y="75847"/>
                  </a:cubicBezTo>
                  <a:cubicBezTo>
                    <a:pt x="214511" y="80155"/>
                    <a:pt x="212814" y="84725"/>
                    <a:pt x="211117" y="89164"/>
                  </a:cubicBezTo>
                  <a:cubicBezTo>
                    <a:pt x="207722" y="98042"/>
                    <a:pt x="204981" y="107312"/>
                    <a:pt x="203153" y="116712"/>
                  </a:cubicBezTo>
                  <a:cubicBezTo>
                    <a:pt x="202761" y="119062"/>
                    <a:pt x="202239" y="121412"/>
                    <a:pt x="202108" y="123763"/>
                  </a:cubicBezTo>
                  <a:cubicBezTo>
                    <a:pt x="201978" y="126113"/>
                    <a:pt x="201586" y="128463"/>
                    <a:pt x="201586" y="130813"/>
                  </a:cubicBezTo>
                  <a:cubicBezTo>
                    <a:pt x="201325" y="135644"/>
                    <a:pt x="201455" y="140474"/>
                    <a:pt x="201325" y="145436"/>
                  </a:cubicBezTo>
                  <a:cubicBezTo>
                    <a:pt x="201466" y="145789"/>
                    <a:pt x="201607" y="146027"/>
                    <a:pt x="201749" y="146027"/>
                  </a:cubicBezTo>
                  <a:cubicBezTo>
                    <a:pt x="201868" y="146027"/>
                    <a:pt x="201988" y="145855"/>
                    <a:pt x="202108" y="145436"/>
                  </a:cubicBezTo>
                  <a:cubicBezTo>
                    <a:pt x="202500" y="142824"/>
                    <a:pt x="202761" y="140344"/>
                    <a:pt x="202761" y="137863"/>
                  </a:cubicBezTo>
                  <a:cubicBezTo>
                    <a:pt x="202892" y="134860"/>
                    <a:pt x="202892" y="130291"/>
                    <a:pt x="203544" y="124546"/>
                  </a:cubicBezTo>
                  <a:cubicBezTo>
                    <a:pt x="204328" y="118018"/>
                    <a:pt x="205633" y="111620"/>
                    <a:pt x="207461" y="105354"/>
                  </a:cubicBezTo>
                  <a:cubicBezTo>
                    <a:pt x="208245" y="101828"/>
                    <a:pt x="209550" y="98303"/>
                    <a:pt x="210725" y="94778"/>
                  </a:cubicBezTo>
                  <a:cubicBezTo>
                    <a:pt x="211770" y="91122"/>
                    <a:pt x="213206" y="87728"/>
                    <a:pt x="214511" y="84333"/>
                  </a:cubicBezTo>
                  <a:cubicBezTo>
                    <a:pt x="215687" y="80939"/>
                    <a:pt x="217253" y="77544"/>
                    <a:pt x="218559" y="74541"/>
                  </a:cubicBezTo>
                  <a:cubicBezTo>
                    <a:pt x="219212" y="72974"/>
                    <a:pt x="219864" y="71408"/>
                    <a:pt x="220517" y="69972"/>
                  </a:cubicBezTo>
                  <a:cubicBezTo>
                    <a:pt x="221170" y="68535"/>
                    <a:pt x="221823" y="67099"/>
                    <a:pt x="222345" y="65663"/>
                  </a:cubicBezTo>
                  <a:cubicBezTo>
                    <a:pt x="226131" y="57568"/>
                    <a:pt x="227829" y="48690"/>
                    <a:pt x="227306" y="39681"/>
                  </a:cubicBezTo>
                  <a:cubicBezTo>
                    <a:pt x="227176" y="38637"/>
                    <a:pt x="227045" y="37462"/>
                    <a:pt x="226784" y="36287"/>
                  </a:cubicBezTo>
                  <a:cubicBezTo>
                    <a:pt x="226654" y="35242"/>
                    <a:pt x="226523" y="34067"/>
                    <a:pt x="226131" y="32892"/>
                  </a:cubicBezTo>
                  <a:cubicBezTo>
                    <a:pt x="224956" y="28453"/>
                    <a:pt x="222998" y="24145"/>
                    <a:pt x="220517" y="20228"/>
                  </a:cubicBezTo>
                  <a:cubicBezTo>
                    <a:pt x="219864" y="19183"/>
                    <a:pt x="219081" y="18400"/>
                    <a:pt x="218298" y="17356"/>
                  </a:cubicBezTo>
                  <a:lnTo>
                    <a:pt x="217253" y="16050"/>
                  </a:lnTo>
                  <a:lnTo>
                    <a:pt x="216078" y="14744"/>
                  </a:lnTo>
                  <a:cubicBezTo>
                    <a:pt x="209550" y="8086"/>
                    <a:pt x="201194" y="3386"/>
                    <a:pt x="192055" y="1297"/>
                  </a:cubicBezTo>
                  <a:cubicBezTo>
                    <a:pt x="188023" y="433"/>
                    <a:pt x="183940" y="1"/>
                    <a:pt x="179863" y="1"/>
                  </a:cubicBezTo>
                  <a:close/>
                </a:path>
              </a:pathLst>
            </a:custGeom>
            <a:solidFill>
              <a:srgbClr val="FDB32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2" name="Google Shape;602;p50"/>
          <p:cNvGrpSpPr/>
          <p:nvPr/>
        </p:nvGrpSpPr>
        <p:grpSpPr>
          <a:xfrm rot="3959244">
            <a:off x="-1074030" y="-1026107"/>
            <a:ext cx="2836346" cy="2990614"/>
            <a:chOff x="235075" y="777725"/>
            <a:chExt cx="7186900" cy="4132775"/>
          </a:xfrm>
        </p:grpSpPr>
        <p:sp>
          <p:nvSpPr>
            <p:cNvPr id="603" name="Google Shape;603;p50"/>
            <p:cNvSpPr/>
            <p:nvPr/>
          </p:nvSpPr>
          <p:spPr>
            <a:xfrm>
              <a:off x="342575" y="932875"/>
              <a:ext cx="7079400" cy="3826525"/>
            </a:xfrm>
            <a:custGeom>
              <a:rect b="b" l="l" r="r" t="t"/>
              <a:pathLst>
                <a:path extrusionOk="0" h="153061" w="283176">
                  <a:moveTo>
                    <a:pt x="168404" y="0"/>
                  </a:moveTo>
                  <a:cubicBezTo>
                    <a:pt x="157709" y="0"/>
                    <a:pt x="146666" y="1269"/>
                    <a:pt x="137470" y="1958"/>
                  </a:cubicBezTo>
                  <a:cubicBezTo>
                    <a:pt x="99769" y="4776"/>
                    <a:pt x="61970" y="14736"/>
                    <a:pt x="30657" y="36550"/>
                  </a:cubicBezTo>
                  <a:cubicBezTo>
                    <a:pt x="16422" y="46461"/>
                    <a:pt x="2915" y="60284"/>
                    <a:pt x="1336" y="77580"/>
                  </a:cubicBezTo>
                  <a:cubicBezTo>
                    <a:pt x="0" y="92204"/>
                    <a:pt x="7774" y="106560"/>
                    <a:pt x="18778" y="116301"/>
                  </a:cubicBezTo>
                  <a:cubicBezTo>
                    <a:pt x="29807" y="126043"/>
                    <a:pt x="43726" y="131800"/>
                    <a:pt x="57670" y="136415"/>
                  </a:cubicBezTo>
                  <a:cubicBezTo>
                    <a:pt x="91058" y="147472"/>
                    <a:pt x="125903" y="153060"/>
                    <a:pt x="160873" y="153060"/>
                  </a:cubicBezTo>
                  <a:cubicBezTo>
                    <a:pt x="176382" y="153060"/>
                    <a:pt x="191917" y="151961"/>
                    <a:pt x="207359" y="149752"/>
                  </a:cubicBezTo>
                  <a:cubicBezTo>
                    <a:pt x="222226" y="147614"/>
                    <a:pt x="237360" y="144286"/>
                    <a:pt x="249871" y="135929"/>
                  </a:cubicBezTo>
                  <a:cubicBezTo>
                    <a:pt x="275062" y="119095"/>
                    <a:pt x="283175" y="80398"/>
                    <a:pt x="265102" y="56057"/>
                  </a:cubicBezTo>
                  <a:cubicBezTo>
                    <a:pt x="255968" y="43789"/>
                    <a:pt x="242097" y="36137"/>
                    <a:pt x="229125" y="28024"/>
                  </a:cubicBezTo>
                  <a:cubicBezTo>
                    <a:pt x="217003" y="20420"/>
                    <a:pt x="204881" y="7643"/>
                    <a:pt x="191278" y="3027"/>
                  </a:cubicBezTo>
                  <a:cubicBezTo>
                    <a:pt x="184502" y="737"/>
                    <a:pt x="176554" y="0"/>
                    <a:pt x="168404" y="0"/>
                  </a:cubicBezTo>
                  <a:close/>
                </a:path>
              </a:pathLst>
            </a:custGeom>
            <a:solidFill>
              <a:srgbClr val="F0A9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50"/>
            <p:cNvSpPr/>
            <p:nvPr/>
          </p:nvSpPr>
          <p:spPr>
            <a:xfrm>
              <a:off x="235075" y="777725"/>
              <a:ext cx="7126775" cy="4132775"/>
            </a:xfrm>
            <a:custGeom>
              <a:rect b="b" l="l" r="r" t="t"/>
              <a:pathLst>
                <a:path extrusionOk="0" h="165311" w="285071">
                  <a:moveTo>
                    <a:pt x="193683" y="2310"/>
                  </a:moveTo>
                  <a:lnTo>
                    <a:pt x="194120" y="2431"/>
                  </a:lnTo>
                  <a:lnTo>
                    <a:pt x="194557" y="2553"/>
                  </a:lnTo>
                  <a:lnTo>
                    <a:pt x="195456" y="2820"/>
                  </a:lnTo>
                  <a:lnTo>
                    <a:pt x="196198" y="3047"/>
                  </a:lnTo>
                  <a:lnTo>
                    <a:pt x="196198" y="3047"/>
                  </a:lnTo>
                  <a:cubicBezTo>
                    <a:pt x="196113" y="3020"/>
                    <a:pt x="196027" y="2993"/>
                    <a:pt x="195942" y="2966"/>
                  </a:cubicBezTo>
                  <a:lnTo>
                    <a:pt x="194825" y="2626"/>
                  </a:lnTo>
                  <a:cubicBezTo>
                    <a:pt x="194436" y="2504"/>
                    <a:pt x="194072" y="2383"/>
                    <a:pt x="193683" y="2310"/>
                  </a:cubicBezTo>
                  <a:close/>
                  <a:moveTo>
                    <a:pt x="196198" y="3047"/>
                  </a:moveTo>
                  <a:cubicBezTo>
                    <a:pt x="196309" y="3081"/>
                    <a:pt x="196421" y="3115"/>
                    <a:pt x="196532" y="3149"/>
                  </a:cubicBezTo>
                  <a:lnTo>
                    <a:pt x="196532" y="3149"/>
                  </a:lnTo>
                  <a:lnTo>
                    <a:pt x="196198" y="3047"/>
                  </a:lnTo>
                  <a:close/>
                  <a:moveTo>
                    <a:pt x="196532" y="3149"/>
                  </a:moveTo>
                  <a:lnTo>
                    <a:pt x="197205" y="3354"/>
                  </a:lnTo>
                  <a:cubicBezTo>
                    <a:pt x="197213" y="3356"/>
                    <a:pt x="197220" y="3358"/>
                    <a:pt x="197228" y="3360"/>
                  </a:cubicBezTo>
                  <a:lnTo>
                    <a:pt x="197228" y="3360"/>
                  </a:lnTo>
                  <a:cubicBezTo>
                    <a:pt x="196996" y="3288"/>
                    <a:pt x="196764" y="3219"/>
                    <a:pt x="196532" y="3149"/>
                  </a:cubicBezTo>
                  <a:close/>
                  <a:moveTo>
                    <a:pt x="197228" y="3360"/>
                  </a:moveTo>
                  <a:lnTo>
                    <a:pt x="197228" y="3360"/>
                  </a:lnTo>
                  <a:cubicBezTo>
                    <a:pt x="197350" y="3398"/>
                    <a:pt x="197472" y="3437"/>
                    <a:pt x="197593" y="3477"/>
                  </a:cubicBezTo>
                  <a:lnTo>
                    <a:pt x="197593" y="3477"/>
                  </a:lnTo>
                  <a:cubicBezTo>
                    <a:pt x="197473" y="3434"/>
                    <a:pt x="197353" y="3392"/>
                    <a:pt x="197228" y="3360"/>
                  </a:cubicBezTo>
                  <a:close/>
                  <a:moveTo>
                    <a:pt x="197593" y="3477"/>
                  </a:moveTo>
                  <a:lnTo>
                    <a:pt x="197593" y="3477"/>
                  </a:lnTo>
                  <a:cubicBezTo>
                    <a:pt x="197745" y="3533"/>
                    <a:pt x="197897" y="3593"/>
                    <a:pt x="198055" y="3646"/>
                  </a:cubicBezTo>
                  <a:lnTo>
                    <a:pt x="198930" y="3986"/>
                  </a:lnTo>
                  <a:cubicBezTo>
                    <a:pt x="199513" y="4205"/>
                    <a:pt x="200096" y="4423"/>
                    <a:pt x="200655" y="4666"/>
                  </a:cubicBezTo>
                  <a:cubicBezTo>
                    <a:pt x="200971" y="4803"/>
                    <a:pt x="201287" y="4943"/>
                    <a:pt x="201601" y="5085"/>
                  </a:cubicBezTo>
                  <a:lnTo>
                    <a:pt x="201601" y="5085"/>
                  </a:lnTo>
                  <a:lnTo>
                    <a:pt x="200412" y="4545"/>
                  </a:lnTo>
                  <a:lnTo>
                    <a:pt x="198201" y="3694"/>
                  </a:lnTo>
                  <a:cubicBezTo>
                    <a:pt x="197999" y="3616"/>
                    <a:pt x="197796" y="3545"/>
                    <a:pt x="197593" y="3477"/>
                  </a:cubicBezTo>
                  <a:close/>
                  <a:moveTo>
                    <a:pt x="201601" y="5085"/>
                  </a:moveTo>
                  <a:lnTo>
                    <a:pt x="201792" y="5172"/>
                  </a:lnTo>
                  <a:lnTo>
                    <a:pt x="201792" y="5172"/>
                  </a:lnTo>
                  <a:cubicBezTo>
                    <a:pt x="201728" y="5143"/>
                    <a:pt x="201665" y="5114"/>
                    <a:pt x="201601" y="5085"/>
                  </a:cubicBezTo>
                  <a:close/>
                  <a:moveTo>
                    <a:pt x="201792" y="5172"/>
                  </a:moveTo>
                  <a:cubicBezTo>
                    <a:pt x="202347" y="5425"/>
                    <a:pt x="202898" y="5687"/>
                    <a:pt x="203447" y="5957"/>
                  </a:cubicBezTo>
                  <a:lnTo>
                    <a:pt x="203447" y="5957"/>
                  </a:lnTo>
                  <a:cubicBezTo>
                    <a:pt x="203149" y="5808"/>
                    <a:pt x="202850" y="5661"/>
                    <a:pt x="202550" y="5516"/>
                  </a:cubicBezTo>
                  <a:lnTo>
                    <a:pt x="201792" y="5172"/>
                  </a:lnTo>
                  <a:close/>
                  <a:moveTo>
                    <a:pt x="203447" y="5957"/>
                  </a:moveTo>
                  <a:cubicBezTo>
                    <a:pt x="205025" y="6746"/>
                    <a:pt x="206570" y="7594"/>
                    <a:pt x="208082" y="8506"/>
                  </a:cubicBezTo>
                  <a:lnTo>
                    <a:pt x="208082" y="8506"/>
                  </a:lnTo>
                  <a:cubicBezTo>
                    <a:pt x="207745" y="8301"/>
                    <a:pt x="207407" y="8098"/>
                    <a:pt x="207068" y="7897"/>
                  </a:cubicBezTo>
                  <a:cubicBezTo>
                    <a:pt x="205877" y="7204"/>
                    <a:pt x="204670" y="6559"/>
                    <a:pt x="203447" y="5957"/>
                  </a:cubicBezTo>
                  <a:close/>
                  <a:moveTo>
                    <a:pt x="208082" y="8506"/>
                  </a:moveTo>
                  <a:cubicBezTo>
                    <a:pt x="208378" y="8686"/>
                    <a:pt x="208674" y="8868"/>
                    <a:pt x="208969" y="9051"/>
                  </a:cubicBezTo>
                  <a:lnTo>
                    <a:pt x="208969" y="9051"/>
                  </a:lnTo>
                  <a:cubicBezTo>
                    <a:pt x="208675" y="8867"/>
                    <a:pt x="208379" y="8685"/>
                    <a:pt x="208082" y="8506"/>
                  </a:cubicBezTo>
                  <a:close/>
                  <a:moveTo>
                    <a:pt x="274827" y="94613"/>
                  </a:moveTo>
                  <a:cubicBezTo>
                    <a:pt x="274825" y="94672"/>
                    <a:pt x="274822" y="94731"/>
                    <a:pt x="274819" y="94790"/>
                  </a:cubicBezTo>
                  <a:lnTo>
                    <a:pt x="274827" y="94613"/>
                  </a:lnTo>
                  <a:close/>
                  <a:moveTo>
                    <a:pt x="182036" y="164515"/>
                  </a:moveTo>
                  <a:cubicBezTo>
                    <a:pt x="182009" y="164557"/>
                    <a:pt x="182151" y="164591"/>
                    <a:pt x="182606" y="164606"/>
                  </a:cubicBezTo>
                  <a:cubicBezTo>
                    <a:pt x="182112" y="164589"/>
                    <a:pt x="181975" y="164562"/>
                    <a:pt x="182036" y="164515"/>
                  </a:cubicBezTo>
                  <a:close/>
                  <a:moveTo>
                    <a:pt x="171889" y="1"/>
                  </a:moveTo>
                  <a:cubicBezTo>
                    <a:pt x="169431" y="1"/>
                    <a:pt x="166985" y="62"/>
                    <a:pt x="164556" y="148"/>
                  </a:cubicBezTo>
                  <a:cubicBezTo>
                    <a:pt x="156370" y="512"/>
                    <a:pt x="148378" y="1314"/>
                    <a:pt x="140483" y="1872"/>
                  </a:cubicBezTo>
                  <a:cubicBezTo>
                    <a:pt x="132321" y="2456"/>
                    <a:pt x="124183" y="3379"/>
                    <a:pt x="116020" y="4666"/>
                  </a:cubicBezTo>
                  <a:lnTo>
                    <a:pt x="112960" y="5128"/>
                  </a:lnTo>
                  <a:cubicBezTo>
                    <a:pt x="111964" y="5298"/>
                    <a:pt x="110943" y="5516"/>
                    <a:pt x="109923" y="5686"/>
                  </a:cubicBezTo>
                  <a:lnTo>
                    <a:pt x="106887" y="6269"/>
                  </a:lnTo>
                  <a:lnTo>
                    <a:pt x="105380" y="6537"/>
                  </a:lnTo>
                  <a:lnTo>
                    <a:pt x="103850" y="6877"/>
                  </a:lnTo>
                  <a:cubicBezTo>
                    <a:pt x="101834" y="7314"/>
                    <a:pt x="99817" y="7727"/>
                    <a:pt x="97777" y="8188"/>
                  </a:cubicBezTo>
                  <a:lnTo>
                    <a:pt x="91704" y="9719"/>
                  </a:lnTo>
                  <a:cubicBezTo>
                    <a:pt x="90878" y="9913"/>
                    <a:pt x="90052" y="10180"/>
                    <a:pt x="89226" y="10423"/>
                  </a:cubicBezTo>
                  <a:lnTo>
                    <a:pt x="86797" y="11128"/>
                  </a:lnTo>
                  <a:lnTo>
                    <a:pt x="84416" y="11857"/>
                  </a:lnTo>
                  <a:cubicBezTo>
                    <a:pt x="83615" y="12099"/>
                    <a:pt x="82861" y="12391"/>
                    <a:pt x="82108" y="12634"/>
                  </a:cubicBezTo>
                  <a:lnTo>
                    <a:pt x="77614" y="14213"/>
                  </a:lnTo>
                  <a:cubicBezTo>
                    <a:pt x="76157" y="14747"/>
                    <a:pt x="74748" y="15355"/>
                    <a:pt x="73363" y="15889"/>
                  </a:cubicBezTo>
                  <a:lnTo>
                    <a:pt x="71323" y="16739"/>
                  </a:lnTo>
                  <a:lnTo>
                    <a:pt x="70327" y="17152"/>
                  </a:lnTo>
                  <a:lnTo>
                    <a:pt x="69331" y="17590"/>
                  </a:lnTo>
                  <a:lnTo>
                    <a:pt x="65517" y="19363"/>
                  </a:lnTo>
                  <a:lnTo>
                    <a:pt x="63671" y="20213"/>
                  </a:lnTo>
                  <a:lnTo>
                    <a:pt x="61922" y="21136"/>
                  </a:lnTo>
                  <a:lnTo>
                    <a:pt x="58521" y="22910"/>
                  </a:lnTo>
                  <a:lnTo>
                    <a:pt x="62772" y="21088"/>
                  </a:lnTo>
                  <a:lnTo>
                    <a:pt x="63841" y="20650"/>
                  </a:lnTo>
                  <a:lnTo>
                    <a:pt x="64909" y="20213"/>
                  </a:lnTo>
                  <a:lnTo>
                    <a:pt x="67072" y="19387"/>
                  </a:lnTo>
                  <a:lnTo>
                    <a:pt x="69234" y="18561"/>
                  </a:lnTo>
                  <a:cubicBezTo>
                    <a:pt x="69962" y="18270"/>
                    <a:pt x="70691" y="17978"/>
                    <a:pt x="71420" y="17735"/>
                  </a:cubicBezTo>
                  <a:lnTo>
                    <a:pt x="75817" y="16229"/>
                  </a:lnTo>
                  <a:cubicBezTo>
                    <a:pt x="76545" y="15962"/>
                    <a:pt x="77274" y="15695"/>
                    <a:pt x="78027" y="15476"/>
                  </a:cubicBezTo>
                  <a:lnTo>
                    <a:pt x="80238" y="14796"/>
                  </a:lnTo>
                  <a:cubicBezTo>
                    <a:pt x="81720" y="14334"/>
                    <a:pt x="83202" y="13873"/>
                    <a:pt x="84708" y="13411"/>
                  </a:cubicBezTo>
                  <a:lnTo>
                    <a:pt x="89202" y="12172"/>
                  </a:lnTo>
                  <a:lnTo>
                    <a:pt x="91461" y="11565"/>
                  </a:lnTo>
                  <a:lnTo>
                    <a:pt x="93744" y="11031"/>
                  </a:lnTo>
                  <a:lnTo>
                    <a:pt x="98287" y="9913"/>
                  </a:lnTo>
                  <a:cubicBezTo>
                    <a:pt x="99817" y="9597"/>
                    <a:pt x="101372" y="9282"/>
                    <a:pt x="102878" y="8942"/>
                  </a:cubicBezTo>
                  <a:lnTo>
                    <a:pt x="105186" y="8480"/>
                  </a:lnTo>
                  <a:cubicBezTo>
                    <a:pt x="105963" y="8310"/>
                    <a:pt x="106716" y="8188"/>
                    <a:pt x="107494" y="8043"/>
                  </a:cubicBezTo>
                  <a:lnTo>
                    <a:pt x="112134" y="7217"/>
                  </a:lnTo>
                  <a:cubicBezTo>
                    <a:pt x="118328" y="6197"/>
                    <a:pt x="124547" y="5322"/>
                    <a:pt x="130839" y="4715"/>
                  </a:cubicBezTo>
                  <a:lnTo>
                    <a:pt x="133195" y="4472"/>
                  </a:lnTo>
                  <a:lnTo>
                    <a:pt x="134361" y="4350"/>
                  </a:lnTo>
                  <a:lnTo>
                    <a:pt x="135551" y="4277"/>
                  </a:lnTo>
                  <a:lnTo>
                    <a:pt x="140264" y="3913"/>
                  </a:lnTo>
                  <a:lnTo>
                    <a:pt x="141454" y="3816"/>
                  </a:lnTo>
                  <a:lnTo>
                    <a:pt x="142596" y="3743"/>
                  </a:lnTo>
                  <a:lnTo>
                    <a:pt x="144928" y="3573"/>
                  </a:lnTo>
                  <a:lnTo>
                    <a:pt x="149568" y="3209"/>
                  </a:lnTo>
                  <a:cubicBezTo>
                    <a:pt x="155811" y="2747"/>
                    <a:pt x="162151" y="2261"/>
                    <a:pt x="168589" y="2140"/>
                  </a:cubicBezTo>
                  <a:lnTo>
                    <a:pt x="171018" y="2115"/>
                  </a:lnTo>
                  <a:cubicBezTo>
                    <a:pt x="171419" y="2103"/>
                    <a:pt x="171820" y="2097"/>
                    <a:pt x="172224" y="2097"/>
                  </a:cubicBezTo>
                  <a:cubicBezTo>
                    <a:pt x="172628" y="2097"/>
                    <a:pt x="173034" y="2103"/>
                    <a:pt x="173447" y="2115"/>
                  </a:cubicBezTo>
                  <a:lnTo>
                    <a:pt x="175877" y="2164"/>
                  </a:lnTo>
                  <a:cubicBezTo>
                    <a:pt x="176678" y="2188"/>
                    <a:pt x="177504" y="2237"/>
                    <a:pt x="178330" y="2261"/>
                  </a:cubicBezTo>
                  <a:lnTo>
                    <a:pt x="179545" y="2334"/>
                  </a:lnTo>
                  <a:cubicBezTo>
                    <a:pt x="179958" y="2358"/>
                    <a:pt x="180346" y="2407"/>
                    <a:pt x="180759" y="2431"/>
                  </a:cubicBezTo>
                  <a:lnTo>
                    <a:pt x="183237" y="2650"/>
                  </a:lnTo>
                  <a:lnTo>
                    <a:pt x="185691" y="2941"/>
                  </a:lnTo>
                  <a:cubicBezTo>
                    <a:pt x="186104" y="2990"/>
                    <a:pt x="186517" y="3039"/>
                    <a:pt x="186930" y="3111"/>
                  </a:cubicBezTo>
                  <a:lnTo>
                    <a:pt x="188168" y="3330"/>
                  </a:lnTo>
                  <a:lnTo>
                    <a:pt x="189407" y="3549"/>
                  </a:lnTo>
                  <a:cubicBezTo>
                    <a:pt x="189820" y="3622"/>
                    <a:pt x="190233" y="3694"/>
                    <a:pt x="190646" y="3792"/>
                  </a:cubicBezTo>
                  <a:lnTo>
                    <a:pt x="193124" y="4350"/>
                  </a:lnTo>
                  <a:cubicBezTo>
                    <a:pt x="193537" y="4447"/>
                    <a:pt x="193950" y="4569"/>
                    <a:pt x="194363" y="4690"/>
                  </a:cubicBezTo>
                  <a:lnTo>
                    <a:pt x="195602" y="5079"/>
                  </a:lnTo>
                  <a:lnTo>
                    <a:pt x="196841" y="5443"/>
                  </a:lnTo>
                  <a:lnTo>
                    <a:pt x="198055" y="5905"/>
                  </a:lnTo>
                  <a:cubicBezTo>
                    <a:pt x="201238" y="7144"/>
                    <a:pt x="204299" y="8650"/>
                    <a:pt x="207189" y="10448"/>
                  </a:cubicBezTo>
                  <a:cubicBezTo>
                    <a:pt x="212898" y="13921"/>
                    <a:pt x="217975" y="17954"/>
                    <a:pt x="222955" y="21865"/>
                  </a:cubicBezTo>
                  <a:cubicBezTo>
                    <a:pt x="225433" y="23808"/>
                    <a:pt x="227911" y="25752"/>
                    <a:pt x="230388" y="27574"/>
                  </a:cubicBezTo>
                  <a:cubicBezTo>
                    <a:pt x="231020" y="28035"/>
                    <a:pt x="231627" y="28472"/>
                    <a:pt x="232259" y="28910"/>
                  </a:cubicBezTo>
                  <a:lnTo>
                    <a:pt x="233206" y="29566"/>
                  </a:lnTo>
                  <a:lnTo>
                    <a:pt x="234154" y="30173"/>
                  </a:lnTo>
                  <a:cubicBezTo>
                    <a:pt x="235368" y="30999"/>
                    <a:pt x="236753" y="31849"/>
                    <a:pt x="238065" y="32675"/>
                  </a:cubicBezTo>
                  <a:cubicBezTo>
                    <a:pt x="240761" y="34351"/>
                    <a:pt x="243482" y="36027"/>
                    <a:pt x="246178" y="37752"/>
                  </a:cubicBezTo>
                  <a:cubicBezTo>
                    <a:pt x="248875" y="39477"/>
                    <a:pt x="251571" y="41250"/>
                    <a:pt x="254243" y="43145"/>
                  </a:cubicBezTo>
                  <a:cubicBezTo>
                    <a:pt x="256891" y="45040"/>
                    <a:pt x="259491" y="47032"/>
                    <a:pt x="262017" y="49194"/>
                  </a:cubicBezTo>
                  <a:cubicBezTo>
                    <a:pt x="264543" y="51356"/>
                    <a:pt x="266924" y="53712"/>
                    <a:pt x="269135" y="56214"/>
                  </a:cubicBezTo>
                  <a:lnTo>
                    <a:pt x="269961" y="57161"/>
                  </a:lnTo>
                  <a:cubicBezTo>
                    <a:pt x="270228" y="57477"/>
                    <a:pt x="270495" y="57817"/>
                    <a:pt x="270762" y="58133"/>
                  </a:cubicBezTo>
                  <a:lnTo>
                    <a:pt x="272317" y="60125"/>
                  </a:lnTo>
                  <a:lnTo>
                    <a:pt x="273774" y="62239"/>
                  </a:lnTo>
                  <a:cubicBezTo>
                    <a:pt x="274017" y="62579"/>
                    <a:pt x="274236" y="62943"/>
                    <a:pt x="274455" y="63307"/>
                  </a:cubicBezTo>
                  <a:lnTo>
                    <a:pt x="275111" y="64401"/>
                  </a:lnTo>
                  <a:cubicBezTo>
                    <a:pt x="276811" y="67340"/>
                    <a:pt x="278269" y="70401"/>
                    <a:pt x="279410" y="73607"/>
                  </a:cubicBezTo>
                  <a:cubicBezTo>
                    <a:pt x="280528" y="76790"/>
                    <a:pt x="281354" y="80069"/>
                    <a:pt x="281864" y="83397"/>
                  </a:cubicBezTo>
                  <a:lnTo>
                    <a:pt x="282082" y="84636"/>
                  </a:lnTo>
                  <a:cubicBezTo>
                    <a:pt x="282155" y="85049"/>
                    <a:pt x="282180" y="85462"/>
                    <a:pt x="282228" y="85875"/>
                  </a:cubicBezTo>
                  <a:lnTo>
                    <a:pt x="282350" y="87138"/>
                  </a:lnTo>
                  <a:cubicBezTo>
                    <a:pt x="282398" y="87551"/>
                    <a:pt x="282447" y="87964"/>
                    <a:pt x="282471" y="88377"/>
                  </a:cubicBezTo>
                  <a:lnTo>
                    <a:pt x="282617" y="90879"/>
                  </a:lnTo>
                  <a:lnTo>
                    <a:pt x="282641" y="93381"/>
                  </a:lnTo>
                  <a:cubicBezTo>
                    <a:pt x="282593" y="100037"/>
                    <a:pt x="281524" y="106620"/>
                    <a:pt x="279459" y="112961"/>
                  </a:cubicBezTo>
                  <a:lnTo>
                    <a:pt x="279094" y="114127"/>
                  </a:lnTo>
                  <a:cubicBezTo>
                    <a:pt x="278973" y="114515"/>
                    <a:pt x="278803" y="114904"/>
                    <a:pt x="278657" y="115293"/>
                  </a:cubicBezTo>
                  <a:lnTo>
                    <a:pt x="278220" y="116459"/>
                  </a:lnTo>
                  <a:cubicBezTo>
                    <a:pt x="278074" y="116847"/>
                    <a:pt x="277928" y="117236"/>
                    <a:pt x="277758" y="117600"/>
                  </a:cubicBezTo>
                  <a:lnTo>
                    <a:pt x="276787" y="119884"/>
                  </a:lnTo>
                  <a:lnTo>
                    <a:pt x="275718" y="122094"/>
                  </a:lnTo>
                  <a:cubicBezTo>
                    <a:pt x="274236" y="125058"/>
                    <a:pt x="272536" y="127876"/>
                    <a:pt x="270616" y="130572"/>
                  </a:cubicBezTo>
                  <a:cubicBezTo>
                    <a:pt x="277224" y="121171"/>
                    <a:pt x="281208" y="110191"/>
                    <a:pt x="282204" y="98774"/>
                  </a:cubicBezTo>
                  <a:cubicBezTo>
                    <a:pt x="282447" y="95835"/>
                    <a:pt x="282495" y="92895"/>
                    <a:pt x="282350" y="89980"/>
                  </a:cubicBezTo>
                  <a:cubicBezTo>
                    <a:pt x="282180" y="87017"/>
                    <a:pt x="281815" y="84077"/>
                    <a:pt x="281208" y="81162"/>
                  </a:cubicBezTo>
                  <a:cubicBezTo>
                    <a:pt x="280601" y="78247"/>
                    <a:pt x="279775" y="75381"/>
                    <a:pt x="278706" y="72587"/>
                  </a:cubicBezTo>
                  <a:cubicBezTo>
                    <a:pt x="277637" y="69769"/>
                    <a:pt x="276325" y="67073"/>
                    <a:pt x="274770" y="64498"/>
                  </a:cubicBezTo>
                  <a:cubicBezTo>
                    <a:pt x="274357" y="63842"/>
                    <a:pt x="273993" y="63186"/>
                    <a:pt x="273580" y="62579"/>
                  </a:cubicBezTo>
                  <a:lnTo>
                    <a:pt x="272293" y="60708"/>
                  </a:lnTo>
                  <a:cubicBezTo>
                    <a:pt x="272171" y="60562"/>
                    <a:pt x="272074" y="60417"/>
                    <a:pt x="271953" y="60271"/>
                  </a:cubicBezTo>
                  <a:lnTo>
                    <a:pt x="271612" y="59809"/>
                  </a:lnTo>
                  <a:lnTo>
                    <a:pt x="270932" y="58935"/>
                  </a:lnTo>
                  <a:lnTo>
                    <a:pt x="270228" y="58060"/>
                  </a:lnTo>
                  <a:cubicBezTo>
                    <a:pt x="270009" y="57769"/>
                    <a:pt x="269742" y="57502"/>
                    <a:pt x="269523" y="57210"/>
                  </a:cubicBezTo>
                  <a:cubicBezTo>
                    <a:pt x="267604" y="54951"/>
                    <a:pt x="265539" y="52837"/>
                    <a:pt x="263353" y="50845"/>
                  </a:cubicBezTo>
                  <a:cubicBezTo>
                    <a:pt x="259005" y="46910"/>
                    <a:pt x="254341" y="43534"/>
                    <a:pt x="249652" y="40424"/>
                  </a:cubicBezTo>
                  <a:cubicBezTo>
                    <a:pt x="244964" y="37339"/>
                    <a:pt x="240251" y="34448"/>
                    <a:pt x="235708" y="31558"/>
                  </a:cubicBezTo>
                  <a:cubicBezTo>
                    <a:pt x="231312" y="28764"/>
                    <a:pt x="227230" y="25533"/>
                    <a:pt x="223125" y="22254"/>
                  </a:cubicBezTo>
                  <a:cubicBezTo>
                    <a:pt x="220186" y="19922"/>
                    <a:pt x="217222" y="17565"/>
                    <a:pt x="214161" y="15330"/>
                  </a:cubicBezTo>
                  <a:cubicBezTo>
                    <a:pt x="211076" y="13023"/>
                    <a:pt x="207845" y="10933"/>
                    <a:pt x="204469" y="9039"/>
                  </a:cubicBezTo>
                  <a:lnTo>
                    <a:pt x="203181" y="8359"/>
                  </a:lnTo>
                  <a:cubicBezTo>
                    <a:pt x="202744" y="8140"/>
                    <a:pt x="202307" y="7897"/>
                    <a:pt x="201869" y="7703"/>
                  </a:cubicBezTo>
                  <a:lnTo>
                    <a:pt x="200509" y="7095"/>
                  </a:lnTo>
                  <a:cubicBezTo>
                    <a:pt x="200072" y="6901"/>
                    <a:pt x="199634" y="6658"/>
                    <a:pt x="199149" y="6488"/>
                  </a:cubicBezTo>
                  <a:lnTo>
                    <a:pt x="197764" y="5954"/>
                  </a:lnTo>
                  <a:cubicBezTo>
                    <a:pt x="197278" y="5784"/>
                    <a:pt x="196817" y="5589"/>
                    <a:pt x="196355" y="5468"/>
                  </a:cubicBezTo>
                  <a:lnTo>
                    <a:pt x="193513" y="4593"/>
                  </a:lnTo>
                  <a:cubicBezTo>
                    <a:pt x="189796" y="3670"/>
                    <a:pt x="186031" y="3014"/>
                    <a:pt x="182217" y="2698"/>
                  </a:cubicBezTo>
                  <a:cubicBezTo>
                    <a:pt x="178826" y="2386"/>
                    <a:pt x="175435" y="2258"/>
                    <a:pt x="172044" y="2258"/>
                  </a:cubicBezTo>
                  <a:cubicBezTo>
                    <a:pt x="171743" y="2258"/>
                    <a:pt x="171441" y="2259"/>
                    <a:pt x="171140" y="2261"/>
                  </a:cubicBezTo>
                  <a:cubicBezTo>
                    <a:pt x="167496" y="2285"/>
                    <a:pt x="163876" y="2480"/>
                    <a:pt x="160305" y="2674"/>
                  </a:cubicBezTo>
                  <a:cubicBezTo>
                    <a:pt x="156734" y="2868"/>
                    <a:pt x="153212" y="3184"/>
                    <a:pt x="149738" y="3476"/>
                  </a:cubicBezTo>
                  <a:lnTo>
                    <a:pt x="139341" y="4326"/>
                  </a:lnTo>
                  <a:lnTo>
                    <a:pt x="134094" y="4763"/>
                  </a:lnTo>
                  <a:lnTo>
                    <a:pt x="128847" y="5322"/>
                  </a:lnTo>
                  <a:cubicBezTo>
                    <a:pt x="127122" y="5492"/>
                    <a:pt x="125373" y="5735"/>
                    <a:pt x="123648" y="5954"/>
                  </a:cubicBezTo>
                  <a:cubicBezTo>
                    <a:pt x="121923" y="6197"/>
                    <a:pt x="120199" y="6391"/>
                    <a:pt x="118474" y="6682"/>
                  </a:cubicBezTo>
                  <a:lnTo>
                    <a:pt x="113300" y="7508"/>
                  </a:lnTo>
                  <a:cubicBezTo>
                    <a:pt x="111599" y="7824"/>
                    <a:pt x="109899" y="8164"/>
                    <a:pt x="108174" y="8456"/>
                  </a:cubicBezTo>
                  <a:lnTo>
                    <a:pt x="105623" y="8942"/>
                  </a:lnTo>
                  <a:lnTo>
                    <a:pt x="103073" y="9500"/>
                  </a:lnTo>
                  <a:lnTo>
                    <a:pt x="100546" y="10059"/>
                  </a:lnTo>
                  <a:cubicBezTo>
                    <a:pt x="99696" y="10253"/>
                    <a:pt x="98846" y="10399"/>
                    <a:pt x="97996" y="10618"/>
                  </a:cubicBezTo>
                  <a:lnTo>
                    <a:pt x="92967" y="11881"/>
                  </a:lnTo>
                  <a:lnTo>
                    <a:pt x="91704" y="12172"/>
                  </a:lnTo>
                  <a:lnTo>
                    <a:pt x="90441" y="12537"/>
                  </a:lnTo>
                  <a:lnTo>
                    <a:pt x="87963" y="13241"/>
                  </a:lnTo>
                  <a:cubicBezTo>
                    <a:pt x="84611" y="14116"/>
                    <a:pt x="81331" y="15233"/>
                    <a:pt x="78027" y="16253"/>
                  </a:cubicBezTo>
                  <a:cubicBezTo>
                    <a:pt x="76400" y="16812"/>
                    <a:pt x="74772" y="17395"/>
                    <a:pt x="73120" y="17978"/>
                  </a:cubicBezTo>
                  <a:cubicBezTo>
                    <a:pt x="72343" y="18270"/>
                    <a:pt x="71517" y="18537"/>
                    <a:pt x="70691" y="18828"/>
                  </a:cubicBezTo>
                  <a:lnTo>
                    <a:pt x="68262" y="19776"/>
                  </a:lnTo>
                  <a:lnTo>
                    <a:pt x="65833" y="20723"/>
                  </a:lnTo>
                  <a:cubicBezTo>
                    <a:pt x="65055" y="21063"/>
                    <a:pt x="64229" y="21355"/>
                    <a:pt x="63452" y="21719"/>
                  </a:cubicBezTo>
                  <a:lnTo>
                    <a:pt x="58666" y="23784"/>
                  </a:lnTo>
                  <a:lnTo>
                    <a:pt x="57646" y="24221"/>
                  </a:lnTo>
                  <a:cubicBezTo>
                    <a:pt x="57306" y="24367"/>
                    <a:pt x="56966" y="24537"/>
                    <a:pt x="56626" y="24707"/>
                  </a:cubicBezTo>
                  <a:lnTo>
                    <a:pt x="54585" y="25679"/>
                  </a:lnTo>
                  <a:lnTo>
                    <a:pt x="52520" y="26651"/>
                  </a:lnTo>
                  <a:lnTo>
                    <a:pt x="51500" y="27136"/>
                  </a:lnTo>
                  <a:cubicBezTo>
                    <a:pt x="51160" y="27282"/>
                    <a:pt x="50820" y="27452"/>
                    <a:pt x="50480" y="27622"/>
                  </a:cubicBezTo>
                  <a:lnTo>
                    <a:pt x="45791" y="30732"/>
                  </a:lnTo>
                  <a:cubicBezTo>
                    <a:pt x="45427" y="30975"/>
                    <a:pt x="45063" y="31217"/>
                    <a:pt x="44698" y="31460"/>
                  </a:cubicBezTo>
                  <a:lnTo>
                    <a:pt x="43678" y="32213"/>
                  </a:lnTo>
                  <a:lnTo>
                    <a:pt x="41710" y="33671"/>
                  </a:lnTo>
                  <a:lnTo>
                    <a:pt x="39961" y="35031"/>
                  </a:lnTo>
                  <a:lnTo>
                    <a:pt x="39160" y="35687"/>
                  </a:lnTo>
                  <a:cubicBezTo>
                    <a:pt x="38892" y="35882"/>
                    <a:pt x="38650" y="36124"/>
                    <a:pt x="38382" y="36343"/>
                  </a:cubicBezTo>
                  <a:cubicBezTo>
                    <a:pt x="37411" y="37218"/>
                    <a:pt x="36560" y="37995"/>
                    <a:pt x="35880" y="38699"/>
                  </a:cubicBezTo>
                  <a:cubicBezTo>
                    <a:pt x="34520" y="40084"/>
                    <a:pt x="33791" y="41056"/>
                    <a:pt x="34034" y="41396"/>
                  </a:cubicBezTo>
                  <a:cubicBezTo>
                    <a:pt x="34094" y="41474"/>
                    <a:pt x="34212" y="41515"/>
                    <a:pt x="34392" y="41515"/>
                  </a:cubicBezTo>
                  <a:cubicBezTo>
                    <a:pt x="34934" y="41515"/>
                    <a:pt x="36041" y="41142"/>
                    <a:pt x="37848" y="40303"/>
                  </a:cubicBezTo>
                  <a:cubicBezTo>
                    <a:pt x="38455" y="40011"/>
                    <a:pt x="39135" y="39671"/>
                    <a:pt x="39913" y="39282"/>
                  </a:cubicBezTo>
                  <a:cubicBezTo>
                    <a:pt x="40301" y="39112"/>
                    <a:pt x="40690" y="38894"/>
                    <a:pt x="41127" y="38675"/>
                  </a:cubicBezTo>
                  <a:lnTo>
                    <a:pt x="42488" y="38019"/>
                  </a:lnTo>
                  <a:cubicBezTo>
                    <a:pt x="43435" y="37558"/>
                    <a:pt x="44480" y="37023"/>
                    <a:pt x="45597" y="36440"/>
                  </a:cubicBezTo>
                  <a:lnTo>
                    <a:pt x="47370" y="35541"/>
                  </a:lnTo>
                  <a:lnTo>
                    <a:pt x="49338" y="34618"/>
                  </a:lnTo>
                  <a:lnTo>
                    <a:pt x="51500" y="33404"/>
                  </a:lnTo>
                  <a:lnTo>
                    <a:pt x="52715" y="32748"/>
                  </a:lnTo>
                  <a:cubicBezTo>
                    <a:pt x="53152" y="32529"/>
                    <a:pt x="53565" y="32286"/>
                    <a:pt x="54002" y="32068"/>
                  </a:cubicBezTo>
                  <a:lnTo>
                    <a:pt x="59274" y="29444"/>
                  </a:lnTo>
                  <a:lnTo>
                    <a:pt x="59881" y="29128"/>
                  </a:lnTo>
                  <a:lnTo>
                    <a:pt x="60488" y="28861"/>
                  </a:lnTo>
                  <a:lnTo>
                    <a:pt x="61654" y="28351"/>
                  </a:lnTo>
                  <a:lnTo>
                    <a:pt x="63598" y="27452"/>
                  </a:lnTo>
                  <a:lnTo>
                    <a:pt x="65395" y="26651"/>
                  </a:lnTo>
                  <a:cubicBezTo>
                    <a:pt x="65757" y="26575"/>
                    <a:pt x="66038" y="26542"/>
                    <a:pt x="66253" y="26542"/>
                  </a:cubicBezTo>
                  <a:cubicBezTo>
                    <a:pt x="66730" y="26542"/>
                    <a:pt x="66871" y="26707"/>
                    <a:pt x="66804" y="26942"/>
                  </a:cubicBezTo>
                  <a:cubicBezTo>
                    <a:pt x="66707" y="27258"/>
                    <a:pt x="66197" y="27817"/>
                    <a:pt x="65687" y="28375"/>
                  </a:cubicBezTo>
                  <a:cubicBezTo>
                    <a:pt x="83323" y="20820"/>
                    <a:pt x="102077" y="15986"/>
                    <a:pt x="121098" y="13241"/>
                  </a:cubicBezTo>
                  <a:lnTo>
                    <a:pt x="128239" y="12318"/>
                  </a:lnTo>
                  <a:cubicBezTo>
                    <a:pt x="130644" y="12075"/>
                    <a:pt x="133025" y="11808"/>
                    <a:pt x="135430" y="11565"/>
                  </a:cubicBezTo>
                  <a:lnTo>
                    <a:pt x="149908" y="10448"/>
                  </a:lnTo>
                  <a:cubicBezTo>
                    <a:pt x="154742" y="10059"/>
                    <a:pt x="159552" y="9695"/>
                    <a:pt x="164338" y="9476"/>
                  </a:cubicBezTo>
                  <a:cubicBezTo>
                    <a:pt x="166718" y="9354"/>
                    <a:pt x="169093" y="9294"/>
                    <a:pt x="171468" y="9294"/>
                  </a:cubicBezTo>
                  <a:cubicBezTo>
                    <a:pt x="173842" y="9294"/>
                    <a:pt x="176217" y="9354"/>
                    <a:pt x="178597" y="9476"/>
                  </a:cubicBezTo>
                  <a:cubicBezTo>
                    <a:pt x="179326" y="9500"/>
                    <a:pt x="180055" y="9573"/>
                    <a:pt x="180784" y="9646"/>
                  </a:cubicBezTo>
                  <a:lnTo>
                    <a:pt x="181877" y="9719"/>
                  </a:lnTo>
                  <a:cubicBezTo>
                    <a:pt x="182241" y="9743"/>
                    <a:pt x="182606" y="9767"/>
                    <a:pt x="182970" y="9840"/>
                  </a:cubicBezTo>
                  <a:lnTo>
                    <a:pt x="185132" y="10108"/>
                  </a:lnTo>
                  <a:lnTo>
                    <a:pt x="185666" y="10156"/>
                  </a:lnTo>
                  <a:cubicBezTo>
                    <a:pt x="185861" y="10180"/>
                    <a:pt x="186031" y="10229"/>
                    <a:pt x="186201" y="10253"/>
                  </a:cubicBezTo>
                  <a:lnTo>
                    <a:pt x="187270" y="10448"/>
                  </a:lnTo>
                  <a:lnTo>
                    <a:pt x="188339" y="10618"/>
                  </a:lnTo>
                  <a:cubicBezTo>
                    <a:pt x="188509" y="10666"/>
                    <a:pt x="188703" y="10691"/>
                    <a:pt x="188873" y="10715"/>
                  </a:cubicBezTo>
                  <a:lnTo>
                    <a:pt x="189407" y="10836"/>
                  </a:lnTo>
                  <a:lnTo>
                    <a:pt x="191472" y="11322"/>
                  </a:lnTo>
                  <a:cubicBezTo>
                    <a:pt x="191837" y="11419"/>
                    <a:pt x="192152" y="11541"/>
                    <a:pt x="192493" y="11638"/>
                  </a:cubicBezTo>
                  <a:lnTo>
                    <a:pt x="193513" y="11929"/>
                  </a:lnTo>
                  <a:lnTo>
                    <a:pt x="194533" y="12245"/>
                  </a:lnTo>
                  <a:cubicBezTo>
                    <a:pt x="194849" y="12367"/>
                    <a:pt x="195165" y="12488"/>
                    <a:pt x="195505" y="12610"/>
                  </a:cubicBezTo>
                  <a:cubicBezTo>
                    <a:pt x="196817" y="13071"/>
                    <a:pt x="198080" y="13678"/>
                    <a:pt x="199367" y="14286"/>
                  </a:cubicBezTo>
                  <a:lnTo>
                    <a:pt x="201262" y="15282"/>
                  </a:lnTo>
                  <a:cubicBezTo>
                    <a:pt x="201894" y="15622"/>
                    <a:pt x="202501" y="16011"/>
                    <a:pt x="203133" y="16351"/>
                  </a:cubicBezTo>
                  <a:cubicBezTo>
                    <a:pt x="205610" y="17832"/>
                    <a:pt x="208015" y="19460"/>
                    <a:pt x="210396" y="21209"/>
                  </a:cubicBezTo>
                  <a:cubicBezTo>
                    <a:pt x="215157" y="24707"/>
                    <a:pt x="219773" y="28545"/>
                    <a:pt x="224655" y="32238"/>
                  </a:cubicBezTo>
                  <a:cubicBezTo>
                    <a:pt x="225870" y="33137"/>
                    <a:pt x="227109" y="34060"/>
                    <a:pt x="228396" y="34934"/>
                  </a:cubicBezTo>
                  <a:lnTo>
                    <a:pt x="229344" y="35614"/>
                  </a:lnTo>
                  <a:lnTo>
                    <a:pt x="230316" y="36270"/>
                  </a:lnTo>
                  <a:cubicBezTo>
                    <a:pt x="230971" y="36683"/>
                    <a:pt x="231627" y="37145"/>
                    <a:pt x="232259" y="37533"/>
                  </a:cubicBezTo>
                  <a:lnTo>
                    <a:pt x="239838" y="42295"/>
                  </a:lnTo>
                  <a:cubicBezTo>
                    <a:pt x="242365" y="43898"/>
                    <a:pt x="244818" y="45477"/>
                    <a:pt x="247223" y="47129"/>
                  </a:cubicBezTo>
                  <a:cubicBezTo>
                    <a:pt x="248438" y="47955"/>
                    <a:pt x="249652" y="48781"/>
                    <a:pt x="250794" y="49631"/>
                  </a:cubicBezTo>
                  <a:cubicBezTo>
                    <a:pt x="251960" y="50505"/>
                    <a:pt x="253102" y="51356"/>
                    <a:pt x="254219" y="52254"/>
                  </a:cubicBezTo>
                  <a:cubicBezTo>
                    <a:pt x="258713" y="55825"/>
                    <a:pt x="262746" y="59761"/>
                    <a:pt x="266025" y="64158"/>
                  </a:cubicBezTo>
                  <a:cubicBezTo>
                    <a:pt x="267629" y="66344"/>
                    <a:pt x="269037" y="68676"/>
                    <a:pt x="270228" y="71105"/>
                  </a:cubicBezTo>
                  <a:cubicBezTo>
                    <a:pt x="271370" y="73559"/>
                    <a:pt x="272341" y="76109"/>
                    <a:pt x="273070" y="78709"/>
                  </a:cubicBezTo>
                  <a:cubicBezTo>
                    <a:pt x="274386" y="83525"/>
                    <a:pt x="274985" y="88486"/>
                    <a:pt x="274868" y="93457"/>
                  </a:cubicBezTo>
                  <a:lnTo>
                    <a:pt x="274868" y="93457"/>
                  </a:lnTo>
                  <a:lnTo>
                    <a:pt x="274868" y="91170"/>
                  </a:lnTo>
                  <a:lnTo>
                    <a:pt x="274843" y="90660"/>
                  </a:lnTo>
                  <a:lnTo>
                    <a:pt x="274746" y="88571"/>
                  </a:lnTo>
                  <a:lnTo>
                    <a:pt x="274528" y="86531"/>
                  </a:lnTo>
                  <a:cubicBezTo>
                    <a:pt x="274212" y="83786"/>
                    <a:pt x="273677" y="81089"/>
                    <a:pt x="272924" y="78417"/>
                  </a:cubicBezTo>
                  <a:cubicBezTo>
                    <a:pt x="272147" y="75794"/>
                    <a:pt x="271151" y="73243"/>
                    <a:pt x="269936" y="70789"/>
                  </a:cubicBezTo>
                  <a:lnTo>
                    <a:pt x="269013" y="68967"/>
                  </a:lnTo>
                  <a:lnTo>
                    <a:pt x="267944" y="67194"/>
                  </a:lnTo>
                  <a:lnTo>
                    <a:pt x="267701" y="66757"/>
                  </a:lnTo>
                  <a:lnTo>
                    <a:pt x="267386" y="66344"/>
                  </a:lnTo>
                  <a:lnTo>
                    <a:pt x="266778" y="65494"/>
                  </a:lnTo>
                  <a:lnTo>
                    <a:pt x="266195" y="64643"/>
                  </a:lnTo>
                  <a:lnTo>
                    <a:pt x="265564" y="63818"/>
                  </a:lnTo>
                  <a:lnTo>
                    <a:pt x="264932" y="62992"/>
                  </a:lnTo>
                  <a:cubicBezTo>
                    <a:pt x="264738" y="62724"/>
                    <a:pt x="264519" y="62457"/>
                    <a:pt x="264300" y="62190"/>
                  </a:cubicBezTo>
                  <a:lnTo>
                    <a:pt x="262940" y="60587"/>
                  </a:lnTo>
                  <a:cubicBezTo>
                    <a:pt x="261993" y="59566"/>
                    <a:pt x="261045" y="58522"/>
                    <a:pt x="260025" y="57550"/>
                  </a:cubicBezTo>
                  <a:cubicBezTo>
                    <a:pt x="257984" y="55582"/>
                    <a:pt x="255822" y="53712"/>
                    <a:pt x="253588" y="51963"/>
                  </a:cubicBezTo>
                  <a:cubicBezTo>
                    <a:pt x="249069" y="48416"/>
                    <a:pt x="244138" y="45210"/>
                    <a:pt x="239134" y="42027"/>
                  </a:cubicBezTo>
                  <a:lnTo>
                    <a:pt x="231554" y="37266"/>
                  </a:lnTo>
                  <a:cubicBezTo>
                    <a:pt x="228907" y="35566"/>
                    <a:pt x="226429" y="33768"/>
                    <a:pt x="224000" y="31922"/>
                  </a:cubicBezTo>
                  <a:cubicBezTo>
                    <a:pt x="219165" y="28229"/>
                    <a:pt x="214598" y="24440"/>
                    <a:pt x="209886" y="20990"/>
                  </a:cubicBezTo>
                  <a:cubicBezTo>
                    <a:pt x="207578" y="19290"/>
                    <a:pt x="205173" y="17687"/>
                    <a:pt x="202695" y="16205"/>
                  </a:cubicBezTo>
                  <a:cubicBezTo>
                    <a:pt x="201481" y="15476"/>
                    <a:pt x="200242" y="14845"/>
                    <a:pt x="199003" y="14189"/>
                  </a:cubicBezTo>
                  <a:lnTo>
                    <a:pt x="197108" y="13314"/>
                  </a:lnTo>
                  <a:cubicBezTo>
                    <a:pt x="196792" y="13168"/>
                    <a:pt x="196476" y="13071"/>
                    <a:pt x="196136" y="12925"/>
                  </a:cubicBezTo>
                  <a:lnTo>
                    <a:pt x="195189" y="12561"/>
                  </a:lnTo>
                  <a:cubicBezTo>
                    <a:pt x="194557" y="12318"/>
                    <a:pt x="193901" y="12099"/>
                    <a:pt x="193221" y="11905"/>
                  </a:cubicBezTo>
                  <a:lnTo>
                    <a:pt x="192225" y="11614"/>
                  </a:lnTo>
                  <a:lnTo>
                    <a:pt x="191739" y="11444"/>
                  </a:lnTo>
                  <a:lnTo>
                    <a:pt x="191229" y="11322"/>
                  </a:lnTo>
                  <a:lnTo>
                    <a:pt x="189189" y="10836"/>
                  </a:lnTo>
                  <a:cubicBezTo>
                    <a:pt x="188849" y="10763"/>
                    <a:pt x="188484" y="10691"/>
                    <a:pt x="188144" y="10642"/>
                  </a:cubicBezTo>
                  <a:lnTo>
                    <a:pt x="187100" y="10448"/>
                  </a:lnTo>
                  <a:cubicBezTo>
                    <a:pt x="185715" y="10180"/>
                    <a:pt x="184282" y="10035"/>
                    <a:pt x="182873" y="9840"/>
                  </a:cubicBezTo>
                  <a:cubicBezTo>
                    <a:pt x="182144" y="9767"/>
                    <a:pt x="181440" y="9719"/>
                    <a:pt x="180711" y="9646"/>
                  </a:cubicBezTo>
                  <a:cubicBezTo>
                    <a:pt x="180006" y="9597"/>
                    <a:pt x="179278" y="9500"/>
                    <a:pt x="178549" y="9500"/>
                  </a:cubicBezTo>
                  <a:cubicBezTo>
                    <a:pt x="176287" y="9385"/>
                    <a:pt x="174025" y="9330"/>
                    <a:pt x="171763" y="9330"/>
                  </a:cubicBezTo>
                  <a:cubicBezTo>
                    <a:pt x="169264" y="9330"/>
                    <a:pt x="166764" y="9397"/>
                    <a:pt x="164265" y="9525"/>
                  </a:cubicBezTo>
                  <a:cubicBezTo>
                    <a:pt x="159479" y="9767"/>
                    <a:pt x="154621" y="10156"/>
                    <a:pt x="149762" y="10569"/>
                  </a:cubicBezTo>
                  <a:cubicBezTo>
                    <a:pt x="147333" y="10788"/>
                    <a:pt x="144880" y="10982"/>
                    <a:pt x="142402" y="11176"/>
                  </a:cubicBezTo>
                  <a:lnTo>
                    <a:pt x="135163" y="11784"/>
                  </a:lnTo>
                  <a:lnTo>
                    <a:pt x="127924" y="12561"/>
                  </a:lnTo>
                  <a:lnTo>
                    <a:pt x="120709" y="13557"/>
                  </a:lnTo>
                  <a:cubicBezTo>
                    <a:pt x="101518" y="16424"/>
                    <a:pt x="82546" y="21476"/>
                    <a:pt x="64739" y="29347"/>
                  </a:cubicBezTo>
                  <a:cubicBezTo>
                    <a:pt x="64352" y="29816"/>
                    <a:pt x="64239" y="30165"/>
                    <a:pt x="64800" y="30165"/>
                  </a:cubicBezTo>
                  <a:cubicBezTo>
                    <a:pt x="64908" y="30165"/>
                    <a:pt x="65040" y="30152"/>
                    <a:pt x="65201" y="30124"/>
                  </a:cubicBezTo>
                  <a:cubicBezTo>
                    <a:pt x="66027" y="29979"/>
                    <a:pt x="66829" y="29760"/>
                    <a:pt x="67630" y="29468"/>
                  </a:cubicBezTo>
                  <a:cubicBezTo>
                    <a:pt x="68796" y="29128"/>
                    <a:pt x="70302" y="28618"/>
                    <a:pt x="72294" y="27914"/>
                  </a:cubicBezTo>
                  <a:lnTo>
                    <a:pt x="73436" y="27549"/>
                  </a:lnTo>
                  <a:cubicBezTo>
                    <a:pt x="73825" y="27404"/>
                    <a:pt x="74238" y="27258"/>
                    <a:pt x="74699" y="27112"/>
                  </a:cubicBezTo>
                  <a:cubicBezTo>
                    <a:pt x="75622" y="26821"/>
                    <a:pt x="76618" y="26480"/>
                    <a:pt x="77712" y="26116"/>
                  </a:cubicBezTo>
                  <a:cubicBezTo>
                    <a:pt x="78780" y="25752"/>
                    <a:pt x="79946" y="25339"/>
                    <a:pt x="81210" y="24926"/>
                  </a:cubicBezTo>
                  <a:lnTo>
                    <a:pt x="85194" y="23687"/>
                  </a:lnTo>
                  <a:lnTo>
                    <a:pt x="87356" y="22982"/>
                  </a:lnTo>
                  <a:lnTo>
                    <a:pt x="89590" y="22326"/>
                  </a:lnTo>
                  <a:cubicBezTo>
                    <a:pt x="91145" y="21889"/>
                    <a:pt x="92724" y="21428"/>
                    <a:pt x="94352" y="20966"/>
                  </a:cubicBezTo>
                  <a:lnTo>
                    <a:pt x="99405" y="19654"/>
                  </a:lnTo>
                  <a:lnTo>
                    <a:pt x="100716" y="19314"/>
                  </a:lnTo>
                  <a:lnTo>
                    <a:pt x="102028" y="19023"/>
                  </a:lnTo>
                  <a:lnTo>
                    <a:pt x="104700" y="18415"/>
                  </a:lnTo>
                  <a:lnTo>
                    <a:pt x="107421" y="17808"/>
                  </a:lnTo>
                  <a:lnTo>
                    <a:pt x="110166" y="17249"/>
                  </a:lnTo>
                  <a:lnTo>
                    <a:pt x="112935" y="16691"/>
                  </a:lnTo>
                  <a:lnTo>
                    <a:pt x="114320" y="16424"/>
                  </a:lnTo>
                  <a:lnTo>
                    <a:pt x="115705" y="16181"/>
                  </a:lnTo>
                  <a:lnTo>
                    <a:pt x="121292" y="15233"/>
                  </a:lnTo>
                  <a:lnTo>
                    <a:pt x="126831" y="14456"/>
                  </a:lnTo>
                  <a:lnTo>
                    <a:pt x="128191" y="14261"/>
                  </a:lnTo>
                  <a:lnTo>
                    <a:pt x="129551" y="14116"/>
                  </a:lnTo>
                  <a:lnTo>
                    <a:pt x="132248" y="13800"/>
                  </a:lnTo>
                  <a:lnTo>
                    <a:pt x="134871" y="13508"/>
                  </a:lnTo>
                  <a:cubicBezTo>
                    <a:pt x="135746" y="13411"/>
                    <a:pt x="136620" y="13338"/>
                    <a:pt x="137471" y="13266"/>
                  </a:cubicBezTo>
                  <a:lnTo>
                    <a:pt x="142426" y="12853"/>
                  </a:lnTo>
                  <a:lnTo>
                    <a:pt x="147163" y="12512"/>
                  </a:lnTo>
                  <a:cubicBezTo>
                    <a:pt x="151317" y="12245"/>
                    <a:pt x="155423" y="11929"/>
                    <a:pt x="159528" y="11711"/>
                  </a:cubicBezTo>
                  <a:cubicBezTo>
                    <a:pt x="163335" y="11486"/>
                    <a:pt x="167122" y="11344"/>
                    <a:pt x="170888" y="11344"/>
                  </a:cubicBezTo>
                  <a:cubicBezTo>
                    <a:pt x="171182" y="11344"/>
                    <a:pt x="171477" y="11345"/>
                    <a:pt x="171771" y="11346"/>
                  </a:cubicBezTo>
                  <a:cubicBezTo>
                    <a:pt x="175779" y="11346"/>
                    <a:pt x="179788" y="11589"/>
                    <a:pt x="183772" y="12075"/>
                  </a:cubicBezTo>
                  <a:cubicBezTo>
                    <a:pt x="187585" y="12512"/>
                    <a:pt x="191326" y="13411"/>
                    <a:pt x="194922" y="14747"/>
                  </a:cubicBezTo>
                  <a:cubicBezTo>
                    <a:pt x="198371" y="16083"/>
                    <a:pt x="201796" y="18002"/>
                    <a:pt x="205149" y="20262"/>
                  </a:cubicBezTo>
                  <a:cubicBezTo>
                    <a:pt x="208477" y="22497"/>
                    <a:pt x="211781" y="25047"/>
                    <a:pt x="215133" y="27671"/>
                  </a:cubicBezTo>
                  <a:cubicBezTo>
                    <a:pt x="218510" y="30319"/>
                    <a:pt x="221910" y="33064"/>
                    <a:pt x="225554" y="35711"/>
                  </a:cubicBezTo>
                  <a:cubicBezTo>
                    <a:pt x="226502" y="36343"/>
                    <a:pt x="227401" y="37023"/>
                    <a:pt x="228372" y="37655"/>
                  </a:cubicBezTo>
                  <a:lnTo>
                    <a:pt x="229805" y="38602"/>
                  </a:lnTo>
                  <a:lnTo>
                    <a:pt x="230534" y="39088"/>
                  </a:lnTo>
                  <a:lnTo>
                    <a:pt x="231214" y="39501"/>
                  </a:lnTo>
                  <a:lnTo>
                    <a:pt x="236729" y="42951"/>
                  </a:lnTo>
                  <a:cubicBezTo>
                    <a:pt x="240373" y="45234"/>
                    <a:pt x="243944" y="47493"/>
                    <a:pt x="247369" y="49850"/>
                  </a:cubicBezTo>
                  <a:cubicBezTo>
                    <a:pt x="250721" y="52157"/>
                    <a:pt x="253928" y="54659"/>
                    <a:pt x="256940" y="57356"/>
                  </a:cubicBezTo>
                  <a:cubicBezTo>
                    <a:pt x="259855" y="59955"/>
                    <a:pt x="262503" y="62846"/>
                    <a:pt x="264811" y="65980"/>
                  </a:cubicBezTo>
                  <a:cubicBezTo>
                    <a:pt x="266997" y="69040"/>
                    <a:pt x="268770" y="72368"/>
                    <a:pt x="270082" y="75891"/>
                  </a:cubicBezTo>
                  <a:lnTo>
                    <a:pt x="270349" y="76547"/>
                  </a:lnTo>
                  <a:cubicBezTo>
                    <a:pt x="270422" y="76765"/>
                    <a:pt x="270495" y="76984"/>
                    <a:pt x="270568" y="77202"/>
                  </a:cubicBezTo>
                  <a:lnTo>
                    <a:pt x="270981" y="78539"/>
                  </a:lnTo>
                  <a:cubicBezTo>
                    <a:pt x="271151" y="79000"/>
                    <a:pt x="271248" y="79462"/>
                    <a:pt x="271370" y="79899"/>
                  </a:cubicBezTo>
                  <a:lnTo>
                    <a:pt x="271734" y="81284"/>
                  </a:lnTo>
                  <a:lnTo>
                    <a:pt x="272050" y="82668"/>
                  </a:lnTo>
                  <a:cubicBezTo>
                    <a:pt x="272123" y="83130"/>
                    <a:pt x="272244" y="83591"/>
                    <a:pt x="272317" y="84053"/>
                  </a:cubicBezTo>
                  <a:lnTo>
                    <a:pt x="272536" y="85462"/>
                  </a:lnTo>
                  <a:lnTo>
                    <a:pt x="272633" y="86166"/>
                  </a:lnTo>
                  <a:cubicBezTo>
                    <a:pt x="272681" y="86385"/>
                    <a:pt x="272706" y="86628"/>
                    <a:pt x="272730" y="86871"/>
                  </a:cubicBezTo>
                  <a:cubicBezTo>
                    <a:pt x="273143" y="90636"/>
                    <a:pt x="273167" y="94426"/>
                    <a:pt x="272778" y="98215"/>
                  </a:cubicBezTo>
                  <a:cubicBezTo>
                    <a:pt x="272754" y="98677"/>
                    <a:pt x="272681" y="99138"/>
                    <a:pt x="272608" y="99624"/>
                  </a:cubicBezTo>
                  <a:lnTo>
                    <a:pt x="272414" y="101009"/>
                  </a:lnTo>
                  <a:cubicBezTo>
                    <a:pt x="272268" y="101956"/>
                    <a:pt x="272074" y="102879"/>
                    <a:pt x="271928" y="103802"/>
                  </a:cubicBezTo>
                  <a:cubicBezTo>
                    <a:pt x="271710" y="104750"/>
                    <a:pt x="271515" y="105649"/>
                    <a:pt x="271272" y="106572"/>
                  </a:cubicBezTo>
                  <a:lnTo>
                    <a:pt x="270884" y="107932"/>
                  </a:lnTo>
                  <a:cubicBezTo>
                    <a:pt x="270762" y="108369"/>
                    <a:pt x="270641" y="108831"/>
                    <a:pt x="270471" y="109268"/>
                  </a:cubicBezTo>
                  <a:cubicBezTo>
                    <a:pt x="269353" y="112815"/>
                    <a:pt x="267871" y="116264"/>
                    <a:pt x="266050" y="119519"/>
                  </a:cubicBezTo>
                  <a:lnTo>
                    <a:pt x="265564" y="120394"/>
                  </a:lnTo>
                  <a:lnTo>
                    <a:pt x="265029" y="121244"/>
                  </a:lnTo>
                  <a:lnTo>
                    <a:pt x="264495" y="122119"/>
                  </a:lnTo>
                  <a:lnTo>
                    <a:pt x="264252" y="122532"/>
                  </a:lnTo>
                  <a:lnTo>
                    <a:pt x="263960" y="122945"/>
                  </a:lnTo>
                  <a:lnTo>
                    <a:pt x="262843" y="124596"/>
                  </a:lnTo>
                  <a:lnTo>
                    <a:pt x="261628" y="126200"/>
                  </a:lnTo>
                  <a:cubicBezTo>
                    <a:pt x="260001" y="128289"/>
                    <a:pt x="258203" y="130257"/>
                    <a:pt x="256284" y="132054"/>
                  </a:cubicBezTo>
                  <a:cubicBezTo>
                    <a:pt x="254341" y="133828"/>
                    <a:pt x="252276" y="135431"/>
                    <a:pt x="250089" y="136864"/>
                  </a:cubicBezTo>
                  <a:lnTo>
                    <a:pt x="248389" y="137933"/>
                  </a:lnTo>
                  <a:lnTo>
                    <a:pt x="246616" y="138929"/>
                  </a:lnTo>
                  <a:lnTo>
                    <a:pt x="246178" y="139196"/>
                  </a:lnTo>
                  <a:lnTo>
                    <a:pt x="245741" y="139415"/>
                  </a:lnTo>
                  <a:lnTo>
                    <a:pt x="244818" y="139876"/>
                  </a:lnTo>
                  <a:lnTo>
                    <a:pt x="243919" y="140338"/>
                  </a:lnTo>
                  <a:lnTo>
                    <a:pt x="242996" y="140775"/>
                  </a:lnTo>
                  <a:lnTo>
                    <a:pt x="242049" y="141188"/>
                  </a:lnTo>
                  <a:lnTo>
                    <a:pt x="241587" y="141407"/>
                  </a:lnTo>
                  <a:lnTo>
                    <a:pt x="241126" y="141601"/>
                  </a:lnTo>
                  <a:lnTo>
                    <a:pt x="239231" y="142403"/>
                  </a:lnTo>
                  <a:lnTo>
                    <a:pt x="237287" y="143131"/>
                  </a:lnTo>
                  <a:cubicBezTo>
                    <a:pt x="236656" y="143399"/>
                    <a:pt x="235976" y="143593"/>
                    <a:pt x="235344" y="143836"/>
                  </a:cubicBezTo>
                  <a:cubicBezTo>
                    <a:pt x="232721" y="144735"/>
                    <a:pt x="230000" y="145512"/>
                    <a:pt x="227255" y="146192"/>
                  </a:cubicBezTo>
                  <a:cubicBezTo>
                    <a:pt x="224485" y="146872"/>
                    <a:pt x="221692" y="147455"/>
                    <a:pt x="218850" y="147990"/>
                  </a:cubicBezTo>
                  <a:cubicBezTo>
                    <a:pt x="216007" y="148500"/>
                    <a:pt x="213117" y="148986"/>
                    <a:pt x="210226" y="149374"/>
                  </a:cubicBezTo>
                  <a:cubicBezTo>
                    <a:pt x="194787" y="151592"/>
                    <a:pt x="179230" y="152704"/>
                    <a:pt x="163670" y="152704"/>
                  </a:cubicBezTo>
                  <a:cubicBezTo>
                    <a:pt x="155702" y="152704"/>
                    <a:pt x="147733" y="152412"/>
                    <a:pt x="139778" y="151828"/>
                  </a:cubicBezTo>
                  <a:lnTo>
                    <a:pt x="136742" y="151634"/>
                  </a:lnTo>
                  <a:lnTo>
                    <a:pt x="133705" y="151342"/>
                  </a:lnTo>
                  <a:lnTo>
                    <a:pt x="127608" y="150735"/>
                  </a:lnTo>
                  <a:cubicBezTo>
                    <a:pt x="125567" y="150492"/>
                    <a:pt x="123551" y="150225"/>
                    <a:pt x="121510" y="149958"/>
                  </a:cubicBezTo>
                  <a:lnTo>
                    <a:pt x="118450" y="149569"/>
                  </a:lnTo>
                  <a:cubicBezTo>
                    <a:pt x="117454" y="149423"/>
                    <a:pt x="116433" y="149253"/>
                    <a:pt x="115413" y="149107"/>
                  </a:cubicBezTo>
                  <a:lnTo>
                    <a:pt x="109316" y="148111"/>
                  </a:lnTo>
                  <a:cubicBezTo>
                    <a:pt x="107275" y="147747"/>
                    <a:pt x="105235" y="147358"/>
                    <a:pt x="103218" y="146970"/>
                  </a:cubicBezTo>
                  <a:lnTo>
                    <a:pt x="100182" y="146387"/>
                  </a:lnTo>
                  <a:cubicBezTo>
                    <a:pt x="99162" y="146192"/>
                    <a:pt x="98141" y="145949"/>
                    <a:pt x="97145" y="145731"/>
                  </a:cubicBezTo>
                  <a:lnTo>
                    <a:pt x="91072" y="144370"/>
                  </a:lnTo>
                  <a:cubicBezTo>
                    <a:pt x="89056" y="143884"/>
                    <a:pt x="87040" y="143374"/>
                    <a:pt x="85048" y="142864"/>
                  </a:cubicBezTo>
                  <a:lnTo>
                    <a:pt x="82036" y="142087"/>
                  </a:lnTo>
                  <a:cubicBezTo>
                    <a:pt x="81040" y="141820"/>
                    <a:pt x="80044" y="141528"/>
                    <a:pt x="79048" y="141237"/>
                  </a:cubicBezTo>
                  <a:lnTo>
                    <a:pt x="73096" y="139536"/>
                  </a:lnTo>
                  <a:cubicBezTo>
                    <a:pt x="71128" y="138929"/>
                    <a:pt x="69161" y="138273"/>
                    <a:pt x="67193" y="137666"/>
                  </a:cubicBezTo>
                  <a:cubicBezTo>
                    <a:pt x="63258" y="136451"/>
                    <a:pt x="59395" y="135115"/>
                    <a:pt x="55630" y="133682"/>
                  </a:cubicBezTo>
                  <a:cubicBezTo>
                    <a:pt x="51865" y="132249"/>
                    <a:pt x="48221" y="130694"/>
                    <a:pt x="44698" y="128993"/>
                  </a:cubicBezTo>
                  <a:cubicBezTo>
                    <a:pt x="41249" y="127342"/>
                    <a:pt x="37921" y="125471"/>
                    <a:pt x="34714" y="123358"/>
                  </a:cubicBezTo>
                  <a:cubicBezTo>
                    <a:pt x="33937" y="122847"/>
                    <a:pt x="33159" y="122337"/>
                    <a:pt x="32406" y="121779"/>
                  </a:cubicBezTo>
                  <a:lnTo>
                    <a:pt x="31289" y="120953"/>
                  </a:lnTo>
                  <a:cubicBezTo>
                    <a:pt x="30925" y="120685"/>
                    <a:pt x="30560" y="120394"/>
                    <a:pt x="30196" y="120127"/>
                  </a:cubicBezTo>
                  <a:cubicBezTo>
                    <a:pt x="29831" y="119835"/>
                    <a:pt x="29467" y="119568"/>
                    <a:pt x="29103" y="119252"/>
                  </a:cubicBezTo>
                  <a:lnTo>
                    <a:pt x="28058" y="118378"/>
                  </a:lnTo>
                  <a:cubicBezTo>
                    <a:pt x="27354" y="117795"/>
                    <a:pt x="26722" y="117187"/>
                    <a:pt x="26066" y="116580"/>
                  </a:cubicBezTo>
                  <a:cubicBezTo>
                    <a:pt x="23491" y="114151"/>
                    <a:pt x="21159" y="111479"/>
                    <a:pt x="19143" y="108588"/>
                  </a:cubicBezTo>
                  <a:cubicBezTo>
                    <a:pt x="17199" y="105770"/>
                    <a:pt x="15572" y="102782"/>
                    <a:pt x="14309" y="99624"/>
                  </a:cubicBezTo>
                  <a:cubicBezTo>
                    <a:pt x="13094" y="96612"/>
                    <a:pt x="12317" y="93478"/>
                    <a:pt x="11928" y="90247"/>
                  </a:cubicBezTo>
                  <a:lnTo>
                    <a:pt x="11807" y="89081"/>
                  </a:lnTo>
                  <a:cubicBezTo>
                    <a:pt x="11782" y="88887"/>
                    <a:pt x="11782" y="88693"/>
                    <a:pt x="11782" y="88523"/>
                  </a:cubicBezTo>
                  <a:lnTo>
                    <a:pt x="11758" y="87940"/>
                  </a:lnTo>
                  <a:lnTo>
                    <a:pt x="11734" y="86774"/>
                  </a:lnTo>
                  <a:cubicBezTo>
                    <a:pt x="11709" y="86385"/>
                    <a:pt x="11758" y="86021"/>
                    <a:pt x="11758" y="85632"/>
                  </a:cubicBezTo>
                  <a:cubicBezTo>
                    <a:pt x="11807" y="84101"/>
                    <a:pt x="11977" y="82571"/>
                    <a:pt x="12268" y="81065"/>
                  </a:cubicBezTo>
                  <a:cubicBezTo>
                    <a:pt x="13361" y="75065"/>
                    <a:pt x="16228" y="69478"/>
                    <a:pt x="19823" y="64571"/>
                  </a:cubicBezTo>
                  <a:cubicBezTo>
                    <a:pt x="21305" y="62530"/>
                    <a:pt x="22884" y="60562"/>
                    <a:pt x="24584" y="58692"/>
                  </a:cubicBezTo>
                  <a:cubicBezTo>
                    <a:pt x="26139" y="56967"/>
                    <a:pt x="27621" y="55485"/>
                    <a:pt x="28981" y="54149"/>
                  </a:cubicBezTo>
                  <a:cubicBezTo>
                    <a:pt x="31678" y="51501"/>
                    <a:pt x="33864" y="49534"/>
                    <a:pt x="35394" y="48100"/>
                  </a:cubicBezTo>
                  <a:cubicBezTo>
                    <a:pt x="36147" y="47372"/>
                    <a:pt x="36730" y="46789"/>
                    <a:pt x="37168" y="46327"/>
                  </a:cubicBezTo>
                  <a:cubicBezTo>
                    <a:pt x="37484" y="45987"/>
                    <a:pt x="37751" y="45623"/>
                    <a:pt x="37969" y="45210"/>
                  </a:cubicBezTo>
                  <a:cubicBezTo>
                    <a:pt x="38077" y="44940"/>
                    <a:pt x="37975" y="44805"/>
                    <a:pt x="37672" y="44805"/>
                  </a:cubicBezTo>
                  <a:cubicBezTo>
                    <a:pt x="37429" y="44805"/>
                    <a:pt x="37057" y="44891"/>
                    <a:pt x="36560" y="45064"/>
                  </a:cubicBezTo>
                  <a:cubicBezTo>
                    <a:pt x="34836" y="45720"/>
                    <a:pt x="33184" y="46546"/>
                    <a:pt x="31605" y="47517"/>
                  </a:cubicBezTo>
                  <a:cubicBezTo>
                    <a:pt x="28860" y="49145"/>
                    <a:pt x="26260" y="50967"/>
                    <a:pt x="23783" y="52983"/>
                  </a:cubicBezTo>
                  <a:cubicBezTo>
                    <a:pt x="20333" y="55753"/>
                    <a:pt x="17199" y="58886"/>
                    <a:pt x="14454" y="62311"/>
                  </a:cubicBezTo>
                  <a:cubicBezTo>
                    <a:pt x="12778" y="64352"/>
                    <a:pt x="11272" y="66538"/>
                    <a:pt x="9960" y="68822"/>
                  </a:cubicBezTo>
                  <a:cubicBezTo>
                    <a:pt x="9620" y="69429"/>
                    <a:pt x="9280" y="70061"/>
                    <a:pt x="8989" y="70692"/>
                  </a:cubicBezTo>
                  <a:cubicBezTo>
                    <a:pt x="8673" y="71324"/>
                    <a:pt x="8381" y="71980"/>
                    <a:pt x="8066" y="72636"/>
                  </a:cubicBezTo>
                  <a:cubicBezTo>
                    <a:pt x="7458" y="73996"/>
                    <a:pt x="6948" y="75381"/>
                    <a:pt x="6511" y="76814"/>
                  </a:cubicBezTo>
                  <a:lnTo>
                    <a:pt x="5466" y="76498"/>
                  </a:lnTo>
                  <a:cubicBezTo>
                    <a:pt x="5879" y="75065"/>
                    <a:pt x="6365" y="73680"/>
                    <a:pt x="6924" y="72295"/>
                  </a:cubicBezTo>
                  <a:cubicBezTo>
                    <a:pt x="7483" y="71008"/>
                    <a:pt x="8017" y="69769"/>
                    <a:pt x="8600" y="68652"/>
                  </a:cubicBezTo>
                  <a:cubicBezTo>
                    <a:pt x="9669" y="66611"/>
                    <a:pt x="10835" y="64643"/>
                    <a:pt x="12098" y="62749"/>
                  </a:cubicBezTo>
                  <a:cubicBezTo>
                    <a:pt x="13896" y="60149"/>
                    <a:pt x="15815" y="57623"/>
                    <a:pt x="17880" y="55218"/>
                  </a:cubicBezTo>
                  <a:cubicBezTo>
                    <a:pt x="19386" y="53420"/>
                    <a:pt x="20455" y="52206"/>
                    <a:pt x="21135" y="51356"/>
                  </a:cubicBezTo>
                  <a:cubicBezTo>
                    <a:pt x="21791" y="50505"/>
                    <a:pt x="22058" y="50020"/>
                    <a:pt x="22058" y="49728"/>
                  </a:cubicBezTo>
                  <a:cubicBezTo>
                    <a:pt x="22068" y="49503"/>
                    <a:pt x="21894" y="49429"/>
                    <a:pt x="21629" y="49429"/>
                  </a:cubicBezTo>
                  <a:cubicBezTo>
                    <a:pt x="21263" y="49429"/>
                    <a:pt x="20725" y="49571"/>
                    <a:pt x="20260" y="49655"/>
                  </a:cubicBezTo>
                  <a:cubicBezTo>
                    <a:pt x="20065" y="49697"/>
                    <a:pt x="19883" y="49725"/>
                    <a:pt x="19731" y="49725"/>
                  </a:cubicBezTo>
                  <a:cubicBezTo>
                    <a:pt x="19262" y="49725"/>
                    <a:pt x="19095" y="49451"/>
                    <a:pt x="19774" y="48441"/>
                  </a:cubicBezTo>
                  <a:lnTo>
                    <a:pt x="19774" y="48441"/>
                  </a:lnTo>
                  <a:cubicBezTo>
                    <a:pt x="15159" y="52789"/>
                    <a:pt x="10859" y="57672"/>
                    <a:pt x="7385" y="63283"/>
                  </a:cubicBezTo>
                  <a:cubicBezTo>
                    <a:pt x="6511" y="64692"/>
                    <a:pt x="5685" y="66125"/>
                    <a:pt x="4956" y="67631"/>
                  </a:cubicBezTo>
                  <a:cubicBezTo>
                    <a:pt x="4227" y="69162"/>
                    <a:pt x="3547" y="70668"/>
                    <a:pt x="2964" y="72271"/>
                  </a:cubicBezTo>
                  <a:cubicBezTo>
                    <a:pt x="2357" y="73850"/>
                    <a:pt x="1847" y="75478"/>
                    <a:pt x="1434" y="77130"/>
                  </a:cubicBezTo>
                  <a:cubicBezTo>
                    <a:pt x="1215" y="77956"/>
                    <a:pt x="997" y="78781"/>
                    <a:pt x="875" y="79632"/>
                  </a:cubicBezTo>
                  <a:cubicBezTo>
                    <a:pt x="729" y="80458"/>
                    <a:pt x="559" y="81308"/>
                    <a:pt x="462" y="82158"/>
                  </a:cubicBezTo>
                  <a:cubicBezTo>
                    <a:pt x="49" y="85583"/>
                    <a:pt x="1" y="89033"/>
                    <a:pt x="365" y="92458"/>
                  </a:cubicBezTo>
                  <a:cubicBezTo>
                    <a:pt x="754" y="95835"/>
                    <a:pt x="1507" y="99187"/>
                    <a:pt x="2576" y="102418"/>
                  </a:cubicBezTo>
                  <a:cubicBezTo>
                    <a:pt x="3620" y="105600"/>
                    <a:pt x="4980" y="108685"/>
                    <a:pt x="6608" y="111624"/>
                  </a:cubicBezTo>
                  <a:cubicBezTo>
                    <a:pt x="8211" y="114564"/>
                    <a:pt x="10033" y="117357"/>
                    <a:pt x="12098" y="120005"/>
                  </a:cubicBezTo>
                  <a:cubicBezTo>
                    <a:pt x="12608" y="120661"/>
                    <a:pt x="13264" y="121341"/>
                    <a:pt x="13920" y="122094"/>
                  </a:cubicBezTo>
                  <a:cubicBezTo>
                    <a:pt x="14576" y="122872"/>
                    <a:pt x="15353" y="123649"/>
                    <a:pt x="16155" y="124451"/>
                  </a:cubicBezTo>
                  <a:lnTo>
                    <a:pt x="16762" y="125058"/>
                  </a:lnTo>
                  <a:lnTo>
                    <a:pt x="17418" y="125665"/>
                  </a:lnTo>
                  <a:lnTo>
                    <a:pt x="18730" y="126880"/>
                  </a:lnTo>
                  <a:cubicBezTo>
                    <a:pt x="19191" y="127293"/>
                    <a:pt x="19653" y="127682"/>
                    <a:pt x="20115" y="128070"/>
                  </a:cubicBezTo>
                  <a:cubicBezTo>
                    <a:pt x="20576" y="128459"/>
                    <a:pt x="21038" y="128872"/>
                    <a:pt x="21523" y="129261"/>
                  </a:cubicBezTo>
                  <a:cubicBezTo>
                    <a:pt x="24900" y="131957"/>
                    <a:pt x="28471" y="134386"/>
                    <a:pt x="32212" y="136548"/>
                  </a:cubicBezTo>
                  <a:cubicBezTo>
                    <a:pt x="36245" y="138856"/>
                    <a:pt x="40399" y="140921"/>
                    <a:pt x="44674" y="142743"/>
                  </a:cubicBezTo>
                  <a:cubicBezTo>
                    <a:pt x="48901" y="144540"/>
                    <a:pt x="53152" y="146119"/>
                    <a:pt x="57379" y="147577"/>
                  </a:cubicBezTo>
                  <a:cubicBezTo>
                    <a:pt x="58423" y="147917"/>
                    <a:pt x="59492" y="148306"/>
                    <a:pt x="60561" y="148621"/>
                  </a:cubicBezTo>
                  <a:lnTo>
                    <a:pt x="63743" y="149642"/>
                  </a:lnTo>
                  <a:lnTo>
                    <a:pt x="66926" y="150638"/>
                  </a:lnTo>
                  <a:cubicBezTo>
                    <a:pt x="67970" y="150953"/>
                    <a:pt x="69039" y="151318"/>
                    <a:pt x="70108" y="151609"/>
                  </a:cubicBezTo>
                  <a:cubicBezTo>
                    <a:pt x="74383" y="152824"/>
                    <a:pt x="78635" y="154087"/>
                    <a:pt x="82934" y="155107"/>
                  </a:cubicBezTo>
                  <a:lnTo>
                    <a:pt x="86141" y="155909"/>
                  </a:lnTo>
                  <a:lnTo>
                    <a:pt x="87769" y="156346"/>
                  </a:lnTo>
                  <a:lnTo>
                    <a:pt x="89372" y="156711"/>
                  </a:lnTo>
                  <a:lnTo>
                    <a:pt x="95834" y="158144"/>
                  </a:lnTo>
                  <a:cubicBezTo>
                    <a:pt x="96392" y="158241"/>
                    <a:pt x="96927" y="158387"/>
                    <a:pt x="97461" y="158484"/>
                  </a:cubicBezTo>
                  <a:lnTo>
                    <a:pt x="99089" y="158800"/>
                  </a:lnTo>
                  <a:lnTo>
                    <a:pt x="102320" y="159407"/>
                  </a:lnTo>
                  <a:cubicBezTo>
                    <a:pt x="104506" y="159796"/>
                    <a:pt x="106644" y="160257"/>
                    <a:pt x="108830" y="160573"/>
                  </a:cubicBezTo>
                  <a:lnTo>
                    <a:pt x="115340" y="161618"/>
                  </a:lnTo>
                  <a:cubicBezTo>
                    <a:pt x="116409" y="161812"/>
                    <a:pt x="117502" y="161934"/>
                    <a:pt x="118595" y="162079"/>
                  </a:cubicBezTo>
                  <a:lnTo>
                    <a:pt x="121851" y="162492"/>
                  </a:lnTo>
                  <a:lnTo>
                    <a:pt x="125106" y="162930"/>
                  </a:lnTo>
                  <a:lnTo>
                    <a:pt x="125932" y="163027"/>
                  </a:lnTo>
                  <a:lnTo>
                    <a:pt x="126758" y="163124"/>
                  </a:lnTo>
                  <a:lnTo>
                    <a:pt x="128385" y="163270"/>
                  </a:lnTo>
                  <a:lnTo>
                    <a:pt x="134920" y="163950"/>
                  </a:lnTo>
                  <a:cubicBezTo>
                    <a:pt x="137082" y="164144"/>
                    <a:pt x="139268" y="164290"/>
                    <a:pt x="141454" y="164436"/>
                  </a:cubicBezTo>
                  <a:lnTo>
                    <a:pt x="144734" y="164679"/>
                  </a:lnTo>
                  <a:cubicBezTo>
                    <a:pt x="145827" y="164751"/>
                    <a:pt x="146920" y="164800"/>
                    <a:pt x="147989" y="164849"/>
                  </a:cubicBezTo>
                  <a:lnTo>
                    <a:pt x="154548" y="165140"/>
                  </a:lnTo>
                  <a:lnTo>
                    <a:pt x="161083" y="165262"/>
                  </a:lnTo>
                  <a:lnTo>
                    <a:pt x="164338" y="165310"/>
                  </a:lnTo>
                  <a:lnTo>
                    <a:pt x="167617" y="165262"/>
                  </a:lnTo>
                  <a:lnTo>
                    <a:pt x="174152" y="165189"/>
                  </a:lnTo>
                  <a:lnTo>
                    <a:pt x="180662" y="164897"/>
                  </a:lnTo>
                  <a:cubicBezTo>
                    <a:pt x="181755" y="164849"/>
                    <a:pt x="182824" y="164824"/>
                    <a:pt x="183917" y="164776"/>
                  </a:cubicBezTo>
                  <a:lnTo>
                    <a:pt x="187173" y="164533"/>
                  </a:lnTo>
                  <a:cubicBezTo>
                    <a:pt x="189335" y="164363"/>
                    <a:pt x="191497" y="164241"/>
                    <a:pt x="193659" y="164071"/>
                  </a:cubicBezTo>
                  <a:lnTo>
                    <a:pt x="200145" y="163415"/>
                  </a:lnTo>
                  <a:cubicBezTo>
                    <a:pt x="201213" y="163294"/>
                    <a:pt x="202307" y="163197"/>
                    <a:pt x="203375" y="163075"/>
                  </a:cubicBezTo>
                  <a:lnTo>
                    <a:pt x="206606" y="162662"/>
                  </a:lnTo>
                  <a:cubicBezTo>
                    <a:pt x="208744" y="162371"/>
                    <a:pt x="210882" y="162104"/>
                    <a:pt x="213044" y="161812"/>
                  </a:cubicBezTo>
                  <a:cubicBezTo>
                    <a:pt x="217344" y="161156"/>
                    <a:pt x="221668" y="160427"/>
                    <a:pt x="225992" y="159504"/>
                  </a:cubicBezTo>
                  <a:cubicBezTo>
                    <a:pt x="230364" y="158581"/>
                    <a:pt x="234688" y="157415"/>
                    <a:pt x="238915" y="155982"/>
                  </a:cubicBezTo>
                  <a:cubicBezTo>
                    <a:pt x="243263" y="154524"/>
                    <a:pt x="247466" y="152727"/>
                    <a:pt x="251523" y="150613"/>
                  </a:cubicBezTo>
                  <a:cubicBezTo>
                    <a:pt x="251766" y="150468"/>
                    <a:pt x="252033" y="150346"/>
                    <a:pt x="252276" y="150200"/>
                  </a:cubicBezTo>
                  <a:lnTo>
                    <a:pt x="253029" y="149763"/>
                  </a:lnTo>
                  <a:lnTo>
                    <a:pt x="254559" y="148913"/>
                  </a:lnTo>
                  <a:cubicBezTo>
                    <a:pt x="255555" y="148306"/>
                    <a:pt x="256527" y="147674"/>
                    <a:pt x="257499" y="147042"/>
                  </a:cubicBezTo>
                  <a:lnTo>
                    <a:pt x="258956" y="146022"/>
                  </a:lnTo>
                  <a:lnTo>
                    <a:pt x="259685" y="145488"/>
                  </a:lnTo>
                  <a:lnTo>
                    <a:pt x="260049" y="145245"/>
                  </a:lnTo>
                  <a:lnTo>
                    <a:pt x="260389" y="144953"/>
                  </a:lnTo>
                  <a:lnTo>
                    <a:pt x="261774" y="143860"/>
                  </a:lnTo>
                  <a:lnTo>
                    <a:pt x="262479" y="143301"/>
                  </a:lnTo>
                  <a:cubicBezTo>
                    <a:pt x="262697" y="143107"/>
                    <a:pt x="262916" y="142913"/>
                    <a:pt x="263134" y="142718"/>
                  </a:cubicBezTo>
                  <a:cubicBezTo>
                    <a:pt x="266657" y="139609"/>
                    <a:pt x="269839" y="136111"/>
                    <a:pt x="272560" y="132297"/>
                  </a:cubicBezTo>
                  <a:cubicBezTo>
                    <a:pt x="272924" y="131836"/>
                    <a:pt x="273240" y="131350"/>
                    <a:pt x="273556" y="130864"/>
                  </a:cubicBezTo>
                  <a:lnTo>
                    <a:pt x="274528" y="129406"/>
                  </a:lnTo>
                  <a:cubicBezTo>
                    <a:pt x="275159" y="128410"/>
                    <a:pt x="275718" y="127414"/>
                    <a:pt x="276325" y="126418"/>
                  </a:cubicBezTo>
                  <a:lnTo>
                    <a:pt x="277151" y="124864"/>
                  </a:lnTo>
                  <a:cubicBezTo>
                    <a:pt x="277418" y="124354"/>
                    <a:pt x="277710" y="123843"/>
                    <a:pt x="277953" y="123309"/>
                  </a:cubicBezTo>
                  <a:lnTo>
                    <a:pt x="278706" y="121754"/>
                  </a:lnTo>
                  <a:lnTo>
                    <a:pt x="279094" y="120953"/>
                  </a:lnTo>
                  <a:lnTo>
                    <a:pt x="279435" y="120151"/>
                  </a:lnTo>
                  <a:cubicBezTo>
                    <a:pt x="281256" y="115900"/>
                    <a:pt x="282665" y="111454"/>
                    <a:pt x="283637" y="106912"/>
                  </a:cubicBezTo>
                  <a:cubicBezTo>
                    <a:pt x="283686" y="106645"/>
                    <a:pt x="283759" y="106353"/>
                    <a:pt x="283807" y="106062"/>
                  </a:cubicBezTo>
                  <a:lnTo>
                    <a:pt x="283953" y="105211"/>
                  </a:lnTo>
                  <a:lnTo>
                    <a:pt x="284269" y="103487"/>
                  </a:lnTo>
                  <a:cubicBezTo>
                    <a:pt x="284439" y="102345"/>
                    <a:pt x="284560" y="101179"/>
                    <a:pt x="284730" y="100037"/>
                  </a:cubicBezTo>
                  <a:cubicBezTo>
                    <a:pt x="284803" y="98871"/>
                    <a:pt x="284925" y="97729"/>
                    <a:pt x="284973" y="96563"/>
                  </a:cubicBezTo>
                  <a:lnTo>
                    <a:pt x="285046" y="94814"/>
                  </a:lnTo>
                  <a:lnTo>
                    <a:pt x="285070" y="93940"/>
                  </a:lnTo>
                  <a:lnTo>
                    <a:pt x="285070" y="93065"/>
                  </a:lnTo>
                  <a:cubicBezTo>
                    <a:pt x="285070" y="88377"/>
                    <a:pt x="284536" y="83688"/>
                    <a:pt x="283491" y="79122"/>
                  </a:cubicBezTo>
                  <a:cubicBezTo>
                    <a:pt x="282423" y="74482"/>
                    <a:pt x="280771" y="70012"/>
                    <a:pt x="278560" y="65809"/>
                  </a:cubicBezTo>
                  <a:lnTo>
                    <a:pt x="277710" y="64230"/>
                  </a:lnTo>
                  <a:cubicBezTo>
                    <a:pt x="277443" y="63720"/>
                    <a:pt x="277127" y="63210"/>
                    <a:pt x="276811" y="62700"/>
                  </a:cubicBezTo>
                  <a:cubicBezTo>
                    <a:pt x="276495" y="62190"/>
                    <a:pt x="276179" y="61680"/>
                    <a:pt x="275864" y="61170"/>
                  </a:cubicBezTo>
                  <a:lnTo>
                    <a:pt x="274819" y="59712"/>
                  </a:lnTo>
                  <a:cubicBezTo>
                    <a:pt x="273459" y="57793"/>
                    <a:pt x="272001" y="55947"/>
                    <a:pt x="270422" y="54198"/>
                  </a:cubicBezTo>
                  <a:cubicBezTo>
                    <a:pt x="267313" y="50797"/>
                    <a:pt x="263936" y="47688"/>
                    <a:pt x="260292" y="44870"/>
                  </a:cubicBezTo>
                  <a:cubicBezTo>
                    <a:pt x="253199" y="39307"/>
                    <a:pt x="245668" y="34813"/>
                    <a:pt x="238502" y="30343"/>
                  </a:cubicBezTo>
                  <a:lnTo>
                    <a:pt x="237166" y="29517"/>
                  </a:lnTo>
                  <a:lnTo>
                    <a:pt x="236486" y="29104"/>
                  </a:lnTo>
                  <a:lnTo>
                    <a:pt x="235879" y="28691"/>
                  </a:lnTo>
                  <a:lnTo>
                    <a:pt x="234640" y="27889"/>
                  </a:lnTo>
                  <a:cubicBezTo>
                    <a:pt x="234227" y="27622"/>
                    <a:pt x="233838" y="27331"/>
                    <a:pt x="233425" y="27039"/>
                  </a:cubicBezTo>
                  <a:cubicBezTo>
                    <a:pt x="233012" y="26748"/>
                    <a:pt x="232599" y="26456"/>
                    <a:pt x="232186" y="26165"/>
                  </a:cubicBezTo>
                  <a:lnTo>
                    <a:pt x="230947" y="25242"/>
                  </a:lnTo>
                  <a:cubicBezTo>
                    <a:pt x="230121" y="24659"/>
                    <a:pt x="229295" y="24003"/>
                    <a:pt x="228469" y="23395"/>
                  </a:cubicBezTo>
                  <a:cubicBezTo>
                    <a:pt x="225166" y="20869"/>
                    <a:pt x="221813" y="18173"/>
                    <a:pt x="218315" y="15525"/>
                  </a:cubicBezTo>
                  <a:cubicBezTo>
                    <a:pt x="215309" y="13209"/>
                    <a:pt x="212185" y="11047"/>
                    <a:pt x="208969" y="9051"/>
                  </a:cubicBezTo>
                  <a:lnTo>
                    <a:pt x="208969" y="9051"/>
                  </a:lnTo>
                  <a:cubicBezTo>
                    <a:pt x="209456" y="9356"/>
                    <a:pt x="209940" y="9668"/>
                    <a:pt x="210420" y="9986"/>
                  </a:cubicBezTo>
                  <a:cubicBezTo>
                    <a:pt x="210736" y="10180"/>
                    <a:pt x="211028" y="10375"/>
                    <a:pt x="211343" y="10593"/>
                  </a:cubicBezTo>
                  <a:lnTo>
                    <a:pt x="212242" y="11201"/>
                  </a:lnTo>
                  <a:cubicBezTo>
                    <a:pt x="212849" y="11614"/>
                    <a:pt x="213457" y="12002"/>
                    <a:pt x="214040" y="12415"/>
                  </a:cubicBezTo>
                  <a:cubicBezTo>
                    <a:pt x="215206" y="13266"/>
                    <a:pt x="216372" y="14091"/>
                    <a:pt x="217489" y="14966"/>
                  </a:cubicBezTo>
                  <a:cubicBezTo>
                    <a:pt x="219748" y="16642"/>
                    <a:pt x="221910" y="18367"/>
                    <a:pt x="224072" y="20067"/>
                  </a:cubicBezTo>
                  <a:cubicBezTo>
                    <a:pt x="226210" y="21743"/>
                    <a:pt x="228299" y="23395"/>
                    <a:pt x="230413" y="24974"/>
                  </a:cubicBezTo>
                  <a:cubicBezTo>
                    <a:pt x="232526" y="26553"/>
                    <a:pt x="234591" y="27987"/>
                    <a:pt x="236729" y="29371"/>
                  </a:cubicBezTo>
                  <a:cubicBezTo>
                    <a:pt x="241271" y="32213"/>
                    <a:pt x="245911" y="35056"/>
                    <a:pt x="250551" y="38092"/>
                  </a:cubicBezTo>
                  <a:cubicBezTo>
                    <a:pt x="252883" y="39647"/>
                    <a:pt x="255191" y="41226"/>
                    <a:pt x="257450" y="42902"/>
                  </a:cubicBezTo>
                  <a:cubicBezTo>
                    <a:pt x="258592" y="43728"/>
                    <a:pt x="259709" y="44627"/>
                    <a:pt x="260827" y="45501"/>
                  </a:cubicBezTo>
                  <a:cubicBezTo>
                    <a:pt x="261385" y="45963"/>
                    <a:pt x="261944" y="46424"/>
                    <a:pt x="262503" y="46886"/>
                  </a:cubicBezTo>
                  <a:lnTo>
                    <a:pt x="263329" y="47566"/>
                  </a:lnTo>
                  <a:lnTo>
                    <a:pt x="264130" y="48295"/>
                  </a:lnTo>
                  <a:cubicBezTo>
                    <a:pt x="266317" y="50214"/>
                    <a:pt x="268382" y="52279"/>
                    <a:pt x="270325" y="54441"/>
                  </a:cubicBezTo>
                  <a:lnTo>
                    <a:pt x="271782" y="56117"/>
                  </a:lnTo>
                  <a:cubicBezTo>
                    <a:pt x="272244" y="56676"/>
                    <a:pt x="272706" y="57283"/>
                    <a:pt x="273167" y="57866"/>
                  </a:cubicBezTo>
                  <a:lnTo>
                    <a:pt x="273847" y="58740"/>
                  </a:lnTo>
                  <a:cubicBezTo>
                    <a:pt x="274066" y="59032"/>
                    <a:pt x="274260" y="59348"/>
                    <a:pt x="274503" y="59664"/>
                  </a:cubicBezTo>
                  <a:lnTo>
                    <a:pt x="275766" y="61510"/>
                  </a:lnTo>
                  <a:cubicBezTo>
                    <a:pt x="276544" y="62797"/>
                    <a:pt x="277370" y="64060"/>
                    <a:pt x="278050" y="65396"/>
                  </a:cubicBezTo>
                  <a:lnTo>
                    <a:pt x="278560" y="66392"/>
                  </a:lnTo>
                  <a:lnTo>
                    <a:pt x="278827" y="66903"/>
                  </a:lnTo>
                  <a:cubicBezTo>
                    <a:pt x="278900" y="67073"/>
                    <a:pt x="278997" y="67243"/>
                    <a:pt x="279070" y="67413"/>
                  </a:cubicBezTo>
                  <a:lnTo>
                    <a:pt x="279993" y="69453"/>
                  </a:lnTo>
                  <a:cubicBezTo>
                    <a:pt x="280309" y="70133"/>
                    <a:pt x="280552" y="70838"/>
                    <a:pt x="280844" y="71518"/>
                  </a:cubicBezTo>
                  <a:lnTo>
                    <a:pt x="281232" y="72563"/>
                  </a:lnTo>
                  <a:cubicBezTo>
                    <a:pt x="281378" y="72927"/>
                    <a:pt x="281475" y="73267"/>
                    <a:pt x="281597" y="73632"/>
                  </a:cubicBezTo>
                  <a:cubicBezTo>
                    <a:pt x="281815" y="74336"/>
                    <a:pt x="282058" y="75040"/>
                    <a:pt x="282277" y="75745"/>
                  </a:cubicBezTo>
                  <a:lnTo>
                    <a:pt x="282884" y="77907"/>
                  </a:lnTo>
                  <a:cubicBezTo>
                    <a:pt x="283589" y="80773"/>
                    <a:pt x="284099" y="83688"/>
                    <a:pt x="284390" y="86628"/>
                  </a:cubicBezTo>
                  <a:lnTo>
                    <a:pt x="284536" y="87721"/>
                  </a:lnTo>
                  <a:lnTo>
                    <a:pt x="284609" y="88838"/>
                  </a:lnTo>
                  <a:cubicBezTo>
                    <a:pt x="284657" y="89567"/>
                    <a:pt x="284706" y="90296"/>
                    <a:pt x="284730" y="91025"/>
                  </a:cubicBezTo>
                  <a:cubicBezTo>
                    <a:pt x="284755" y="92507"/>
                    <a:pt x="284779" y="93964"/>
                    <a:pt x="284706" y="95422"/>
                  </a:cubicBezTo>
                  <a:cubicBezTo>
                    <a:pt x="284682" y="96903"/>
                    <a:pt x="284512" y="98337"/>
                    <a:pt x="284414" y="99794"/>
                  </a:cubicBezTo>
                  <a:cubicBezTo>
                    <a:pt x="284317" y="100523"/>
                    <a:pt x="284220" y="101252"/>
                    <a:pt x="284123" y="101980"/>
                  </a:cubicBezTo>
                  <a:lnTo>
                    <a:pt x="284002" y="103074"/>
                  </a:lnTo>
                  <a:lnTo>
                    <a:pt x="283807" y="104142"/>
                  </a:lnTo>
                  <a:cubicBezTo>
                    <a:pt x="283321" y="107009"/>
                    <a:pt x="282641" y="109851"/>
                    <a:pt x="281791" y="112645"/>
                  </a:cubicBezTo>
                  <a:lnTo>
                    <a:pt x="281135" y="114734"/>
                  </a:lnTo>
                  <a:cubicBezTo>
                    <a:pt x="280892" y="115414"/>
                    <a:pt x="280625" y="116094"/>
                    <a:pt x="280382" y="116799"/>
                  </a:cubicBezTo>
                  <a:lnTo>
                    <a:pt x="279993" y="117819"/>
                  </a:lnTo>
                  <a:cubicBezTo>
                    <a:pt x="279872" y="118159"/>
                    <a:pt x="279726" y="118499"/>
                    <a:pt x="279580" y="118839"/>
                  </a:cubicBezTo>
                  <a:cubicBezTo>
                    <a:pt x="279289" y="119495"/>
                    <a:pt x="279022" y="120175"/>
                    <a:pt x="278706" y="120856"/>
                  </a:cubicBezTo>
                  <a:cubicBezTo>
                    <a:pt x="278074" y="122167"/>
                    <a:pt x="277491" y="123503"/>
                    <a:pt x="276762" y="124767"/>
                  </a:cubicBezTo>
                  <a:lnTo>
                    <a:pt x="276252" y="125738"/>
                  </a:lnTo>
                  <a:lnTo>
                    <a:pt x="275985" y="126224"/>
                  </a:lnTo>
                  <a:lnTo>
                    <a:pt x="275694" y="126710"/>
                  </a:lnTo>
                  <a:lnTo>
                    <a:pt x="274576" y="128580"/>
                  </a:lnTo>
                  <a:cubicBezTo>
                    <a:pt x="271442" y="133609"/>
                    <a:pt x="267604" y="138152"/>
                    <a:pt x="263159" y="142063"/>
                  </a:cubicBezTo>
                  <a:lnTo>
                    <a:pt x="262333" y="142816"/>
                  </a:lnTo>
                  <a:cubicBezTo>
                    <a:pt x="262041" y="143059"/>
                    <a:pt x="261750" y="143277"/>
                    <a:pt x="261458" y="143520"/>
                  </a:cubicBezTo>
                  <a:cubicBezTo>
                    <a:pt x="260875" y="144006"/>
                    <a:pt x="260292" y="144443"/>
                    <a:pt x="259709" y="144905"/>
                  </a:cubicBezTo>
                  <a:cubicBezTo>
                    <a:pt x="258495" y="145755"/>
                    <a:pt x="257280" y="146678"/>
                    <a:pt x="256017" y="147431"/>
                  </a:cubicBezTo>
                  <a:lnTo>
                    <a:pt x="255094" y="148014"/>
                  </a:lnTo>
                  <a:lnTo>
                    <a:pt x="254632" y="148330"/>
                  </a:lnTo>
                  <a:lnTo>
                    <a:pt x="254195" y="148621"/>
                  </a:lnTo>
                  <a:lnTo>
                    <a:pt x="252276" y="149715"/>
                  </a:lnTo>
                  <a:cubicBezTo>
                    <a:pt x="251644" y="150079"/>
                    <a:pt x="250988" y="150395"/>
                    <a:pt x="250357" y="150735"/>
                  </a:cubicBezTo>
                  <a:lnTo>
                    <a:pt x="249385" y="151245"/>
                  </a:lnTo>
                  <a:lnTo>
                    <a:pt x="248389" y="151707"/>
                  </a:lnTo>
                  <a:cubicBezTo>
                    <a:pt x="243166" y="154160"/>
                    <a:pt x="237749" y="156103"/>
                    <a:pt x="232162" y="157561"/>
                  </a:cubicBezTo>
                  <a:cubicBezTo>
                    <a:pt x="229417" y="158290"/>
                    <a:pt x="226672" y="158921"/>
                    <a:pt x="223902" y="159480"/>
                  </a:cubicBezTo>
                  <a:cubicBezTo>
                    <a:pt x="221133" y="160039"/>
                    <a:pt x="218364" y="160525"/>
                    <a:pt x="215619" y="160962"/>
                  </a:cubicBezTo>
                  <a:lnTo>
                    <a:pt x="213554" y="161278"/>
                  </a:lnTo>
                  <a:cubicBezTo>
                    <a:pt x="212849" y="161399"/>
                    <a:pt x="212169" y="161496"/>
                    <a:pt x="211465" y="161569"/>
                  </a:cubicBezTo>
                  <a:lnTo>
                    <a:pt x="207335" y="162128"/>
                  </a:lnTo>
                  <a:lnTo>
                    <a:pt x="203181" y="162662"/>
                  </a:lnTo>
                  <a:cubicBezTo>
                    <a:pt x="201796" y="162808"/>
                    <a:pt x="200412" y="162954"/>
                    <a:pt x="199027" y="163100"/>
                  </a:cubicBezTo>
                  <a:cubicBezTo>
                    <a:pt x="196234" y="163367"/>
                    <a:pt x="193464" y="163707"/>
                    <a:pt x="190646" y="163853"/>
                  </a:cubicBezTo>
                  <a:lnTo>
                    <a:pt x="186444" y="164168"/>
                  </a:lnTo>
                  <a:cubicBezTo>
                    <a:pt x="185059" y="164266"/>
                    <a:pt x="183650" y="164387"/>
                    <a:pt x="182241" y="164436"/>
                  </a:cubicBezTo>
                  <a:cubicBezTo>
                    <a:pt x="182897" y="164217"/>
                    <a:pt x="184816" y="163901"/>
                    <a:pt x="181561" y="163901"/>
                  </a:cubicBezTo>
                  <a:lnTo>
                    <a:pt x="183699" y="163804"/>
                  </a:lnTo>
                  <a:lnTo>
                    <a:pt x="185812" y="163610"/>
                  </a:lnTo>
                  <a:lnTo>
                    <a:pt x="190063" y="163270"/>
                  </a:lnTo>
                  <a:lnTo>
                    <a:pt x="192201" y="163075"/>
                  </a:lnTo>
                  <a:lnTo>
                    <a:pt x="193246" y="163002"/>
                  </a:lnTo>
                  <a:lnTo>
                    <a:pt x="194314" y="162881"/>
                  </a:lnTo>
                  <a:lnTo>
                    <a:pt x="198541" y="162419"/>
                  </a:lnTo>
                  <a:lnTo>
                    <a:pt x="202768" y="161958"/>
                  </a:lnTo>
                  <a:lnTo>
                    <a:pt x="206971" y="161375"/>
                  </a:lnTo>
                  <a:cubicBezTo>
                    <a:pt x="209764" y="160986"/>
                    <a:pt x="212558" y="160597"/>
                    <a:pt x="215352" y="160160"/>
                  </a:cubicBezTo>
                  <a:cubicBezTo>
                    <a:pt x="218145" y="159699"/>
                    <a:pt x="220939" y="159213"/>
                    <a:pt x="223732" y="158630"/>
                  </a:cubicBezTo>
                  <a:cubicBezTo>
                    <a:pt x="226526" y="158047"/>
                    <a:pt x="229320" y="157415"/>
                    <a:pt x="232089" y="156662"/>
                  </a:cubicBezTo>
                  <a:cubicBezTo>
                    <a:pt x="234858" y="155909"/>
                    <a:pt x="237603" y="155059"/>
                    <a:pt x="240324" y="154087"/>
                  </a:cubicBezTo>
                  <a:cubicBezTo>
                    <a:pt x="241028" y="153844"/>
                    <a:pt x="241684" y="153553"/>
                    <a:pt x="242365" y="153310"/>
                  </a:cubicBezTo>
                  <a:lnTo>
                    <a:pt x="243385" y="152921"/>
                  </a:lnTo>
                  <a:cubicBezTo>
                    <a:pt x="243725" y="152775"/>
                    <a:pt x="244065" y="152630"/>
                    <a:pt x="244381" y="152484"/>
                  </a:cubicBezTo>
                  <a:cubicBezTo>
                    <a:pt x="245061" y="152217"/>
                    <a:pt x="245717" y="151925"/>
                    <a:pt x="246397" y="151634"/>
                  </a:cubicBezTo>
                  <a:lnTo>
                    <a:pt x="248389" y="150711"/>
                  </a:lnTo>
                  <a:cubicBezTo>
                    <a:pt x="249045" y="150395"/>
                    <a:pt x="249677" y="150055"/>
                    <a:pt x="250332" y="149715"/>
                  </a:cubicBezTo>
                  <a:cubicBezTo>
                    <a:pt x="250988" y="149374"/>
                    <a:pt x="251644" y="149034"/>
                    <a:pt x="252276" y="148670"/>
                  </a:cubicBezTo>
                  <a:lnTo>
                    <a:pt x="254195" y="147553"/>
                  </a:lnTo>
                  <a:lnTo>
                    <a:pt x="256041" y="146387"/>
                  </a:lnTo>
                  <a:cubicBezTo>
                    <a:pt x="258543" y="144759"/>
                    <a:pt x="260924" y="142937"/>
                    <a:pt x="263134" y="140945"/>
                  </a:cubicBezTo>
                  <a:lnTo>
                    <a:pt x="263960" y="140192"/>
                  </a:lnTo>
                  <a:lnTo>
                    <a:pt x="264762" y="139415"/>
                  </a:lnTo>
                  <a:cubicBezTo>
                    <a:pt x="265272" y="138905"/>
                    <a:pt x="265831" y="138394"/>
                    <a:pt x="266341" y="137836"/>
                  </a:cubicBezTo>
                  <a:lnTo>
                    <a:pt x="267847" y="136208"/>
                  </a:lnTo>
                  <a:lnTo>
                    <a:pt x="268212" y="135795"/>
                  </a:lnTo>
                  <a:lnTo>
                    <a:pt x="268552" y="135358"/>
                  </a:lnTo>
                  <a:lnTo>
                    <a:pt x="269256" y="134508"/>
                  </a:lnTo>
                  <a:cubicBezTo>
                    <a:pt x="270228" y="133390"/>
                    <a:pt x="271078" y="132176"/>
                    <a:pt x="271953" y="130985"/>
                  </a:cubicBezTo>
                  <a:cubicBezTo>
                    <a:pt x="272778" y="129771"/>
                    <a:pt x="273629" y="128556"/>
                    <a:pt x="274382" y="127293"/>
                  </a:cubicBezTo>
                  <a:lnTo>
                    <a:pt x="274916" y="126346"/>
                  </a:lnTo>
                  <a:lnTo>
                    <a:pt x="275208" y="125860"/>
                  </a:lnTo>
                  <a:lnTo>
                    <a:pt x="275451" y="125374"/>
                  </a:lnTo>
                  <a:lnTo>
                    <a:pt x="276519" y="123455"/>
                  </a:lnTo>
                  <a:cubicBezTo>
                    <a:pt x="276860" y="122799"/>
                    <a:pt x="277151" y="122119"/>
                    <a:pt x="277491" y="121463"/>
                  </a:cubicBezTo>
                  <a:lnTo>
                    <a:pt x="277953" y="120467"/>
                  </a:lnTo>
                  <a:lnTo>
                    <a:pt x="278390" y="119471"/>
                  </a:lnTo>
                  <a:cubicBezTo>
                    <a:pt x="279556" y="116774"/>
                    <a:pt x="280552" y="114005"/>
                    <a:pt x="281378" y="111187"/>
                  </a:cubicBezTo>
                  <a:lnTo>
                    <a:pt x="281961" y="109074"/>
                  </a:lnTo>
                  <a:cubicBezTo>
                    <a:pt x="282131" y="108369"/>
                    <a:pt x="282277" y="107641"/>
                    <a:pt x="282447" y="106936"/>
                  </a:cubicBezTo>
                  <a:lnTo>
                    <a:pt x="282690" y="105867"/>
                  </a:lnTo>
                  <a:lnTo>
                    <a:pt x="282884" y="104774"/>
                  </a:lnTo>
                  <a:cubicBezTo>
                    <a:pt x="283006" y="104045"/>
                    <a:pt x="283151" y="103341"/>
                    <a:pt x="283248" y="102612"/>
                  </a:cubicBezTo>
                  <a:cubicBezTo>
                    <a:pt x="283686" y="99697"/>
                    <a:pt x="283929" y="96758"/>
                    <a:pt x="283977" y="93818"/>
                  </a:cubicBezTo>
                  <a:cubicBezTo>
                    <a:pt x="284026" y="90879"/>
                    <a:pt x="283856" y="87915"/>
                    <a:pt x="283491" y="85000"/>
                  </a:cubicBezTo>
                  <a:cubicBezTo>
                    <a:pt x="283394" y="84247"/>
                    <a:pt x="283273" y="83518"/>
                    <a:pt x="283151" y="82790"/>
                  </a:cubicBezTo>
                  <a:lnTo>
                    <a:pt x="282981" y="81697"/>
                  </a:lnTo>
                  <a:lnTo>
                    <a:pt x="282763" y="80603"/>
                  </a:lnTo>
                  <a:cubicBezTo>
                    <a:pt x="282593" y="79875"/>
                    <a:pt x="282471" y="79146"/>
                    <a:pt x="282277" y="78417"/>
                  </a:cubicBezTo>
                  <a:lnTo>
                    <a:pt x="281694" y="76255"/>
                  </a:lnTo>
                  <a:cubicBezTo>
                    <a:pt x="281621" y="75891"/>
                    <a:pt x="281499" y="75551"/>
                    <a:pt x="281378" y="75186"/>
                  </a:cubicBezTo>
                  <a:lnTo>
                    <a:pt x="281038" y="74117"/>
                  </a:lnTo>
                  <a:lnTo>
                    <a:pt x="280698" y="73049"/>
                  </a:lnTo>
                  <a:cubicBezTo>
                    <a:pt x="280576" y="72708"/>
                    <a:pt x="280431" y="72344"/>
                    <a:pt x="280285" y="72004"/>
                  </a:cubicBezTo>
                  <a:cubicBezTo>
                    <a:pt x="280018" y="71324"/>
                    <a:pt x="279750" y="70595"/>
                    <a:pt x="279483" y="69915"/>
                  </a:cubicBezTo>
                  <a:lnTo>
                    <a:pt x="278536" y="67874"/>
                  </a:lnTo>
                  <a:cubicBezTo>
                    <a:pt x="278244" y="67170"/>
                    <a:pt x="277880" y="66514"/>
                    <a:pt x="277515" y="65858"/>
                  </a:cubicBezTo>
                  <a:cubicBezTo>
                    <a:pt x="277175" y="65178"/>
                    <a:pt x="276835" y="64498"/>
                    <a:pt x="276447" y="63866"/>
                  </a:cubicBezTo>
                  <a:lnTo>
                    <a:pt x="275256" y="61923"/>
                  </a:lnTo>
                  <a:cubicBezTo>
                    <a:pt x="274843" y="61291"/>
                    <a:pt x="274406" y="60684"/>
                    <a:pt x="273993" y="60052"/>
                  </a:cubicBezTo>
                  <a:cubicBezTo>
                    <a:pt x="273774" y="59736"/>
                    <a:pt x="273556" y="59445"/>
                    <a:pt x="273337" y="59129"/>
                  </a:cubicBezTo>
                  <a:lnTo>
                    <a:pt x="272657" y="58255"/>
                  </a:lnTo>
                  <a:cubicBezTo>
                    <a:pt x="272171" y="57672"/>
                    <a:pt x="271758" y="57064"/>
                    <a:pt x="271272" y="56506"/>
                  </a:cubicBezTo>
                  <a:lnTo>
                    <a:pt x="269815" y="54805"/>
                  </a:lnTo>
                  <a:cubicBezTo>
                    <a:pt x="269572" y="54514"/>
                    <a:pt x="269329" y="54246"/>
                    <a:pt x="269062" y="53979"/>
                  </a:cubicBezTo>
                  <a:lnTo>
                    <a:pt x="268309" y="53178"/>
                  </a:lnTo>
                  <a:cubicBezTo>
                    <a:pt x="267313" y="52084"/>
                    <a:pt x="266244" y="51113"/>
                    <a:pt x="265199" y="50068"/>
                  </a:cubicBezTo>
                  <a:cubicBezTo>
                    <a:pt x="264106" y="49096"/>
                    <a:pt x="263037" y="48100"/>
                    <a:pt x="261920" y="47202"/>
                  </a:cubicBezTo>
                  <a:cubicBezTo>
                    <a:pt x="257474" y="43461"/>
                    <a:pt x="252762" y="40230"/>
                    <a:pt x="248049" y="37193"/>
                  </a:cubicBezTo>
                  <a:cubicBezTo>
                    <a:pt x="245693" y="35687"/>
                    <a:pt x="243361" y="34230"/>
                    <a:pt x="241004" y="32772"/>
                  </a:cubicBezTo>
                  <a:lnTo>
                    <a:pt x="237506" y="30610"/>
                  </a:lnTo>
                  <a:lnTo>
                    <a:pt x="236656" y="30076"/>
                  </a:lnTo>
                  <a:lnTo>
                    <a:pt x="236219" y="29784"/>
                  </a:lnTo>
                  <a:lnTo>
                    <a:pt x="235806" y="29541"/>
                  </a:lnTo>
                  <a:lnTo>
                    <a:pt x="234178" y="28472"/>
                  </a:lnTo>
                  <a:cubicBezTo>
                    <a:pt x="229878" y="25557"/>
                    <a:pt x="225627" y="22156"/>
                    <a:pt x="221206" y="18731"/>
                  </a:cubicBezTo>
                  <a:cubicBezTo>
                    <a:pt x="218971" y="17031"/>
                    <a:pt x="216712" y="15306"/>
                    <a:pt x="214331" y="13630"/>
                  </a:cubicBezTo>
                  <a:cubicBezTo>
                    <a:pt x="213190" y="12804"/>
                    <a:pt x="211951" y="12002"/>
                    <a:pt x="210736" y="11176"/>
                  </a:cubicBezTo>
                  <a:cubicBezTo>
                    <a:pt x="209473" y="10399"/>
                    <a:pt x="208210" y="9622"/>
                    <a:pt x="206898" y="8844"/>
                  </a:cubicBezTo>
                  <a:cubicBezTo>
                    <a:pt x="205610" y="8067"/>
                    <a:pt x="204226" y="7387"/>
                    <a:pt x="202865" y="6707"/>
                  </a:cubicBezTo>
                  <a:cubicBezTo>
                    <a:pt x="201456" y="6051"/>
                    <a:pt x="200072" y="5395"/>
                    <a:pt x="198541" y="4885"/>
                  </a:cubicBezTo>
                  <a:lnTo>
                    <a:pt x="197424" y="4472"/>
                  </a:lnTo>
                  <a:cubicBezTo>
                    <a:pt x="197059" y="4326"/>
                    <a:pt x="196695" y="4229"/>
                    <a:pt x="196306" y="4132"/>
                  </a:cubicBezTo>
                  <a:lnTo>
                    <a:pt x="194047" y="3476"/>
                  </a:lnTo>
                  <a:cubicBezTo>
                    <a:pt x="193318" y="3257"/>
                    <a:pt x="192541" y="3111"/>
                    <a:pt x="191812" y="2941"/>
                  </a:cubicBezTo>
                  <a:cubicBezTo>
                    <a:pt x="191059" y="2796"/>
                    <a:pt x="190306" y="2601"/>
                    <a:pt x="189553" y="2504"/>
                  </a:cubicBezTo>
                  <a:lnTo>
                    <a:pt x="189747" y="1435"/>
                  </a:lnTo>
                  <a:lnTo>
                    <a:pt x="188144" y="1168"/>
                  </a:lnTo>
                  <a:cubicBezTo>
                    <a:pt x="187610" y="1071"/>
                    <a:pt x="187051" y="949"/>
                    <a:pt x="186541" y="901"/>
                  </a:cubicBezTo>
                  <a:lnTo>
                    <a:pt x="183334" y="512"/>
                  </a:lnTo>
                  <a:lnTo>
                    <a:pt x="180152" y="245"/>
                  </a:lnTo>
                  <a:cubicBezTo>
                    <a:pt x="179107" y="172"/>
                    <a:pt x="178063" y="148"/>
                    <a:pt x="176994" y="99"/>
                  </a:cubicBezTo>
                  <a:cubicBezTo>
                    <a:pt x="175288" y="30"/>
                    <a:pt x="173586" y="1"/>
                    <a:pt x="171889" y="1"/>
                  </a:cubicBezTo>
                  <a:close/>
                </a:path>
              </a:pathLst>
            </a:custGeom>
            <a:solidFill>
              <a:srgbClr val="F0A9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5" name="Google Shape;605;p50"/>
          <p:cNvGrpSpPr/>
          <p:nvPr/>
        </p:nvGrpSpPr>
        <p:grpSpPr>
          <a:xfrm>
            <a:off x="5118781" y="3204968"/>
            <a:ext cx="4862745" cy="2939418"/>
            <a:chOff x="238125" y="693075"/>
            <a:chExt cx="7137450" cy="4314425"/>
          </a:xfrm>
        </p:grpSpPr>
        <p:sp>
          <p:nvSpPr>
            <p:cNvPr id="606" name="Google Shape;606;p50"/>
            <p:cNvSpPr/>
            <p:nvPr/>
          </p:nvSpPr>
          <p:spPr>
            <a:xfrm>
              <a:off x="379850" y="806575"/>
              <a:ext cx="6881075" cy="4076325"/>
            </a:xfrm>
            <a:custGeom>
              <a:rect b="b" l="l" r="r" t="t"/>
              <a:pathLst>
                <a:path extrusionOk="0" h="163053" w="275243">
                  <a:moveTo>
                    <a:pt x="201254" y="0"/>
                  </a:moveTo>
                  <a:cubicBezTo>
                    <a:pt x="198902" y="0"/>
                    <a:pt x="196530" y="193"/>
                    <a:pt x="194136" y="606"/>
                  </a:cubicBezTo>
                  <a:cubicBezTo>
                    <a:pt x="167810" y="5138"/>
                    <a:pt x="136105" y="19221"/>
                    <a:pt x="129298" y="47821"/>
                  </a:cubicBezTo>
                  <a:cubicBezTo>
                    <a:pt x="127330" y="56163"/>
                    <a:pt x="127853" y="64956"/>
                    <a:pt x="125741" y="73262"/>
                  </a:cubicBezTo>
                  <a:cubicBezTo>
                    <a:pt x="120216" y="95037"/>
                    <a:pt x="98206" y="108452"/>
                    <a:pt x="76773" y="115169"/>
                  </a:cubicBezTo>
                  <a:cubicBezTo>
                    <a:pt x="59133" y="120694"/>
                    <a:pt x="40337" y="123457"/>
                    <a:pt x="24304" y="132665"/>
                  </a:cubicBezTo>
                  <a:cubicBezTo>
                    <a:pt x="12820" y="139255"/>
                    <a:pt x="2944" y="150594"/>
                    <a:pt x="1" y="163053"/>
                  </a:cubicBezTo>
                  <a:lnTo>
                    <a:pt x="275242" y="163053"/>
                  </a:lnTo>
                  <a:lnTo>
                    <a:pt x="275242" y="35778"/>
                  </a:lnTo>
                  <a:cubicBezTo>
                    <a:pt x="273220" y="34767"/>
                    <a:pt x="271198" y="33720"/>
                    <a:pt x="269211" y="32655"/>
                  </a:cubicBezTo>
                  <a:cubicBezTo>
                    <a:pt x="248547" y="21457"/>
                    <a:pt x="226060" y="0"/>
                    <a:pt x="20125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50"/>
            <p:cNvSpPr/>
            <p:nvPr/>
          </p:nvSpPr>
          <p:spPr>
            <a:xfrm>
              <a:off x="238125" y="693075"/>
              <a:ext cx="7137450" cy="4314425"/>
            </a:xfrm>
            <a:custGeom>
              <a:rect b="b" l="l" r="r" t="t"/>
              <a:pathLst>
                <a:path extrusionOk="0" h="172577" w="285498">
                  <a:moveTo>
                    <a:pt x="134633" y="40853"/>
                  </a:moveTo>
                  <a:cubicBezTo>
                    <a:pt x="134641" y="40853"/>
                    <a:pt x="134644" y="40862"/>
                    <a:pt x="134644" y="40880"/>
                  </a:cubicBezTo>
                  <a:lnTo>
                    <a:pt x="134644" y="40880"/>
                  </a:lnTo>
                  <a:cubicBezTo>
                    <a:pt x="134643" y="40866"/>
                    <a:pt x="134640" y="40859"/>
                    <a:pt x="134634" y="40859"/>
                  </a:cubicBezTo>
                  <a:cubicBezTo>
                    <a:pt x="134602" y="40859"/>
                    <a:pt x="134494" y="41022"/>
                    <a:pt x="134262" y="41456"/>
                  </a:cubicBezTo>
                  <a:cubicBezTo>
                    <a:pt x="134492" y="41016"/>
                    <a:pt x="134600" y="40853"/>
                    <a:pt x="134633" y="40853"/>
                  </a:cubicBezTo>
                  <a:close/>
                  <a:moveTo>
                    <a:pt x="42846" y="134659"/>
                  </a:moveTo>
                  <a:lnTo>
                    <a:pt x="40972" y="135394"/>
                  </a:lnTo>
                  <a:lnTo>
                    <a:pt x="40972" y="135394"/>
                  </a:lnTo>
                  <a:cubicBezTo>
                    <a:pt x="41594" y="135144"/>
                    <a:pt x="42219" y="134899"/>
                    <a:pt x="42846" y="134659"/>
                  </a:cubicBezTo>
                  <a:close/>
                  <a:moveTo>
                    <a:pt x="207515" y="9208"/>
                  </a:moveTo>
                  <a:lnTo>
                    <a:pt x="209103" y="9281"/>
                  </a:lnTo>
                  <a:cubicBezTo>
                    <a:pt x="209356" y="9281"/>
                    <a:pt x="209627" y="9281"/>
                    <a:pt x="209898" y="9317"/>
                  </a:cubicBezTo>
                  <a:lnTo>
                    <a:pt x="210674" y="9389"/>
                  </a:lnTo>
                  <a:lnTo>
                    <a:pt x="211469" y="9461"/>
                  </a:lnTo>
                  <a:cubicBezTo>
                    <a:pt x="211740" y="9497"/>
                    <a:pt x="211992" y="9515"/>
                    <a:pt x="212263" y="9570"/>
                  </a:cubicBezTo>
                  <a:lnTo>
                    <a:pt x="213834" y="9804"/>
                  </a:lnTo>
                  <a:cubicBezTo>
                    <a:pt x="215965" y="10165"/>
                    <a:pt x="218077" y="10671"/>
                    <a:pt x="220135" y="11303"/>
                  </a:cubicBezTo>
                  <a:lnTo>
                    <a:pt x="220912" y="11538"/>
                  </a:lnTo>
                  <a:cubicBezTo>
                    <a:pt x="221183" y="11610"/>
                    <a:pt x="221435" y="11718"/>
                    <a:pt x="221688" y="11790"/>
                  </a:cubicBezTo>
                  <a:lnTo>
                    <a:pt x="223241" y="12332"/>
                  </a:lnTo>
                  <a:lnTo>
                    <a:pt x="224776" y="12946"/>
                  </a:lnTo>
                  <a:lnTo>
                    <a:pt x="225534" y="13235"/>
                  </a:lnTo>
                  <a:lnTo>
                    <a:pt x="226311" y="13578"/>
                  </a:lnTo>
                  <a:lnTo>
                    <a:pt x="227845" y="14228"/>
                  </a:lnTo>
                  <a:lnTo>
                    <a:pt x="229362" y="14932"/>
                  </a:lnTo>
                  <a:lnTo>
                    <a:pt x="230120" y="15275"/>
                  </a:lnTo>
                  <a:lnTo>
                    <a:pt x="230879" y="15654"/>
                  </a:lnTo>
                  <a:lnTo>
                    <a:pt x="232395" y="16413"/>
                  </a:lnTo>
                  <a:lnTo>
                    <a:pt x="233894" y="17189"/>
                  </a:lnTo>
                  <a:lnTo>
                    <a:pt x="234652" y="17586"/>
                  </a:lnTo>
                  <a:lnTo>
                    <a:pt x="235393" y="18002"/>
                  </a:lnTo>
                  <a:lnTo>
                    <a:pt x="236873" y="18832"/>
                  </a:lnTo>
                  <a:lnTo>
                    <a:pt x="238354" y="19681"/>
                  </a:lnTo>
                  <a:cubicBezTo>
                    <a:pt x="242308" y="21974"/>
                    <a:pt x="246172" y="24484"/>
                    <a:pt x="250072" y="27047"/>
                  </a:cubicBezTo>
                  <a:cubicBezTo>
                    <a:pt x="253972" y="29629"/>
                    <a:pt x="257836" y="32247"/>
                    <a:pt x="261808" y="34829"/>
                  </a:cubicBezTo>
                  <a:cubicBezTo>
                    <a:pt x="263794" y="36111"/>
                    <a:pt x="265798" y="37375"/>
                    <a:pt x="267857" y="38603"/>
                  </a:cubicBezTo>
                  <a:cubicBezTo>
                    <a:pt x="268362" y="38910"/>
                    <a:pt x="268886" y="39199"/>
                    <a:pt x="269392" y="39506"/>
                  </a:cubicBezTo>
                  <a:cubicBezTo>
                    <a:pt x="269915" y="39813"/>
                    <a:pt x="270421" y="40120"/>
                    <a:pt x="270962" y="40409"/>
                  </a:cubicBezTo>
                  <a:lnTo>
                    <a:pt x="272533" y="41293"/>
                  </a:lnTo>
                  <a:lnTo>
                    <a:pt x="274122" y="42106"/>
                  </a:lnTo>
                  <a:lnTo>
                    <a:pt x="276108" y="43153"/>
                  </a:lnTo>
                  <a:lnTo>
                    <a:pt x="276180" y="43189"/>
                  </a:lnTo>
                  <a:lnTo>
                    <a:pt x="276180" y="43279"/>
                  </a:lnTo>
                  <a:lnTo>
                    <a:pt x="276180" y="48913"/>
                  </a:lnTo>
                  <a:lnTo>
                    <a:pt x="276180" y="62455"/>
                  </a:lnTo>
                  <a:cubicBezTo>
                    <a:pt x="276199" y="71410"/>
                    <a:pt x="276217" y="80203"/>
                    <a:pt x="276217" y="88798"/>
                  </a:cubicBezTo>
                  <a:cubicBezTo>
                    <a:pt x="276253" y="105969"/>
                    <a:pt x="276361" y="122327"/>
                    <a:pt x="276560" y="137404"/>
                  </a:cubicBezTo>
                  <a:cubicBezTo>
                    <a:pt x="276833" y="155442"/>
                    <a:pt x="277336" y="165142"/>
                    <a:pt x="277923" y="168033"/>
                  </a:cubicBezTo>
                  <a:lnTo>
                    <a:pt x="277923" y="168033"/>
                  </a:lnTo>
                  <a:cubicBezTo>
                    <a:pt x="275117" y="167693"/>
                    <a:pt x="270175" y="167365"/>
                    <a:pt x="262458" y="167069"/>
                  </a:cubicBezTo>
                  <a:lnTo>
                    <a:pt x="242344" y="167069"/>
                  </a:lnTo>
                  <a:cubicBezTo>
                    <a:pt x="239708" y="166672"/>
                    <a:pt x="241225" y="166239"/>
                    <a:pt x="242813" y="165823"/>
                  </a:cubicBezTo>
                  <a:lnTo>
                    <a:pt x="112686" y="165264"/>
                  </a:lnTo>
                  <a:cubicBezTo>
                    <a:pt x="85530" y="165210"/>
                    <a:pt x="58591" y="165119"/>
                    <a:pt x="31923" y="164975"/>
                  </a:cubicBezTo>
                  <a:lnTo>
                    <a:pt x="12332" y="164866"/>
                  </a:lnTo>
                  <a:lnTo>
                    <a:pt x="10093" y="164830"/>
                  </a:lnTo>
                  <a:lnTo>
                    <a:pt x="9515" y="164830"/>
                  </a:lnTo>
                  <a:lnTo>
                    <a:pt x="9515" y="164812"/>
                  </a:lnTo>
                  <a:lnTo>
                    <a:pt x="9533" y="164740"/>
                  </a:lnTo>
                  <a:lnTo>
                    <a:pt x="9570" y="164596"/>
                  </a:lnTo>
                  <a:lnTo>
                    <a:pt x="9660" y="164325"/>
                  </a:lnTo>
                  <a:lnTo>
                    <a:pt x="9804" y="163783"/>
                  </a:lnTo>
                  <a:lnTo>
                    <a:pt x="10003" y="163259"/>
                  </a:lnTo>
                  <a:lnTo>
                    <a:pt x="10183" y="162736"/>
                  </a:lnTo>
                  <a:lnTo>
                    <a:pt x="10418" y="162230"/>
                  </a:lnTo>
                  <a:cubicBezTo>
                    <a:pt x="10490" y="162068"/>
                    <a:pt x="10563" y="161905"/>
                    <a:pt x="10635" y="161725"/>
                  </a:cubicBezTo>
                  <a:lnTo>
                    <a:pt x="11140" y="160750"/>
                  </a:lnTo>
                  <a:cubicBezTo>
                    <a:pt x="11303" y="160407"/>
                    <a:pt x="11465" y="160064"/>
                    <a:pt x="11646" y="159721"/>
                  </a:cubicBezTo>
                  <a:lnTo>
                    <a:pt x="12224" y="158709"/>
                  </a:lnTo>
                  <a:cubicBezTo>
                    <a:pt x="12422" y="158384"/>
                    <a:pt x="12603" y="158041"/>
                    <a:pt x="12802" y="157698"/>
                  </a:cubicBezTo>
                  <a:lnTo>
                    <a:pt x="13433" y="156723"/>
                  </a:lnTo>
                  <a:cubicBezTo>
                    <a:pt x="16846" y="151505"/>
                    <a:pt x="21179" y="146955"/>
                    <a:pt x="26235" y="143290"/>
                  </a:cubicBezTo>
                  <a:cubicBezTo>
                    <a:pt x="30506" y="140137"/>
                    <a:pt x="35351" y="137693"/>
                    <a:pt x="40380" y="135634"/>
                  </a:cubicBezTo>
                  <a:lnTo>
                    <a:pt x="40380" y="135634"/>
                  </a:lnTo>
                  <a:lnTo>
                    <a:pt x="38368" y="136501"/>
                  </a:lnTo>
                  <a:cubicBezTo>
                    <a:pt x="38007" y="136663"/>
                    <a:pt x="37628" y="136808"/>
                    <a:pt x="37267" y="136988"/>
                  </a:cubicBezTo>
                  <a:lnTo>
                    <a:pt x="36184" y="137512"/>
                  </a:lnTo>
                  <a:lnTo>
                    <a:pt x="35100" y="138036"/>
                  </a:lnTo>
                  <a:cubicBezTo>
                    <a:pt x="34739" y="138198"/>
                    <a:pt x="34378" y="138379"/>
                    <a:pt x="34035" y="138559"/>
                  </a:cubicBezTo>
                  <a:lnTo>
                    <a:pt x="31923" y="139697"/>
                  </a:lnTo>
                  <a:cubicBezTo>
                    <a:pt x="31561" y="139877"/>
                    <a:pt x="31218" y="140076"/>
                    <a:pt x="30893" y="140275"/>
                  </a:cubicBezTo>
                  <a:lnTo>
                    <a:pt x="29882" y="140889"/>
                  </a:lnTo>
                  <a:cubicBezTo>
                    <a:pt x="29539" y="141069"/>
                    <a:pt x="29214" y="141286"/>
                    <a:pt x="28871" y="141520"/>
                  </a:cubicBezTo>
                  <a:lnTo>
                    <a:pt x="27896" y="142152"/>
                  </a:lnTo>
                  <a:cubicBezTo>
                    <a:pt x="27553" y="142369"/>
                    <a:pt x="27246" y="142604"/>
                    <a:pt x="26921" y="142839"/>
                  </a:cubicBezTo>
                  <a:lnTo>
                    <a:pt x="25964" y="143525"/>
                  </a:lnTo>
                  <a:cubicBezTo>
                    <a:pt x="20927" y="147298"/>
                    <a:pt x="16485" y="151957"/>
                    <a:pt x="13181" y="157265"/>
                  </a:cubicBezTo>
                  <a:lnTo>
                    <a:pt x="12856" y="157753"/>
                  </a:lnTo>
                  <a:cubicBezTo>
                    <a:pt x="12765" y="157915"/>
                    <a:pt x="12675" y="158096"/>
                    <a:pt x="12567" y="158258"/>
                  </a:cubicBezTo>
                  <a:lnTo>
                    <a:pt x="11989" y="159269"/>
                  </a:lnTo>
                  <a:lnTo>
                    <a:pt x="11718" y="159811"/>
                  </a:lnTo>
                  <a:cubicBezTo>
                    <a:pt x="11610" y="159973"/>
                    <a:pt x="11538" y="160154"/>
                    <a:pt x="11447" y="160334"/>
                  </a:cubicBezTo>
                  <a:lnTo>
                    <a:pt x="10942" y="161382"/>
                  </a:lnTo>
                  <a:lnTo>
                    <a:pt x="10707" y="161815"/>
                  </a:lnTo>
                  <a:lnTo>
                    <a:pt x="10599" y="162050"/>
                  </a:lnTo>
                  <a:lnTo>
                    <a:pt x="10400" y="162537"/>
                  </a:lnTo>
                  <a:lnTo>
                    <a:pt x="10292" y="162790"/>
                  </a:lnTo>
                  <a:lnTo>
                    <a:pt x="10201" y="163043"/>
                  </a:lnTo>
                  <a:lnTo>
                    <a:pt x="10021" y="163548"/>
                  </a:lnTo>
                  <a:cubicBezTo>
                    <a:pt x="9949" y="163711"/>
                    <a:pt x="9895" y="163891"/>
                    <a:pt x="9840" y="164054"/>
                  </a:cubicBezTo>
                  <a:lnTo>
                    <a:pt x="9696" y="164578"/>
                  </a:lnTo>
                  <a:lnTo>
                    <a:pt x="9660" y="164722"/>
                  </a:lnTo>
                  <a:lnTo>
                    <a:pt x="9660" y="164740"/>
                  </a:lnTo>
                  <a:lnTo>
                    <a:pt x="9660" y="164758"/>
                  </a:lnTo>
                  <a:lnTo>
                    <a:pt x="10526" y="164758"/>
                  </a:lnTo>
                  <a:lnTo>
                    <a:pt x="12729" y="164740"/>
                  </a:lnTo>
                  <a:lnTo>
                    <a:pt x="32717" y="164848"/>
                  </a:lnTo>
                  <a:lnTo>
                    <a:pt x="112686" y="165228"/>
                  </a:lnTo>
                  <a:lnTo>
                    <a:pt x="244186" y="165408"/>
                  </a:lnTo>
                  <a:cubicBezTo>
                    <a:pt x="245666" y="164921"/>
                    <a:pt x="245269" y="164487"/>
                    <a:pt x="235645" y="164198"/>
                  </a:cubicBezTo>
                  <a:cubicBezTo>
                    <a:pt x="230892" y="163981"/>
                    <a:pt x="221930" y="163918"/>
                    <a:pt x="211145" y="163918"/>
                  </a:cubicBezTo>
                  <a:cubicBezTo>
                    <a:pt x="196079" y="163918"/>
                    <a:pt x="177455" y="164041"/>
                    <a:pt x="161777" y="164041"/>
                  </a:cubicBezTo>
                  <a:cubicBezTo>
                    <a:pt x="157001" y="164041"/>
                    <a:pt x="152499" y="164030"/>
                    <a:pt x="148454" y="164000"/>
                  </a:cubicBezTo>
                  <a:cubicBezTo>
                    <a:pt x="111584" y="163603"/>
                    <a:pt x="73035" y="163440"/>
                    <a:pt x="34468" y="163314"/>
                  </a:cubicBezTo>
                  <a:lnTo>
                    <a:pt x="20024" y="163278"/>
                  </a:lnTo>
                  <a:lnTo>
                    <a:pt x="12802" y="163241"/>
                  </a:lnTo>
                  <a:lnTo>
                    <a:pt x="11736" y="163241"/>
                  </a:lnTo>
                  <a:cubicBezTo>
                    <a:pt x="11808" y="162934"/>
                    <a:pt x="11935" y="162628"/>
                    <a:pt x="12061" y="162339"/>
                  </a:cubicBezTo>
                  <a:lnTo>
                    <a:pt x="12711" y="161039"/>
                  </a:lnTo>
                  <a:cubicBezTo>
                    <a:pt x="12928" y="160551"/>
                    <a:pt x="13217" y="160082"/>
                    <a:pt x="13470" y="159612"/>
                  </a:cubicBezTo>
                  <a:lnTo>
                    <a:pt x="13867" y="158890"/>
                  </a:lnTo>
                  <a:lnTo>
                    <a:pt x="14047" y="158547"/>
                  </a:lnTo>
                  <a:lnTo>
                    <a:pt x="14282" y="158204"/>
                  </a:lnTo>
                  <a:lnTo>
                    <a:pt x="15149" y="156832"/>
                  </a:lnTo>
                  <a:cubicBezTo>
                    <a:pt x="17604" y="153184"/>
                    <a:pt x="20529" y="149880"/>
                    <a:pt x="23852" y="147009"/>
                  </a:cubicBezTo>
                  <a:lnTo>
                    <a:pt x="24484" y="146468"/>
                  </a:lnTo>
                  <a:cubicBezTo>
                    <a:pt x="24682" y="146287"/>
                    <a:pt x="24899" y="146125"/>
                    <a:pt x="25116" y="145962"/>
                  </a:cubicBezTo>
                  <a:lnTo>
                    <a:pt x="26397" y="144933"/>
                  </a:lnTo>
                  <a:lnTo>
                    <a:pt x="27734" y="143958"/>
                  </a:lnTo>
                  <a:cubicBezTo>
                    <a:pt x="27950" y="143795"/>
                    <a:pt x="28185" y="143633"/>
                    <a:pt x="28402" y="143470"/>
                  </a:cubicBezTo>
                  <a:lnTo>
                    <a:pt x="29088" y="143019"/>
                  </a:lnTo>
                  <a:cubicBezTo>
                    <a:pt x="29557" y="142712"/>
                    <a:pt x="29991" y="142405"/>
                    <a:pt x="30460" y="142116"/>
                  </a:cubicBezTo>
                  <a:lnTo>
                    <a:pt x="31868" y="141286"/>
                  </a:lnTo>
                  <a:lnTo>
                    <a:pt x="32211" y="141069"/>
                  </a:lnTo>
                  <a:lnTo>
                    <a:pt x="32573" y="140870"/>
                  </a:lnTo>
                  <a:lnTo>
                    <a:pt x="33313" y="140473"/>
                  </a:lnTo>
                  <a:lnTo>
                    <a:pt x="34793" y="139679"/>
                  </a:lnTo>
                  <a:cubicBezTo>
                    <a:pt x="38802" y="137638"/>
                    <a:pt x="42973" y="135905"/>
                    <a:pt x="47252" y="134461"/>
                  </a:cubicBezTo>
                  <a:cubicBezTo>
                    <a:pt x="55846" y="131536"/>
                    <a:pt x="64838" y="129477"/>
                    <a:pt x="73866" y="127130"/>
                  </a:cubicBezTo>
                  <a:cubicBezTo>
                    <a:pt x="77134" y="126263"/>
                    <a:pt x="80420" y="125361"/>
                    <a:pt x="83724" y="124368"/>
                  </a:cubicBezTo>
                  <a:cubicBezTo>
                    <a:pt x="87065" y="123356"/>
                    <a:pt x="90351" y="122183"/>
                    <a:pt x="93601" y="120865"/>
                  </a:cubicBezTo>
                  <a:cubicBezTo>
                    <a:pt x="96851" y="119565"/>
                    <a:pt x="100047" y="118102"/>
                    <a:pt x="103152" y="116459"/>
                  </a:cubicBezTo>
                  <a:cubicBezTo>
                    <a:pt x="106294" y="114834"/>
                    <a:pt x="109346" y="113011"/>
                    <a:pt x="112271" y="111024"/>
                  </a:cubicBezTo>
                  <a:cubicBezTo>
                    <a:pt x="115250" y="108984"/>
                    <a:pt x="118066" y="106727"/>
                    <a:pt x="120703" y="104290"/>
                  </a:cubicBezTo>
                  <a:cubicBezTo>
                    <a:pt x="123393" y="101816"/>
                    <a:pt x="125848" y="99090"/>
                    <a:pt x="128033" y="96147"/>
                  </a:cubicBezTo>
                  <a:lnTo>
                    <a:pt x="128448" y="95587"/>
                  </a:lnTo>
                  <a:cubicBezTo>
                    <a:pt x="128575" y="95406"/>
                    <a:pt x="128701" y="95208"/>
                    <a:pt x="128846" y="95027"/>
                  </a:cubicBezTo>
                  <a:lnTo>
                    <a:pt x="129640" y="93853"/>
                  </a:lnTo>
                  <a:cubicBezTo>
                    <a:pt x="129893" y="93474"/>
                    <a:pt x="130146" y="93077"/>
                    <a:pt x="130380" y="92680"/>
                  </a:cubicBezTo>
                  <a:cubicBezTo>
                    <a:pt x="130615" y="92283"/>
                    <a:pt x="130886" y="91903"/>
                    <a:pt x="131103" y="91488"/>
                  </a:cubicBezTo>
                  <a:lnTo>
                    <a:pt x="131789" y="90278"/>
                  </a:lnTo>
                  <a:cubicBezTo>
                    <a:pt x="131897" y="90080"/>
                    <a:pt x="132005" y="89881"/>
                    <a:pt x="132132" y="89665"/>
                  </a:cubicBezTo>
                  <a:lnTo>
                    <a:pt x="132439" y="89051"/>
                  </a:lnTo>
                  <a:lnTo>
                    <a:pt x="133071" y="87787"/>
                  </a:lnTo>
                  <a:cubicBezTo>
                    <a:pt x="133269" y="87371"/>
                    <a:pt x="133450" y="86938"/>
                    <a:pt x="133649" y="86505"/>
                  </a:cubicBezTo>
                  <a:cubicBezTo>
                    <a:pt x="134028" y="85656"/>
                    <a:pt x="134371" y="84789"/>
                    <a:pt x="134714" y="83905"/>
                  </a:cubicBezTo>
                  <a:cubicBezTo>
                    <a:pt x="134894" y="83489"/>
                    <a:pt x="135021" y="83038"/>
                    <a:pt x="135183" y="82587"/>
                  </a:cubicBezTo>
                  <a:lnTo>
                    <a:pt x="135635" y="81251"/>
                  </a:lnTo>
                  <a:lnTo>
                    <a:pt x="136014" y="79896"/>
                  </a:lnTo>
                  <a:cubicBezTo>
                    <a:pt x="136140" y="79445"/>
                    <a:pt x="136267" y="78994"/>
                    <a:pt x="136375" y="78542"/>
                  </a:cubicBezTo>
                  <a:cubicBezTo>
                    <a:pt x="136465" y="78091"/>
                    <a:pt x="136574" y="77639"/>
                    <a:pt x="136682" y="77188"/>
                  </a:cubicBezTo>
                  <a:lnTo>
                    <a:pt x="136953" y="75834"/>
                  </a:lnTo>
                  <a:cubicBezTo>
                    <a:pt x="137278" y="74028"/>
                    <a:pt x="137531" y="72241"/>
                    <a:pt x="137729" y="70507"/>
                  </a:cubicBezTo>
                  <a:cubicBezTo>
                    <a:pt x="137910" y="68756"/>
                    <a:pt x="138072" y="67059"/>
                    <a:pt x="138217" y="65380"/>
                  </a:cubicBezTo>
                  <a:cubicBezTo>
                    <a:pt x="138506" y="62039"/>
                    <a:pt x="138776" y="58843"/>
                    <a:pt x="139318" y="55828"/>
                  </a:cubicBezTo>
                  <a:cubicBezTo>
                    <a:pt x="140365" y="49906"/>
                    <a:pt x="142694" y="44254"/>
                    <a:pt x="146107" y="39307"/>
                  </a:cubicBezTo>
                  <a:cubicBezTo>
                    <a:pt x="149538" y="34306"/>
                    <a:pt x="154015" y="29954"/>
                    <a:pt x="159053" y="26271"/>
                  </a:cubicBezTo>
                  <a:cubicBezTo>
                    <a:pt x="161599" y="24411"/>
                    <a:pt x="164271" y="22714"/>
                    <a:pt x="167034" y="21197"/>
                  </a:cubicBezTo>
                  <a:cubicBezTo>
                    <a:pt x="169814" y="19663"/>
                    <a:pt x="172703" y="18272"/>
                    <a:pt x="175628" y="17027"/>
                  </a:cubicBezTo>
                  <a:cubicBezTo>
                    <a:pt x="176134" y="16810"/>
                    <a:pt x="176639" y="16593"/>
                    <a:pt x="177163" y="16395"/>
                  </a:cubicBezTo>
                  <a:lnTo>
                    <a:pt x="178698" y="15781"/>
                  </a:lnTo>
                  <a:lnTo>
                    <a:pt x="180250" y="15185"/>
                  </a:lnTo>
                  <a:lnTo>
                    <a:pt x="181027" y="14896"/>
                  </a:lnTo>
                  <a:lnTo>
                    <a:pt x="181803" y="14643"/>
                  </a:lnTo>
                  <a:lnTo>
                    <a:pt x="183374" y="14101"/>
                  </a:lnTo>
                  <a:cubicBezTo>
                    <a:pt x="183898" y="13921"/>
                    <a:pt x="184439" y="13758"/>
                    <a:pt x="184963" y="13578"/>
                  </a:cubicBezTo>
                  <a:cubicBezTo>
                    <a:pt x="186028" y="13235"/>
                    <a:pt x="187093" y="12928"/>
                    <a:pt x="188177" y="12603"/>
                  </a:cubicBezTo>
                  <a:cubicBezTo>
                    <a:pt x="190325" y="12007"/>
                    <a:pt x="192492" y="11429"/>
                    <a:pt x="194695" y="10942"/>
                  </a:cubicBezTo>
                  <a:cubicBezTo>
                    <a:pt x="195796" y="10689"/>
                    <a:pt x="196898" y="10454"/>
                    <a:pt x="197999" y="10238"/>
                  </a:cubicBezTo>
                  <a:cubicBezTo>
                    <a:pt x="198559" y="10129"/>
                    <a:pt x="199101" y="10021"/>
                    <a:pt x="199660" y="9913"/>
                  </a:cubicBezTo>
                  <a:lnTo>
                    <a:pt x="200491" y="9768"/>
                  </a:lnTo>
                  <a:cubicBezTo>
                    <a:pt x="200762" y="9714"/>
                    <a:pt x="201014" y="9696"/>
                    <a:pt x="201267" y="9660"/>
                  </a:cubicBezTo>
                  <a:lnTo>
                    <a:pt x="202820" y="9425"/>
                  </a:lnTo>
                  <a:lnTo>
                    <a:pt x="204373" y="9299"/>
                  </a:lnTo>
                  <a:lnTo>
                    <a:pt x="205149" y="9245"/>
                  </a:lnTo>
                  <a:lnTo>
                    <a:pt x="205944" y="9226"/>
                  </a:lnTo>
                  <a:cubicBezTo>
                    <a:pt x="206467" y="9226"/>
                    <a:pt x="206991" y="9208"/>
                    <a:pt x="207515" y="9208"/>
                  </a:cubicBezTo>
                  <a:close/>
                  <a:moveTo>
                    <a:pt x="207641" y="0"/>
                  </a:moveTo>
                  <a:cubicBezTo>
                    <a:pt x="206973" y="0"/>
                    <a:pt x="206305" y="18"/>
                    <a:pt x="205637" y="18"/>
                  </a:cubicBezTo>
                  <a:cubicBezTo>
                    <a:pt x="205312" y="36"/>
                    <a:pt x="204969" y="18"/>
                    <a:pt x="204626" y="54"/>
                  </a:cubicBezTo>
                  <a:lnTo>
                    <a:pt x="203633" y="126"/>
                  </a:lnTo>
                  <a:lnTo>
                    <a:pt x="202639" y="199"/>
                  </a:lnTo>
                  <a:cubicBezTo>
                    <a:pt x="202296" y="235"/>
                    <a:pt x="201971" y="235"/>
                    <a:pt x="201646" y="289"/>
                  </a:cubicBezTo>
                  <a:cubicBezTo>
                    <a:pt x="200328" y="488"/>
                    <a:pt x="198956" y="650"/>
                    <a:pt x="197764" y="903"/>
                  </a:cubicBezTo>
                  <a:cubicBezTo>
                    <a:pt x="196537" y="1119"/>
                    <a:pt x="195327" y="1372"/>
                    <a:pt x="194099" y="1625"/>
                  </a:cubicBezTo>
                  <a:cubicBezTo>
                    <a:pt x="193485" y="1751"/>
                    <a:pt x="192889" y="1896"/>
                    <a:pt x="192275" y="2022"/>
                  </a:cubicBezTo>
                  <a:cubicBezTo>
                    <a:pt x="191662" y="2167"/>
                    <a:pt x="191066" y="2293"/>
                    <a:pt x="190452" y="2456"/>
                  </a:cubicBezTo>
                  <a:lnTo>
                    <a:pt x="188646" y="2907"/>
                  </a:lnTo>
                  <a:lnTo>
                    <a:pt x="186841" y="3394"/>
                  </a:lnTo>
                  <a:lnTo>
                    <a:pt x="185938" y="3629"/>
                  </a:lnTo>
                  <a:lnTo>
                    <a:pt x="185035" y="3900"/>
                  </a:lnTo>
                  <a:lnTo>
                    <a:pt x="183248" y="4424"/>
                  </a:lnTo>
                  <a:lnTo>
                    <a:pt x="181460" y="4983"/>
                  </a:lnTo>
                  <a:lnTo>
                    <a:pt x="180575" y="5272"/>
                  </a:lnTo>
                  <a:lnTo>
                    <a:pt x="179691" y="5579"/>
                  </a:lnTo>
                  <a:lnTo>
                    <a:pt x="177921" y="6175"/>
                  </a:lnTo>
                  <a:lnTo>
                    <a:pt x="176170" y="6825"/>
                  </a:lnTo>
                  <a:lnTo>
                    <a:pt x="175285" y="7150"/>
                  </a:lnTo>
                  <a:lnTo>
                    <a:pt x="174418" y="7493"/>
                  </a:lnTo>
                  <a:lnTo>
                    <a:pt x="172685" y="8197"/>
                  </a:lnTo>
                  <a:lnTo>
                    <a:pt x="170952" y="8938"/>
                  </a:lnTo>
                  <a:lnTo>
                    <a:pt x="170085" y="9299"/>
                  </a:lnTo>
                  <a:lnTo>
                    <a:pt x="169236" y="9696"/>
                  </a:lnTo>
                  <a:lnTo>
                    <a:pt x="167521" y="10472"/>
                  </a:lnTo>
                  <a:lnTo>
                    <a:pt x="165842" y="11303"/>
                  </a:lnTo>
                  <a:lnTo>
                    <a:pt x="164993" y="11718"/>
                  </a:lnTo>
                  <a:lnTo>
                    <a:pt x="164163" y="12170"/>
                  </a:lnTo>
                  <a:lnTo>
                    <a:pt x="162502" y="13072"/>
                  </a:lnTo>
                  <a:lnTo>
                    <a:pt x="160859" y="13993"/>
                  </a:lnTo>
                  <a:lnTo>
                    <a:pt x="160028" y="14463"/>
                  </a:lnTo>
                  <a:lnTo>
                    <a:pt x="159234" y="14950"/>
                  </a:lnTo>
                  <a:lnTo>
                    <a:pt x="157608" y="15943"/>
                  </a:lnTo>
                  <a:lnTo>
                    <a:pt x="156038" y="16990"/>
                  </a:lnTo>
                  <a:lnTo>
                    <a:pt x="155243" y="17514"/>
                  </a:lnTo>
                  <a:lnTo>
                    <a:pt x="154467" y="18074"/>
                  </a:lnTo>
                  <a:lnTo>
                    <a:pt x="152914" y="19175"/>
                  </a:lnTo>
                  <a:lnTo>
                    <a:pt x="151397" y="20331"/>
                  </a:lnTo>
                  <a:cubicBezTo>
                    <a:pt x="151145" y="20529"/>
                    <a:pt x="150892" y="20728"/>
                    <a:pt x="150657" y="20927"/>
                  </a:cubicBezTo>
                  <a:lnTo>
                    <a:pt x="149917" y="21540"/>
                  </a:lnTo>
                  <a:cubicBezTo>
                    <a:pt x="147931" y="23165"/>
                    <a:pt x="146053" y="24899"/>
                    <a:pt x="144265" y="26759"/>
                  </a:cubicBezTo>
                  <a:cubicBezTo>
                    <a:pt x="143399" y="27697"/>
                    <a:pt x="142514" y="28618"/>
                    <a:pt x="141701" y="29629"/>
                  </a:cubicBezTo>
                  <a:lnTo>
                    <a:pt x="141069" y="30370"/>
                  </a:lnTo>
                  <a:lnTo>
                    <a:pt x="140762" y="30749"/>
                  </a:lnTo>
                  <a:lnTo>
                    <a:pt x="140474" y="31128"/>
                  </a:lnTo>
                  <a:lnTo>
                    <a:pt x="139282" y="32681"/>
                  </a:lnTo>
                  <a:cubicBezTo>
                    <a:pt x="137747" y="34775"/>
                    <a:pt x="136375" y="36996"/>
                    <a:pt x="135147" y="39307"/>
                  </a:cubicBezTo>
                  <a:lnTo>
                    <a:pt x="134696" y="40156"/>
                  </a:lnTo>
                  <a:cubicBezTo>
                    <a:pt x="134551" y="40445"/>
                    <a:pt x="134425" y="40752"/>
                    <a:pt x="134280" y="41041"/>
                  </a:cubicBezTo>
                  <a:lnTo>
                    <a:pt x="133450" y="42828"/>
                  </a:lnTo>
                  <a:cubicBezTo>
                    <a:pt x="133197" y="43424"/>
                    <a:pt x="132962" y="44038"/>
                    <a:pt x="132728" y="44634"/>
                  </a:cubicBezTo>
                  <a:lnTo>
                    <a:pt x="132367" y="45536"/>
                  </a:lnTo>
                  <a:cubicBezTo>
                    <a:pt x="132258" y="45843"/>
                    <a:pt x="132150" y="46150"/>
                    <a:pt x="132042" y="46475"/>
                  </a:cubicBezTo>
                  <a:lnTo>
                    <a:pt x="131428" y="48335"/>
                  </a:lnTo>
                  <a:cubicBezTo>
                    <a:pt x="131247" y="48949"/>
                    <a:pt x="131085" y="49581"/>
                    <a:pt x="130922" y="50213"/>
                  </a:cubicBezTo>
                  <a:lnTo>
                    <a:pt x="130669" y="51152"/>
                  </a:lnTo>
                  <a:cubicBezTo>
                    <a:pt x="130579" y="51477"/>
                    <a:pt x="130507" y="51802"/>
                    <a:pt x="130435" y="52109"/>
                  </a:cubicBezTo>
                  <a:lnTo>
                    <a:pt x="130236" y="53066"/>
                  </a:lnTo>
                  <a:lnTo>
                    <a:pt x="130055" y="54023"/>
                  </a:lnTo>
                  <a:cubicBezTo>
                    <a:pt x="129604" y="56550"/>
                    <a:pt x="129297" y="59042"/>
                    <a:pt x="129080" y="61462"/>
                  </a:cubicBezTo>
                  <a:cubicBezTo>
                    <a:pt x="128629" y="66319"/>
                    <a:pt x="128340" y="70905"/>
                    <a:pt x="127455" y="75112"/>
                  </a:cubicBezTo>
                  <a:cubicBezTo>
                    <a:pt x="126571" y="79301"/>
                    <a:pt x="125000" y="83291"/>
                    <a:pt x="122833" y="86956"/>
                  </a:cubicBezTo>
                  <a:cubicBezTo>
                    <a:pt x="120576" y="90676"/>
                    <a:pt x="117832" y="94052"/>
                    <a:pt x="114672" y="97031"/>
                  </a:cubicBezTo>
                  <a:cubicBezTo>
                    <a:pt x="113065" y="98548"/>
                    <a:pt x="111386" y="99992"/>
                    <a:pt x="109616" y="101328"/>
                  </a:cubicBezTo>
                  <a:cubicBezTo>
                    <a:pt x="109183" y="101653"/>
                    <a:pt x="108732" y="101997"/>
                    <a:pt x="108280" y="102322"/>
                  </a:cubicBezTo>
                  <a:lnTo>
                    <a:pt x="106926" y="103297"/>
                  </a:lnTo>
                  <a:lnTo>
                    <a:pt x="105536" y="104217"/>
                  </a:lnTo>
                  <a:cubicBezTo>
                    <a:pt x="105084" y="104542"/>
                    <a:pt x="104597" y="104831"/>
                    <a:pt x="104127" y="105120"/>
                  </a:cubicBezTo>
                  <a:cubicBezTo>
                    <a:pt x="102232" y="106312"/>
                    <a:pt x="100282" y="107449"/>
                    <a:pt x="98277" y="108479"/>
                  </a:cubicBezTo>
                  <a:cubicBezTo>
                    <a:pt x="96255" y="109526"/>
                    <a:pt x="94215" y="110483"/>
                    <a:pt x="92138" y="111404"/>
                  </a:cubicBezTo>
                  <a:cubicBezTo>
                    <a:pt x="90062" y="112306"/>
                    <a:pt x="87949" y="113137"/>
                    <a:pt x="85801" y="113913"/>
                  </a:cubicBezTo>
                  <a:lnTo>
                    <a:pt x="85006" y="114202"/>
                  </a:lnTo>
                  <a:lnTo>
                    <a:pt x="84194" y="114491"/>
                  </a:lnTo>
                  <a:cubicBezTo>
                    <a:pt x="83652" y="114672"/>
                    <a:pt x="83111" y="114852"/>
                    <a:pt x="82569" y="115033"/>
                  </a:cubicBezTo>
                  <a:lnTo>
                    <a:pt x="80944" y="115556"/>
                  </a:lnTo>
                  <a:lnTo>
                    <a:pt x="79283" y="116062"/>
                  </a:lnTo>
                  <a:cubicBezTo>
                    <a:pt x="74859" y="117398"/>
                    <a:pt x="70327" y="118590"/>
                    <a:pt x="65759" y="119781"/>
                  </a:cubicBezTo>
                  <a:cubicBezTo>
                    <a:pt x="61191" y="120991"/>
                    <a:pt x="56569" y="122183"/>
                    <a:pt x="51928" y="123555"/>
                  </a:cubicBezTo>
                  <a:cubicBezTo>
                    <a:pt x="47234" y="124909"/>
                    <a:pt x="42612" y="126516"/>
                    <a:pt x="38098" y="128358"/>
                  </a:cubicBezTo>
                  <a:cubicBezTo>
                    <a:pt x="37520" y="128575"/>
                    <a:pt x="36960" y="128845"/>
                    <a:pt x="36382" y="129098"/>
                  </a:cubicBezTo>
                  <a:lnTo>
                    <a:pt x="34685" y="129838"/>
                  </a:lnTo>
                  <a:lnTo>
                    <a:pt x="34270" y="130037"/>
                  </a:lnTo>
                  <a:lnTo>
                    <a:pt x="33836" y="130236"/>
                  </a:lnTo>
                  <a:lnTo>
                    <a:pt x="33006" y="130651"/>
                  </a:lnTo>
                  <a:lnTo>
                    <a:pt x="31327" y="131463"/>
                  </a:lnTo>
                  <a:cubicBezTo>
                    <a:pt x="31038" y="131608"/>
                    <a:pt x="30767" y="131752"/>
                    <a:pt x="30496" y="131897"/>
                  </a:cubicBezTo>
                  <a:lnTo>
                    <a:pt x="29666" y="132348"/>
                  </a:lnTo>
                  <a:lnTo>
                    <a:pt x="28022" y="133251"/>
                  </a:lnTo>
                  <a:cubicBezTo>
                    <a:pt x="27481" y="133558"/>
                    <a:pt x="26921" y="133901"/>
                    <a:pt x="26379" y="134226"/>
                  </a:cubicBezTo>
                  <a:lnTo>
                    <a:pt x="25567" y="134732"/>
                  </a:lnTo>
                  <a:cubicBezTo>
                    <a:pt x="25296" y="134894"/>
                    <a:pt x="25025" y="135093"/>
                    <a:pt x="24754" y="135255"/>
                  </a:cubicBezTo>
                  <a:lnTo>
                    <a:pt x="23184" y="136338"/>
                  </a:lnTo>
                  <a:lnTo>
                    <a:pt x="21631" y="137458"/>
                  </a:lnTo>
                  <a:cubicBezTo>
                    <a:pt x="21125" y="137819"/>
                    <a:pt x="20620" y="138234"/>
                    <a:pt x="20132" y="138632"/>
                  </a:cubicBezTo>
                  <a:lnTo>
                    <a:pt x="19392" y="139227"/>
                  </a:lnTo>
                  <a:cubicBezTo>
                    <a:pt x="19139" y="139426"/>
                    <a:pt x="18868" y="139625"/>
                    <a:pt x="18652" y="139841"/>
                  </a:cubicBezTo>
                  <a:lnTo>
                    <a:pt x="17207" y="141123"/>
                  </a:lnTo>
                  <a:lnTo>
                    <a:pt x="16864" y="141430"/>
                  </a:lnTo>
                  <a:lnTo>
                    <a:pt x="16503" y="141773"/>
                  </a:lnTo>
                  <a:lnTo>
                    <a:pt x="15817" y="142423"/>
                  </a:lnTo>
                  <a:cubicBezTo>
                    <a:pt x="14878" y="143290"/>
                    <a:pt x="14029" y="144229"/>
                    <a:pt x="13145" y="145168"/>
                  </a:cubicBezTo>
                  <a:cubicBezTo>
                    <a:pt x="9714" y="148977"/>
                    <a:pt x="6699" y="153202"/>
                    <a:pt x="4460" y="157951"/>
                  </a:cubicBezTo>
                  <a:lnTo>
                    <a:pt x="4243" y="158403"/>
                  </a:lnTo>
                  <a:lnTo>
                    <a:pt x="4135" y="158637"/>
                  </a:lnTo>
                  <a:cubicBezTo>
                    <a:pt x="4081" y="158746"/>
                    <a:pt x="4044" y="158818"/>
                    <a:pt x="3990" y="158944"/>
                  </a:cubicBezTo>
                  <a:cubicBezTo>
                    <a:pt x="3774" y="159468"/>
                    <a:pt x="3593" y="159973"/>
                    <a:pt x="3394" y="160497"/>
                  </a:cubicBezTo>
                  <a:lnTo>
                    <a:pt x="2799" y="162032"/>
                  </a:lnTo>
                  <a:lnTo>
                    <a:pt x="2510" y="162808"/>
                  </a:lnTo>
                  <a:cubicBezTo>
                    <a:pt x="2401" y="163061"/>
                    <a:pt x="2311" y="163314"/>
                    <a:pt x="2239" y="163566"/>
                  </a:cubicBezTo>
                  <a:lnTo>
                    <a:pt x="1372" y="166618"/>
                  </a:lnTo>
                  <a:lnTo>
                    <a:pt x="1156" y="167376"/>
                  </a:lnTo>
                  <a:lnTo>
                    <a:pt x="939" y="168153"/>
                  </a:lnTo>
                  <a:lnTo>
                    <a:pt x="524" y="169705"/>
                  </a:lnTo>
                  <a:lnTo>
                    <a:pt x="90" y="171276"/>
                  </a:lnTo>
                  <a:lnTo>
                    <a:pt x="36" y="171457"/>
                  </a:lnTo>
                  <a:cubicBezTo>
                    <a:pt x="36" y="171529"/>
                    <a:pt x="0" y="171601"/>
                    <a:pt x="0" y="171637"/>
                  </a:cubicBezTo>
                  <a:lnTo>
                    <a:pt x="397" y="171673"/>
                  </a:lnTo>
                  <a:lnTo>
                    <a:pt x="1156" y="171710"/>
                  </a:lnTo>
                  <a:lnTo>
                    <a:pt x="4261" y="171908"/>
                  </a:lnTo>
                  <a:lnTo>
                    <a:pt x="5814" y="171998"/>
                  </a:lnTo>
                  <a:cubicBezTo>
                    <a:pt x="6049" y="172016"/>
                    <a:pt x="6356" y="172016"/>
                    <a:pt x="6626" y="172016"/>
                  </a:cubicBezTo>
                  <a:lnTo>
                    <a:pt x="10833" y="172016"/>
                  </a:lnTo>
                  <a:lnTo>
                    <a:pt x="40210" y="172053"/>
                  </a:lnTo>
                  <a:lnTo>
                    <a:pt x="97501" y="172107"/>
                  </a:lnTo>
                  <a:lnTo>
                    <a:pt x="24375" y="171836"/>
                  </a:lnTo>
                  <a:lnTo>
                    <a:pt x="15347" y="171818"/>
                  </a:lnTo>
                  <a:lnTo>
                    <a:pt x="9263" y="171800"/>
                  </a:lnTo>
                  <a:lnTo>
                    <a:pt x="6139" y="171800"/>
                  </a:lnTo>
                  <a:lnTo>
                    <a:pt x="5164" y="171746"/>
                  </a:lnTo>
                  <a:lnTo>
                    <a:pt x="1300" y="171529"/>
                  </a:lnTo>
                  <a:lnTo>
                    <a:pt x="343" y="171475"/>
                  </a:lnTo>
                  <a:lnTo>
                    <a:pt x="217" y="171475"/>
                  </a:lnTo>
                  <a:cubicBezTo>
                    <a:pt x="163" y="171475"/>
                    <a:pt x="217" y="171403"/>
                    <a:pt x="217" y="171366"/>
                  </a:cubicBezTo>
                  <a:lnTo>
                    <a:pt x="289" y="171132"/>
                  </a:lnTo>
                  <a:lnTo>
                    <a:pt x="415" y="170644"/>
                  </a:lnTo>
                  <a:lnTo>
                    <a:pt x="957" y="168712"/>
                  </a:lnTo>
                  <a:cubicBezTo>
                    <a:pt x="1300" y="167394"/>
                    <a:pt x="1661" y="166148"/>
                    <a:pt x="2022" y="164885"/>
                  </a:cubicBezTo>
                  <a:lnTo>
                    <a:pt x="2293" y="163946"/>
                  </a:lnTo>
                  <a:lnTo>
                    <a:pt x="2438" y="163476"/>
                  </a:lnTo>
                  <a:cubicBezTo>
                    <a:pt x="2456" y="163404"/>
                    <a:pt x="2474" y="163332"/>
                    <a:pt x="2510" y="163241"/>
                  </a:cubicBezTo>
                  <a:lnTo>
                    <a:pt x="2600" y="163007"/>
                  </a:lnTo>
                  <a:lnTo>
                    <a:pt x="3340" y="161093"/>
                  </a:lnTo>
                  <a:lnTo>
                    <a:pt x="4063" y="159179"/>
                  </a:lnTo>
                  <a:cubicBezTo>
                    <a:pt x="4099" y="159107"/>
                    <a:pt x="4135" y="159016"/>
                    <a:pt x="4171" y="158944"/>
                  </a:cubicBezTo>
                  <a:lnTo>
                    <a:pt x="4261" y="158764"/>
                  </a:lnTo>
                  <a:lnTo>
                    <a:pt x="4406" y="158457"/>
                  </a:lnTo>
                  <a:lnTo>
                    <a:pt x="4676" y="157897"/>
                  </a:lnTo>
                  <a:cubicBezTo>
                    <a:pt x="6121" y="154954"/>
                    <a:pt x="7818" y="152155"/>
                    <a:pt x="9786" y="149537"/>
                  </a:cubicBezTo>
                  <a:cubicBezTo>
                    <a:pt x="11718" y="146955"/>
                    <a:pt x="13885" y="144536"/>
                    <a:pt x="16214" y="142315"/>
                  </a:cubicBezTo>
                  <a:cubicBezTo>
                    <a:pt x="18543" y="140094"/>
                    <a:pt x="21053" y="138072"/>
                    <a:pt x="23689" y="136230"/>
                  </a:cubicBezTo>
                  <a:cubicBezTo>
                    <a:pt x="24357" y="135797"/>
                    <a:pt x="25025" y="135345"/>
                    <a:pt x="25693" y="134912"/>
                  </a:cubicBezTo>
                  <a:lnTo>
                    <a:pt x="27770" y="133648"/>
                  </a:lnTo>
                  <a:cubicBezTo>
                    <a:pt x="28456" y="133269"/>
                    <a:pt x="29142" y="132908"/>
                    <a:pt x="29846" y="132529"/>
                  </a:cubicBezTo>
                  <a:lnTo>
                    <a:pt x="30875" y="131969"/>
                  </a:lnTo>
                  <a:cubicBezTo>
                    <a:pt x="31236" y="131770"/>
                    <a:pt x="31579" y="131608"/>
                    <a:pt x="31941" y="131445"/>
                  </a:cubicBezTo>
                  <a:lnTo>
                    <a:pt x="34053" y="130398"/>
                  </a:lnTo>
                  <a:cubicBezTo>
                    <a:pt x="34757" y="130073"/>
                    <a:pt x="35480" y="129766"/>
                    <a:pt x="36202" y="129441"/>
                  </a:cubicBezTo>
                  <a:cubicBezTo>
                    <a:pt x="37628" y="128791"/>
                    <a:pt x="39073" y="128250"/>
                    <a:pt x="40517" y="127672"/>
                  </a:cubicBezTo>
                  <a:cubicBezTo>
                    <a:pt x="40878" y="127527"/>
                    <a:pt x="41239" y="127383"/>
                    <a:pt x="41600" y="127256"/>
                  </a:cubicBezTo>
                  <a:lnTo>
                    <a:pt x="42684" y="126859"/>
                  </a:lnTo>
                  <a:lnTo>
                    <a:pt x="43785" y="126462"/>
                  </a:lnTo>
                  <a:lnTo>
                    <a:pt x="44327" y="126263"/>
                  </a:lnTo>
                  <a:lnTo>
                    <a:pt x="44887" y="126083"/>
                  </a:lnTo>
                  <a:cubicBezTo>
                    <a:pt x="46331" y="125595"/>
                    <a:pt x="47794" y="125090"/>
                    <a:pt x="49256" y="124656"/>
                  </a:cubicBezTo>
                  <a:cubicBezTo>
                    <a:pt x="52181" y="123736"/>
                    <a:pt x="55106" y="122923"/>
                    <a:pt x="58031" y="122129"/>
                  </a:cubicBezTo>
                  <a:cubicBezTo>
                    <a:pt x="63863" y="120558"/>
                    <a:pt x="69677" y="119113"/>
                    <a:pt x="75365" y="117524"/>
                  </a:cubicBezTo>
                  <a:cubicBezTo>
                    <a:pt x="76773" y="117127"/>
                    <a:pt x="78181" y="116712"/>
                    <a:pt x="79590" y="116279"/>
                  </a:cubicBezTo>
                  <a:cubicBezTo>
                    <a:pt x="81016" y="115863"/>
                    <a:pt x="82388" y="115430"/>
                    <a:pt x="83761" y="114961"/>
                  </a:cubicBezTo>
                  <a:cubicBezTo>
                    <a:pt x="86505" y="114040"/>
                    <a:pt x="89213" y="113011"/>
                    <a:pt x="91868" y="111855"/>
                  </a:cubicBezTo>
                  <a:cubicBezTo>
                    <a:pt x="97176" y="109616"/>
                    <a:pt x="102250" y="106854"/>
                    <a:pt x="107016" y="103640"/>
                  </a:cubicBezTo>
                  <a:cubicBezTo>
                    <a:pt x="111711" y="100408"/>
                    <a:pt x="116008" y="96616"/>
                    <a:pt x="119511" y="92283"/>
                  </a:cubicBezTo>
                  <a:cubicBezTo>
                    <a:pt x="121262" y="90134"/>
                    <a:pt x="122815" y="87805"/>
                    <a:pt x="124115" y="85367"/>
                  </a:cubicBezTo>
                  <a:cubicBezTo>
                    <a:pt x="125397" y="82930"/>
                    <a:pt x="126426" y="80366"/>
                    <a:pt x="127167" y="77712"/>
                  </a:cubicBezTo>
                  <a:cubicBezTo>
                    <a:pt x="127925" y="75076"/>
                    <a:pt x="128358" y="72295"/>
                    <a:pt x="128683" y="69370"/>
                  </a:cubicBezTo>
                  <a:cubicBezTo>
                    <a:pt x="129008" y="66445"/>
                    <a:pt x="129207" y="63412"/>
                    <a:pt x="129532" y="60252"/>
                  </a:cubicBezTo>
                  <a:cubicBezTo>
                    <a:pt x="129694" y="58663"/>
                    <a:pt x="129875" y="57074"/>
                    <a:pt x="130146" y="55449"/>
                  </a:cubicBezTo>
                  <a:cubicBezTo>
                    <a:pt x="130200" y="55052"/>
                    <a:pt x="130272" y="54637"/>
                    <a:pt x="130344" y="54239"/>
                  </a:cubicBezTo>
                  <a:lnTo>
                    <a:pt x="130579" y="53011"/>
                  </a:lnTo>
                  <a:cubicBezTo>
                    <a:pt x="130760" y="52199"/>
                    <a:pt x="130922" y="51368"/>
                    <a:pt x="131139" y="50556"/>
                  </a:cubicBezTo>
                  <a:lnTo>
                    <a:pt x="131482" y="49382"/>
                  </a:lnTo>
                  <a:cubicBezTo>
                    <a:pt x="131590" y="48967"/>
                    <a:pt x="131680" y="48570"/>
                    <a:pt x="131825" y="48173"/>
                  </a:cubicBezTo>
                  <a:lnTo>
                    <a:pt x="132619" y="45771"/>
                  </a:lnTo>
                  <a:lnTo>
                    <a:pt x="133540" y="43424"/>
                  </a:lnTo>
                  <a:cubicBezTo>
                    <a:pt x="133685" y="43027"/>
                    <a:pt x="133883" y="42648"/>
                    <a:pt x="134046" y="42268"/>
                  </a:cubicBezTo>
                  <a:lnTo>
                    <a:pt x="134587" y="41113"/>
                  </a:lnTo>
                  <a:lnTo>
                    <a:pt x="134587" y="41113"/>
                  </a:lnTo>
                  <a:cubicBezTo>
                    <a:pt x="134450" y="41577"/>
                    <a:pt x="134116" y="42502"/>
                    <a:pt x="134207" y="42502"/>
                  </a:cubicBezTo>
                  <a:cubicBezTo>
                    <a:pt x="134272" y="42502"/>
                    <a:pt x="134552" y="42032"/>
                    <a:pt x="135274" y="40589"/>
                  </a:cubicBezTo>
                  <a:lnTo>
                    <a:pt x="135274" y="40589"/>
                  </a:lnTo>
                  <a:cubicBezTo>
                    <a:pt x="133793" y="43641"/>
                    <a:pt x="132619" y="46836"/>
                    <a:pt x="131771" y="50123"/>
                  </a:cubicBezTo>
                  <a:lnTo>
                    <a:pt x="131446" y="51350"/>
                  </a:lnTo>
                  <a:cubicBezTo>
                    <a:pt x="131337" y="51748"/>
                    <a:pt x="131265" y="52163"/>
                    <a:pt x="131175" y="52578"/>
                  </a:cubicBezTo>
                  <a:lnTo>
                    <a:pt x="131049" y="53210"/>
                  </a:lnTo>
                  <a:lnTo>
                    <a:pt x="130940" y="53824"/>
                  </a:lnTo>
                  <a:cubicBezTo>
                    <a:pt x="130868" y="54221"/>
                    <a:pt x="130778" y="54637"/>
                    <a:pt x="130724" y="55052"/>
                  </a:cubicBezTo>
                  <a:cubicBezTo>
                    <a:pt x="130471" y="56695"/>
                    <a:pt x="130272" y="58302"/>
                    <a:pt x="130110" y="59909"/>
                  </a:cubicBezTo>
                  <a:cubicBezTo>
                    <a:pt x="129785" y="63105"/>
                    <a:pt x="129586" y="66210"/>
                    <a:pt x="129279" y="69189"/>
                  </a:cubicBezTo>
                  <a:cubicBezTo>
                    <a:pt x="129117" y="70688"/>
                    <a:pt x="128936" y="72169"/>
                    <a:pt x="128701" y="73595"/>
                  </a:cubicBezTo>
                  <a:cubicBezTo>
                    <a:pt x="128467" y="75021"/>
                    <a:pt x="128160" y="76412"/>
                    <a:pt x="127780" y="77802"/>
                  </a:cubicBezTo>
                  <a:cubicBezTo>
                    <a:pt x="127022" y="80528"/>
                    <a:pt x="125993" y="83183"/>
                    <a:pt x="124657" y="85692"/>
                  </a:cubicBezTo>
                  <a:cubicBezTo>
                    <a:pt x="123321" y="88220"/>
                    <a:pt x="121732" y="90621"/>
                    <a:pt x="119926" y="92824"/>
                  </a:cubicBezTo>
                  <a:cubicBezTo>
                    <a:pt x="118103" y="95081"/>
                    <a:pt x="116098" y="97158"/>
                    <a:pt x="113932" y="99090"/>
                  </a:cubicBezTo>
                  <a:cubicBezTo>
                    <a:pt x="111747" y="101022"/>
                    <a:pt x="109436" y="102809"/>
                    <a:pt x="107016" y="104434"/>
                  </a:cubicBezTo>
                  <a:cubicBezTo>
                    <a:pt x="102123" y="107720"/>
                    <a:pt x="96905" y="110501"/>
                    <a:pt x="91470" y="112758"/>
                  </a:cubicBezTo>
                  <a:cubicBezTo>
                    <a:pt x="88744" y="113913"/>
                    <a:pt x="85963" y="114942"/>
                    <a:pt x="83147" y="115863"/>
                  </a:cubicBezTo>
                  <a:cubicBezTo>
                    <a:pt x="80348" y="116766"/>
                    <a:pt x="77441" y="117597"/>
                    <a:pt x="74552" y="118409"/>
                  </a:cubicBezTo>
                  <a:cubicBezTo>
                    <a:pt x="68738" y="119998"/>
                    <a:pt x="62834" y="121424"/>
                    <a:pt x="56894" y="123049"/>
                  </a:cubicBezTo>
                  <a:lnTo>
                    <a:pt x="54673" y="123663"/>
                  </a:lnTo>
                  <a:lnTo>
                    <a:pt x="52452" y="124295"/>
                  </a:lnTo>
                  <a:lnTo>
                    <a:pt x="51332" y="124620"/>
                  </a:lnTo>
                  <a:lnTo>
                    <a:pt x="50231" y="124963"/>
                  </a:lnTo>
                  <a:lnTo>
                    <a:pt x="47992" y="125631"/>
                  </a:lnTo>
                  <a:lnTo>
                    <a:pt x="45771" y="126372"/>
                  </a:lnTo>
                  <a:lnTo>
                    <a:pt x="44670" y="126733"/>
                  </a:lnTo>
                  <a:cubicBezTo>
                    <a:pt x="44309" y="126859"/>
                    <a:pt x="43930" y="127004"/>
                    <a:pt x="43568" y="127130"/>
                  </a:cubicBezTo>
                  <a:lnTo>
                    <a:pt x="41366" y="127925"/>
                  </a:lnTo>
                  <a:cubicBezTo>
                    <a:pt x="40625" y="128195"/>
                    <a:pt x="39903" y="128502"/>
                    <a:pt x="39163" y="128791"/>
                  </a:cubicBezTo>
                  <a:lnTo>
                    <a:pt x="38061" y="129225"/>
                  </a:lnTo>
                  <a:cubicBezTo>
                    <a:pt x="37700" y="129369"/>
                    <a:pt x="37339" y="129531"/>
                    <a:pt x="36978" y="129694"/>
                  </a:cubicBezTo>
                  <a:lnTo>
                    <a:pt x="34811" y="130633"/>
                  </a:lnTo>
                  <a:cubicBezTo>
                    <a:pt x="34089" y="130958"/>
                    <a:pt x="33385" y="131319"/>
                    <a:pt x="32663" y="131662"/>
                  </a:cubicBezTo>
                  <a:cubicBezTo>
                    <a:pt x="31959" y="132005"/>
                    <a:pt x="31236" y="132348"/>
                    <a:pt x="30550" y="132727"/>
                  </a:cubicBezTo>
                  <a:lnTo>
                    <a:pt x="28438" y="133865"/>
                  </a:lnTo>
                  <a:cubicBezTo>
                    <a:pt x="28095" y="134045"/>
                    <a:pt x="27752" y="134262"/>
                    <a:pt x="27391" y="134479"/>
                  </a:cubicBezTo>
                  <a:lnTo>
                    <a:pt x="26361" y="135093"/>
                  </a:lnTo>
                  <a:lnTo>
                    <a:pt x="25838" y="135418"/>
                  </a:lnTo>
                  <a:lnTo>
                    <a:pt x="25332" y="135761"/>
                  </a:lnTo>
                  <a:lnTo>
                    <a:pt x="24321" y="136429"/>
                  </a:lnTo>
                  <a:cubicBezTo>
                    <a:pt x="23635" y="136862"/>
                    <a:pt x="22985" y="137368"/>
                    <a:pt x="22335" y="137837"/>
                  </a:cubicBezTo>
                  <a:cubicBezTo>
                    <a:pt x="19735" y="139751"/>
                    <a:pt x="17279" y="141882"/>
                    <a:pt x="15004" y="144193"/>
                  </a:cubicBezTo>
                  <a:cubicBezTo>
                    <a:pt x="14445" y="144789"/>
                    <a:pt x="13885" y="145366"/>
                    <a:pt x="13343" y="145980"/>
                  </a:cubicBezTo>
                  <a:lnTo>
                    <a:pt x="11736" y="147822"/>
                  </a:lnTo>
                  <a:lnTo>
                    <a:pt x="10220" y="149754"/>
                  </a:lnTo>
                  <a:cubicBezTo>
                    <a:pt x="9732" y="150386"/>
                    <a:pt x="9263" y="151072"/>
                    <a:pt x="8793" y="151740"/>
                  </a:cubicBezTo>
                  <a:cubicBezTo>
                    <a:pt x="7872" y="153094"/>
                    <a:pt x="6988" y="154484"/>
                    <a:pt x="6211" y="155947"/>
                  </a:cubicBezTo>
                  <a:lnTo>
                    <a:pt x="5904" y="156489"/>
                  </a:lnTo>
                  <a:lnTo>
                    <a:pt x="5760" y="156759"/>
                  </a:lnTo>
                  <a:lnTo>
                    <a:pt x="5615" y="157030"/>
                  </a:lnTo>
                  <a:lnTo>
                    <a:pt x="5074" y="158168"/>
                  </a:lnTo>
                  <a:lnTo>
                    <a:pt x="4803" y="158728"/>
                  </a:lnTo>
                  <a:lnTo>
                    <a:pt x="4640" y="159053"/>
                  </a:lnTo>
                  <a:lnTo>
                    <a:pt x="4586" y="159143"/>
                  </a:lnTo>
                  <a:lnTo>
                    <a:pt x="4532" y="159251"/>
                  </a:lnTo>
                  <a:cubicBezTo>
                    <a:pt x="4514" y="159323"/>
                    <a:pt x="4478" y="159414"/>
                    <a:pt x="4442" y="159486"/>
                  </a:cubicBezTo>
                  <a:lnTo>
                    <a:pt x="3738" y="161346"/>
                  </a:lnTo>
                  <a:lnTo>
                    <a:pt x="3015" y="163205"/>
                  </a:lnTo>
                  <a:cubicBezTo>
                    <a:pt x="2817" y="163819"/>
                    <a:pt x="2654" y="164415"/>
                    <a:pt x="2474" y="165029"/>
                  </a:cubicBezTo>
                  <a:lnTo>
                    <a:pt x="1932" y="166871"/>
                  </a:lnTo>
                  <a:cubicBezTo>
                    <a:pt x="1751" y="167485"/>
                    <a:pt x="1589" y="168116"/>
                    <a:pt x="1426" y="168748"/>
                  </a:cubicBezTo>
                  <a:lnTo>
                    <a:pt x="903" y="170626"/>
                  </a:lnTo>
                  <a:lnTo>
                    <a:pt x="776" y="171096"/>
                  </a:lnTo>
                  <a:cubicBezTo>
                    <a:pt x="776" y="171114"/>
                    <a:pt x="849" y="171114"/>
                    <a:pt x="867" y="171114"/>
                  </a:cubicBezTo>
                  <a:lnTo>
                    <a:pt x="993" y="171114"/>
                  </a:lnTo>
                  <a:lnTo>
                    <a:pt x="1210" y="171132"/>
                  </a:lnTo>
                  <a:lnTo>
                    <a:pt x="2149" y="171186"/>
                  </a:lnTo>
                  <a:lnTo>
                    <a:pt x="5904" y="171403"/>
                  </a:lnTo>
                  <a:cubicBezTo>
                    <a:pt x="6518" y="171439"/>
                    <a:pt x="7204" y="171439"/>
                    <a:pt x="7890" y="171439"/>
                  </a:cubicBezTo>
                  <a:lnTo>
                    <a:pt x="18002" y="171439"/>
                  </a:lnTo>
                  <a:lnTo>
                    <a:pt x="27174" y="171457"/>
                  </a:lnTo>
                  <a:cubicBezTo>
                    <a:pt x="36149" y="171477"/>
                    <a:pt x="45150" y="171489"/>
                    <a:pt x="54190" y="171489"/>
                  </a:cubicBezTo>
                  <a:cubicBezTo>
                    <a:pt x="69847" y="171489"/>
                    <a:pt x="85618" y="171451"/>
                    <a:pt x="101563" y="171348"/>
                  </a:cubicBezTo>
                  <a:lnTo>
                    <a:pt x="101563" y="172161"/>
                  </a:lnTo>
                  <a:cubicBezTo>
                    <a:pt x="136917" y="172251"/>
                    <a:pt x="172667" y="172378"/>
                    <a:pt x="208833" y="172576"/>
                  </a:cubicBezTo>
                  <a:cubicBezTo>
                    <a:pt x="223873" y="172576"/>
                    <a:pt x="236783" y="172179"/>
                    <a:pt x="247580" y="171710"/>
                  </a:cubicBezTo>
                  <a:cubicBezTo>
                    <a:pt x="194135" y="171005"/>
                    <a:pt x="138181" y="170680"/>
                    <a:pt x="81702" y="170500"/>
                  </a:cubicBezTo>
                  <a:lnTo>
                    <a:pt x="39271" y="170373"/>
                  </a:lnTo>
                  <a:lnTo>
                    <a:pt x="18020" y="170337"/>
                  </a:lnTo>
                  <a:lnTo>
                    <a:pt x="12711" y="170319"/>
                  </a:lnTo>
                  <a:lnTo>
                    <a:pt x="8631" y="170319"/>
                  </a:lnTo>
                  <a:cubicBezTo>
                    <a:pt x="8508" y="170321"/>
                    <a:pt x="8386" y="170322"/>
                    <a:pt x="8265" y="170322"/>
                  </a:cubicBezTo>
                  <a:cubicBezTo>
                    <a:pt x="7019" y="170322"/>
                    <a:pt x="5879" y="170242"/>
                    <a:pt x="4694" y="170193"/>
                  </a:cubicBezTo>
                  <a:lnTo>
                    <a:pt x="2763" y="170121"/>
                  </a:lnTo>
                  <a:lnTo>
                    <a:pt x="2275" y="170085"/>
                  </a:lnTo>
                  <a:cubicBezTo>
                    <a:pt x="2265" y="170085"/>
                    <a:pt x="2231" y="170096"/>
                    <a:pt x="2207" y="170096"/>
                  </a:cubicBezTo>
                  <a:cubicBezTo>
                    <a:pt x="2189" y="170096"/>
                    <a:pt x="2177" y="170090"/>
                    <a:pt x="2185" y="170066"/>
                  </a:cubicBezTo>
                  <a:lnTo>
                    <a:pt x="2221" y="169940"/>
                  </a:lnTo>
                  <a:lnTo>
                    <a:pt x="2293" y="169705"/>
                  </a:lnTo>
                  <a:lnTo>
                    <a:pt x="2546" y="168748"/>
                  </a:lnTo>
                  <a:lnTo>
                    <a:pt x="3069" y="166816"/>
                  </a:lnTo>
                  <a:cubicBezTo>
                    <a:pt x="3250" y="166185"/>
                    <a:pt x="3431" y="165571"/>
                    <a:pt x="3629" y="164939"/>
                  </a:cubicBezTo>
                  <a:cubicBezTo>
                    <a:pt x="3810" y="164307"/>
                    <a:pt x="3990" y="163693"/>
                    <a:pt x="4207" y="163061"/>
                  </a:cubicBezTo>
                  <a:lnTo>
                    <a:pt x="4947" y="161183"/>
                  </a:lnTo>
                  <a:lnTo>
                    <a:pt x="5308" y="160244"/>
                  </a:lnTo>
                  <a:lnTo>
                    <a:pt x="5489" y="159775"/>
                  </a:lnTo>
                  <a:cubicBezTo>
                    <a:pt x="5525" y="159684"/>
                    <a:pt x="5561" y="159612"/>
                    <a:pt x="5597" y="159540"/>
                  </a:cubicBezTo>
                  <a:lnTo>
                    <a:pt x="5688" y="159341"/>
                  </a:lnTo>
                  <a:lnTo>
                    <a:pt x="6301" y="158059"/>
                  </a:lnTo>
                  <a:cubicBezTo>
                    <a:pt x="7981" y="154719"/>
                    <a:pt x="10021" y="151577"/>
                    <a:pt x="12386" y="148689"/>
                  </a:cubicBezTo>
                  <a:cubicBezTo>
                    <a:pt x="14733" y="145818"/>
                    <a:pt x="17352" y="143182"/>
                    <a:pt x="20186" y="140816"/>
                  </a:cubicBezTo>
                  <a:cubicBezTo>
                    <a:pt x="23021" y="138451"/>
                    <a:pt x="26072" y="136357"/>
                    <a:pt x="29304" y="134569"/>
                  </a:cubicBezTo>
                  <a:lnTo>
                    <a:pt x="31706" y="133269"/>
                  </a:lnTo>
                  <a:cubicBezTo>
                    <a:pt x="32518" y="132854"/>
                    <a:pt x="33331" y="132493"/>
                    <a:pt x="34143" y="132077"/>
                  </a:cubicBezTo>
                  <a:cubicBezTo>
                    <a:pt x="34956" y="131662"/>
                    <a:pt x="35805" y="131301"/>
                    <a:pt x="36617" y="130940"/>
                  </a:cubicBezTo>
                  <a:cubicBezTo>
                    <a:pt x="37430" y="130579"/>
                    <a:pt x="38260" y="130200"/>
                    <a:pt x="39091" y="129893"/>
                  </a:cubicBezTo>
                  <a:lnTo>
                    <a:pt x="41600" y="128881"/>
                  </a:lnTo>
                  <a:lnTo>
                    <a:pt x="44128" y="127979"/>
                  </a:lnTo>
                  <a:cubicBezTo>
                    <a:pt x="44977" y="127654"/>
                    <a:pt x="45825" y="127401"/>
                    <a:pt x="46674" y="127112"/>
                  </a:cubicBezTo>
                  <a:cubicBezTo>
                    <a:pt x="47523" y="126823"/>
                    <a:pt x="48371" y="126534"/>
                    <a:pt x="49220" y="126281"/>
                  </a:cubicBezTo>
                  <a:cubicBezTo>
                    <a:pt x="52614" y="125216"/>
                    <a:pt x="56027" y="124277"/>
                    <a:pt x="59421" y="123374"/>
                  </a:cubicBezTo>
                  <a:cubicBezTo>
                    <a:pt x="66210" y="121569"/>
                    <a:pt x="72981" y="119944"/>
                    <a:pt x="79554" y="117976"/>
                  </a:cubicBezTo>
                  <a:lnTo>
                    <a:pt x="79554" y="117976"/>
                  </a:lnTo>
                  <a:cubicBezTo>
                    <a:pt x="74010" y="119655"/>
                    <a:pt x="68251" y="121118"/>
                    <a:pt x="62383" y="122652"/>
                  </a:cubicBezTo>
                  <a:cubicBezTo>
                    <a:pt x="56514" y="124205"/>
                    <a:pt x="50538" y="125866"/>
                    <a:pt x="44598" y="127943"/>
                  </a:cubicBezTo>
                  <a:cubicBezTo>
                    <a:pt x="38675" y="130073"/>
                    <a:pt x="32771" y="132601"/>
                    <a:pt x="27228" y="136013"/>
                  </a:cubicBezTo>
                  <a:cubicBezTo>
                    <a:pt x="21649" y="139462"/>
                    <a:pt x="16683" y="143832"/>
                    <a:pt x="12531" y="148923"/>
                  </a:cubicBezTo>
                  <a:cubicBezTo>
                    <a:pt x="10436" y="151469"/>
                    <a:pt x="8613" y="154232"/>
                    <a:pt x="7060" y="157157"/>
                  </a:cubicBezTo>
                  <a:cubicBezTo>
                    <a:pt x="6681" y="157897"/>
                    <a:pt x="6338" y="158637"/>
                    <a:pt x="5958" y="159396"/>
                  </a:cubicBezTo>
                  <a:cubicBezTo>
                    <a:pt x="5904" y="159504"/>
                    <a:pt x="5850" y="159594"/>
                    <a:pt x="5796" y="159739"/>
                  </a:cubicBezTo>
                  <a:cubicBezTo>
                    <a:pt x="5742" y="159865"/>
                    <a:pt x="5688" y="160009"/>
                    <a:pt x="5633" y="160136"/>
                  </a:cubicBezTo>
                  <a:lnTo>
                    <a:pt x="5326" y="160948"/>
                  </a:lnTo>
                  <a:lnTo>
                    <a:pt x="4694" y="162555"/>
                  </a:lnTo>
                  <a:cubicBezTo>
                    <a:pt x="4478" y="163079"/>
                    <a:pt x="4297" y="163621"/>
                    <a:pt x="4153" y="164180"/>
                  </a:cubicBezTo>
                  <a:lnTo>
                    <a:pt x="3665" y="165787"/>
                  </a:lnTo>
                  <a:cubicBezTo>
                    <a:pt x="3485" y="166311"/>
                    <a:pt x="3340" y="166853"/>
                    <a:pt x="3196" y="167412"/>
                  </a:cubicBezTo>
                  <a:lnTo>
                    <a:pt x="2744" y="169055"/>
                  </a:lnTo>
                  <a:lnTo>
                    <a:pt x="2618" y="169489"/>
                  </a:lnTo>
                  <a:lnTo>
                    <a:pt x="2564" y="169687"/>
                  </a:lnTo>
                  <a:lnTo>
                    <a:pt x="2528" y="169796"/>
                  </a:lnTo>
                  <a:lnTo>
                    <a:pt x="2510" y="169850"/>
                  </a:lnTo>
                  <a:lnTo>
                    <a:pt x="2582" y="169850"/>
                  </a:lnTo>
                  <a:lnTo>
                    <a:pt x="3413" y="169886"/>
                  </a:lnTo>
                  <a:lnTo>
                    <a:pt x="5056" y="169940"/>
                  </a:lnTo>
                  <a:lnTo>
                    <a:pt x="6717" y="170012"/>
                  </a:lnTo>
                  <a:cubicBezTo>
                    <a:pt x="6988" y="170030"/>
                    <a:pt x="7258" y="170048"/>
                    <a:pt x="7547" y="170048"/>
                  </a:cubicBezTo>
                  <a:lnTo>
                    <a:pt x="14499" y="170048"/>
                  </a:lnTo>
                  <a:lnTo>
                    <a:pt x="23797" y="170066"/>
                  </a:lnTo>
                  <a:cubicBezTo>
                    <a:pt x="36166" y="170103"/>
                    <a:pt x="48317" y="170175"/>
                    <a:pt x="60053" y="170283"/>
                  </a:cubicBezTo>
                  <a:cubicBezTo>
                    <a:pt x="127112" y="170680"/>
                    <a:pt x="187455" y="170482"/>
                    <a:pt x="247815" y="171096"/>
                  </a:cubicBezTo>
                  <a:lnTo>
                    <a:pt x="257655" y="171222"/>
                  </a:lnTo>
                  <a:cubicBezTo>
                    <a:pt x="261935" y="170987"/>
                    <a:pt x="265762" y="170753"/>
                    <a:pt x="269175" y="170536"/>
                  </a:cubicBezTo>
                  <a:cubicBezTo>
                    <a:pt x="278330" y="169833"/>
                    <a:pt x="284365" y="168952"/>
                    <a:pt x="278708" y="168137"/>
                  </a:cubicBezTo>
                  <a:lnTo>
                    <a:pt x="278708" y="168137"/>
                  </a:lnTo>
                  <a:cubicBezTo>
                    <a:pt x="279685" y="164054"/>
                    <a:pt x="280710" y="145211"/>
                    <a:pt x="281236" y="117290"/>
                  </a:cubicBezTo>
                  <a:lnTo>
                    <a:pt x="282049" y="117290"/>
                  </a:lnTo>
                  <a:cubicBezTo>
                    <a:pt x="281834" y="146227"/>
                    <a:pt x="282324" y="151752"/>
                    <a:pt x="282979" y="151752"/>
                  </a:cubicBezTo>
                  <a:cubicBezTo>
                    <a:pt x="283384" y="151752"/>
                    <a:pt x="283852" y="149643"/>
                    <a:pt x="284257" y="149643"/>
                  </a:cubicBezTo>
                  <a:cubicBezTo>
                    <a:pt x="284411" y="149643"/>
                    <a:pt x="284556" y="149951"/>
                    <a:pt x="284685" y="150801"/>
                  </a:cubicBezTo>
                  <a:cubicBezTo>
                    <a:pt x="284685" y="124006"/>
                    <a:pt x="284901" y="97176"/>
                    <a:pt x="285497" y="70345"/>
                  </a:cubicBezTo>
                  <a:lnTo>
                    <a:pt x="285497" y="37520"/>
                  </a:lnTo>
                  <a:cubicBezTo>
                    <a:pt x="285244" y="37375"/>
                    <a:pt x="284974" y="37249"/>
                    <a:pt x="284721" y="37104"/>
                  </a:cubicBezTo>
                  <a:lnTo>
                    <a:pt x="279358" y="34342"/>
                  </a:lnTo>
                  <a:lnTo>
                    <a:pt x="277769" y="33511"/>
                  </a:lnTo>
                  <a:cubicBezTo>
                    <a:pt x="277517" y="33385"/>
                    <a:pt x="277246" y="33241"/>
                    <a:pt x="276975" y="33114"/>
                  </a:cubicBezTo>
                  <a:lnTo>
                    <a:pt x="276217" y="32681"/>
                  </a:lnTo>
                  <a:cubicBezTo>
                    <a:pt x="275169" y="32121"/>
                    <a:pt x="274158" y="31507"/>
                    <a:pt x="273147" y="30911"/>
                  </a:cubicBezTo>
                  <a:cubicBezTo>
                    <a:pt x="269067" y="28492"/>
                    <a:pt x="265040" y="25838"/>
                    <a:pt x="260978" y="23147"/>
                  </a:cubicBezTo>
                  <a:cubicBezTo>
                    <a:pt x="252871" y="17767"/>
                    <a:pt x="244655" y="12188"/>
                    <a:pt x="235591" y="7674"/>
                  </a:cubicBezTo>
                  <a:cubicBezTo>
                    <a:pt x="233334" y="6536"/>
                    <a:pt x="231005" y="5507"/>
                    <a:pt x="228622" y="4532"/>
                  </a:cubicBezTo>
                  <a:lnTo>
                    <a:pt x="226816" y="3846"/>
                  </a:lnTo>
                  <a:cubicBezTo>
                    <a:pt x="226220" y="3611"/>
                    <a:pt x="225606" y="3431"/>
                    <a:pt x="224992" y="3196"/>
                  </a:cubicBezTo>
                  <a:cubicBezTo>
                    <a:pt x="223783" y="2763"/>
                    <a:pt x="222519" y="2419"/>
                    <a:pt x="221291" y="2040"/>
                  </a:cubicBezTo>
                  <a:lnTo>
                    <a:pt x="219395" y="1553"/>
                  </a:lnTo>
                  <a:cubicBezTo>
                    <a:pt x="219070" y="1481"/>
                    <a:pt x="218763" y="1390"/>
                    <a:pt x="218438" y="1318"/>
                  </a:cubicBezTo>
                  <a:lnTo>
                    <a:pt x="217463" y="1119"/>
                  </a:lnTo>
                  <a:lnTo>
                    <a:pt x="216506" y="921"/>
                  </a:lnTo>
                  <a:cubicBezTo>
                    <a:pt x="216181" y="867"/>
                    <a:pt x="215874" y="794"/>
                    <a:pt x="215531" y="740"/>
                  </a:cubicBezTo>
                  <a:lnTo>
                    <a:pt x="213581" y="451"/>
                  </a:lnTo>
                  <a:cubicBezTo>
                    <a:pt x="213419" y="415"/>
                    <a:pt x="213256" y="397"/>
                    <a:pt x="213094" y="379"/>
                  </a:cubicBezTo>
                  <a:lnTo>
                    <a:pt x="212606" y="325"/>
                  </a:lnTo>
                  <a:lnTo>
                    <a:pt x="211613" y="235"/>
                  </a:lnTo>
                  <a:cubicBezTo>
                    <a:pt x="210945" y="163"/>
                    <a:pt x="210295" y="90"/>
                    <a:pt x="209627" y="72"/>
                  </a:cubicBezTo>
                  <a:lnTo>
                    <a:pt x="20764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8" name="Google Shape;608;p50"/>
          <p:cNvGrpSpPr/>
          <p:nvPr/>
        </p:nvGrpSpPr>
        <p:grpSpPr>
          <a:xfrm rot="3959834">
            <a:off x="7385014" y="-2167109"/>
            <a:ext cx="3530017" cy="4269713"/>
            <a:chOff x="235075" y="777725"/>
            <a:chExt cx="7186900" cy="4132775"/>
          </a:xfrm>
        </p:grpSpPr>
        <p:sp>
          <p:nvSpPr>
            <p:cNvPr id="609" name="Google Shape;609;p50"/>
            <p:cNvSpPr/>
            <p:nvPr/>
          </p:nvSpPr>
          <p:spPr>
            <a:xfrm>
              <a:off x="342575" y="932875"/>
              <a:ext cx="7079400" cy="3826525"/>
            </a:xfrm>
            <a:custGeom>
              <a:rect b="b" l="l" r="r" t="t"/>
              <a:pathLst>
                <a:path extrusionOk="0" h="153061" w="283176">
                  <a:moveTo>
                    <a:pt x="168404" y="0"/>
                  </a:moveTo>
                  <a:cubicBezTo>
                    <a:pt x="157709" y="0"/>
                    <a:pt x="146666" y="1269"/>
                    <a:pt x="137470" y="1958"/>
                  </a:cubicBezTo>
                  <a:cubicBezTo>
                    <a:pt x="99769" y="4776"/>
                    <a:pt x="61970" y="14736"/>
                    <a:pt x="30657" y="36550"/>
                  </a:cubicBezTo>
                  <a:cubicBezTo>
                    <a:pt x="16422" y="46461"/>
                    <a:pt x="2915" y="60284"/>
                    <a:pt x="1336" y="77580"/>
                  </a:cubicBezTo>
                  <a:cubicBezTo>
                    <a:pt x="0" y="92204"/>
                    <a:pt x="7774" y="106560"/>
                    <a:pt x="18778" y="116301"/>
                  </a:cubicBezTo>
                  <a:cubicBezTo>
                    <a:pt x="29807" y="126043"/>
                    <a:pt x="43726" y="131800"/>
                    <a:pt x="57670" y="136415"/>
                  </a:cubicBezTo>
                  <a:cubicBezTo>
                    <a:pt x="91058" y="147472"/>
                    <a:pt x="125903" y="153060"/>
                    <a:pt x="160873" y="153060"/>
                  </a:cubicBezTo>
                  <a:cubicBezTo>
                    <a:pt x="176382" y="153060"/>
                    <a:pt x="191917" y="151961"/>
                    <a:pt x="207359" y="149752"/>
                  </a:cubicBezTo>
                  <a:cubicBezTo>
                    <a:pt x="222226" y="147614"/>
                    <a:pt x="237360" y="144286"/>
                    <a:pt x="249871" y="135929"/>
                  </a:cubicBezTo>
                  <a:cubicBezTo>
                    <a:pt x="275062" y="119095"/>
                    <a:pt x="283175" y="80398"/>
                    <a:pt x="265102" y="56057"/>
                  </a:cubicBezTo>
                  <a:cubicBezTo>
                    <a:pt x="255968" y="43789"/>
                    <a:pt x="242097" y="36137"/>
                    <a:pt x="229125" y="28024"/>
                  </a:cubicBezTo>
                  <a:cubicBezTo>
                    <a:pt x="217003" y="20420"/>
                    <a:pt x="204881" y="7643"/>
                    <a:pt x="191278" y="3027"/>
                  </a:cubicBezTo>
                  <a:cubicBezTo>
                    <a:pt x="184502" y="737"/>
                    <a:pt x="176554" y="0"/>
                    <a:pt x="168404" y="0"/>
                  </a:cubicBezTo>
                  <a:close/>
                </a:path>
              </a:pathLst>
            </a:custGeom>
            <a:solidFill>
              <a:srgbClr val="5EA4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50"/>
            <p:cNvSpPr/>
            <p:nvPr/>
          </p:nvSpPr>
          <p:spPr>
            <a:xfrm>
              <a:off x="235075" y="777725"/>
              <a:ext cx="7126775" cy="4132775"/>
            </a:xfrm>
            <a:custGeom>
              <a:rect b="b" l="l" r="r" t="t"/>
              <a:pathLst>
                <a:path extrusionOk="0" h="165311" w="285071">
                  <a:moveTo>
                    <a:pt x="193683" y="2310"/>
                  </a:moveTo>
                  <a:lnTo>
                    <a:pt x="194120" y="2431"/>
                  </a:lnTo>
                  <a:lnTo>
                    <a:pt x="194557" y="2553"/>
                  </a:lnTo>
                  <a:lnTo>
                    <a:pt x="195456" y="2820"/>
                  </a:lnTo>
                  <a:lnTo>
                    <a:pt x="196198" y="3047"/>
                  </a:lnTo>
                  <a:lnTo>
                    <a:pt x="196198" y="3047"/>
                  </a:lnTo>
                  <a:cubicBezTo>
                    <a:pt x="196113" y="3020"/>
                    <a:pt x="196027" y="2993"/>
                    <a:pt x="195942" y="2966"/>
                  </a:cubicBezTo>
                  <a:lnTo>
                    <a:pt x="194825" y="2626"/>
                  </a:lnTo>
                  <a:cubicBezTo>
                    <a:pt x="194436" y="2504"/>
                    <a:pt x="194072" y="2383"/>
                    <a:pt x="193683" y="2310"/>
                  </a:cubicBezTo>
                  <a:close/>
                  <a:moveTo>
                    <a:pt x="196198" y="3047"/>
                  </a:moveTo>
                  <a:cubicBezTo>
                    <a:pt x="196309" y="3081"/>
                    <a:pt x="196421" y="3115"/>
                    <a:pt x="196532" y="3149"/>
                  </a:cubicBezTo>
                  <a:lnTo>
                    <a:pt x="196532" y="3149"/>
                  </a:lnTo>
                  <a:lnTo>
                    <a:pt x="196198" y="3047"/>
                  </a:lnTo>
                  <a:close/>
                  <a:moveTo>
                    <a:pt x="196532" y="3149"/>
                  </a:moveTo>
                  <a:lnTo>
                    <a:pt x="197205" y="3354"/>
                  </a:lnTo>
                  <a:cubicBezTo>
                    <a:pt x="197213" y="3356"/>
                    <a:pt x="197220" y="3358"/>
                    <a:pt x="197228" y="3360"/>
                  </a:cubicBezTo>
                  <a:lnTo>
                    <a:pt x="197228" y="3360"/>
                  </a:lnTo>
                  <a:cubicBezTo>
                    <a:pt x="196996" y="3288"/>
                    <a:pt x="196764" y="3219"/>
                    <a:pt x="196532" y="3149"/>
                  </a:cubicBezTo>
                  <a:close/>
                  <a:moveTo>
                    <a:pt x="197228" y="3360"/>
                  </a:moveTo>
                  <a:lnTo>
                    <a:pt x="197228" y="3360"/>
                  </a:lnTo>
                  <a:cubicBezTo>
                    <a:pt x="197350" y="3398"/>
                    <a:pt x="197472" y="3437"/>
                    <a:pt x="197593" y="3477"/>
                  </a:cubicBezTo>
                  <a:lnTo>
                    <a:pt x="197593" y="3477"/>
                  </a:lnTo>
                  <a:cubicBezTo>
                    <a:pt x="197473" y="3434"/>
                    <a:pt x="197353" y="3392"/>
                    <a:pt x="197228" y="3360"/>
                  </a:cubicBezTo>
                  <a:close/>
                  <a:moveTo>
                    <a:pt x="197593" y="3477"/>
                  </a:moveTo>
                  <a:lnTo>
                    <a:pt x="197593" y="3477"/>
                  </a:lnTo>
                  <a:cubicBezTo>
                    <a:pt x="197745" y="3533"/>
                    <a:pt x="197897" y="3593"/>
                    <a:pt x="198055" y="3646"/>
                  </a:cubicBezTo>
                  <a:lnTo>
                    <a:pt x="198930" y="3986"/>
                  </a:lnTo>
                  <a:cubicBezTo>
                    <a:pt x="199513" y="4205"/>
                    <a:pt x="200096" y="4423"/>
                    <a:pt x="200655" y="4666"/>
                  </a:cubicBezTo>
                  <a:cubicBezTo>
                    <a:pt x="200971" y="4803"/>
                    <a:pt x="201287" y="4943"/>
                    <a:pt x="201601" y="5085"/>
                  </a:cubicBezTo>
                  <a:lnTo>
                    <a:pt x="201601" y="5085"/>
                  </a:lnTo>
                  <a:lnTo>
                    <a:pt x="200412" y="4545"/>
                  </a:lnTo>
                  <a:lnTo>
                    <a:pt x="198201" y="3694"/>
                  </a:lnTo>
                  <a:cubicBezTo>
                    <a:pt x="197999" y="3616"/>
                    <a:pt x="197796" y="3545"/>
                    <a:pt x="197593" y="3477"/>
                  </a:cubicBezTo>
                  <a:close/>
                  <a:moveTo>
                    <a:pt x="201601" y="5085"/>
                  </a:moveTo>
                  <a:lnTo>
                    <a:pt x="201792" y="5172"/>
                  </a:lnTo>
                  <a:lnTo>
                    <a:pt x="201792" y="5172"/>
                  </a:lnTo>
                  <a:cubicBezTo>
                    <a:pt x="201728" y="5143"/>
                    <a:pt x="201665" y="5114"/>
                    <a:pt x="201601" y="5085"/>
                  </a:cubicBezTo>
                  <a:close/>
                  <a:moveTo>
                    <a:pt x="201792" y="5172"/>
                  </a:moveTo>
                  <a:cubicBezTo>
                    <a:pt x="202347" y="5425"/>
                    <a:pt x="202898" y="5687"/>
                    <a:pt x="203447" y="5957"/>
                  </a:cubicBezTo>
                  <a:lnTo>
                    <a:pt x="203447" y="5957"/>
                  </a:lnTo>
                  <a:cubicBezTo>
                    <a:pt x="203149" y="5808"/>
                    <a:pt x="202850" y="5661"/>
                    <a:pt x="202550" y="5516"/>
                  </a:cubicBezTo>
                  <a:lnTo>
                    <a:pt x="201792" y="5172"/>
                  </a:lnTo>
                  <a:close/>
                  <a:moveTo>
                    <a:pt x="203447" y="5957"/>
                  </a:moveTo>
                  <a:cubicBezTo>
                    <a:pt x="205025" y="6746"/>
                    <a:pt x="206570" y="7594"/>
                    <a:pt x="208082" y="8506"/>
                  </a:cubicBezTo>
                  <a:lnTo>
                    <a:pt x="208082" y="8506"/>
                  </a:lnTo>
                  <a:cubicBezTo>
                    <a:pt x="207745" y="8301"/>
                    <a:pt x="207407" y="8098"/>
                    <a:pt x="207068" y="7897"/>
                  </a:cubicBezTo>
                  <a:cubicBezTo>
                    <a:pt x="205877" y="7204"/>
                    <a:pt x="204670" y="6559"/>
                    <a:pt x="203447" y="5957"/>
                  </a:cubicBezTo>
                  <a:close/>
                  <a:moveTo>
                    <a:pt x="208082" y="8506"/>
                  </a:moveTo>
                  <a:cubicBezTo>
                    <a:pt x="208378" y="8686"/>
                    <a:pt x="208674" y="8868"/>
                    <a:pt x="208969" y="9051"/>
                  </a:cubicBezTo>
                  <a:lnTo>
                    <a:pt x="208969" y="9051"/>
                  </a:lnTo>
                  <a:cubicBezTo>
                    <a:pt x="208675" y="8867"/>
                    <a:pt x="208379" y="8685"/>
                    <a:pt x="208082" y="8506"/>
                  </a:cubicBezTo>
                  <a:close/>
                  <a:moveTo>
                    <a:pt x="274827" y="94613"/>
                  </a:moveTo>
                  <a:cubicBezTo>
                    <a:pt x="274825" y="94672"/>
                    <a:pt x="274822" y="94731"/>
                    <a:pt x="274819" y="94790"/>
                  </a:cubicBezTo>
                  <a:lnTo>
                    <a:pt x="274827" y="94613"/>
                  </a:lnTo>
                  <a:close/>
                  <a:moveTo>
                    <a:pt x="182036" y="164515"/>
                  </a:moveTo>
                  <a:cubicBezTo>
                    <a:pt x="182009" y="164557"/>
                    <a:pt x="182151" y="164591"/>
                    <a:pt x="182606" y="164606"/>
                  </a:cubicBezTo>
                  <a:cubicBezTo>
                    <a:pt x="182112" y="164589"/>
                    <a:pt x="181975" y="164562"/>
                    <a:pt x="182036" y="164515"/>
                  </a:cubicBezTo>
                  <a:close/>
                  <a:moveTo>
                    <a:pt x="171889" y="1"/>
                  </a:moveTo>
                  <a:cubicBezTo>
                    <a:pt x="169431" y="1"/>
                    <a:pt x="166985" y="62"/>
                    <a:pt x="164556" y="148"/>
                  </a:cubicBezTo>
                  <a:cubicBezTo>
                    <a:pt x="156370" y="512"/>
                    <a:pt x="148378" y="1314"/>
                    <a:pt x="140483" y="1872"/>
                  </a:cubicBezTo>
                  <a:cubicBezTo>
                    <a:pt x="132321" y="2456"/>
                    <a:pt x="124183" y="3379"/>
                    <a:pt x="116020" y="4666"/>
                  </a:cubicBezTo>
                  <a:lnTo>
                    <a:pt x="112960" y="5128"/>
                  </a:lnTo>
                  <a:cubicBezTo>
                    <a:pt x="111964" y="5298"/>
                    <a:pt x="110943" y="5516"/>
                    <a:pt x="109923" y="5686"/>
                  </a:cubicBezTo>
                  <a:lnTo>
                    <a:pt x="106887" y="6269"/>
                  </a:lnTo>
                  <a:lnTo>
                    <a:pt x="105380" y="6537"/>
                  </a:lnTo>
                  <a:lnTo>
                    <a:pt x="103850" y="6877"/>
                  </a:lnTo>
                  <a:cubicBezTo>
                    <a:pt x="101834" y="7314"/>
                    <a:pt x="99817" y="7727"/>
                    <a:pt x="97777" y="8188"/>
                  </a:cubicBezTo>
                  <a:lnTo>
                    <a:pt x="91704" y="9719"/>
                  </a:lnTo>
                  <a:cubicBezTo>
                    <a:pt x="90878" y="9913"/>
                    <a:pt x="90052" y="10180"/>
                    <a:pt x="89226" y="10423"/>
                  </a:cubicBezTo>
                  <a:lnTo>
                    <a:pt x="86797" y="11128"/>
                  </a:lnTo>
                  <a:lnTo>
                    <a:pt x="84416" y="11857"/>
                  </a:lnTo>
                  <a:cubicBezTo>
                    <a:pt x="83615" y="12099"/>
                    <a:pt x="82861" y="12391"/>
                    <a:pt x="82108" y="12634"/>
                  </a:cubicBezTo>
                  <a:lnTo>
                    <a:pt x="77614" y="14213"/>
                  </a:lnTo>
                  <a:cubicBezTo>
                    <a:pt x="76157" y="14747"/>
                    <a:pt x="74748" y="15355"/>
                    <a:pt x="73363" y="15889"/>
                  </a:cubicBezTo>
                  <a:lnTo>
                    <a:pt x="71323" y="16739"/>
                  </a:lnTo>
                  <a:lnTo>
                    <a:pt x="70327" y="17152"/>
                  </a:lnTo>
                  <a:lnTo>
                    <a:pt x="69331" y="17590"/>
                  </a:lnTo>
                  <a:lnTo>
                    <a:pt x="65517" y="19363"/>
                  </a:lnTo>
                  <a:lnTo>
                    <a:pt x="63671" y="20213"/>
                  </a:lnTo>
                  <a:lnTo>
                    <a:pt x="61922" y="21136"/>
                  </a:lnTo>
                  <a:lnTo>
                    <a:pt x="58521" y="22910"/>
                  </a:lnTo>
                  <a:lnTo>
                    <a:pt x="62772" y="21088"/>
                  </a:lnTo>
                  <a:lnTo>
                    <a:pt x="63841" y="20650"/>
                  </a:lnTo>
                  <a:lnTo>
                    <a:pt x="64909" y="20213"/>
                  </a:lnTo>
                  <a:lnTo>
                    <a:pt x="67072" y="19387"/>
                  </a:lnTo>
                  <a:lnTo>
                    <a:pt x="69234" y="18561"/>
                  </a:lnTo>
                  <a:cubicBezTo>
                    <a:pt x="69962" y="18270"/>
                    <a:pt x="70691" y="17978"/>
                    <a:pt x="71420" y="17735"/>
                  </a:cubicBezTo>
                  <a:lnTo>
                    <a:pt x="75817" y="16229"/>
                  </a:lnTo>
                  <a:cubicBezTo>
                    <a:pt x="76545" y="15962"/>
                    <a:pt x="77274" y="15695"/>
                    <a:pt x="78027" y="15476"/>
                  </a:cubicBezTo>
                  <a:lnTo>
                    <a:pt x="80238" y="14796"/>
                  </a:lnTo>
                  <a:cubicBezTo>
                    <a:pt x="81720" y="14334"/>
                    <a:pt x="83202" y="13873"/>
                    <a:pt x="84708" y="13411"/>
                  </a:cubicBezTo>
                  <a:lnTo>
                    <a:pt x="89202" y="12172"/>
                  </a:lnTo>
                  <a:lnTo>
                    <a:pt x="91461" y="11565"/>
                  </a:lnTo>
                  <a:lnTo>
                    <a:pt x="93744" y="11031"/>
                  </a:lnTo>
                  <a:lnTo>
                    <a:pt x="98287" y="9913"/>
                  </a:lnTo>
                  <a:cubicBezTo>
                    <a:pt x="99817" y="9597"/>
                    <a:pt x="101372" y="9282"/>
                    <a:pt x="102878" y="8942"/>
                  </a:cubicBezTo>
                  <a:lnTo>
                    <a:pt x="105186" y="8480"/>
                  </a:lnTo>
                  <a:cubicBezTo>
                    <a:pt x="105963" y="8310"/>
                    <a:pt x="106716" y="8188"/>
                    <a:pt x="107494" y="8043"/>
                  </a:cubicBezTo>
                  <a:lnTo>
                    <a:pt x="112134" y="7217"/>
                  </a:lnTo>
                  <a:cubicBezTo>
                    <a:pt x="118328" y="6197"/>
                    <a:pt x="124547" y="5322"/>
                    <a:pt x="130839" y="4715"/>
                  </a:cubicBezTo>
                  <a:lnTo>
                    <a:pt x="133195" y="4472"/>
                  </a:lnTo>
                  <a:lnTo>
                    <a:pt x="134361" y="4350"/>
                  </a:lnTo>
                  <a:lnTo>
                    <a:pt x="135551" y="4277"/>
                  </a:lnTo>
                  <a:lnTo>
                    <a:pt x="140264" y="3913"/>
                  </a:lnTo>
                  <a:lnTo>
                    <a:pt x="141454" y="3816"/>
                  </a:lnTo>
                  <a:lnTo>
                    <a:pt x="142596" y="3743"/>
                  </a:lnTo>
                  <a:lnTo>
                    <a:pt x="144928" y="3573"/>
                  </a:lnTo>
                  <a:lnTo>
                    <a:pt x="149568" y="3209"/>
                  </a:lnTo>
                  <a:cubicBezTo>
                    <a:pt x="155811" y="2747"/>
                    <a:pt x="162151" y="2261"/>
                    <a:pt x="168589" y="2140"/>
                  </a:cubicBezTo>
                  <a:lnTo>
                    <a:pt x="171018" y="2115"/>
                  </a:lnTo>
                  <a:cubicBezTo>
                    <a:pt x="171419" y="2103"/>
                    <a:pt x="171820" y="2097"/>
                    <a:pt x="172224" y="2097"/>
                  </a:cubicBezTo>
                  <a:cubicBezTo>
                    <a:pt x="172628" y="2097"/>
                    <a:pt x="173034" y="2103"/>
                    <a:pt x="173447" y="2115"/>
                  </a:cubicBezTo>
                  <a:lnTo>
                    <a:pt x="175877" y="2164"/>
                  </a:lnTo>
                  <a:cubicBezTo>
                    <a:pt x="176678" y="2188"/>
                    <a:pt x="177504" y="2237"/>
                    <a:pt x="178330" y="2261"/>
                  </a:cubicBezTo>
                  <a:lnTo>
                    <a:pt x="179545" y="2334"/>
                  </a:lnTo>
                  <a:cubicBezTo>
                    <a:pt x="179958" y="2358"/>
                    <a:pt x="180346" y="2407"/>
                    <a:pt x="180759" y="2431"/>
                  </a:cubicBezTo>
                  <a:lnTo>
                    <a:pt x="183237" y="2650"/>
                  </a:lnTo>
                  <a:lnTo>
                    <a:pt x="185691" y="2941"/>
                  </a:lnTo>
                  <a:cubicBezTo>
                    <a:pt x="186104" y="2990"/>
                    <a:pt x="186517" y="3039"/>
                    <a:pt x="186930" y="3111"/>
                  </a:cubicBezTo>
                  <a:lnTo>
                    <a:pt x="188168" y="3330"/>
                  </a:lnTo>
                  <a:lnTo>
                    <a:pt x="189407" y="3549"/>
                  </a:lnTo>
                  <a:cubicBezTo>
                    <a:pt x="189820" y="3622"/>
                    <a:pt x="190233" y="3694"/>
                    <a:pt x="190646" y="3792"/>
                  </a:cubicBezTo>
                  <a:lnTo>
                    <a:pt x="193124" y="4350"/>
                  </a:lnTo>
                  <a:cubicBezTo>
                    <a:pt x="193537" y="4447"/>
                    <a:pt x="193950" y="4569"/>
                    <a:pt x="194363" y="4690"/>
                  </a:cubicBezTo>
                  <a:lnTo>
                    <a:pt x="195602" y="5079"/>
                  </a:lnTo>
                  <a:lnTo>
                    <a:pt x="196841" y="5443"/>
                  </a:lnTo>
                  <a:lnTo>
                    <a:pt x="198055" y="5905"/>
                  </a:lnTo>
                  <a:cubicBezTo>
                    <a:pt x="201238" y="7144"/>
                    <a:pt x="204299" y="8650"/>
                    <a:pt x="207189" y="10448"/>
                  </a:cubicBezTo>
                  <a:cubicBezTo>
                    <a:pt x="212898" y="13921"/>
                    <a:pt x="217975" y="17954"/>
                    <a:pt x="222955" y="21865"/>
                  </a:cubicBezTo>
                  <a:cubicBezTo>
                    <a:pt x="225433" y="23808"/>
                    <a:pt x="227911" y="25752"/>
                    <a:pt x="230388" y="27574"/>
                  </a:cubicBezTo>
                  <a:cubicBezTo>
                    <a:pt x="231020" y="28035"/>
                    <a:pt x="231627" y="28472"/>
                    <a:pt x="232259" y="28910"/>
                  </a:cubicBezTo>
                  <a:lnTo>
                    <a:pt x="233206" y="29566"/>
                  </a:lnTo>
                  <a:lnTo>
                    <a:pt x="234154" y="30173"/>
                  </a:lnTo>
                  <a:cubicBezTo>
                    <a:pt x="235368" y="30999"/>
                    <a:pt x="236753" y="31849"/>
                    <a:pt x="238065" y="32675"/>
                  </a:cubicBezTo>
                  <a:cubicBezTo>
                    <a:pt x="240761" y="34351"/>
                    <a:pt x="243482" y="36027"/>
                    <a:pt x="246178" y="37752"/>
                  </a:cubicBezTo>
                  <a:cubicBezTo>
                    <a:pt x="248875" y="39477"/>
                    <a:pt x="251571" y="41250"/>
                    <a:pt x="254243" y="43145"/>
                  </a:cubicBezTo>
                  <a:cubicBezTo>
                    <a:pt x="256891" y="45040"/>
                    <a:pt x="259491" y="47032"/>
                    <a:pt x="262017" y="49194"/>
                  </a:cubicBezTo>
                  <a:cubicBezTo>
                    <a:pt x="264543" y="51356"/>
                    <a:pt x="266924" y="53712"/>
                    <a:pt x="269135" y="56214"/>
                  </a:cubicBezTo>
                  <a:lnTo>
                    <a:pt x="269961" y="57161"/>
                  </a:lnTo>
                  <a:cubicBezTo>
                    <a:pt x="270228" y="57477"/>
                    <a:pt x="270495" y="57817"/>
                    <a:pt x="270762" y="58133"/>
                  </a:cubicBezTo>
                  <a:lnTo>
                    <a:pt x="272317" y="60125"/>
                  </a:lnTo>
                  <a:lnTo>
                    <a:pt x="273774" y="62239"/>
                  </a:lnTo>
                  <a:cubicBezTo>
                    <a:pt x="274017" y="62579"/>
                    <a:pt x="274236" y="62943"/>
                    <a:pt x="274455" y="63307"/>
                  </a:cubicBezTo>
                  <a:lnTo>
                    <a:pt x="275111" y="64401"/>
                  </a:lnTo>
                  <a:cubicBezTo>
                    <a:pt x="276811" y="67340"/>
                    <a:pt x="278269" y="70401"/>
                    <a:pt x="279410" y="73607"/>
                  </a:cubicBezTo>
                  <a:cubicBezTo>
                    <a:pt x="280528" y="76790"/>
                    <a:pt x="281354" y="80069"/>
                    <a:pt x="281864" y="83397"/>
                  </a:cubicBezTo>
                  <a:lnTo>
                    <a:pt x="282082" y="84636"/>
                  </a:lnTo>
                  <a:cubicBezTo>
                    <a:pt x="282155" y="85049"/>
                    <a:pt x="282180" y="85462"/>
                    <a:pt x="282228" y="85875"/>
                  </a:cubicBezTo>
                  <a:lnTo>
                    <a:pt x="282350" y="87138"/>
                  </a:lnTo>
                  <a:cubicBezTo>
                    <a:pt x="282398" y="87551"/>
                    <a:pt x="282447" y="87964"/>
                    <a:pt x="282471" y="88377"/>
                  </a:cubicBezTo>
                  <a:lnTo>
                    <a:pt x="282617" y="90879"/>
                  </a:lnTo>
                  <a:lnTo>
                    <a:pt x="282641" y="93381"/>
                  </a:lnTo>
                  <a:cubicBezTo>
                    <a:pt x="282593" y="100037"/>
                    <a:pt x="281524" y="106620"/>
                    <a:pt x="279459" y="112961"/>
                  </a:cubicBezTo>
                  <a:lnTo>
                    <a:pt x="279094" y="114127"/>
                  </a:lnTo>
                  <a:cubicBezTo>
                    <a:pt x="278973" y="114515"/>
                    <a:pt x="278803" y="114904"/>
                    <a:pt x="278657" y="115293"/>
                  </a:cubicBezTo>
                  <a:lnTo>
                    <a:pt x="278220" y="116459"/>
                  </a:lnTo>
                  <a:cubicBezTo>
                    <a:pt x="278074" y="116847"/>
                    <a:pt x="277928" y="117236"/>
                    <a:pt x="277758" y="117600"/>
                  </a:cubicBezTo>
                  <a:lnTo>
                    <a:pt x="276787" y="119884"/>
                  </a:lnTo>
                  <a:lnTo>
                    <a:pt x="275718" y="122094"/>
                  </a:lnTo>
                  <a:cubicBezTo>
                    <a:pt x="274236" y="125058"/>
                    <a:pt x="272536" y="127876"/>
                    <a:pt x="270616" y="130572"/>
                  </a:cubicBezTo>
                  <a:cubicBezTo>
                    <a:pt x="277224" y="121171"/>
                    <a:pt x="281208" y="110191"/>
                    <a:pt x="282204" y="98774"/>
                  </a:cubicBezTo>
                  <a:cubicBezTo>
                    <a:pt x="282447" y="95835"/>
                    <a:pt x="282495" y="92895"/>
                    <a:pt x="282350" y="89980"/>
                  </a:cubicBezTo>
                  <a:cubicBezTo>
                    <a:pt x="282180" y="87017"/>
                    <a:pt x="281815" y="84077"/>
                    <a:pt x="281208" y="81162"/>
                  </a:cubicBezTo>
                  <a:cubicBezTo>
                    <a:pt x="280601" y="78247"/>
                    <a:pt x="279775" y="75381"/>
                    <a:pt x="278706" y="72587"/>
                  </a:cubicBezTo>
                  <a:cubicBezTo>
                    <a:pt x="277637" y="69769"/>
                    <a:pt x="276325" y="67073"/>
                    <a:pt x="274770" y="64498"/>
                  </a:cubicBezTo>
                  <a:cubicBezTo>
                    <a:pt x="274357" y="63842"/>
                    <a:pt x="273993" y="63186"/>
                    <a:pt x="273580" y="62579"/>
                  </a:cubicBezTo>
                  <a:lnTo>
                    <a:pt x="272293" y="60708"/>
                  </a:lnTo>
                  <a:cubicBezTo>
                    <a:pt x="272171" y="60562"/>
                    <a:pt x="272074" y="60417"/>
                    <a:pt x="271953" y="60271"/>
                  </a:cubicBezTo>
                  <a:lnTo>
                    <a:pt x="271612" y="59809"/>
                  </a:lnTo>
                  <a:lnTo>
                    <a:pt x="270932" y="58935"/>
                  </a:lnTo>
                  <a:lnTo>
                    <a:pt x="270228" y="58060"/>
                  </a:lnTo>
                  <a:cubicBezTo>
                    <a:pt x="270009" y="57769"/>
                    <a:pt x="269742" y="57502"/>
                    <a:pt x="269523" y="57210"/>
                  </a:cubicBezTo>
                  <a:cubicBezTo>
                    <a:pt x="267604" y="54951"/>
                    <a:pt x="265539" y="52837"/>
                    <a:pt x="263353" y="50845"/>
                  </a:cubicBezTo>
                  <a:cubicBezTo>
                    <a:pt x="259005" y="46910"/>
                    <a:pt x="254341" y="43534"/>
                    <a:pt x="249652" y="40424"/>
                  </a:cubicBezTo>
                  <a:cubicBezTo>
                    <a:pt x="244964" y="37339"/>
                    <a:pt x="240251" y="34448"/>
                    <a:pt x="235708" y="31558"/>
                  </a:cubicBezTo>
                  <a:cubicBezTo>
                    <a:pt x="231312" y="28764"/>
                    <a:pt x="227230" y="25533"/>
                    <a:pt x="223125" y="22254"/>
                  </a:cubicBezTo>
                  <a:cubicBezTo>
                    <a:pt x="220186" y="19922"/>
                    <a:pt x="217222" y="17565"/>
                    <a:pt x="214161" y="15330"/>
                  </a:cubicBezTo>
                  <a:cubicBezTo>
                    <a:pt x="211076" y="13023"/>
                    <a:pt x="207845" y="10933"/>
                    <a:pt x="204469" y="9039"/>
                  </a:cubicBezTo>
                  <a:lnTo>
                    <a:pt x="203181" y="8359"/>
                  </a:lnTo>
                  <a:cubicBezTo>
                    <a:pt x="202744" y="8140"/>
                    <a:pt x="202307" y="7897"/>
                    <a:pt x="201869" y="7703"/>
                  </a:cubicBezTo>
                  <a:lnTo>
                    <a:pt x="200509" y="7095"/>
                  </a:lnTo>
                  <a:cubicBezTo>
                    <a:pt x="200072" y="6901"/>
                    <a:pt x="199634" y="6658"/>
                    <a:pt x="199149" y="6488"/>
                  </a:cubicBezTo>
                  <a:lnTo>
                    <a:pt x="197764" y="5954"/>
                  </a:lnTo>
                  <a:cubicBezTo>
                    <a:pt x="197278" y="5784"/>
                    <a:pt x="196817" y="5589"/>
                    <a:pt x="196355" y="5468"/>
                  </a:cubicBezTo>
                  <a:lnTo>
                    <a:pt x="193513" y="4593"/>
                  </a:lnTo>
                  <a:cubicBezTo>
                    <a:pt x="189796" y="3670"/>
                    <a:pt x="186031" y="3014"/>
                    <a:pt x="182217" y="2698"/>
                  </a:cubicBezTo>
                  <a:cubicBezTo>
                    <a:pt x="178826" y="2386"/>
                    <a:pt x="175435" y="2258"/>
                    <a:pt x="172044" y="2258"/>
                  </a:cubicBezTo>
                  <a:cubicBezTo>
                    <a:pt x="171743" y="2258"/>
                    <a:pt x="171441" y="2259"/>
                    <a:pt x="171140" y="2261"/>
                  </a:cubicBezTo>
                  <a:cubicBezTo>
                    <a:pt x="167496" y="2285"/>
                    <a:pt x="163876" y="2480"/>
                    <a:pt x="160305" y="2674"/>
                  </a:cubicBezTo>
                  <a:cubicBezTo>
                    <a:pt x="156734" y="2868"/>
                    <a:pt x="153212" y="3184"/>
                    <a:pt x="149738" y="3476"/>
                  </a:cubicBezTo>
                  <a:lnTo>
                    <a:pt x="139341" y="4326"/>
                  </a:lnTo>
                  <a:lnTo>
                    <a:pt x="134094" y="4763"/>
                  </a:lnTo>
                  <a:lnTo>
                    <a:pt x="128847" y="5322"/>
                  </a:lnTo>
                  <a:cubicBezTo>
                    <a:pt x="127122" y="5492"/>
                    <a:pt x="125373" y="5735"/>
                    <a:pt x="123648" y="5954"/>
                  </a:cubicBezTo>
                  <a:cubicBezTo>
                    <a:pt x="121923" y="6197"/>
                    <a:pt x="120199" y="6391"/>
                    <a:pt x="118474" y="6682"/>
                  </a:cubicBezTo>
                  <a:lnTo>
                    <a:pt x="113300" y="7508"/>
                  </a:lnTo>
                  <a:cubicBezTo>
                    <a:pt x="111599" y="7824"/>
                    <a:pt x="109899" y="8164"/>
                    <a:pt x="108174" y="8456"/>
                  </a:cubicBezTo>
                  <a:lnTo>
                    <a:pt x="105623" y="8942"/>
                  </a:lnTo>
                  <a:lnTo>
                    <a:pt x="103073" y="9500"/>
                  </a:lnTo>
                  <a:lnTo>
                    <a:pt x="100546" y="10059"/>
                  </a:lnTo>
                  <a:cubicBezTo>
                    <a:pt x="99696" y="10253"/>
                    <a:pt x="98846" y="10399"/>
                    <a:pt x="97996" y="10618"/>
                  </a:cubicBezTo>
                  <a:lnTo>
                    <a:pt x="92967" y="11881"/>
                  </a:lnTo>
                  <a:lnTo>
                    <a:pt x="91704" y="12172"/>
                  </a:lnTo>
                  <a:lnTo>
                    <a:pt x="90441" y="12537"/>
                  </a:lnTo>
                  <a:lnTo>
                    <a:pt x="87963" y="13241"/>
                  </a:lnTo>
                  <a:cubicBezTo>
                    <a:pt x="84611" y="14116"/>
                    <a:pt x="81331" y="15233"/>
                    <a:pt x="78027" y="16253"/>
                  </a:cubicBezTo>
                  <a:cubicBezTo>
                    <a:pt x="76400" y="16812"/>
                    <a:pt x="74772" y="17395"/>
                    <a:pt x="73120" y="17978"/>
                  </a:cubicBezTo>
                  <a:cubicBezTo>
                    <a:pt x="72343" y="18270"/>
                    <a:pt x="71517" y="18537"/>
                    <a:pt x="70691" y="18828"/>
                  </a:cubicBezTo>
                  <a:lnTo>
                    <a:pt x="68262" y="19776"/>
                  </a:lnTo>
                  <a:lnTo>
                    <a:pt x="65833" y="20723"/>
                  </a:lnTo>
                  <a:cubicBezTo>
                    <a:pt x="65055" y="21063"/>
                    <a:pt x="64229" y="21355"/>
                    <a:pt x="63452" y="21719"/>
                  </a:cubicBezTo>
                  <a:lnTo>
                    <a:pt x="58666" y="23784"/>
                  </a:lnTo>
                  <a:lnTo>
                    <a:pt x="57646" y="24221"/>
                  </a:lnTo>
                  <a:cubicBezTo>
                    <a:pt x="57306" y="24367"/>
                    <a:pt x="56966" y="24537"/>
                    <a:pt x="56626" y="24707"/>
                  </a:cubicBezTo>
                  <a:lnTo>
                    <a:pt x="54585" y="25679"/>
                  </a:lnTo>
                  <a:lnTo>
                    <a:pt x="52520" y="26651"/>
                  </a:lnTo>
                  <a:lnTo>
                    <a:pt x="51500" y="27136"/>
                  </a:lnTo>
                  <a:cubicBezTo>
                    <a:pt x="51160" y="27282"/>
                    <a:pt x="50820" y="27452"/>
                    <a:pt x="50480" y="27622"/>
                  </a:cubicBezTo>
                  <a:lnTo>
                    <a:pt x="45791" y="30732"/>
                  </a:lnTo>
                  <a:cubicBezTo>
                    <a:pt x="45427" y="30975"/>
                    <a:pt x="45063" y="31217"/>
                    <a:pt x="44698" y="31460"/>
                  </a:cubicBezTo>
                  <a:lnTo>
                    <a:pt x="43678" y="32213"/>
                  </a:lnTo>
                  <a:lnTo>
                    <a:pt x="41710" y="33671"/>
                  </a:lnTo>
                  <a:lnTo>
                    <a:pt x="39961" y="35031"/>
                  </a:lnTo>
                  <a:lnTo>
                    <a:pt x="39160" y="35687"/>
                  </a:lnTo>
                  <a:cubicBezTo>
                    <a:pt x="38892" y="35882"/>
                    <a:pt x="38650" y="36124"/>
                    <a:pt x="38382" y="36343"/>
                  </a:cubicBezTo>
                  <a:cubicBezTo>
                    <a:pt x="37411" y="37218"/>
                    <a:pt x="36560" y="37995"/>
                    <a:pt x="35880" y="38699"/>
                  </a:cubicBezTo>
                  <a:cubicBezTo>
                    <a:pt x="34520" y="40084"/>
                    <a:pt x="33791" y="41056"/>
                    <a:pt x="34034" y="41396"/>
                  </a:cubicBezTo>
                  <a:cubicBezTo>
                    <a:pt x="34094" y="41474"/>
                    <a:pt x="34212" y="41515"/>
                    <a:pt x="34392" y="41515"/>
                  </a:cubicBezTo>
                  <a:cubicBezTo>
                    <a:pt x="34934" y="41515"/>
                    <a:pt x="36041" y="41142"/>
                    <a:pt x="37848" y="40303"/>
                  </a:cubicBezTo>
                  <a:cubicBezTo>
                    <a:pt x="38455" y="40011"/>
                    <a:pt x="39135" y="39671"/>
                    <a:pt x="39913" y="39282"/>
                  </a:cubicBezTo>
                  <a:cubicBezTo>
                    <a:pt x="40301" y="39112"/>
                    <a:pt x="40690" y="38894"/>
                    <a:pt x="41127" y="38675"/>
                  </a:cubicBezTo>
                  <a:lnTo>
                    <a:pt x="42488" y="38019"/>
                  </a:lnTo>
                  <a:cubicBezTo>
                    <a:pt x="43435" y="37558"/>
                    <a:pt x="44480" y="37023"/>
                    <a:pt x="45597" y="36440"/>
                  </a:cubicBezTo>
                  <a:lnTo>
                    <a:pt x="47370" y="35541"/>
                  </a:lnTo>
                  <a:lnTo>
                    <a:pt x="49338" y="34618"/>
                  </a:lnTo>
                  <a:lnTo>
                    <a:pt x="51500" y="33404"/>
                  </a:lnTo>
                  <a:lnTo>
                    <a:pt x="52715" y="32748"/>
                  </a:lnTo>
                  <a:cubicBezTo>
                    <a:pt x="53152" y="32529"/>
                    <a:pt x="53565" y="32286"/>
                    <a:pt x="54002" y="32068"/>
                  </a:cubicBezTo>
                  <a:lnTo>
                    <a:pt x="59274" y="29444"/>
                  </a:lnTo>
                  <a:lnTo>
                    <a:pt x="59881" y="29128"/>
                  </a:lnTo>
                  <a:lnTo>
                    <a:pt x="60488" y="28861"/>
                  </a:lnTo>
                  <a:lnTo>
                    <a:pt x="61654" y="28351"/>
                  </a:lnTo>
                  <a:lnTo>
                    <a:pt x="63598" y="27452"/>
                  </a:lnTo>
                  <a:lnTo>
                    <a:pt x="65395" y="26651"/>
                  </a:lnTo>
                  <a:cubicBezTo>
                    <a:pt x="65757" y="26575"/>
                    <a:pt x="66038" y="26542"/>
                    <a:pt x="66253" y="26542"/>
                  </a:cubicBezTo>
                  <a:cubicBezTo>
                    <a:pt x="66730" y="26542"/>
                    <a:pt x="66871" y="26707"/>
                    <a:pt x="66804" y="26942"/>
                  </a:cubicBezTo>
                  <a:cubicBezTo>
                    <a:pt x="66707" y="27258"/>
                    <a:pt x="66197" y="27817"/>
                    <a:pt x="65687" y="28375"/>
                  </a:cubicBezTo>
                  <a:cubicBezTo>
                    <a:pt x="83323" y="20820"/>
                    <a:pt x="102077" y="15986"/>
                    <a:pt x="121098" y="13241"/>
                  </a:cubicBezTo>
                  <a:lnTo>
                    <a:pt x="128239" y="12318"/>
                  </a:lnTo>
                  <a:cubicBezTo>
                    <a:pt x="130644" y="12075"/>
                    <a:pt x="133025" y="11808"/>
                    <a:pt x="135430" y="11565"/>
                  </a:cubicBezTo>
                  <a:lnTo>
                    <a:pt x="149908" y="10448"/>
                  </a:lnTo>
                  <a:cubicBezTo>
                    <a:pt x="154742" y="10059"/>
                    <a:pt x="159552" y="9695"/>
                    <a:pt x="164338" y="9476"/>
                  </a:cubicBezTo>
                  <a:cubicBezTo>
                    <a:pt x="166718" y="9354"/>
                    <a:pt x="169093" y="9294"/>
                    <a:pt x="171468" y="9294"/>
                  </a:cubicBezTo>
                  <a:cubicBezTo>
                    <a:pt x="173842" y="9294"/>
                    <a:pt x="176217" y="9354"/>
                    <a:pt x="178597" y="9476"/>
                  </a:cubicBezTo>
                  <a:cubicBezTo>
                    <a:pt x="179326" y="9500"/>
                    <a:pt x="180055" y="9573"/>
                    <a:pt x="180784" y="9646"/>
                  </a:cubicBezTo>
                  <a:lnTo>
                    <a:pt x="181877" y="9719"/>
                  </a:lnTo>
                  <a:cubicBezTo>
                    <a:pt x="182241" y="9743"/>
                    <a:pt x="182606" y="9767"/>
                    <a:pt x="182970" y="9840"/>
                  </a:cubicBezTo>
                  <a:lnTo>
                    <a:pt x="185132" y="10108"/>
                  </a:lnTo>
                  <a:lnTo>
                    <a:pt x="185666" y="10156"/>
                  </a:lnTo>
                  <a:cubicBezTo>
                    <a:pt x="185861" y="10180"/>
                    <a:pt x="186031" y="10229"/>
                    <a:pt x="186201" y="10253"/>
                  </a:cubicBezTo>
                  <a:lnTo>
                    <a:pt x="187270" y="10448"/>
                  </a:lnTo>
                  <a:lnTo>
                    <a:pt x="188339" y="10618"/>
                  </a:lnTo>
                  <a:cubicBezTo>
                    <a:pt x="188509" y="10666"/>
                    <a:pt x="188703" y="10691"/>
                    <a:pt x="188873" y="10715"/>
                  </a:cubicBezTo>
                  <a:lnTo>
                    <a:pt x="189407" y="10836"/>
                  </a:lnTo>
                  <a:lnTo>
                    <a:pt x="191472" y="11322"/>
                  </a:lnTo>
                  <a:cubicBezTo>
                    <a:pt x="191837" y="11419"/>
                    <a:pt x="192152" y="11541"/>
                    <a:pt x="192493" y="11638"/>
                  </a:cubicBezTo>
                  <a:lnTo>
                    <a:pt x="193513" y="11929"/>
                  </a:lnTo>
                  <a:lnTo>
                    <a:pt x="194533" y="12245"/>
                  </a:lnTo>
                  <a:cubicBezTo>
                    <a:pt x="194849" y="12367"/>
                    <a:pt x="195165" y="12488"/>
                    <a:pt x="195505" y="12610"/>
                  </a:cubicBezTo>
                  <a:cubicBezTo>
                    <a:pt x="196817" y="13071"/>
                    <a:pt x="198080" y="13678"/>
                    <a:pt x="199367" y="14286"/>
                  </a:cubicBezTo>
                  <a:lnTo>
                    <a:pt x="201262" y="15282"/>
                  </a:lnTo>
                  <a:cubicBezTo>
                    <a:pt x="201894" y="15622"/>
                    <a:pt x="202501" y="16011"/>
                    <a:pt x="203133" y="16351"/>
                  </a:cubicBezTo>
                  <a:cubicBezTo>
                    <a:pt x="205610" y="17832"/>
                    <a:pt x="208015" y="19460"/>
                    <a:pt x="210396" y="21209"/>
                  </a:cubicBezTo>
                  <a:cubicBezTo>
                    <a:pt x="215157" y="24707"/>
                    <a:pt x="219773" y="28545"/>
                    <a:pt x="224655" y="32238"/>
                  </a:cubicBezTo>
                  <a:cubicBezTo>
                    <a:pt x="225870" y="33137"/>
                    <a:pt x="227109" y="34060"/>
                    <a:pt x="228396" y="34934"/>
                  </a:cubicBezTo>
                  <a:lnTo>
                    <a:pt x="229344" y="35614"/>
                  </a:lnTo>
                  <a:lnTo>
                    <a:pt x="230316" y="36270"/>
                  </a:lnTo>
                  <a:cubicBezTo>
                    <a:pt x="230971" y="36683"/>
                    <a:pt x="231627" y="37145"/>
                    <a:pt x="232259" y="37533"/>
                  </a:cubicBezTo>
                  <a:lnTo>
                    <a:pt x="239838" y="42295"/>
                  </a:lnTo>
                  <a:cubicBezTo>
                    <a:pt x="242365" y="43898"/>
                    <a:pt x="244818" y="45477"/>
                    <a:pt x="247223" y="47129"/>
                  </a:cubicBezTo>
                  <a:cubicBezTo>
                    <a:pt x="248438" y="47955"/>
                    <a:pt x="249652" y="48781"/>
                    <a:pt x="250794" y="49631"/>
                  </a:cubicBezTo>
                  <a:cubicBezTo>
                    <a:pt x="251960" y="50505"/>
                    <a:pt x="253102" y="51356"/>
                    <a:pt x="254219" y="52254"/>
                  </a:cubicBezTo>
                  <a:cubicBezTo>
                    <a:pt x="258713" y="55825"/>
                    <a:pt x="262746" y="59761"/>
                    <a:pt x="266025" y="64158"/>
                  </a:cubicBezTo>
                  <a:cubicBezTo>
                    <a:pt x="267629" y="66344"/>
                    <a:pt x="269037" y="68676"/>
                    <a:pt x="270228" y="71105"/>
                  </a:cubicBezTo>
                  <a:cubicBezTo>
                    <a:pt x="271370" y="73559"/>
                    <a:pt x="272341" y="76109"/>
                    <a:pt x="273070" y="78709"/>
                  </a:cubicBezTo>
                  <a:cubicBezTo>
                    <a:pt x="274386" y="83525"/>
                    <a:pt x="274985" y="88486"/>
                    <a:pt x="274868" y="93457"/>
                  </a:cubicBezTo>
                  <a:lnTo>
                    <a:pt x="274868" y="93457"/>
                  </a:lnTo>
                  <a:lnTo>
                    <a:pt x="274868" y="91170"/>
                  </a:lnTo>
                  <a:lnTo>
                    <a:pt x="274843" y="90660"/>
                  </a:lnTo>
                  <a:lnTo>
                    <a:pt x="274746" y="88571"/>
                  </a:lnTo>
                  <a:lnTo>
                    <a:pt x="274528" y="86531"/>
                  </a:lnTo>
                  <a:cubicBezTo>
                    <a:pt x="274212" y="83786"/>
                    <a:pt x="273677" y="81089"/>
                    <a:pt x="272924" y="78417"/>
                  </a:cubicBezTo>
                  <a:cubicBezTo>
                    <a:pt x="272147" y="75794"/>
                    <a:pt x="271151" y="73243"/>
                    <a:pt x="269936" y="70789"/>
                  </a:cubicBezTo>
                  <a:lnTo>
                    <a:pt x="269013" y="68967"/>
                  </a:lnTo>
                  <a:lnTo>
                    <a:pt x="267944" y="67194"/>
                  </a:lnTo>
                  <a:lnTo>
                    <a:pt x="267701" y="66757"/>
                  </a:lnTo>
                  <a:lnTo>
                    <a:pt x="267386" y="66344"/>
                  </a:lnTo>
                  <a:lnTo>
                    <a:pt x="266778" y="65494"/>
                  </a:lnTo>
                  <a:lnTo>
                    <a:pt x="266195" y="64643"/>
                  </a:lnTo>
                  <a:lnTo>
                    <a:pt x="265564" y="63818"/>
                  </a:lnTo>
                  <a:lnTo>
                    <a:pt x="264932" y="62992"/>
                  </a:lnTo>
                  <a:cubicBezTo>
                    <a:pt x="264738" y="62724"/>
                    <a:pt x="264519" y="62457"/>
                    <a:pt x="264300" y="62190"/>
                  </a:cubicBezTo>
                  <a:lnTo>
                    <a:pt x="262940" y="60587"/>
                  </a:lnTo>
                  <a:cubicBezTo>
                    <a:pt x="261993" y="59566"/>
                    <a:pt x="261045" y="58522"/>
                    <a:pt x="260025" y="57550"/>
                  </a:cubicBezTo>
                  <a:cubicBezTo>
                    <a:pt x="257984" y="55582"/>
                    <a:pt x="255822" y="53712"/>
                    <a:pt x="253588" y="51963"/>
                  </a:cubicBezTo>
                  <a:cubicBezTo>
                    <a:pt x="249069" y="48416"/>
                    <a:pt x="244138" y="45210"/>
                    <a:pt x="239134" y="42027"/>
                  </a:cubicBezTo>
                  <a:lnTo>
                    <a:pt x="231554" y="37266"/>
                  </a:lnTo>
                  <a:cubicBezTo>
                    <a:pt x="228907" y="35566"/>
                    <a:pt x="226429" y="33768"/>
                    <a:pt x="224000" y="31922"/>
                  </a:cubicBezTo>
                  <a:cubicBezTo>
                    <a:pt x="219165" y="28229"/>
                    <a:pt x="214598" y="24440"/>
                    <a:pt x="209886" y="20990"/>
                  </a:cubicBezTo>
                  <a:cubicBezTo>
                    <a:pt x="207578" y="19290"/>
                    <a:pt x="205173" y="17687"/>
                    <a:pt x="202695" y="16205"/>
                  </a:cubicBezTo>
                  <a:cubicBezTo>
                    <a:pt x="201481" y="15476"/>
                    <a:pt x="200242" y="14845"/>
                    <a:pt x="199003" y="14189"/>
                  </a:cubicBezTo>
                  <a:lnTo>
                    <a:pt x="197108" y="13314"/>
                  </a:lnTo>
                  <a:cubicBezTo>
                    <a:pt x="196792" y="13168"/>
                    <a:pt x="196476" y="13071"/>
                    <a:pt x="196136" y="12925"/>
                  </a:cubicBezTo>
                  <a:lnTo>
                    <a:pt x="195189" y="12561"/>
                  </a:lnTo>
                  <a:cubicBezTo>
                    <a:pt x="194557" y="12318"/>
                    <a:pt x="193901" y="12099"/>
                    <a:pt x="193221" y="11905"/>
                  </a:cubicBezTo>
                  <a:lnTo>
                    <a:pt x="192225" y="11614"/>
                  </a:lnTo>
                  <a:lnTo>
                    <a:pt x="191739" y="11444"/>
                  </a:lnTo>
                  <a:lnTo>
                    <a:pt x="191229" y="11322"/>
                  </a:lnTo>
                  <a:lnTo>
                    <a:pt x="189189" y="10836"/>
                  </a:lnTo>
                  <a:cubicBezTo>
                    <a:pt x="188849" y="10763"/>
                    <a:pt x="188484" y="10691"/>
                    <a:pt x="188144" y="10642"/>
                  </a:cubicBezTo>
                  <a:lnTo>
                    <a:pt x="187100" y="10448"/>
                  </a:lnTo>
                  <a:cubicBezTo>
                    <a:pt x="185715" y="10180"/>
                    <a:pt x="184282" y="10035"/>
                    <a:pt x="182873" y="9840"/>
                  </a:cubicBezTo>
                  <a:cubicBezTo>
                    <a:pt x="182144" y="9767"/>
                    <a:pt x="181440" y="9719"/>
                    <a:pt x="180711" y="9646"/>
                  </a:cubicBezTo>
                  <a:cubicBezTo>
                    <a:pt x="180006" y="9597"/>
                    <a:pt x="179278" y="9500"/>
                    <a:pt x="178549" y="9500"/>
                  </a:cubicBezTo>
                  <a:cubicBezTo>
                    <a:pt x="176287" y="9385"/>
                    <a:pt x="174025" y="9330"/>
                    <a:pt x="171763" y="9330"/>
                  </a:cubicBezTo>
                  <a:cubicBezTo>
                    <a:pt x="169264" y="9330"/>
                    <a:pt x="166764" y="9397"/>
                    <a:pt x="164265" y="9525"/>
                  </a:cubicBezTo>
                  <a:cubicBezTo>
                    <a:pt x="159479" y="9767"/>
                    <a:pt x="154621" y="10156"/>
                    <a:pt x="149762" y="10569"/>
                  </a:cubicBezTo>
                  <a:cubicBezTo>
                    <a:pt x="147333" y="10788"/>
                    <a:pt x="144880" y="10982"/>
                    <a:pt x="142402" y="11176"/>
                  </a:cubicBezTo>
                  <a:lnTo>
                    <a:pt x="135163" y="11784"/>
                  </a:lnTo>
                  <a:lnTo>
                    <a:pt x="127924" y="12561"/>
                  </a:lnTo>
                  <a:lnTo>
                    <a:pt x="120709" y="13557"/>
                  </a:lnTo>
                  <a:cubicBezTo>
                    <a:pt x="101518" y="16424"/>
                    <a:pt x="82546" y="21476"/>
                    <a:pt x="64739" y="29347"/>
                  </a:cubicBezTo>
                  <a:cubicBezTo>
                    <a:pt x="64352" y="29816"/>
                    <a:pt x="64239" y="30165"/>
                    <a:pt x="64800" y="30165"/>
                  </a:cubicBezTo>
                  <a:cubicBezTo>
                    <a:pt x="64908" y="30165"/>
                    <a:pt x="65040" y="30152"/>
                    <a:pt x="65201" y="30124"/>
                  </a:cubicBezTo>
                  <a:cubicBezTo>
                    <a:pt x="66027" y="29979"/>
                    <a:pt x="66829" y="29760"/>
                    <a:pt x="67630" y="29468"/>
                  </a:cubicBezTo>
                  <a:cubicBezTo>
                    <a:pt x="68796" y="29128"/>
                    <a:pt x="70302" y="28618"/>
                    <a:pt x="72294" y="27914"/>
                  </a:cubicBezTo>
                  <a:lnTo>
                    <a:pt x="73436" y="27549"/>
                  </a:lnTo>
                  <a:cubicBezTo>
                    <a:pt x="73825" y="27404"/>
                    <a:pt x="74238" y="27258"/>
                    <a:pt x="74699" y="27112"/>
                  </a:cubicBezTo>
                  <a:cubicBezTo>
                    <a:pt x="75622" y="26821"/>
                    <a:pt x="76618" y="26480"/>
                    <a:pt x="77712" y="26116"/>
                  </a:cubicBezTo>
                  <a:cubicBezTo>
                    <a:pt x="78780" y="25752"/>
                    <a:pt x="79946" y="25339"/>
                    <a:pt x="81210" y="24926"/>
                  </a:cubicBezTo>
                  <a:lnTo>
                    <a:pt x="85194" y="23687"/>
                  </a:lnTo>
                  <a:lnTo>
                    <a:pt x="87356" y="22982"/>
                  </a:lnTo>
                  <a:lnTo>
                    <a:pt x="89590" y="22326"/>
                  </a:lnTo>
                  <a:cubicBezTo>
                    <a:pt x="91145" y="21889"/>
                    <a:pt x="92724" y="21428"/>
                    <a:pt x="94352" y="20966"/>
                  </a:cubicBezTo>
                  <a:lnTo>
                    <a:pt x="99405" y="19654"/>
                  </a:lnTo>
                  <a:lnTo>
                    <a:pt x="100716" y="19314"/>
                  </a:lnTo>
                  <a:lnTo>
                    <a:pt x="102028" y="19023"/>
                  </a:lnTo>
                  <a:lnTo>
                    <a:pt x="104700" y="18415"/>
                  </a:lnTo>
                  <a:lnTo>
                    <a:pt x="107421" y="17808"/>
                  </a:lnTo>
                  <a:lnTo>
                    <a:pt x="110166" y="17249"/>
                  </a:lnTo>
                  <a:lnTo>
                    <a:pt x="112935" y="16691"/>
                  </a:lnTo>
                  <a:lnTo>
                    <a:pt x="114320" y="16424"/>
                  </a:lnTo>
                  <a:lnTo>
                    <a:pt x="115705" y="16181"/>
                  </a:lnTo>
                  <a:lnTo>
                    <a:pt x="121292" y="15233"/>
                  </a:lnTo>
                  <a:lnTo>
                    <a:pt x="126831" y="14456"/>
                  </a:lnTo>
                  <a:lnTo>
                    <a:pt x="128191" y="14261"/>
                  </a:lnTo>
                  <a:lnTo>
                    <a:pt x="129551" y="14116"/>
                  </a:lnTo>
                  <a:lnTo>
                    <a:pt x="132248" y="13800"/>
                  </a:lnTo>
                  <a:lnTo>
                    <a:pt x="134871" y="13508"/>
                  </a:lnTo>
                  <a:cubicBezTo>
                    <a:pt x="135746" y="13411"/>
                    <a:pt x="136620" y="13338"/>
                    <a:pt x="137471" y="13266"/>
                  </a:cubicBezTo>
                  <a:lnTo>
                    <a:pt x="142426" y="12853"/>
                  </a:lnTo>
                  <a:lnTo>
                    <a:pt x="147163" y="12512"/>
                  </a:lnTo>
                  <a:cubicBezTo>
                    <a:pt x="151317" y="12245"/>
                    <a:pt x="155423" y="11929"/>
                    <a:pt x="159528" y="11711"/>
                  </a:cubicBezTo>
                  <a:cubicBezTo>
                    <a:pt x="163335" y="11486"/>
                    <a:pt x="167122" y="11344"/>
                    <a:pt x="170888" y="11344"/>
                  </a:cubicBezTo>
                  <a:cubicBezTo>
                    <a:pt x="171182" y="11344"/>
                    <a:pt x="171477" y="11345"/>
                    <a:pt x="171771" y="11346"/>
                  </a:cubicBezTo>
                  <a:cubicBezTo>
                    <a:pt x="175779" y="11346"/>
                    <a:pt x="179788" y="11589"/>
                    <a:pt x="183772" y="12075"/>
                  </a:cubicBezTo>
                  <a:cubicBezTo>
                    <a:pt x="187585" y="12512"/>
                    <a:pt x="191326" y="13411"/>
                    <a:pt x="194922" y="14747"/>
                  </a:cubicBezTo>
                  <a:cubicBezTo>
                    <a:pt x="198371" y="16083"/>
                    <a:pt x="201796" y="18002"/>
                    <a:pt x="205149" y="20262"/>
                  </a:cubicBezTo>
                  <a:cubicBezTo>
                    <a:pt x="208477" y="22497"/>
                    <a:pt x="211781" y="25047"/>
                    <a:pt x="215133" y="27671"/>
                  </a:cubicBezTo>
                  <a:cubicBezTo>
                    <a:pt x="218510" y="30319"/>
                    <a:pt x="221910" y="33064"/>
                    <a:pt x="225554" y="35711"/>
                  </a:cubicBezTo>
                  <a:cubicBezTo>
                    <a:pt x="226502" y="36343"/>
                    <a:pt x="227401" y="37023"/>
                    <a:pt x="228372" y="37655"/>
                  </a:cubicBezTo>
                  <a:lnTo>
                    <a:pt x="229805" y="38602"/>
                  </a:lnTo>
                  <a:lnTo>
                    <a:pt x="230534" y="39088"/>
                  </a:lnTo>
                  <a:lnTo>
                    <a:pt x="231214" y="39501"/>
                  </a:lnTo>
                  <a:lnTo>
                    <a:pt x="236729" y="42951"/>
                  </a:lnTo>
                  <a:cubicBezTo>
                    <a:pt x="240373" y="45234"/>
                    <a:pt x="243944" y="47493"/>
                    <a:pt x="247369" y="49850"/>
                  </a:cubicBezTo>
                  <a:cubicBezTo>
                    <a:pt x="250721" y="52157"/>
                    <a:pt x="253928" y="54659"/>
                    <a:pt x="256940" y="57356"/>
                  </a:cubicBezTo>
                  <a:cubicBezTo>
                    <a:pt x="259855" y="59955"/>
                    <a:pt x="262503" y="62846"/>
                    <a:pt x="264811" y="65980"/>
                  </a:cubicBezTo>
                  <a:cubicBezTo>
                    <a:pt x="266997" y="69040"/>
                    <a:pt x="268770" y="72368"/>
                    <a:pt x="270082" y="75891"/>
                  </a:cubicBezTo>
                  <a:lnTo>
                    <a:pt x="270349" y="76547"/>
                  </a:lnTo>
                  <a:cubicBezTo>
                    <a:pt x="270422" y="76765"/>
                    <a:pt x="270495" y="76984"/>
                    <a:pt x="270568" y="77202"/>
                  </a:cubicBezTo>
                  <a:lnTo>
                    <a:pt x="270981" y="78539"/>
                  </a:lnTo>
                  <a:cubicBezTo>
                    <a:pt x="271151" y="79000"/>
                    <a:pt x="271248" y="79462"/>
                    <a:pt x="271370" y="79899"/>
                  </a:cubicBezTo>
                  <a:lnTo>
                    <a:pt x="271734" y="81284"/>
                  </a:lnTo>
                  <a:lnTo>
                    <a:pt x="272050" y="82668"/>
                  </a:lnTo>
                  <a:cubicBezTo>
                    <a:pt x="272123" y="83130"/>
                    <a:pt x="272244" y="83591"/>
                    <a:pt x="272317" y="84053"/>
                  </a:cubicBezTo>
                  <a:lnTo>
                    <a:pt x="272536" y="85462"/>
                  </a:lnTo>
                  <a:lnTo>
                    <a:pt x="272633" y="86166"/>
                  </a:lnTo>
                  <a:cubicBezTo>
                    <a:pt x="272681" y="86385"/>
                    <a:pt x="272706" y="86628"/>
                    <a:pt x="272730" y="86871"/>
                  </a:cubicBezTo>
                  <a:cubicBezTo>
                    <a:pt x="273143" y="90636"/>
                    <a:pt x="273167" y="94426"/>
                    <a:pt x="272778" y="98215"/>
                  </a:cubicBezTo>
                  <a:cubicBezTo>
                    <a:pt x="272754" y="98677"/>
                    <a:pt x="272681" y="99138"/>
                    <a:pt x="272608" y="99624"/>
                  </a:cubicBezTo>
                  <a:lnTo>
                    <a:pt x="272414" y="101009"/>
                  </a:lnTo>
                  <a:cubicBezTo>
                    <a:pt x="272268" y="101956"/>
                    <a:pt x="272074" y="102879"/>
                    <a:pt x="271928" y="103802"/>
                  </a:cubicBezTo>
                  <a:cubicBezTo>
                    <a:pt x="271710" y="104750"/>
                    <a:pt x="271515" y="105649"/>
                    <a:pt x="271272" y="106572"/>
                  </a:cubicBezTo>
                  <a:lnTo>
                    <a:pt x="270884" y="107932"/>
                  </a:lnTo>
                  <a:cubicBezTo>
                    <a:pt x="270762" y="108369"/>
                    <a:pt x="270641" y="108831"/>
                    <a:pt x="270471" y="109268"/>
                  </a:cubicBezTo>
                  <a:cubicBezTo>
                    <a:pt x="269353" y="112815"/>
                    <a:pt x="267871" y="116264"/>
                    <a:pt x="266050" y="119519"/>
                  </a:cubicBezTo>
                  <a:lnTo>
                    <a:pt x="265564" y="120394"/>
                  </a:lnTo>
                  <a:lnTo>
                    <a:pt x="265029" y="121244"/>
                  </a:lnTo>
                  <a:lnTo>
                    <a:pt x="264495" y="122119"/>
                  </a:lnTo>
                  <a:lnTo>
                    <a:pt x="264252" y="122532"/>
                  </a:lnTo>
                  <a:lnTo>
                    <a:pt x="263960" y="122945"/>
                  </a:lnTo>
                  <a:lnTo>
                    <a:pt x="262843" y="124596"/>
                  </a:lnTo>
                  <a:lnTo>
                    <a:pt x="261628" y="126200"/>
                  </a:lnTo>
                  <a:cubicBezTo>
                    <a:pt x="260001" y="128289"/>
                    <a:pt x="258203" y="130257"/>
                    <a:pt x="256284" y="132054"/>
                  </a:cubicBezTo>
                  <a:cubicBezTo>
                    <a:pt x="254341" y="133828"/>
                    <a:pt x="252276" y="135431"/>
                    <a:pt x="250089" y="136864"/>
                  </a:cubicBezTo>
                  <a:lnTo>
                    <a:pt x="248389" y="137933"/>
                  </a:lnTo>
                  <a:lnTo>
                    <a:pt x="246616" y="138929"/>
                  </a:lnTo>
                  <a:lnTo>
                    <a:pt x="246178" y="139196"/>
                  </a:lnTo>
                  <a:lnTo>
                    <a:pt x="245741" y="139415"/>
                  </a:lnTo>
                  <a:lnTo>
                    <a:pt x="244818" y="139876"/>
                  </a:lnTo>
                  <a:lnTo>
                    <a:pt x="243919" y="140338"/>
                  </a:lnTo>
                  <a:lnTo>
                    <a:pt x="242996" y="140775"/>
                  </a:lnTo>
                  <a:lnTo>
                    <a:pt x="242049" y="141188"/>
                  </a:lnTo>
                  <a:lnTo>
                    <a:pt x="241587" y="141407"/>
                  </a:lnTo>
                  <a:lnTo>
                    <a:pt x="241126" y="141601"/>
                  </a:lnTo>
                  <a:lnTo>
                    <a:pt x="239231" y="142403"/>
                  </a:lnTo>
                  <a:lnTo>
                    <a:pt x="237287" y="143131"/>
                  </a:lnTo>
                  <a:cubicBezTo>
                    <a:pt x="236656" y="143399"/>
                    <a:pt x="235976" y="143593"/>
                    <a:pt x="235344" y="143836"/>
                  </a:cubicBezTo>
                  <a:cubicBezTo>
                    <a:pt x="232721" y="144735"/>
                    <a:pt x="230000" y="145512"/>
                    <a:pt x="227255" y="146192"/>
                  </a:cubicBezTo>
                  <a:cubicBezTo>
                    <a:pt x="224485" y="146872"/>
                    <a:pt x="221692" y="147455"/>
                    <a:pt x="218850" y="147990"/>
                  </a:cubicBezTo>
                  <a:cubicBezTo>
                    <a:pt x="216007" y="148500"/>
                    <a:pt x="213117" y="148986"/>
                    <a:pt x="210226" y="149374"/>
                  </a:cubicBezTo>
                  <a:cubicBezTo>
                    <a:pt x="194787" y="151592"/>
                    <a:pt x="179230" y="152704"/>
                    <a:pt x="163670" y="152704"/>
                  </a:cubicBezTo>
                  <a:cubicBezTo>
                    <a:pt x="155702" y="152704"/>
                    <a:pt x="147733" y="152412"/>
                    <a:pt x="139778" y="151828"/>
                  </a:cubicBezTo>
                  <a:lnTo>
                    <a:pt x="136742" y="151634"/>
                  </a:lnTo>
                  <a:lnTo>
                    <a:pt x="133705" y="151342"/>
                  </a:lnTo>
                  <a:lnTo>
                    <a:pt x="127608" y="150735"/>
                  </a:lnTo>
                  <a:cubicBezTo>
                    <a:pt x="125567" y="150492"/>
                    <a:pt x="123551" y="150225"/>
                    <a:pt x="121510" y="149958"/>
                  </a:cubicBezTo>
                  <a:lnTo>
                    <a:pt x="118450" y="149569"/>
                  </a:lnTo>
                  <a:cubicBezTo>
                    <a:pt x="117454" y="149423"/>
                    <a:pt x="116433" y="149253"/>
                    <a:pt x="115413" y="149107"/>
                  </a:cubicBezTo>
                  <a:lnTo>
                    <a:pt x="109316" y="148111"/>
                  </a:lnTo>
                  <a:cubicBezTo>
                    <a:pt x="107275" y="147747"/>
                    <a:pt x="105235" y="147358"/>
                    <a:pt x="103218" y="146970"/>
                  </a:cubicBezTo>
                  <a:lnTo>
                    <a:pt x="100182" y="146387"/>
                  </a:lnTo>
                  <a:cubicBezTo>
                    <a:pt x="99162" y="146192"/>
                    <a:pt x="98141" y="145949"/>
                    <a:pt x="97145" y="145731"/>
                  </a:cubicBezTo>
                  <a:lnTo>
                    <a:pt x="91072" y="144370"/>
                  </a:lnTo>
                  <a:cubicBezTo>
                    <a:pt x="89056" y="143884"/>
                    <a:pt x="87040" y="143374"/>
                    <a:pt x="85048" y="142864"/>
                  </a:cubicBezTo>
                  <a:lnTo>
                    <a:pt x="82036" y="142087"/>
                  </a:lnTo>
                  <a:cubicBezTo>
                    <a:pt x="81040" y="141820"/>
                    <a:pt x="80044" y="141528"/>
                    <a:pt x="79048" y="141237"/>
                  </a:cubicBezTo>
                  <a:lnTo>
                    <a:pt x="73096" y="139536"/>
                  </a:lnTo>
                  <a:cubicBezTo>
                    <a:pt x="71128" y="138929"/>
                    <a:pt x="69161" y="138273"/>
                    <a:pt x="67193" y="137666"/>
                  </a:cubicBezTo>
                  <a:cubicBezTo>
                    <a:pt x="63258" y="136451"/>
                    <a:pt x="59395" y="135115"/>
                    <a:pt x="55630" y="133682"/>
                  </a:cubicBezTo>
                  <a:cubicBezTo>
                    <a:pt x="51865" y="132249"/>
                    <a:pt x="48221" y="130694"/>
                    <a:pt x="44698" y="128993"/>
                  </a:cubicBezTo>
                  <a:cubicBezTo>
                    <a:pt x="41249" y="127342"/>
                    <a:pt x="37921" y="125471"/>
                    <a:pt x="34714" y="123358"/>
                  </a:cubicBezTo>
                  <a:cubicBezTo>
                    <a:pt x="33937" y="122847"/>
                    <a:pt x="33159" y="122337"/>
                    <a:pt x="32406" y="121779"/>
                  </a:cubicBezTo>
                  <a:lnTo>
                    <a:pt x="31289" y="120953"/>
                  </a:lnTo>
                  <a:cubicBezTo>
                    <a:pt x="30925" y="120685"/>
                    <a:pt x="30560" y="120394"/>
                    <a:pt x="30196" y="120127"/>
                  </a:cubicBezTo>
                  <a:cubicBezTo>
                    <a:pt x="29831" y="119835"/>
                    <a:pt x="29467" y="119568"/>
                    <a:pt x="29103" y="119252"/>
                  </a:cubicBezTo>
                  <a:lnTo>
                    <a:pt x="28058" y="118378"/>
                  </a:lnTo>
                  <a:cubicBezTo>
                    <a:pt x="27354" y="117795"/>
                    <a:pt x="26722" y="117187"/>
                    <a:pt x="26066" y="116580"/>
                  </a:cubicBezTo>
                  <a:cubicBezTo>
                    <a:pt x="23491" y="114151"/>
                    <a:pt x="21159" y="111479"/>
                    <a:pt x="19143" y="108588"/>
                  </a:cubicBezTo>
                  <a:cubicBezTo>
                    <a:pt x="17199" y="105770"/>
                    <a:pt x="15572" y="102782"/>
                    <a:pt x="14309" y="99624"/>
                  </a:cubicBezTo>
                  <a:cubicBezTo>
                    <a:pt x="13094" y="96612"/>
                    <a:pt x="12317" y="93478"/>
                    <a:pt x="11928" y="90247"/>
                  </a:cubicBezTo>
                  <a:lnTo>
                    <a:pt x="11807" y="89081"/>
                  </a:lnTo>
                  <a:cubicBezTo>
                    <a:pt x="11782" y="88887"/>
                    <a:pt x="11782" y="88693"/>
                    <a:pt x="11782" y="88523"/>
                  </a:cubicBezTo>
                  <a:lnTo>
                    <a:pt x="11758" y="87940"/>
                  </a:lnTo>
                  <a:lnTo>
                    <a:pt x="11734" y="86774"/>
                  </a:lnTo>
                  <a:cubicBezTo>
                    <a:pt x="11709" y="86385"/>
                    <a:pt x="11758" y="86021"/>
                    <a:pt x="11758" y="85632"/>
                  </a:cubicBezTo>
                  <a:cubicBezTo>
                    <a:pt x="11807" y="84101"/>
                    <a:pt x="11977" y="82571"/>
                    <a:pt x="12268" y="81065"/>
                  </a:cubicBezTo>
                  <a:cubicBezTo>
                    <a:pt x="13361" y="75065"/>
                    <a:pt x="16228" y="69478"/>
                    <a:pt x="19823" y="64571"/>
                  </a:cubicBezTo>
                  <a:cubicBezTo>
                    <a:pt x="21305" y="62530"/>
                    <a:pt x="22884" y="60562"/>
                    <a:pt x="24584" y="58692"/>
                  </a:cubicBezTo>
                  <a:cubicBezTo>
                    <a:pt x="26139" y="56967"/>
                    <a:pt x="27621" y="55485"/>
                    <a:pt x="28981" y="54149"/>
                  </a:cubicBezTo>
                  <a:cubicBezTo>
                    <a:pt x="31678" y="51501"/>
                    <a:pt x="33864" y="49534"/>
                    <a:pt x="35394" y="48100"/>
                  </a:cubicBezTo>
                  <a:cubicBezTo>
                    <a:pt x="36147" y="47372"/>
                    <a:pt x="36730" y="46789"/>
                    <a:pt x="37168" y="46327"/>
                  </a:cubicBezTo>
                  <a:cubicBezTo>
                    <a:pt x="37484" y="45987"/>
                    <a:pt x="37751" y="45623"/>
                    <a:pt x="37969" y="45210"/>
                  </a:cubicBezTo>
                  <a:cubicBezTo>
                    <a:pt x="38077" y="44940"/>
                    <a:pt x="37975" y="44805"/>
                    <a:pt x="37672" y="44805"/>
                  </a:cubicBezTo>
                  <a:cubicBezTo>
                    <a:pt x="37429" y="44805"/>
                    <a:pt x="37057" y="44891"/>
                    <a:pt x="36560" y="45064"/>
                  </a:cubicBezTo>
                  <a:cubicBezTo>
                    <a:pt x="34836" y="45720"/>
                    <a:pt x="33184" y="46546"/>
                    <a:pt x="31605" y="47517"/>
                  </a:cubicBezTo>
                  <a:cubicBezTo>
                    <a:pt x="28860" y="49145"/>
                    <a:pt x="26260" y="50967"/>
                    <a:pt x="23783" y="52983"/>
                  </a:cubicBezTo>
                  <a:cubicBezTo>
                    <a:pt x="20333" y="55753"/>
                    <a:pt x="17199" y="58886"/>
                    <a:pt x="14454" y="62311"/>
                  </a:cubicBezTo>
                  <a:cubicBezTo>
                    <a:pt x="12778" y="64352"/>
                    <a:pt x="11272" y="66538"/>
                    <a:pt x="9960" y="68822"/>
                  </a:cubicBezTo>
                  <a:cubicBezTo>
                    <a:pt x="9620" y="69429"/>
                    <a:pt x="9280" y="70061"/>
                    <a:pt x="8989" y="70692"/>
                  </a:cubicBezTo>
                  <a:cubicBezTo>
                    <a:pt x="8673" y="71324"/>
                    <a:pt x="8381" y="71980"/>
                    <a:pt x="8066" y="72636"/>
                  </a:cubicBezTo>
                  <a:cubicBezTo>
                    <a:pt x="7458" y="73996"/>
                    <a:pt x="6948" y="75381"/>
                    <a:pt x="6511" y="76814"/>
                  </a:cubicBezTo>
                  <a:lnTo>
                    <a:pt x="5466" y="76498"/>
                  </a:lnTo>
                  <a:cubicBezTo>
                    <a:pt x="5879" y="75065"/>
                    <a:pt x="6365" y="73680"/>
                    <a:pt x="6924" y="72295"/>
                  </a:cubicBezTo>
                  <a:cubicBezTo>
                    <a:pt x="7483" y="71008"/>
                    <a:pt x="8017" y="69769"/>
                    <a:pt x="8600" y="68652"/>
                  </a:cubicBezTo>
                  <a:cubicBezTo>
                    <a:pt x="9669" y="66611"/>
                    <a:pt x="10835" y="64643"/>
                    <a:pt x="12098" y="62749"/>
                  </a:cubicBezTo>
                  <a:cubicBezTo>
                    <a:pt x="13896" y="60149"/>
                    <a:pt x="15815" y="57623"/>
                    <a:pt x="17880" y="55218"/>
                  </a:cubicBezTo>
                  <a:cubicBezTo>
                    <a:pt x="19386" y="53420"/>
                    <a:pt x="20455" y="52206"/>
                    <a:pt x="21135" y="51356"/>
                  </a:cubicBezTo>
                  <a:cubicBezTo>
                    <a:pt x="21791" y="50505"/>
                    <a:pt x="22058" y="50020"/>
                    <a:pt x="22058" y="49728"/>
                  </a:cubicBezTo>
                  <a:cubicBezTo>
                    <a:pt x="22068" y="49503"/>
                    <a:pt x="21894" y="49429"/>
                    <a:pt x="21629" y="49429"/>
                  </a:cubicBezTo>
                  <a:cubicBezTo>
                    <a:pt x="21263" y="49429"/>
                    <a:pt x="20725" y="49571"/>
                    <a:pt x="20260" y="49655"/>
                  </a:cubicBezTo>
                  <a:cubicBezTo>
                    <a:pt x="20065" y="49697"/>
                    <a:pt x="19883" y="49725"/>
                    <a:pt x="19731" y="49725"/>
                  </a:cubicBezTo>
                  <a:cubicBezTo>
                    <a:pt x="19262" y="49725"/>
                    <a:pt x="19095" y="49451"/>
                    <a:pt x="19774" y="48441"/>
                  </a:cubicBezTo>
                  <a:lnTo>
                    <a:pt x="19774" y="48441"/>
                  </a:lnTo>
                  <a:cubicBezTo>
                    <a:pt x="15159" y="52789"/>
                    <a:pt x="10859" y="57672"/>
                    <a:pt x="7385" y="63283"/>
                  </a:cubicBezTo>
                  <a:cubicBezTo>
                    <a:pt x="6511" y="64692"/>
                    <a:pt x="5685" y="66125"/>
                    <a:pt x="4956" y="67631"/>
                  </a:cubicBezTo>
                  <a:cubicBezTo>
                    <a:pt x="4227" y="69162"/>
                    <a:pt x="3547" y="70668"/>
                    <a:pt x="2964" y="72271"/>
                  </a:cubicBezTo>
                  <a:cubicBezTo>
                    <a:pt x="2357" y="73850"/>
                    <a:pt x="1847" y="75478"/>
                    <a:pt x="1434" y="77130"/>
                  </a:cubicBezTo>
                  <a:cubicBezTo>
                    <a:pt x="1215" y="77956"/>
                    <a:pt x="997" y="78781"/>
                    <a:pt x="875" y="79632"/>
                  </a:cubicBezTo>
                  <a:cubicBezTo>
                    <a:pt x="729" y="80458"/>
                    <a:pt x="559" y="81308"/>
                    <a:pt x="462" y="82158"/>
                  </a:cubicBezTo>
                  <a:cubicBezTo>
                    <a:pt x="49" y="85583"/>
                    <a:pt x="1" y="89033"/>
                    <a:pt x="365" y="92458"/>
                  </a:cubicBezTo>
                  <a:cubicBezTo>
                    <a:pt x="754" y="95835"/>
                    <a:pt x="1507" y="99187"/>
                    <a:pt x="2576" y="102418"/>
                  </a:cubicBezTo>
                  <a:cubicBezTo>
                    <a:pt x="3620" y="105600"/>
                    <a:pt x="4980" y="108685"/>
                    <a:pt x="6608" y="111624"/>
                  </a:cubicBezTo>
                  <a:cubicBezTo>
                    <a:pt x="8211" y="114564"/>
                    <a:pt x="10033" y="117357"/>
                    <a:pt x="12098" y="120005"/>
                  </a:cubicBezTo>
                  <a:cubicBezTo>
                    <a:pt x="12608" y="120661"/>
                    <a:pt x="13264" y="121341"/>
                    <a:pt x="13920" y="122094"/>
                  </a:cubicBezTo>
                  <a:cubicBezTo>
                    <a:pt x="14576" y="122872"/>
                    <a:pt x="15353" y="123649"/>
                    <a:pt x="16155" y="124451"/>
                  </a:cubicBezTo>
                  <a:lnTo>
                    <a:pt x="16762" y="125058"/>
                  </a:lnTo>
                  <a:lnTo>
                    <a:pt x="17418" y="125665"/>
                  </a:lnTo>
                  <a:lnTo>
                    <a:pt x="18730" y="126880"/>
                  </a:lnTo>
                  <a:cubicBezTo>
                    <a:pt x="19191" y="127293"/>
                    <a:pt x="19653" y="127682"/>
                    <a:pt x="20115" y="128070"/>
                  </a:cubicBezTo>
                  <a:cubicBezTo>
                    <a:pt x="20576" y="128459"/>
                    <a:pt x="21038" y="128872"/>
                    <a:pt x="21523" y="129261"/>
                  </a:cubicBezTo>
                  <a:cubicBezTo>
                    <a:pt x="24900" y="131957"/>
                    <a:pt x="28471" y="134386"/>
                    <a:pt x="32212" y="136548"/>
                  </a:cubicBezTo>
                  <a:cubicBezTo>
                    <a:pt x="36245" y="138856"/>
                    <a:pt x="40399" y="140921"/>
                    <a:pt x="44674" y="142743"/>
                  </a:cubicBezTo>
                  <a:cubicBezTo>
                    <a:pt x="48901" y="144540"/>
                    <a:pt x="53152" y="146119"/>
                    <a:pt x="57379" y="147577"/>
                  </a:cubicBezTo>
                  <a:cubicBezTo>
                    <a:pt x="58423" y="147917"/>
                    <a:pt x="59492" y="148306"/>
                    <a:pt x="60561" y="148621"/>
                  </a:cubicBezTo>
                  <a:lnTo>
                    <a:pt x="63743" y="149642"/>
                  </a:lnTo>
                  <a:lnTo>
                    <a:pt x="66926" y="150638"/>
                  </a:lnTo>
                  <a:cubicBezTo>
                    <a:pt x="67970" y="150953"/>
                    <a:pt x="69039" y="151318"/>
                    <a:pt x="70108" y="151609"/>
                  </a:cubicBezTo>
                  <a:cubicBezTo>
                    <a:pt x="74383" y="152824"/>
                    <a:pt x="78635" y="154087"/>
                    <a:pt x="82934" y="155107"/>
                  </a:cubicBezTo>
                  <a:lnTo>
                    <a:pt x="86141" y="155909"/>
                  </a:lnTo>
                  <a:lnTo>
                    <a:pt x="87769" y="156346"/>
                  </a:lnTo>
                  <a:lnTo>
                    <a:pt x="89372" y="156711"/>
                  </a:lnTo>
                  <a:lnTo>
                    <a:pt x="95834" y="158144"/>
                  </a:lnTo>
                  <a:cubicBezTo>
                    <a:pt x="96392" y="158241"/>
                    <a:pt x="96927" y="158387"/>
                    <a:pt x="97461" y="158484"/>
                  </a:cubicBezTo>
                  <a:lnTo>
                    <a:pt x="99089" y="158800"/>
                  </a:lnTo>
                  <a:lnTo>
                    <a:pt x="102320" y="159407"/>
                  </a:lnTo>
                  <a:cubicBezTo>
                    <a:pt x="104506" y="159796"/>
                    <a:pt x="106644" y="160257"/>
                    <a:pt x="108830" y="160573"/>
                  </a:cubicBezTo>
                  <a:lnTo>
                    <a:pt x="115340" y="161618"/>
                  </a:lnTo>
                  <a:cubicBezTo>
                    <a:pt x="116409" y="161812"/>
                    <a:pt x="117502" y="161934"/>
                    <a:pt x="118595" y="162079"/>
                  </a:cubicBezTo>
                  <a:lnTo>
                    <a:pt x="121851" y="162492"/>
                  </a:lnTo>
                  <a:lnTo>
                    <a:pt x="125106" y="162930"/>
                  </a:lnTo>
                  <a:lnTo>
                    <a:pt x="125932" y="163027"/>
                  </a:lnTo>
                  <a:lnTo>
                    <a:pt x="126758" y="163124"/>
                  </a:lnTo>
                  <a:lnTo>
                    <a:pt x="128385" y="163270"/>
                  </a:lnTo>
                  <a:lnTo>
                    <a:pt x="134920" y="163950"/>
                  </a:lnTo>
                  <a:cubicBezTo>
                    <a:pt x="137082" y="164144"/>
                    <a:pt x="139268" y="164290"/>
                    <a:pt x="141454" y="164436"/>
                  </a:cubicBezTo>
                  <a:lnTo>
                    <a:pt x="144734" y="164679"/>
                  </a:lnTo>
                  <a:cubicBezTo>
                    <a:pt x="145827" y="164751"/>
                    <a:pt x="146920" y="164800"/>
                    <a:pt x="147989" y="164849"/>
                  </a:cubicBezTo>
                  <a:lnTo>
                    <a:pt x="154548" y="165140"/>
                  </a:lnTo>
                  <a:lnTo>
                    <a:pt x="161083" y="165262"/>
                  </a:lnTo>
                  <a:lnTo>
                    <a:pt x="164338" y="165310"/>
                  </a:lnTo>
                  <a:lnTo>
                    <a:pt x="167617" y="165262"/>
                  </a:lnTo>
                  <a:lnTo>
                    <a:pt x="174152" y="165189"/>
                  </a:lnTo>
                  <a:lnTo>
                    <a:pt x="180662" y="164897"/>
                  </a:lnTo>
                  <a:cubicBezTo>
                    <a:pt x="181755" y="164849"/>
                    <a:pt x="182824" y="164824"/>
                    <a:pt x="183917" y="164776"/>
                  </a:cubicBezTo>
                  <a:lnTo>
                    <a:pt x="187173" y="164533"/>
                  </a:lnTo>
                  <a:cubicBezTo>
                    <a:pt x="189335" y="164363"/>
                    <a:pt x="191497" y="164241"/>
                    <a:pt x="193659" y="164071"/>
                  </a:cubicBezTo>
                  <a:lnTo>
                    <a:pt x="200145" y="163415"/>
                  </a:lnTo>
                  <a:cubicBezTo>
                    <a:pt x="201213" y="163294"/>
                    <a:pt x="202307" y="163197"/>
                    <a:pt x="203375" y="163075"/>
                  </a:cubicBezTo>
                  <a:lnTo>
                    <a:pt x="206606" y="162662"/>
                  </a:lnTo>
                  <a:cubicBezTo>
                    <a:pt x="208744" y="162371"/>
                    <a:pt x="210882" y="162104"/>
                    <a:pt x="213044" y="161812"/>
                  </a:cubicBezTo>
                  <a:cubicBezTo>
                    <a:pt x="217344" y="161156"/>
                    <a:pt x="221668" y="160427"/>
                    <a:pt x="225992" y="159504"/>
                  </a:cubicBezTo>
                  <a:cubicBezTo>
                    <a:pt x="230364" y="158581"/>
                    <a:pt x="234688" y="157415"/>
                    <a:pt x="238915" y="155982"/>
                  </a:cubicBezTo>
                  <a:cubicBezTo>
                    <a:pt x="243263" y="154524"/>
                    <a:pt x="247466" y="152727"/>
                    <a:pt x="251523" y="150613"/>
                  </a:cubicBezTo>
                  <a:cubicBezTo>
                    <a:pt x="251766" y="150468"/>
                    <a:pt x="252033" y="150346"/>
                    <a:pt x="252276" y="150200"/>
                  </a:cubicBezTo>
                  <a:lnTo>
                    <a:pt x="253029" y="149763"/>
                  </a:lnTo>
                  <a:lnTo>
                    <a:pt x="254559" y="148913"/>
                  </a:lnTo>
                  <a:cubicBezTo>
                    <a:pt x="255555" y="148306"/>
                    <a:pt x="256527" y="147674"/>
                    <a:pt x="257499" y="147042"/>
                  </a:cubicBezTo>
                  <a:lnTo>
                    <a:pt x="258956" y="146022"/>
                  </a:lnTo>
                  <a:lnTo>
                    <a:pt x="259685" y="145488"/>
                  </a:lnTo>
                  <a:lnTo>
                    <a:pt x="260049" y="145245"/>
                  </a:lnTo>
                  <a:lnTo>
                    <a:pt x="260389" y="144953"/>
                  </a:lnTo>
                  <a:lnTo>
                    <a:pt x="261774" y="143860"/>
                  </a:lnTo>
                  <a:lnTo>
                    <a:pt x="262479" y="143301"/>
                  </a:lnTo>
                  <a:cubicBezTo>
                    <a:pt x="262697" y="143107"/>
                    <a:pt x="262916" y="142913"/>
                    <a:pt x="263134" y="142718"/>
                  </a:cubicBezTo>
                  <a:cubicBezTo>
                    <a:pt x="266657" y="139609"/>
                    <a:pt x="269839" y="136111"/>
                    <a:pt x="272560" y="132297"/>
                  </a:cubicBezTo>
                  <a:cubicBezTo>
                    <a:pt x="272924" y="131836"/>
                    <a:pt x="273240" y="131350"/>
                    <a:pt x="273556" y="130864"/>
                  </a:cubicBezTo>
                  <a:lnTo>
                    <a:pt x="274528" y="129406"/>
                  </a:lnTo>
                  <a:cubicBezTo>
                    <a:pt x="275159" y="128410"/>
                    <a:pt x="275718" y="127414"/>
                    <a:pt x="276325" y="126418"/>
                  </a:cubicBezTo>
                  <a:lnTo>
                    <a:pt x="277151" y="124864"/>
                  </a:lnTo>
                  <a:cubicBezTo>
                    <a:pt x="277418" y="124354"/>
                    <a:pt x="277710" y="123843"/>
                    <a:pt x="277953" y="123309"/>
                  </a:cubicBezTo>
                  <a:lnTo>
                    <a:pt x="278706" y="121754"/>
                  </a:lnTo>
                  <a:lnTo>
                    <a:pt x="279094" y="120953"/>
                  </a:lnTo>
                  <a:lnTo>
                    <a:pt x="279435" y="120151"/>
                  </a:lnTo>
                  <a:cubicBezTo>
                    <a:pt x="281256" y="115900"/>
                    <a:pt x="282665" y="111454"/>
                    <a:pt x="283637" y="106912"/>
                  </a:cubicBezTo>
                  <a:cubicBezTo>
                    <a:pt x="283686" y="106645"/>
                    <a:pt x="283759" y="106353"/>
                    <a:pt x="283807" y="106062"/>
                  </a:cubicBezTo>
                  <a:lnTo>
                    <a:pt x="283953" y="105211"/>
                  </a:lnTo>
                  <a:lnTo>
                    <a:pt x="284269" y="103487"/>
                  </a:lnTo>
                  <a:cubicBezTo>
                    <a:pt x="284439" y="102345"/>
                    <a:pt x="284560" y="101179"/>
                    <a:pt x="284730" y="100037"/>
                  </a:cubicBezTo>
                  <a:cubicBezTo>
                    <a:pt x="284803" y="98871"/>
                    <a:pt x="284925" y="97729"/>
                    <a:pt x="284973" y="96563"/>
                  </a:cubicBezTo>
                  <a:lnTo>
                    <a:pt x="285046" y="94814"/>
                  </a:lnTo>
                  <a:lnTo>
                    <a:pt x="285070" y="93940"/>
                  </a:lnTo>
                  <a:lnTo>
                    <a:pt x="285070" y="93065"/>
                  </a:lnTo>
                  <a:cubicBezTo>
                    <a:pt x="285070" y="88377"/>
                    <a:pt x="284536" y="83688"/>
                    <a:pt x="283491" y="79122"/>
                  </a:cubicBezTo>
                  <a:cubicBezTo>
                    <a:pt x="282423" y="74482"/>
                    <a:pt x="280771" y="70012"/>
                    <a:pt x="278560" y="65809"/>
                  </a:cubicBezTo>
                  <a:lnTo>
                    <a:pt x="277710" y="64230"/>
                  </a:lnTo>
                  <a:cubicBezTo>
                    <a:pt x="277443" y="63720"/>
                    <a:pt x="277127" y="63210"/>
                    <a:pt x="276811" y="62700"/>
                  </a:cubicBezTo>
                  <a:cubicBezTo>
                    <a:pt x="276495" y="62190"/>
                    <a:pt x="276179" y="61680"/>
                    <a:pt x="275864" y="61170"/>
                  </a:cubicBezTo>
                  <a:lnTo>
                    <a:pt x="274819" y="59712"/>
                  </a:lnTo>
                  <a:cubicBezTo>
                    <a:pt x="273459" y="57793"/>
                    <a:pt x="272001" y="55947"/>
                    <a:pt x="270422" y="54198"/>
                  </a:cubicBezTo>
                  <a:cubicBezTo>
                    <a:pt x="267313" y="50797"/>
                    <a:pt x="263936" y="47688"/>
                    <a:pt x="260292" y="44870"/>
                  </a:cubicBezTo>
                  <a:cubicBezTo>
                    <a:pt x="253199" y="39307"/>
                    <a:pt x="245668" y="34813"/>
                    <a:pt x="238502" y="30343"/>
                  </a:cubicBezTo>
                  <a:lnTo>
                    <a:pt x="237166" y="29517"/>
                  </a:lnTo>
                  <a:lnTo>
                    <a:pt x="236486" y="29104"/>
                  </a:lnTo>
                  <a:lnTo>
                    <a:pt x="235879" y="28691"/>
                  </a:lnTo>
                  <a:lnTo>
                    <a:pt x="234640" y="27889"/>
                  </a:lnTo>
                  <a:cubicBezTo>
                    <a:pt x="234227" y="27622"/>
                    <a:pt x="233838" y="27331"/>
                    <a:pt x="233425" y="27039"/>
                  </a:cubicBezTo>
                  <a:cubicBezTo>
                    <a:pt x="233012" y="26748"/>
                    <a:pt x="232599" y="26456"/>
                    <a:pt x="232186" y="26165"/>
                  </a:cubicBezTo>
                  <a:lnTo>
                    <a:pt x="230947" y="25242"/>
                  </a:lnTo>
                  <a:cubicBezTo>
                    <a:pt x="230121" y="24659"/>
                    <a:pt x="229295" y="24003"/>
                    <a:pt x="228469" y="23395"/>
                  </a:cubicBezTo>
                  <a:cubicBezTo>
                    <a:pt x="225166" y="20869"/>
                    <a:pt x="221813" y="18173"/>
                    <a:pt x="218315" y="15525"/>
                  </a:cubicBezTo>
                  <a:cubicBezTo>
                    <a:pt x="215309" y="13209"/>
                    <a:pt x="212185" y="11047"/>
                    <a:pt x="208969" y="9051"/>
                  </a:cubicBezTo>
                  <a:lnTo>
                    <a:pt x="208969" y="9051"/>
                  </a:lnTo>
                  <a:cubicBezTo>
                    <a:pt x="209456" y="9356"/>
                    <a:pt x="209940" y="9668"/>
                    <a:pt x="210420" y="9986"/>
                  </a:cubicBezTo>
                  <a:cubicBezTo>
                    <a:pt x="210736" y="10180"/>
                    <a:pt x="211028" y="10375"/>
                    <a:pt x="211343" y="10593"/>
                  </a:cubicBezTo>
                  <a:lnTo>
                    <a:pt x="212242" y="11201"/>
                  </a:lnTo>
                  <a:cubicBezTo>
                    <a:pt x="212849" y="11614"/>
                    <a:pt x="213457" y="12002"/>
                    <a:pt x="214040" y="12415"/>
                  </a:cubicBezTo>
                  <a:cubicBezTo>
                    <a:pt x="215206" y="13266"/>
                    <a:pt x="216372" y="14091"/>
                    <a:pt x="217489" y="14966"/>
                  </a:cubicBezTo>
                  <a:cubicBezTo>
                    <a:pt x="219748" y="16642"/>
                    <a:pt x="221910" y="18367"/>
                    <a:pt x="224072" y="20067"/>
                  </a:cubicBezTo>
                  <a:cubicBezTo>
                    <a:pt x="226210" y="21743"/>
                    <a:pt x="228299" y="23395"/>
                    <a:pt x="230413" y="24974"/>
                  </a:cubicBezTo>
                  <a:cubicBezTo>
                    <a:pt x="232526" y="26553"/>
                    <a:pt x="234591" y="27987"/>
                    <a:pt x="236729" y="29371"/>
                  </a:cubicBezTo>
                  <a:cubicBezTo>
                    <a:pt x="241271" y="32213"/>
                    <a:pt x="245911" y="35056"/>
                    <a:pt x="250551" y="38092"/>
                  </a:cubicBezTo>
                  <a:cubicBezTo>
                    <a:pt x="252883" y="39647"/>
                    <a:pt x="255191" y="41226"/>
                    <a:pt x="257450" y="42902"/>
                  </a:cubicBezTo>
                  <a:cubicBezTo>
                    <a:pt x="258592" y="43728"/>
                    <a:pt x="259709" y="44627"/>
                    <a:pt x="260827" y="45501"/>
                  </a:cubicBezTo>
                  <a:cubicBezTo>
                    <a:pt x="261385" y="45963"/>
                    <a:pt x="261944" y="46424"/>
                    <a:pt x="262503" y="46886"/>
                  </a:cubicBezTo>
                  <a:lnTo>
                    <a:pt x="263329" y="47566"/>
                  </a:lnTo>
                  <a:lnTo>
                    <a:pt x="264130" y="48295"/>
                  </a:lnTo>
                  <a:cubicBezTo>
                    <a:pt x="266317" y="50214"/>
                    <a:pt x="268382" y="52279"/>
                    <a:pt x="270325" y="54441"/>
                  </a:cubicBezTo>
                  <a:lnTo>
                    <a:pt x="271782" y="56117"/>
                  </a:lnTo>
                  <a:cubicBezTo>
                    <a:pt x="272244" y="56676"/>
                    <a:pt x="272706" y="57283"/>
                    <a:pt x="273167" y="57866"/>
                  </a:cubicBezTo>
                  <a:lnTo>
                    <a:pt x="273847" y="58740"/>
                  </a:lnTo>
                  <a:cubicBezTo>
                    <a:pt x="274066" y="59032"/>
                    <a:pt x="274260" y="59348"/>
                    <a:pt x="274503" y="59664"/>
                  </a:cubicBezTo>
                  <a:lnTo>
                    <a:pt x="275766" y="61510"/>
                  </a:lnTo>
                  <a:cubicBezTo>
                    <a:pt x="276544" y="62797"/>
                    <a:pt x="277370" y="64060"/>
                    <a:pt x="278050" y="65396"/>
                  </a:cubicBezTo>
                  <a:lnTo>
                    <a:pt x="278560" y="66392"/>
                  </a:lnTo>
                  <a:lnTo>
                    <a:pt x="278827" y="66903"/>
                  </a:lnTo>
                  <a:cubicBezTo>
                    <a:pt x="278900" y="67073"/>
                    <a:pt x="278997" y="67243"/>
                    <a:pt x="279070" y="67413"/>
                  </a:cubicBezTo>
                  <a:lnTo>
                    <a:pt x="279993" y="69453"/>
                  </a:lnTo>
                  <a:cubicBezTo>
                    <a:pt x="280309" y="70133"/>
                    <a:pt x="280552" y="70838"/>
                    <a:pt x="280844" y="71518"/>
                  </a:cubicBezTo>
                  <a:lnTo>
                    <a:pt x="281232" y="72563"/>
                  </a:lnTo>
                  <a:cubicBezTo>
                    <a:pt x="281378" y="72927"/>
                    <a:pt x="281475" y="73267"/>
                    <a:pt x="281597" y="73632"/>
                  </a:cubicBezTo>
                  <a:cubicBezTo>
                    <a:pt x="281815" y="74336"/>
                    <a:pt x="282058" y="75040"/>
                    <a:pt x="282277" y="75745"/>
                  </a:cubicBezTo>
                  <a:lnTo>
                    <a:pt x="282884" y="77907"/>
                  </a:lnTo>
                  <a:cubicBezTo>
                    <a:pt x="283589" y="80773"/>
                    <a:pt x="284099" y="83688"/>
                    <a:pt x="284390" y="86628"/>
                  </a:cubicBezTo>
                  <a:lnTo>
                    <a:pt x="284536" y="87721"/>
                  </a:lnTo>
                  <a:lnTo>
                    <a:pt x="284609" y="88838"/>
                  </a:lnTo>
                  <a:cubicBezTo>
                    <a:pt x="284657" y="89567"/>
                    <a:pt x="284706" y="90296"/>
                    <a:pt x="284730" y="91025"/>
                  </a:cubicBezTo>
                  <a:cubicBezTo>
                    <a:pt x="284755" y="92507"/>
                    <a:pt x="284779" y="93964"/>
                    <a:pt x="284706" y="95422"/>
                  </a:cubicBezTo>
                  <a:cubicBezTo>
                    <a:pt x="284682" y="96903"/>
                    <a:pt x="284512" y="98337"/>
                    <a:pt x="284414" y="99794"/>
                  </a:cubicBezTo>
                  <a:cubicBezTo>
                    <a:pt x="284317" y="100523"/>
                    <a:pt x="284220" y="101252"/>
                    <a:pt x="284123" y="101980"/>
                  </a:cubicBezTo>
                  <a:lnTo>
                    <a:pt x="284002" y="103074"/>
                  </a:lnTo>
                  <a:lnTo>
                    <a:pt x="283807" y="104142"/>
                  </a:lnTo>
                  <a:cubicBezTo>
                    <a:pt x="283321" y="107009"/>
                    <a:pt x="282641" y="109851"/>
                    <a:pt x="281791" y="112645"/>
                  </a:cubicBezTo>
                  <a:lnTo>
                    <a:pt x="281135" y="114734"/>
                  </a:lnTo>
                  <a:cubicBezTo>
                    <a:pt x="280892" y="115414"/>
                    <a:pt x="280625" y="116094"/>
                    <a:pt x="280382" y="116799"/>
                  </a:cubicBezTo>
                  <a:lnTo>
                    <a:pt x="279993" y="117819"/>
                  </a:lnTo>
                  <a:cubicBezTo>
                    <a:pt x="279872" y="118159"/>
                    <a:pt x="279726" y="118499"/>
                    <a:pt x="279580" y="118839"/>
                  </a:cubicBezTo>
                  <a:cubicBezTo>
                    <a:pt x="279289" y="119495"/>
                    <a:pt x="279022" y="120175"/>
                    <a:pt x="278706" y="120856"/>
                  </a:cubicBezTo>
                  <a:cubicBezTo>
                    <a:pt x="278074" y="122167"/>
                    <a:pt x="277491" y="123503"/>
                    <a:pt x="276762" y="124767"/>
                  </a:cubicBezTo>
                  <a:lnTo>
                    <a:pt x="276252" y="125738"/>
                  </a:lnTo>
                  <a:lnTo>
                    <a:pt x="275985" y="126224"/>
                  </a:lnTo>
                  <a:lnTo>
                    <a:pt x="275694" y="126710"/>
                  </a:lnTo>
                  <a:lnTo>
                    <a:pt x="274576" y="128580"/>
                  </a:lnTo>
                  <a:cubicBezTo>
                    <a:pt x="271442" y="133609"/>
                    <a:pt x="267604" y="138152"/>
                    <a:pt x="263159" y="142063"/>
                  </a:cubicBezTo>
                  <a:lnTo>
                    <a:pt x="262333" y="142816"/>
                  </a:lnTo>
                  <a:cubicBezTo>
                    <a:pt x="262041" y="143059"/>
                    <a:pt x="261750" y="143277"/>
                    <a:pt x="261458" y="143520"/>
                  </a:cubicBezTo>
                  <a:cubicBezTo>
                    <a:pt x="260875" y="144006"/>
                    <a:pt x="260292" y="144443"/>
                    <a:pt x="259709" y="144905"/>
                  </a:cubicBezTo>
                  <a:cubicBezTo>
                    <a:pt x="258495" y="145755"/>
                    <a:pt x="257280" y="146678"/>
                    <a:pt x="256017" y="147431"/>
                  </a:cubicBezTo>
                  <a:lnTo>
                    <a:pt x="255094" y="148014"/>
                  </a:lnTo>
                  <a:lnTo>
                    <a:pt x="254632" y="148330"/>
                  </a:lnTo>
                  <a:lnTo>
                    <a:pt x="254195" y="148621"/>
                  </a:lnTo>
                  <a:lnTo>
                    <a:pt x="252276" y="149715"/>
                  </a:lnTo>
                  <a:cubicBezTo>
                    <a:pt x="251644" y="150079"/>
                    <a:pt x="250988" y="150395"/>
                    <a:pt x="250357" y="150735"/>
                  </a:cubicBezTo>
                  <a:lnTo>
                    <a:pt x="249385" y="151245"/>
                  </a:lnTo>
                  <a:lnTo>
                    <a:pt x="248389" y="151707"/>
                  </a:lnTo>
                  <a:cubicBezTo>
                    <a:pt x="243166" y="154160"/>
                    <a:pt x="237749" y="156103"/>
                    <a:pt x="232162" y="157561"/>
                  </a:cubicBezTo>
                  <a:cubicBezTo>
                    <a:pt x="229417" y="158290"/>
                    <a:pt x="226672" y="158921"/>
                    <a:pt x="223902" y="159480"/>
                  </a:cubicBezTo>
                  <a:cubicBezTo>
                    <a:pt x="221133" y="160039"/>
                    <a:pt x="218364" y="160525"/>
                    <a:pt x="215619" y="160962"/>
                  </a:cubicBezTo>
                  <a:lnTo>
                    <a:pt x="213554" y="161278"/>
                  </a:lnTo>
                  <a:cubicBezTo>
                    <a:pt x="212849" y="161399"/>
                    <a:pt x="212169" y="161496"/>
                    <a:pt x="211465" y="161569"/>
                  </a:cubicBezTo>
                  <a:lnTo>
                    <a:pt x="207335" y="162128"/>
                  </a:lnTo>
                  <a:lnTo>
                    <a:pt x="203181" y="162662"/>
                  </a:lnTo>
                  <a:cubicBezTo>
                    <a:pt x="201796" y="162808"/>
                    <a:pt x="200412" y="162954"/>
                    <a:pt x="199027" y="163100"/>
                  </a:cubicBezTo>
                  <a:cubicBezTo>
                    <a:pt x="196234" y="163367"/>
                    <a:pt x="193464" y="163707"/>
                    <a:pt x="190646" y="163853"/>
                  </a:cubicBezTo>
                  <a:lnTo>
                    <a:pt x="186444" y="164168"/>
                  </a:lnTo>
                  <a:cubicBezTo>
                    <a:pt x="185059" y="164266"/>
                    <a:pt x="183650" y="164387"/>
                    <a:pt x="182241" y="164436"/>
                  </a:cubicBezTo>
                  <a:cubicBezTo>
                    <a:pt x="182897" y="164217"/>
                    <a:pt x="184816" y="163901"/>
                    <a:pt x="181561" y="163901"/>
                  </a:cubicBezTo>
                  <a:lnTo>
                    <a:pt x="183699" y="163804"/>
                  </a:lnTo>
                  <a:lnTo>
                    <a:pt x="185812" y="163610"/>
                  </a:lnTo>
                  <a:lnTo>
                    <a:pt x="190063" y="163270"/>
                  </a:lnTo>
                  <a:lnTo>
                    <a:pt x="192201" y="163075"/>
                  </a:lnTo>
                  <a:lnTo>
                    <a:pt x="193246" y="163002"/>
                  </a:lnTo>
                  <a:lnTo>
                    <a:pt x="194314" y="162881"/>
                  </a:lnTo>
                  <a:lnTo>
                    <a:pt x="198541" y="162419"/>
                  </a:lnTo>
                  <a:lnTo>
                    <a:pt x="202768" y="161958"/>
                  </a:lnTo>
                  <a:lnTo>
                    <a:pt x="206971" y="161375"/>
                  </a:lnTo>
                  <a:cubicBezTo>
                    <a:pt x="209764" y="160986"/>
                    <a:pt x="212558" y="160597"/>
                    <a:pt x="215352" y="160160"/>
                  </a:cubicBezTo>
                  <a:cubicBezTo>
                    <a:pt x="218145" y="159699"/>
                    <a:pt x="220939" y="159213"/>
                    <a:pt x="223732" y="158630"/>
                  </a:cubicBezTo>
                  <a:cubicBezTo>
                    <a:pt x="226526" y="158047"/>
                    <a:pt x="229320" y="157415"/>
                    <a:pt x="232089" y="156662"/>
                  </a:cubicBezTo>
                  <a:cubicBezTo>
                    <a:pt x="234858" y="155909"/>
                    <a:pt x="237603" y="155059"/>
                    <a:pt x="240324" y="154087"/>
                  </a:cubicBezTo>
                  <a:cubicBezTo>
                    <a:pt x="241028" y="153844"/>
                    <a:pt x="241684" y="153553"/>
                    <a:pt x="242365" y="153310"/>
                  </a:cubicBezTo>
                  <a:lnTo>
                    <a:pt x="243385" y="152921"/>
                  </a:lnTo>
                  <a:cubicBezTo>
                    <a:pt x="243725" y="152775"/>
                    <a:pt x="244065" y="152630"/>
                    <a:pt x="244381" y="152484"/>
                  </a:cubicBezTo>
                  <a:cubicBezTo>
                    <a:pt x="245061" y="152217"/>
                    <a:pt x="245717" y="151925"/>
                    <a:pt x="246397" y="151634"/>
                  </a:cubicBezTo>
                  <a:lnTo>
                    <a:pt x="248389" y="150711"/>
                  </a:lnTo>
                  <a:cubicBezTo>
                    <a:pt x="249045" y="150395"/>
                    <a:pt x="249677" y="150055"/>
                    <a:pt x="250332" y="149715"/>
                  </a:cubicBezTo>
                  <a:cubicBezTo>
                    <a:pt x="250988" y="149374"/>
                    <a:pt x="251644" y="149034"/>
                    <a:pt x="252276" y="148670"/>
                  </a:cubicBezTo>
                  <a:lnTo>
                    <a:pt x="254195" y="147553"/>
                  </a:lnTo>
                  <a:lnTo>
                    <a:pt x="256041" y="146387"/>
                  </a:lnTo>
                  <a:cubicBezTo>
                    <a:pt x="258543" y="144759"/>
                    <a:pt x="260924" y="142937"/>
                    <a:pt x="263134" y="140945"/>
                  </a:cubicBezTo>
                  <a:lnTo>
                    <a:pt x="263960" y="140192"/>
                  </a:lnTo>
                  <a:lnTo>
                    <a:pt x="264762" y="139415"/>
                  </a:lnTo>
                  <a:cubicBezTo>
                    <a:pt x="265272" y="138905"/>
                    <a:pt x="265831" y="138394"/>
                    <a:pt x="266341" y="137836"/>
                  </a:cubicBezTo>
                  <a:lnTo>
                    <a:pt x="267847" y="136208"/>
                  </a:lnTo>
                  <a:lnTo>
                    <a:pt x="268212" y="135795"/>
                  </a:lnTo>
                  <a:lnTo>
                    <a:pt x="268552" y="135358"/>
                  </a:lnTo>
                  <a:lnTo>
                    <a:pt x="269256" y="134508"/>
                  </a:lnTo>
                  <a:cubicBezTo>
                    <a:pt x="270228" y="133390"/>
                    <a:pt x="271078" y="132176"/>
                    <a:pt x="271953" y="130985"/>
                  </a:cubicBezTo>
                  <a:cubicBezTo>
                    <a:pt x="272778" y="129771"/>
                    <a:pt x="273629" y="128556"/>
                    <a:pt x="274382" y="127293"/>
                  </a:cubicBezTo>
                  <a:lnTo>
                    <a:pt x="274916" y="126346"/>
                  </a:lnTo>
                  <a:lnTo>
                    <a:pt x="275208" y="125860"/>
                  </a:lnTo>
                  <a:lnTo>
                    <a:pt x="275451" y="125374"/>
                  </a:lnTo>
                  <a:lnTo>
                    <a:pt x="276519" y="123455"/>
                  </a:lnTo>
                  <a:cubicBezTo>
                    <a:pt x="276860" y="122799"/>
                    <a:pt x="277151" y="122119"/>
                    <a:pt x="277491" y="121463"/>
                  </a:cubicBezTo>
                  <a:lnTo>
                    <a:pt x="277953" y="120467"/>
                  </a:lnTo>
                  <a:lnTo>
                    <a:pt x="278390" y="119471"/>
                  </a:lnTo>
                  <a:cubicBezTo>
                    <a:pt x="279556" y="116774"/>
                    <a:pt x="280552" y="114005"/>
                    <a:pt x="281378" y="111187"/>
                  </a:cubicBezTo>
                  <a:lnTo>
                    <a:pt x="281961" y="109074"/>
                  </a:lnTo>
                  <a:cubicBezTo>
                    <a:pt x="282131" y="108369"/>
                    <a:pt x="282277" y="107641"/>
                    <a:pt x="282447" y="106936"/>
                  </a:cubicBezTo>
                  <a:lnTo>
                    <a:pt x="282690" y="105867"/>
                  </a:lnTo>
                  <a:lnTo>
                    <a:pt x="282884" y="104774"/>
                  </a:lnTo>
                  <a:cubicBezTo>
                    <a:pt x="283006" y="104045"/>
                    <a:pt x="283151" y="103341"/>
                    <a:pt x="283248" y="102612"/>
                  </a:cubicBezTo>
                  <a:cubicBezTo>
                    <a:pt x="283686" y="99697"/>
                    <a:pt x="283929" y="96758"/>
                    <a:pt x="283977" y="93818"/>
                  </a:cubicBezTo>
                  <a:cubicBezTo>
                    <a:pt x="284026" y="90879"/>
                    <a:pt x="283856" y="87915"/>
                    <a:pt x="283491" y="85000"/>
                  </a:cubicBezTo>
                  <a:cubicBezTo>
                    <a:pt x="283394" y="84247"/>
                    <a:pt x="283273" y="83518"/>
                    <a:pt x="283151" y="82790"/>
                  </a:cubicBezTo>
                  <a:lnTo>
                    <a:pt x="282981" y="81697"/>
                  </a:lnTo>
                  <a:lnTo>
                    <a:pt x="282763" y="80603"/>
                  </a:lnTo>
                  <a:cubicBezTo>
                    <a:pt x="282593" y="79875"/>
                    <a:pt x="282471" y="79146"/>
                    <a:pt x="282277" y="78417"/>
                  </a:cubicBezTo>
                  <a:lnTo>
                    <a:pt x="281694" y="76255"/>
                  </a:lnTo>
                  <a:cubicBezTo>
                    <a:pt x="281621" y="75891"/>
                    <a:pt x="281499" y="75551"/>
                    <a:pt x="281378" y="75186"/>
                  </a:cubicBezTo>
                  <a:lnTo>
                    <a:pt x="281038" y="74117"/>
                  </a:lnTo>
                  <a:lnTo>
                    <a:pt x="280698" y="73049"/>
                  </a:lnTo>
                  <a:cubicBezTo>
                    <a:pt x="280576" y="72708"/>
                    <a:pt x="280431" y="72344"/>
                    <a:pt x="280285" y="72004"/>
                  </a:cubicBezTo>
                  <a:cubicBezTo>
                    <a:pt x="280018" y="71324"/>
                    <a:pt x="279750" y="70595"/>
                    <a:pt x="279483" y="69915"/>
                  </a:cubicBezTo>
                  <a:lnTo>
                    <a:pt x="278536" y="67874"/>
                  </a:lnTo>
                  <a:cubicBezTo>
                    <a:pt x="278244" y="67170"/>
                    <a:pt x="277880" y="66514"/>
                    <a:pt x="277515" y="65858"/>
                  </a:cubicBezTo>
                  <a:cubicBezTo>
                    <a:pt x="277175" y="65178"/>
                    <a:pt x="276835" y="64498"/>
                    <a:pt x="276447" y="63866"/>
                  </a:cubicBezTo>
                  <a:lnTo>
                    <a:pt x="275256" y="61923"/>
                  </a:lnTo>
                  <a:cubicBezTo>
                    <a:pt x="274843" y="61291"/>
                    <a:pt x="274406" y="60684"/>
                    <a:pt x="273993" y="60052"/>
                  </a:cubicBezTo>
                  <a:cubicBezTo>
                    <a:pt x="273774" y="59736"/>
                    <a:pt x="273556" y="59445"/>
                    <a:pt x="273337" y="59129"/>
                  </a:cubicBezTo>
                  <a:lnTo>
                    <a:pt x="272657" y="58255"/>
                  </a:lnTo>
                  <a:cubicBezTo>
                    <a:pt x="272171" y="57672"/>
                    <a:pt x="271758" y="57064"/>
                    <a:pt x="271272" y="56506"/>
                  </a:cubicBezTo>
                  <a:lnTo>
                    <a:pt x="269815" y="54805"/>
                  </a:lnTo>
                  <a:cubicBezTo>
                    <a:pt x="269572" y="54514"/>
                    <a:pt x="269329" y="54246"/>
                    <a:pt x="269062" y="53979"/>
                  </a:cubicBezTo>
                  <a:lnTo>
                    <a:pt x="268309" y="53178"/>
                  </a:lnTo>
                  <a:cubicBezTo>
                    <a:pt x="267313" y="52084"/>
                    <a:pt x="266244" y="51113"/>
                    <a:pt x="265199" y="50068"/>
                  </a:cubicBezTo>
                  <a:cubicBezTo>
                    <a:pt x="264106" y="49096"/>
                    <a:pt x="263037" y="48100"/>
                    <a:pt x="261920" y="47202"/>
                  </a:cubicBezTo>
                  <a:cubicBezTo>
                    <a:pt x="257474" y="43461"/>
                    <a:pt x="252762" y="40230"/>
                    <a:pt x="248049" y="37193"/>
                  </a:cubicBezTo>
                  <a:cubicBezTo>
                    <a:pt x="245693" y="35687"/>
                    <a:pt x="243361" y="34230"/>
                    <a:pt x="241004" y="32772"/>
                  </a:cubicBezTo>
                  <a:lnTo>
                    <a:pt x="237506" y="30610"/>
                  </a:lnTo>
                  <a:lnTo>
                    <a:pt x="236656" y="30076"/>
                  </a:lnTo>
                  <a:lnTo>
                    <a:pt x="236219" y="29784"/>
                  </a:lnTo>
                  <a:lnTo>
                    <a:pt x="235806" y="29541"/>
                  </a:lnTo>
                  <a:lnTo>
                    <a:pt x="234178" y="28472"/>
                  </a:lnTo>
                  <a:cubicBezTo>
                    <a:pt x="229878" y="25557"/>
                    <a:pt x="225627" y="22156"/>
                    <a:pt x="221206" y="18731"/>
                  </a:cubicBezTo>
                  <a:cubicBezTo>
                    <a:pt x="218971" y="17031"/>
                    <a:pt x="216712" y="15306"/>
                    <a:pt x="214331" y="13630"/>
                  </a:cubicBezTo>
                  <a:cubicBezTo>
                    <a:pt x="213190" y="12804"/>
                    <a:pt x="211951" y="12002"/>
                    <a:pt x="210736" y="11176"/>
                  </a:cubicBezTo>
                  <a:cubicBezTo>
                    <a:pt x="209473" y="10399"/>
                    <a:pt x="208210" y="9622"/>
                    <a:pt x="206898" y="8844"/>
                  </a:cubicBezTo>
                  <a:cubicBezTo>
                    <a:pt x="205610" y="8067"/>
                    <a:pt x="204226" y="7387"/>
                    <a:pt x="202865" y="6707"/>
                  </a:cubicBezTo>
                  <a:cubicBezTo>
                    <a:pt x="201456" y="6051"/>
                    <a:pt x="200072" y="5395"/>
                    <a:pt x="198541" y="4885"/>
                  </a:cubicBezTo>
                  <a:lnTo>
                    <a:pt x="197424" y="4472"/>
                  </a:lnTo>
                  <a:cubicBezTo>
                    <a:pt x="197059" y="4326"/>
                    <a:pt x="196695" y="4229"/>
                    <a:pt x="196306" y="4132"/>
                  </a:cubicBezTo>
                  <a:lnTo>
                    <a:pt x="194047" y="3476"/>
                  </a:lnTo>
                  <a:cubicBezTo>
                    <a:pt x="193318" y="3257"/>
                    <a:pt x="192541" y="3111"/>
                    <a:pt x="191812" y="2941"/>
                  </a:cubicBezTo>
                  <a:cubicBezTo>
                    <a:pt x="191059" y="2796"/>
                    <a:pt x="190306" y="2601"/>
                    <a:pt x="189553" y="2504"/>
                  </a:cubicBezTo>
                  <a:lnTo>
                    <a:pt x="189747" y="1435"/>
                  </a:lnTo>
                  <a:lnTo>
                    <a:pt x="188144" y="1168"/>
                  </a:lnTo>
                  <a:cubicBezTo>
                    <a:pt x="187610" y="1071"/>
                    <a:pt x="187051" y="949"/>
                    <a:pt x="186541" y="901"/>
                  </a:cubicBezTo>
                  <a:lnTo>
                    <a:pt x="183334" y="512"/>
                  </a:lnTo>
                  <a:lnTo>
                    <a:pt x="180152" y="245"/>
                  </a:lnTo>
                  <a:cubicBezTo>
                    <a:pt x="179107" y="172"/>
                    <a:pt x="178063" y="148"/>
                    <a:pt x="176994" y="99"/>
                  </a:cubicBezTo>
                  <a:cubicBezTo>
                    <a:pt x="175288" y="30"/>
                    <a:pt x="173586" y="1"/>
                    <a:pt x="171889" y="1"/>
                  </a:cubicBezTo>
                  <a:close/>
                </a:path>
              </a:pathLst>
            </a:custGeom>
            <a:solidFill>
              <a:srgbClr val="5EA4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1" name="Google Shape;611;p50"/>
          <p:cNvSpPr txBox="1"/>
          <p:nvPr>
            <p:ph hasCustomPrompt="1" type="title"/>
          </p:nvPr>
        </p:nvSpPr>
        <p:spPr>
          <a:xfrm>
            <a:off x="1511525" y="1680675"/>
            <a:ext cx="6089700" cy="833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500"/>
              <a:buNone/>
              <a:defRPr sz="7200"/>
            </a:lvl1pPr>
            <a:lvl2pPr lvl="1" algn="ctr">
              <a:lnSpc>
                <a:spcPct val="100000"/>
              </a:lnSpc>
              <a:spcBef>
                <a:spcPts val="0"/>
              </a:spcBef>
              <a:spcAft>
                <a:spcPts val="0"/>
              </a:spcAft>
              <a:buSzPts val="4500"/>
              <a:buNone/>
              <a:defRPr sz="4500"/>
            </a:lvl2pPr>
            <a:lvl3pPr lvl="2" algn="ctr">
              <a:lnSpc>
                <a:spcPct val="100000"/>
              </a:lnSpc>
              <a:spcBef>
                <a:spcPts val="0"/>
              </a:spcBef>
              <a:spcAft>
                <a:spcPts val="0"/>
              </a:spcAft>
              <a:buSzPts val="4500"/>
              <a:buNone/>
              <a:defRPr sz="4500"/>
            </a:lvl3pPr>
            <a:lvl4pPr lvl="3" algn="ctr">
              <a:lnSpc>
                <a:spcPct val="100000"/>
              </a:lnSpc>
              <a:spcBef>
                <a:spcPts val="0"/>
              </a:spcBef>
              <a:spcAft>
                <a:spcPts val="0"/>
              </a:spcAft>
              <a:buSzPts val="4500"/>
              <a:buNone/>
              <a:defRPr sz="4500"/>
            </a:lvl4pPr>
            <a:lvl5pPr lvl="4" algn="ctr">
              <a:lnSpc>
                <a:spcPct val="100000"/>
              </a:lnSpc>
              <a:spcBef>
                <a:spcPts val="0"/>
              </a:spcBef>
              <a:spcAft>
                <a:spcPts val="0"/>
              </a:spcAft>
              <a:buSzPts val="4500"/>
              <a:buNone/>
              <a:defRPr sz="4500"/>
            </a:lvl5pPr>
            <a:lvl6pPr lvl="5" algn="ctr">
              <a:lnSpc>
                <a:spcPct val="100000"/>
              </a:lnSpc>
              <a:spcBef>
                <a:spcPts val="0"/>
              </a:spcBef>
              <a:spcAft>
                <a:spcPts val="0"/>
              </a:spcAft>
              <a:buSzPts val="4500"/>
              <a:buNone/>
              <a:defRPr sz="4500"/>
            </a:lvl6pPr>
            <a:lvl7pPr lvl="6" algn="ctr">
              <a:lnSpc>
                <a:spcPct val="100000"/>
              </a:lnSpc>
              <a:spcBef>
                <a:spcPts val="0"/>
              </a:spcBef>
              <a:spcAft>
                <a:spcPts val="0"/>
              </a:spcAft>
              <a:buSzPts val="4500"/>
              <a:buNone/>
              <a:defRPr sz="4500"/>
            </a:lvl7pPr>
            <a:lvl8pPr lvl="7" algn="ctr">
              <a:lnSpc>
                <a:spcPct val="100000"/>
              </a:lnSpc>
              <a:spcBef>
                <a:spcPts val="0"/>
              </a:spcBef>
              <a:spcAft>
                <a:spcPts val="0"/>
              </a:spcAft>
              <a:buSzPts val="4500"/>
              <a:buNone/>
              <a:defRPr sz="4500"/>
            </a:lvl8pPr>
            <a:lvl9pPr lvl="8" algn="ctr">
              <a:lnSpc>
                <a:spcPct val="100000"/>
              </a:lnSpc>
              <a:spcBef>
                <a:spcPts val="0"/>
              </a:spcBef>
              <a:spcAft>
                <a:spcPts val="0"/>
              </a:spcAft>
              <a:buSzPts val="4500"/>
              <a:buNone/>
              <a:defRPr sz="4500"/>
            </a:lvl9pPr>
          </a:lstStyle>
          <a:p>
            <a:r>
              <a:t>xx%</a:t>
            </a:r>
          </a:p>
        </p:txBody>
      </p:sp>
      <p:sp>
        <p:nvSpPr>
          <p:cNvPr id="612" name="Google Shape;612;p50"/>
          <p:cNvSpPr txBox="1"/>
          <p:nvPr>
            <p:ph idx="2" type="title"/>
          </p:nvPr>
        </p:nvSpPr>
        <p:spPr>
          <a:xfrm>
            <a:off x="1511525" y="2676900"/>
            <a:ext cx="6089700" cy="532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1600"/>
            </a:lvl2pPr>
            <a:lvl3pPr lvl="2" algn="ctr">
              <a:lnSpc>
                <a:spcPct val="100000"/>
              </a:lnSpc>
              <a:spcBef>
                <a:spcPts val="0"/>
              </a:spcBef>
              <a:spcAft>
                <a:spcPts val="0"/>
              </a:spcAft>
              <a:buSzPts val="2800"/>
              <a:buNone/>
              <a:defRPr sz="1600"/>
            </a:lvl3pPr>
            <a:lvl4pPr lvl="3" algn="ctr">
              <a:lnSpc>
                <a:spcPct val="100000"/>
              </a:lnSpc>
              <a:spcBef>
                <a:spcPts val="0"/>
              </a:spcBef>
              <a:spcAft>
                <a:spcPts val="0"/>
              </a:spcAft>
              <a:buSzPts val="2800"/>
              <a:buNone/>
              <a:defRPr sz="1600"/>
            </a:lvl4pPr>
            <a:lvl5pPr lvl="4" algn="ctr">
              <a:lnSpc>
                <a:spcPct val="100000"/>
              </a:lnSpc>
              <a:spcBef>
                <a:spcPts val="0"/>
              </a:spcBef>
              <a:spcAft>
                <a:spcPts val="0"/>
              </a:spcAft>
              <a:buSzPts val="2800"/>
              <a:buNone/>
              <a:defRPr sz="1600"/>
            </a:lvl5pPr>
            <a:lvl6pPr lvl="5" algn="ctr">
              <a:lnSpc>
                <a:spcPct val="100000"/>
              </a:lnSpc>
              <a:spcBef>
                <a:spcPts val="0"/>
              </a:spcBef>
              <a:spcAft>
                <a:spcPts val="0"/>
              </a:spcAft>
              <a:buSzPts val="2800"/>
              <a:buNone/>
              <a:defRPr sz="1600"/>
            </a:lvl6pPr>
            <a:lvl7pPr lvl="6" algn="ctr">
              <a:lnSpc>
                <a:spcPct val="100000"/>
              </a:lnSpc>
              <a:spcBef>
                <a:spcPts val="0"/>
              </a:spcBef>
              <a:spcAft>
                <a:spcPts val="0"/>
              </a:spcAft>
              <a:buSzPts val="2800"/>
              <a:buNone/>
              <a:defRPr sz="1600"/>
            </a:lvl7pPr>
            <a:lvl8pPr lvl="7" algn="ctr">
              <a:lnSpc>
                <a:spcPct val="100000"/>
              </a:lnSpc>
              <a:spcBef>
                <a:spcPts val="0"/>
              </a:spcBef>
              <a:spcAft>
                <a:spcPts val="0"/>
              </a:spcAft>
              <a:buSzPts val="2800"/>
              <a:buNone/>
              <a:defRPr sz="1600"/>
            </a:lvl8pPr>
            <a:lvl9pPr lvl="8" algn="ctr">
              <a:lnSpc>
                <a:spcPct val="100000"/>
              </a:lnSpc>
              <a:spcBef>
                <a:spcPts val="0"/>
              </a:spcBef>
              <a:spcAft>
                <a:spcPts val="0"/>
              </a:spcAft>
              <a:buSzPts val="2800"/>
              <a:buNone/>
              <a:defRPr sz="1600"/>
            </a:lvl9pPr>
          </a:lstStyle>
          <a:p/>
        </p:txBody>
      </p:sp>
      <p:grpSp>
        <p:nvGrpSpPr>
          <p:cNvPr id="613" name="Google Shape;613;p50"/>
          <p:cNvGrpSpPr/>
          <p:nvPr/>
        </p:nvGrpSpPr>
        <p:grpSpPr>
          <a:xfrm>
            <a:off x="496810" y="4072654"/>
            <a:ext cx="1087108" cy="590583"/>
            <a:chOff x="209625" y="551300"/>
            <a:chExt cx="7170900" cy="4592400"/>
          </a:xfrm>
        </p:grpSpPr>
        <p:sp>
          <p:nvSpPr>
            <p:cNvPr id="614" name="Google Shape;614;p50"/>
            <p:cNvSpPr/>
            <p:nvPr/>
          </p:nvSpPr>
          <p:spPr>
            <a:xfrm>
              <a:off x="838900" y="1811875"/>
              <a:ext cx="238725" cy="180050"/>
            </a:xfrm>
            <a:custGeom>
              <a:rect b="b" l="l" r="r" t="t"/>
              <a:pathLst>
                <a:path extrusionOk="0" h="7202" w="9549">
                  <a:moveTo>
                    <a:pt x="4802" y="0"/>
                  </a:moveTo>
                  <a:cubicBezTo>
                    <a:pt x="1601" y="0"/>
                    <a:pt x="1" y="3825"/>
                    <a:pt x="2252" y="6103"/>
                  </a:cubicBezTo>
                  <a:cubicBezTo>
                    <a:pt x="2930" y="6835"/>
                    <a:pt x="3852" y="7201"/>
                    <a:pt x="4775" y="7201"/>
                  </a:cubicBezTo>
                  <a:cubicBezTo>
                    <a:pt x="5697" y="7201"/>
                    <a:pt x="6619" y="6835"/>
                    <a:pt x="7297" y="6103"/>
                  </a:cubicBezTo>
                  <a:cubicBezTo>
                    <a:pt x="9548" y="3879"/>
                    <a:pt x="7975" y="27"/>
                    <a:pt x="480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50"/>
            <p:cNvSpPr/>
            <p:nvPr/>
          </p:nvSpPr>
          <p:spPr>
            <a:xfrm>
              <a:off x="1469250" y="1182575"/>
              <a:ext cx="238325" cy="179750"/>
            </a:xfrm>
            <a:custGeom>
              <a:rect b="b" l="l" r="r" t="t"/>
              <a:pathLst>
                <a:path extrusionOk="0" h="7190" w="9533">
                  <a:moveTo>
                    <a:pt x="4746" y="1"/>
                  </a:moveTo>
                  <a:cubicBezTo>
                    <a:pt x="1616" y="1"/>
                    <a:pt x="0" y="3761"/>
                    <a:pt x="2182" y="6050"/>
                  </a:cubicBezTo>
                  <a:cubicBezTo>
                    <a:pt x="2859" y="6810"/>
                    <a:pt x="3796" y="7189"/>
                    <a:pt x="4739" y="7189"/>
                  </a:cubicBezTo>
                  <a:cubicBezTo>
                    <a:pt x="5648" y="7189"/>
                    <a:pt x="6562" y="6837"/>
                    <a:pt x="7254" y="6131"/>
                  </a:cubicBezTo>
                  <a:cubicBezTo>
                    <a:pt x="9532" y="3934"/>
                    <a:pt x="8013" y="55"/>
                    <a:pt x="4813" y="1"/>
                  </a:cubicBezTo>
                  <a:cubicBezTo>
                    <a:pt x="4790"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50"/>
            <p:cNvSpPr/>
            <p:nvPr/>
          </p:nvSpPr>
          <p:spPr>
            <a:xfrm>
              <a:off x="2098325" y="551550"/>
              <a:ext cx="239200" cy="180150"/>
            </a:xfrm>
            <a:custGeom>
              <a:rect b="b" l="l" r="r" t="t"/>
              <a:pathLst>
                <a:path extrusionOk="0" h="7206" w="9568">
                  <a:moveTo>
                    <a:pt x="4746" y="0"/>
                  </a:moveTo>
                  <a:cubicBezTo>
                    <a:pt x="3826" y="0"/>
                    <a:pt x="2912" y="366"/>
                    <a:pt x="2244" y="1102"/>
                  </a:cubicBezTo>
                  <a:cubicBezTo>
                    <a:pt x="1" y="3372"/>
                    <a:pt x="1609" y="7205"/>
                    <a:pt x="4787" y="7205"/>
                  </a:cubicBezTo>
                  <a:cubicBezTo>
                    <a:pt x="4798" y="7205"/>
                    <a:pt x="4810" y="7205"/>
                    <a:pt x="4821" y="7205"/>
                  </a:cubicBezTo>
                  <a:cubicBezTo>
                    <a:pt x="7994" y="7151"/>
                    <a:pt x="9568" y="3299"/>
                    <a:pt x="7262" y="1075"/>
                  </a:cubicBezTo>
                  <a:cubicBezTo>
                    <a:pt x="6574" y="360"/>
                    <a:pt x="5657" y="0"/>
                    <a:pt x="474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50"/>
            <p:cNvSpPr/>
            <p:nvPr/>
          </p:nvSpPr>
          <p:spPr>
            <a:xfrm>
              <a:off x="1468850" y="1811875"/>
              <a:ext cx="238725" cy="180050"/>
            </a:xfrm>
            <a:custGeom>
              <a:rect b="b" l="l" r="r" t="t"/>
              <a:pathLst>
                <a:path extrusionOk="0" h="7202" w="9549">
                  <a:moveTo>
                    <a:pt x="4748" y="0"/>
                  </a:moveTo>
                  <a:cubicBezTo>
                    <a:pt x="1574" y="27"/>
                    <a:pt x="1" y="3879"/>
                    <a:pt x="2252" y="6103"/>
                  </a:cubicBezTo>
                  <a:cubicBezTo>
                    <a:pt x="2944" y="6835"/>
                    <a:pt x="3866" y="7201"/>
                    <a:pt x="4788" y="7201"/>
                  </a:cubicBezTo>
                  <a:cubicBezTo>
                    <a:pt x="5710" y="7201"/>
                    <a:pt x="6633" y="6835"/>
                    <a:pt x="7324" y="6103"/>
                  </a:cubicBezTo>
                  <a:cubicBezTo>
                    <a:pt x="9548" y="3825"/>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50"/>
            <p:cNvSpPr/>
            <p:nvPr/>
          </p:nvSpPr>
          <p:spPr>
            <a:xfrm>
              <a:off x="2116450" y="1181050"/>
              <a:ext cx="202775" cy="181225"/>
            </a:xfrm>
            <a:custGeom>
              <a:rect b="b" l="l" r="r" t="t"/>
              <a:pathLst>
                <a:path extrusionOk="0" h="7249" w="8111">
                  <a:moveTo>
                    <a:pt x="4037" y="0"/>
                  </a:moveTo>
                  <a:cubicBezTo>
                    <a:pt x="3213" y="0"/>
                    <a:pt x="2393" y="309"/>
                    <a:pt x="1709" y="930"/>
                  </a:cubicBezTo>
                  <a:cubicBezTo>
                    <a:pt x="163" y="2314"/>
                    <a:pt x="0" y="4429"/>
                    <a:pt x="1356" y="5975"/>
                  </a:cubicBezTo>
                  <a:cubicBezTo>
                    <a:pt x="2109" y="6817"/>
                    <a:pt x="3087" y="7248"/>
                    <a:pt x="4067" y="7248"/>
                  </a:cubicBezTo>
                  <a:cubicBezTo>
                    <a:pt x="4887" y="7248"/>
                    <a:pt x="5709" y="6946"/>
                    <a:pt x="6401" y="6328"/>
                  </a:cubicBezTo>
                  <a:cubicBezTo>
                    <a:pt x="7920" y="4972"/>
                    <a:pt x="8110" y="2775"/>
                    <a:pt x="6754" y="1283"/>
                  </a:cubicBezTo>
                  <a:cubicBezTo>
                    <a:pt x="5990" y="431"/>
                    <a:pt x="5011" y="0"/>
                    <a:pt x="403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50"/>
            <p:cNvSpPr/>
            <p:nvPr/>
          </p:nvSpPr>
          <p:spPr>
            <a:xfrm>
              <a:off x="2747075" y="551300"/>
              <a:ext cx="201425" cy="180975"/>
            </a:xfrm>
            <a:custGeom>
              <a:rect b="b" l="l" r="r" t="t"/>
              <a:pathLst>
                <a:path extrusionOk="0" h="7239" w="8057">
                  <a:moveTo>
                    <a:pt x="4008" y="1"/>
                  </a:moveTo>
                  <a:cubicBezTo>
                    <a:pt x="3158" y="1"/>
                    <a:pt x="2309" y="334"/>
                    <a:pt x="1601" y="1004"/>
                  </a:cubicBezTo>
                  <a:cubicBezTo>
                    <a:pt x="82" y="2414"/>
                    <a:pt x="0" y="4557"/>
                    <a:pt x="1384" y="6049"/>
                  </a:cubicBezTo>
                  <a:cubicBezTo>
                    <a:pt x="2129" y="6837"/>
                    <a:pt x="3086" y="7239"/>
                    <a:pt x="4043" y="7239"/>
                  </a:cubicBezTo>
                  <a:cubicBezTo>
                    <a:pt x="4897" y="7239"/>
                    <a:pt x="5752" y="6918"/>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50"/>
            <p:cNvSpPr/>
            <p:nvPr/>
          </p:nvSpPr>
          <p:spPr>
            <a:xfrm>
              <a:off x="2098125" y="1811875"/>
              <a:ext cx="238725" cy="180550"/>
            </a:xfrm>
            <a:custGeom>
              <a:rect b="b" l="l" r="r" t="t"/>
              <a:pathLst>
                <a:path extrusionOk="0" h="7222" w="9549">
                  <a:moveTo>
                    <a:pt x="4775" y="0"/>
                  </a:moveTo>
                  <a:cubicBezTo>
                    <a:pt x="1601" y="0"/>
                    <a:pt x="1" y="3852"/>
                    <a:pt x="2252" y="6103"/>
                  </a:cubicBezTo>
                  <a:cubicBezTo>
                    <a:pt x="2930" y="6849"/>
                    <a:pt x="3852" y="7222"/>
                    <a:pt x="4775" y="7222"/>
                  </a:cubicBezTo>
                  <a:cubicBezTo>
                    <a:pt x="5697" y="7222"/>
                    <a:pt x="6619" y="6849"/>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50"/>
            <p:cNvSpPr/>
            <p:nvPr/>
          </p:nvSpPr>
          <p:spPr>
            <a:xfrm>
              <a:off x="2728000" y="1181375"/>
              <a:ext cx="238800" cy="179625"/>
            </a:xfrm>
            <a:custGeom>
              <a:rect b="b" l="l" r="r" t="t"/>
              <a:pathLst>
                <a:path extrusionOk="0" h="7185" w="9552">
                  <a:moveTo>
                    <a:pt x="4771" y="1"/>
                  </a:moveTo>
                  <a:cubicBezTo>
                    <a:pt x="3826" y="1"/>
                    <a:pt x="2884" y="381"/>
                    <a:pt x="2201" y="1134"/>
                  </a:cubicBezTo>
                  <a:cubicBezTo>
                    <a:pt x="0" y="3416"/>
                    <a:pt x="1624" y="7184"/>
                    <a:pt x="4759" y="7184"/>
                  </a:cubicBezTo>
                  <a:cubicBezTo>
                    <a:pt x="4792" y="7184"/>
                    <a:pt x="4825" y="7184"/>
                    <a:pt x="4859" y="7183"/>
                  </a:cubicBezTo>
                  <a:cubicBezTo>
                    <a:pt x="8033" y="7129"/>
                    <a:pt x="9551" y="3223"/>
                    <a:pt x="7246" y="1026"/>
                  </a:cubicBezTo>
                  <a:cubicBezTo>
                    <a:pt x="6561" y="340"/>
                    <a:pt x="566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50"/>
            <p:cNvSpPr/>
            <p:nvPr/>
          </p:nvSpPr>
          <p:spPr>
            <a:xfrm>
              <a:off x="3358025" y="551525"/>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6"/>
                    <a:pt x="4738" y="7206"/>
                    <a:pt x="4761" y="7206"/>
                  </a:cubicBezTo>
                  <a:cubicBezTo>
                    <a:pt x="7917" y="7206"/>
                    <a:pt x="9533" y="3420"/>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50"/>
            <p:cNvSpPr/>
            <p:nvPr/>
          </p:nvSpPr>
          <p:spPr>
            <a:xfrm>
              <a:off x="2747075" y="1810525"/>
              <a:ext cx="201425" cy="180975"/>
            </a:xfrm>
            <a:custGeom>
              <a:rect b="b" l="l" r="r" t="t"/>
              <a:pathLst>
                <a:path extrusionOk="0" h="7239" w="8057">
                  <a:moveTo>
                    <a:pt x="4008" y="0"/>
                  </a:moveTo>
                  <a:cubicBezTo>
                    <a:pt x="3158" y="0"/>
                    <a:pt x="2309" y="334"/>
                    <a:pt x="1601" y="1003"/>
                  </a:cubicBezTo>
                  <a:cubicBezTo>
                    <a:pt x="109" y="2414"/>
                    <a:pt x="0" y="4584"/>
                    <a:pt x="1384" y="6048"/>
                  </a:cubicBezTo>
                  <a:cubicBezTo>
                    <a:pt x="2086" y="6837"/>
                    <a:pt x="3060" y="7239"/>
                    <a:pt x="4036" y="7239"/>
                  </a:cubicBezTo>
                  <a:cubicBezTo>
                    <a:pt x="4906" y="7239"/>
                    <a:pt x="5778" y="6918"/>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50"/>
            <p:cNvSpPr/>
            <p:nvPr/>
          </p:nvSpPr>
          <p:spPr>
            <a:xfrm>
              <a:off x="3358025" y="1180950"/>
              <a:ext cx="238150" cy="180725"/>
            </a:xfrm>
            <a:custGeom>
              <a:rect b="b" l="l" r="r" t="t"/>
              <a:pathLst>
                <a:path extrusionOk="0" h="7229" w="9526">
                  <a:moveTo>
                    <a:pt x="4763" y="1"/>
                  </a:moveTo>
                  <a:cubicBezTo>
                    <a:pt x="3897" y="1"/>
                    <a:pt x="3028" y="347"/>
                    <a:pt x="2306" y="1043"/>
                  </a:cubicBezTo>
                  <a:cubicBezTo>
                    <a:pt x="1" y="3240"/>
                    <a:pt x="1493" y="7146"/>
                    <a:pt x="4666" y="7227"/>
                  </a:cubicBezTo>
                  <a:cubicBezTo>
                    <a:pt x="4700" y="7228"/>
                    <a:pt x="4733" y="7228"/>
                    <a:pt x="4767" y="7228"/>
                  </a:cubicBezTo>
                  <a:cubicBezTo>
                    <a:pt x="7902" y="7228"/>
                    <a:pt x="9525" y="3460"/>
                    <a:pt x="7352" y="1178"/>
                  </a:cubicBezTo>
                  <a:cubicBezTo>
                    <a:pt x="6610" y="394"/>
                    <a:pt x="5687" y="1"/>
                    <a:pt x="476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50"/>
            <p:cNvSpPr/>
            <p:nvPr/>
          </p:nvSpPr>
          <p:spPr>
            <a:xfrm>
              <a:off x="3357750" y="1811100"/>
              <a:ext cx="239000" cy="179825"/>
            </a:xfrm>
            <a:custGeom>
              <a:rect b="b" l="l" r="r" t="t"/>
              <a:pathLst>
                <a:path extrusionOk="0" h="7193" w="9560">
                  <a:moveTo>
                    <a:pt x="4786" y="0"/>
                  </a:moveTo>
                  <a:cubicBezTo>
                    <a:pt x="3845" y="0"/>
                    <a:pt x="2903" y="380"/>
                    <a:pt x="2209" y="1143"/>
                  </a:cubicBezTo>
                  <a:cubicBezTo>
                    <a:pt x="0" y="3406"/>
                    <a:pt x="1616" y="7192"/>
                    <a:pt x="4773" y="7192"/>
                  </a:cubicBezTo>
                  <a:cubicBezTo>
                    <a:pt x="4795" y="7192"/>
                    <a:pt x="4818" y="7192"/>
                    <a:pt x="4840" y="7192"/>
                  </a:cubicBezTo>
                  <a:cubicBezTo>
                    <a:pt x="8013"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50"/>
            <p:cNvSpPr/>
            <p:nvPr/>
          </p:nvSpPr>
          <p:spPr>
            <a:xfrm>
              <a:off x="209625" y="552625"/>
              <a:ext cx="238325" cy="180000"/>
            </a:xfrm>
            <a:custGeom>
              <a:rect b="b" l="l" r="r" t="t"/>
              <a:pathLst>
                <a:path extrusionOk="0" h="7200" w="9533">
                  <a:moveTo>
                    <a:pt x="4760" y="1"/>
                  </a:moveTo>
                  <a:cubicBezTo>
                    <a:pt x="4738" y="1"/>
                    <a:pt x="4716" y="1"/>
                    <a:pt x="4693" y="1"/>
                  </a:cubicBezTo>
                  <a:cubicBezTo>
                    <a:pt x="1520" y="55"/>
                    <a:pt x="1" y="3934"/>
                    <a:pt x="2279" y="6131"/>
                  </a:cubicBezTo>
                  <a:cubicBezTo>
                    <a:pt x="2955" y="6847"/>
                    <a:pt x="3857" y="7200"/>
                    <a:pt x="4759" y="7200"/>
                  </a:cubicBezTo>
                  <a:cubicBezTo>
                    <a:pt x="5702" y="7200"/>
                    <a:pt x="6644" y="6813"/>
                    <a:pt x="7324" y="6050"/>
                  </a:cubicBezTo>
                  <a:cubicBezTo>
                    <a:pt x="9533" y="3787"/>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50"/>
            <p:cNvSpPr/>
            <p:nvPr/>
          </p:nvSpPr>
          <p:spPr>
            <a:xfrm>
              <a:off x="210025" y="1182575"/>
              <a:ext cx="238325" cy="179650"/>
            </a:xfrm>
            <a:custGeom>
              <a:rect b="b" l="l" r="r" t="t"/>
              <a:pathLst>
                <a:path extrusionOk="0" h="7186" w="9533">
                  <a:moveTo>
                    <a:pt x="4719" y="1"/>
                  </a:moveTo>
                  <a:cubicBezTo>
                    <a:pt x="1590" y="1"/>
                    <a:pt x="0" y="3787"/>
                    <a:pt x="2209" y="6050"/>
                  </a:cubicBezTo>
                  <a:cubicBezTo>
                    <a:pt x="2896" y="6806"/>
                    <a:pt x="3828" y="7186"/>
                    <a:pt x="4759" y="7186"/>
                  </a:cubicBezTo>
                  <a:cubicBezTo>
                    <a:pt x="5665" y="7186"/>
                    <a:pt x="6572" y="6826"/>
                    <a:pt x="7254" y="6104"/>
                  </a:cubicBezTo>
                  <a:cubicBezTo>
                    <a:pt x="9532" y="3880"/>
                    <a:pt x="7986" y="28"/>
                    <a:pt x="4786" y="1"/>
                  </a:cubicBezTo>
                  <a:cubicBezTo>
                    <a:pt x="4763" y="1"/>
                    <a:pt x="4741" y="1"/>
                    <a:pt x="471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50"/>
            <p:cNvSpPr/>
            <p:nvPr/>
          </p:nvSpPr>
          <p:spPr>
            <a:xfrm>
              <a:off x="839100" y="552650"/>
              <a:ext cx="238525" cy="179800"/>
            </a:xfrm>
            <a:custGeom>
              <a:rect b="b" l="l" r="r" t="t"/>
              <a:pathLst>
                <a:path extrusionOk="0" h="7192" w="9541">
                  <a:moveTo>
                    <a:pt x="4787" y="0"/>
                  </a:moveTo>
                  <a:cubicBezTo>
                    <a:pt x="1609" y="0"/>
                    <a:pt x="1" y="3806"/>
                    <a:pt x="2217" y="6076"/>
                  </a:cubicBezTo>
                  <a:cubicBezTo>
                    <a:pt x="2905" y="6819"/>
                    <a:pt x="3843" y="7192"/>
                    <a:pt x="4778" y="7192"/>
                  </a:cubicBezTo>
                  <a:cubicBezTo>
                    <a:pt x="5687" y="7192"/>
                    <a:pt x="6593" y="6839"/>
                    <a:pt x="7262" y="6130"/>
                  </a:cubicBezTo>
                  <a:cubicBezTo>
                    <a:pt x="9540" y="3906"/>
                    <a:pt x="7994"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50"/>
            <p:cNvSpPr/>
            <p:nvPr/>
          </p:nvSpPr>
          <p:spPr>
            <a:xfrm>
              <a:off x="209825" y="1811850"/>
              <a:ext cx="238525" cy="180325"/>
            </a:xfrm>
            <a:custGeom>
              <a:rect b="b" l="l" r="r" t="t"/>
              <a:pathLst>
                <a:path extrusionOk="0" h="7213" w="9541">
                  <a:moveTo>
                    <a:pt x="4760" y="1"/>
                  </a:moveTo>
                  <a:cubicBezTo>
                    <a:pt x="1609" y="1"/>
                    <a:pt x="1" y="3806"/>
                    <a:pt x="2217" y="6077"/>
                  </a:cubicBezTo>
                  <a:cubicBezTo>
                    <a:pt x="2904" y="6833"/>
                    <a:pt x="3836" y="7213"/>
                    <a:pt x="4767" y="7213"/>
                  </a:cubicBezTo>
                  <a:cubicBezTo>
                    <a:pt x="5673" y="7213"/>
                    <a:pt x="6580" y="6853"/>
                    <a:pt x="7262" y="6131"/>
                  </a:cubicBezTo>
                  <a:cubicBezTo>
                    <a:pt x="9540" y="3907"/>
                    <a:pt x="7994" y="28"/>
                    <a:pt x="4794" y="1"/>
                  </a:cubicBezTo>
                  <a:cubicBezTo>
                    <a:pt x="4783" y="1"/>
                    <a:pt x="4771"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50"/>
            <p:cNvSpPr/>
            <p:nvPr/>
          </p:nvSpPr>
          <p:spPr>
            <a:xfrm>
              <a:off x="857225" y="1181075"/>
              <a:ext cx="201400" cy="181050"/>
            </a:xfrm>
            <a:custGeom>
              <a:rect b="b" l="l" r="r" t="t"/>
              <a:pathLst>
                <a:path extrusionOk="0" h="7242" w="8056">
                  <a:moveTo>
                    <a:pt x="4032" y="1"/>
                  </a:moveTo>
                  <a:cubicBezTo>
                    <a:pt x="3183" y="1"/>
                    <a:pt x="2335" y="327"/>
                    <a:pt x="1628" y="983"/>
                  </a:cubicBezTo>
                  <a:cubicBezTo>
                    <a:pt x="136" y="2394"/>
                    <a:pt x="0" y="4564"/>
                    <a:pt x="1411" y="6056"/>
                  </a:cubicBezTo>
                  <a:cubicBezTo>
                    <a:pt x="2095" y="6840"/>
                    <a:pt x="3057" y="7242"/>
                    <a:pt x="4024" y="7242"/>
                  </a:cubicBezTo>
                  <a:cubicBezTo>
                    <a:pt x="4897" y="7242"/>
                    <a:pt x="5774" y="6914"/>
                    <a:pt x="6456" y="6245"/>
                  </a:cubicBezTo>
                  <a:cubicBezTo>
                    <a:pt x="7975" y="4944"/>
                    <a:pt x="8056" y="2638"/>
                    <a:pt x="6673" y="1200"/>
                  </a:cubicBezTo>
                  <a:cubicBezTo>
                    <a:pt x="5917" y="402"/>
                    <a:pt x="4974" y="1"/>
                    <a:pt x="403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50"/>
            <p:cNvSpPr/>
            <p:nvPr/>
          </p:nvSpPr>
          <p:spPr>
            <a:xfrm>
              <a:off x="1468850" y="551525"/>
              <a:ext cx="238325" cy="180175"/>
            </a:xfrm>
            <a:custGeom>
              <a:rect b="b" l="l" r="r" t="t"/>
              <a:pathLst>
                <a:path extrusionOk="0" h="7207" w="9533">
                  <a:moveTo>
                    <a:pt x="4768" y="1"/>
                  </a:moveTo>
                  <a:cubicBezTo>
                    <a:pt x="3870" y="1"/>
                    <a:pt x="2968" y="347"/>
                    <a:pt x="2279" y="1049"/>
                  </a:cubicBezTo>
                  <a:cubicBezTo>
                    <a:pt x="1" y="3273"/>
                    <a:pt x="1520" y="7152"/>
                    <a:pt x="4720" y="7206"/>
                  </a:cubicBezTo>
                  <a:cubicBezTo>
                    <a:pt x="4743" y="7206"/>
                    <a:pt x="4765" y="7206"/>
                    <a:pt x="4787" y="7206"/>
                  </a:cubicBezTo>
                  <a:cubicBezTo>
                    <a:pt x="7917" y="7206"/>
                    <a:pt x="9533" y="3393"/>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50"/>
            <p:cNvSpPr/>
            <p:nvPr/>
          </p:nvSpPr>
          <p:spPr>
            <a:xfrm>
              <a:off x="3988000" y="1811875"/>
              <a:ext cx="238700" cy="180050"/>
            </a:xfrm>
            <a:custGeom>
              <a:rect b="b" l="l" r="r" t="t"/>
              <a:pathLst>
                <a:path extrusionOk="0" h="7202" w="9548">
                  <a:moveTo>
                    <a:pt x="4801" y="0"/>
                  </a:moveTo>
                  <a:cubicBezTo>
                    <a:pt x="1600" y="0"/>
                    <a:pt x="0" y="3825"/>
                    <a:pt x="2251" y="6103"/>
                  </a:cubicBezTo>
                  <a:cubicBezTo>
                    <a:pt x="2929" y="6835"/>
                    <a:pt x="3852" y="7201"/>
                    <a:pt x="4774" y="7201"/>
                  </a:cubicBezTo>
                  <a:cubicBezTo>
                    <a:pt x="5696" y="7201"/>
                    <a:pt x="6618" y="6835"/>
                    <a:pt x="7296" y="6103"/>
                  </a:cubicBezTo>
                  <a:cubicBezTo>
                    <a:pt x="9548" y="3879"/>
                    <a:pt x="7974"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50"/>
            <p:cNvSpPr/>
            <p:nvPr/>
          </p:nvSpPr>
          <p:spPr>
            <a:xfrm>
              <a:off x="4617650" y="1182575"/>
              <a:ext cx="239000" cy="179750"/>
            </a:xfrm>
            <a:custGeom>
              <a:rect b="b" l="l" r="r" t="t"/>
              <a:pathLst>
                <a:path extrusionOk="0" h="7190" w="9560">
                  <a:moveTo>
                    <a:pt x="4773" y="1"/>
                  </a:moveTo>
                  <a:cubicBezTo>
                    <a:pt x="1643" y="1"/>
                    <a:pt x="1" y="3761"/>
                    <a:pt x="2209" y="6050"/>
                  </a:cubicBezTo>
                  <a:cubicBezTo>
                    <a:pt x="2886" y="6810"/>
                    <a:pt x="3823" y="7189"/>
                    <a:pt x="4763" y="7189"/>
                  </a:cubicBezTo>
                  <a:cubicBezTo>
                    <a:pt x="5668" y="7189"/>
                    <a:pt x="6575" y="6837"/>
                    <a:pt x="7254" y="6131"/>
                  </a:cubicBezTo>
                  <a:cubicBezTo>
                    <a:pt x="9560" y="3934"/>
                    <a:pt x="8014" y="55"/>
                    <a:pt x="4840" y="1"/>
                  </a:cubicBezTo>
                  <a:cubicBezTo>
                    <a:pt x="4818" y="1"/>
                    <a:pt x="479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50"/>
            <p:cNvSpPr/>
            <p:nvPr/>
          </p:nvSpPr>
          <p:spPr>
            <a:xfrm>
              <a:off x="5247400" y="551550"/>
              <a:ext cx="238525" cy="180150"/>
            </a:xfrm>
            <a:custGeom>
              <a:rect b="b" l="l" r="r" t="t"/>
              <a:pathLst>
                <a:path extrusionOk="0" h="7206" w="9541">
                  <a:moveTo>
                    <a:pt x="4742" y="0"/>
                  </a:moveTo>
                  <a:cubicBezTo>
                    <a:pt x="3819" y="0"/>
                    <a:pt x="2898" y="366"/>
                    <a:pt x="2217" y="1102"/>
                  </a:cubicBezTo>
                  <a:cubicBezTo>
                    <a:pt x="1" y="3372"/>
                    <a:pt x="1609" y="7205"/>
                    <a:pt x="4788" y="7205"/>
                  </a:cubicBezTo>
                  <a:cubicBezTo>
                    <a:pt x="4799" y="7205"/>
                    <a:pt x="4810" y="7205"/>
                    <a:pt x="4821" y="7205"/>
                  </a:cubicBezTo>
                  <a:cubicBezTo>
                    <a:pt x="7995" y="7151"/>
                    <a:pt x="9541" y="3299"/>
                    <a:pt x="7262" y="1075"/>
                  </a:cubicBezTo>
                  <a:cubicBezTo>
                    <a:pt x="6574" y="360"/>
                    <a:pt x="5657" y="0"/>
                    <a:pt x="474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50"/>
            <p:cNvSpPr/>
            <p:nvPr/>
          </p:nvSpPr>
          <p:spPr>
            <a:xfrm>
              <a:off x="4617950" y="1811875"/>
              <a:ext cx="238700" cy="180050"/>
            </a:xfrm>
            <a:custGeom>
              <a:rect b="b" l="l" r="r" t="t"/>
              <a:pathLst>
                <a:path extrusionOk="0" h="7202" w="9548">
                  <a:moveTo>
                    <a:pt x="4747" y="0"/>
                  </a:moveTo>
                  <a:cubicBezTo>
                    <a:pt x="1573" y="27"/>
                    <a:pt x="0" y="3879"/>
                    <a:pt x="2251" y="6103"/>
                  </a:cubicBezTo>
                  <a:cubicBezTo>
                    <a:pt x="2943" y="6835"/>
                    <a:pt x="3865" y="7201"/>
                    <a:pt x="4784" y="7201"/>
                  </a:cubicBezTo>
                  <a:cubicBezTo>
                    <a:pt x="5703" y="7201"/>
                    <a:pt x="6618" y="6835"/>
                    <a:pt x="7296" y="6103"/>
                  </a:cubicBezTo>
                  <a:cubicBezTo>
                    <a:pt x="9548" y="3825"/>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50"/>
            <p:cNvSpPr/>
            <p:nvPr/>
          </p:nvSpPr>
          <p:spPr>
            <a:xfrm>
              <a:off x="5265525" y="1181050"/>
              <a:ext cx="202100" cy="181225"/>
            </a:xfrm>
            <a:custGeom>
              <a:rect b="b" l="l" r="r" t="t"/>
              <a:pathLst>
                <a:path extrusionOk="0" h="7249" w="8084">
                  <a:moveTo>
                    <a:pt x="4026" y="0"/>
                  </a:moveTo>
                  <a:cubicBezTo>
                    <a:pt x="3208" y="0"/>
                    <a:pt x="2393" y="309"/>
                    <a:pt x="1709" y="930"/>
                  </a:cubicBezTo>
                  <a:cubicBezTo>
                    <a:pt x="163" y="2314"/>
                    <a:pt x="0" y="4429"/>
                    <a:pt x="1357" y="5975"/>
                  </a:cubicBezTo>
                  <a:cubicBezTo>
                    <a:pt x="2110" y="6817"/>
                    <a:pt x="3087" y="7248"/>
                    <a:pt x="4067" y="7248"/>
                  </a:cubicBezTo>
                  <a:cubicBezTo>
                    <a:pt x="4888" y="7248"/>
                    <a:pt x="5709" y="6946"/>
                    <a:pt x="6402" y="6328"/>
                  </a:cubicBezTo>
                  <a:cubicBezTo>
                    <a:pt x="7893" y="4972"/>
                    <a:pt x="8083" y="2775"/>
                    <a:pt x="6727" y="1283"/>
                  </a:cubicBezTo>
                  <a:cubicBezTo>
                    <a:pt x="5963" y="431"/>
                    <a:pt x="4992"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50"/>
            <p:cNvSpPr/>
            <p:nvPr/>
          </p:nvSpPr>
          <p:spPr>
            <a:xfrm>
              <a:off x="5896150" y="551300"/>
              <a:ext cx="200750" cy="180975"/>
            </a:xfrm>
            <a:custGeom>
              <a:rect b="b" l="l" r="r" t="t"/>
              <a:pathLst>
                <a:path extrusionOk="0" h="7239" w="8030">
                  <a:moveTo>
                    <a:pt x="4008" y="1"/>
                  </a:moveTo>
                  <a:cubicBezTo>
                    <a:pt x="3158" y="1"/>
                    <a:pt x="2309" y="334"/>
                    <a:pt x="1601" y="1004"/>
                  </a:cubicBezTo>
                  <a:cubicBezTo>
                    <a:pt x="82" y="2414"/>
                    <a:pt x="1" y="4557"/>
                    <a:pt x="1384" y="6049"/>
                  </a:cubicBezTo>
                  <a:cubicBezTo>
                    <a:pt x="2129" y="6837"/>
                    <a:pt x="3086" y="7239"/>
                    <a:pt x="4043" y="7239"/>
                  </a:cubicBezTo>
                  <a:cubicBezTo>
                    <a:pt x="4898" y="7239"/>
                    <a:pt x="5752" y="6918"/>
                    <a:pt x="6456" y="6266"/>
                  </a:cubicBezTo>
                  <a:cubicBezTo>
                    <a:pt x="7948" y="4937"/>
                    <a:pt x="8029"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50"/>
            <p:cNvSpPr/>
            <p:nvPr/>
          </p:nvSpPr>
          <p:spPr>
            <a:xfrm>
              <a:off x="5247225" y="1811875"/>
              <a:ext cx="238700" cy="180550"/>
            </a:xfrm>
            <a:custGeom>
              <a:rect b="b" l="l" r="r" t="t"/>
              <a:pathLst>
                <a:path extrusionOk="0" h="7222" w="9548">
                  <a:moveTo>
                    <a:pt x="4774" y="0"/>
                  </a:moveTo>
                  <a:cubicBezTo>
                    <a:pt x="1600" y="0"/>
                    <a:pt x="0" y="3852"/>
                    <a:pt x="2251" y="6103"/>
                  </a:cubicBezTo>
                  <a:cubicBezTo>
                    <a:pt x="2929" y="6849"/>
                    <a:pt x="3852" y="7222"/>
                    <a:pt x="4774" y="7222"/>
                  </a:cubicBezTo>
                  <a:cubicBezTo>
                    <a:pt x="5696" y="7222"/>
                    <a:pt x="6618" y="6849"/>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50"/>
            <p:cNvSpPr/>
            <p:nvPr/>
          </p:nvSpPr>
          <p:spPr>
            <a:xfrm>
              <a:off x="5877750" y="1181150"/>
              <a:ext cx="238125" cy="179850"/>
            </a:xfrm>
            <a:custGeom>
              <a:rect b="b" l="l" r="r" t="t"/>
              <a:pathLst>
                <a:path extrusionOk="0" h="7194" w="9525">
                  <a:moveTo>
                    <a:pt x="4741" y="0"/>
                  </a:moveTo>
                  <a:cubicBezTo>
                    <a:pt x="3797" y="0"/>
                    <a:pt x="2854" y="380"/>
                    <a:pt x="2174" y="1143"/>
                  </a:cubicBezTo>
                  <a:cubicBezTo>
                    <a:pt x="0" y="3425"/>
                    <a:pt x="1597" y="7193"/>
                    <a:pt x="4732" y="7193"/>
                  </a:cubicBezTo>
                  <a:cubicBezTo>
                    <a:pt x="4765" y="7193"/>
                    <a:pt x="4799" y="7193"/>
                    <a:pt x="4832" y="7192"/>
                  </a:cubicBezTo>
                  <a:cubicBezTo>
                    <a:pt x="8006" y="7138"/>
                    <a:pt x="9525" y="3259"/>
                    <a:pt x="7219" y="1035"/>
                  </a:cubicBezTo>
                  <a:cubicBezTo>
                    <a:pt x="6544" y="346"/>
                    <a:pt x="5642" y="0"/>
                    <a:pt x="474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50"/>
            <p:cNvSpPr/>
            <p:nvPr/>
          </p:nvSpPr>
          <p:spPr>
            <a:xfrm>
              <a:off x="6506450" y="551525"/>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6"/>
                    <a:pt x="4765" y="7206"/>
                    <a:pt x="4787" y="7206"/>
                  </a:cubicBezTo>
                  <a:cubicBezTo>
                    <a:pt x="7943" y="7206"/>
                    <a:pt x="9559" y="3420"/>
                    <a:pt x="7351" y="1130"/>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50"/>
            <p:cNvSpPr/>
            <p:nvPr/>
          </p:nvSpPr>
          <p:spPr>
            <a:xfrm>
              <a:off x="5896150" y="1810525"/>
              <a:ext cx="201425" cy="181225"/>
            </a:xfrm>
            <a:custGeom>
              <a:rect b="b" l="l" r="r" t="t"/>
              <a:pathLst>
                <a:path extrusionOk="0" h="7249" w="8057">
                  <a:moveTo>
                    <a:pt x="4008" y="0"/>
                  </a:moveTo>
                  <a:cubicBezTo>
                    <a:pt x="3158" y="0"/>
                    <a:pt x="2309" y="334"/>
                    <a:pt x="1601" y="1003"/>
                  </a:cubicBezTo>
                  <a:cubicBezTo>
                    <a:pt x="109" y="2414"/>
                    <a:pt x="1" y="4584"/>
                    <a:pt x="1384" y="6048"/>
                  </a:cubicBezTo>
                  <a:cubicBezTo>
                    <a:pt x="2083" y="6847"/>
                    <a:pt x="3051" y="7248"/>
                    <a:pt x="4022" y="7248"/>
                  </a:cubicBezTo>
                  <a:cubicBezTo>
                    <a:pt x="4897" y="7248"/>
                    <a:pt x="5774" y="6922"/>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50"/>
            <p:cNvSpPr/>
            <p:nvPr/>
          </p:nvSpPr>
          <p:spPr>
            <a:xfrm>
              <a:off x="6507125" y="1180950"/>
              <a:ext cx="238125" cy="180725"/>
            </a:xfrm>
            <a:custGeom>
              <a:rect b="b" l="l" r="r" t="t"/>
              <a:pathLst>
                <a:path extrusionOk="0" h="7229" w="9525">
                  <a:moveTo>
                    <a:pt x="4753" y="1"/>
                  </a:moveTo>
                  <a:cubicBezTo>
                    <a:pt x="3889" y="1"/>
                    <a:pt x="3028" y="347"/>
                    <a:pt x="2306" y="1043"/>
                  </a:cubicBezTo>
                  <a:cubicBezTo>
                    <a:pt x="0" y="3240"/>
                    <a:pt x="1492" y="7146"/>
                    <a:pt x="4666" y="7227"/>
                  </a:cubicBezTo>
                  <a:cubicBezTo>
                    <a:pt x="4699" y="7228"/>
                    <a:pt x="4732" y="7228"/>
                    <a:pt x="4765" y="7228"/>
                  </a:cubicBezTo>
                  <a:cubicBezTo>
                    <a:pt x="7874" y="7228"/>
                    <a:pt x="9525" y="3460"/>
                    <a:pt x="7351" y="1178"/>
                  </a:cubicBezTo>
                  <a:cubicBezTo>
                    <a:pt x="6595" y="394"/>
                    <a:pt x="5673" y="1"/>
                    <a:pt x="475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50"/>
            <p:cNvSpPr/>
            <p:nvPr/>
          </p:nvSpPr>
          <p:spPr>
            <a:xfrm>
              <a:off x="6506825" y="1811100"/>
              <a:ext cx="239000" cy="179825"/>
            </a:xfrm>
            <a:custGeom>
              <a:rect b="b" l="l" r="r" t="t"/>
              <a:pathLst>
                <a:path extrusionOk="0" h="7193" w="9560">
                  <a:moveTo>
                    <a:pt x="4786" y="0"/>
                  </a:moveTo>
                  <a:cubicBezTo>
                    <a:pt x="3846" y="0"/>
                    <a:pt x="2903" y="380"/>
                    <a:pt x="2209" y="1143"/>
                  </a:cubicBezTo>
                  <a:cubicBezTo>
                    <a:pt x="1" y="3406"/>
                    <a:pt x="1617" y="7192"/>
                    <a:pt x="4773" y="7192"/>
                  </a:cubicBezTo>
                  <a:cubicBezTo>
                    <a:pt x="4795" y="7192"/>
                    <a:pt x="4818" y="7192"/>
                    <a:pt x="4840" y="7192"/>
                  </a:cubicBezTo>
                  <a:cubicBezTo>
                    <a:pt x="8014"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50"/>
            <p:cNvSpPr/>
            <p:nvPr/>
          </p:nvSpPr>
          <p:spPr>
            <a:xfrm>
              <a:off x="3988175" y="552650"/>
              <a:ext cx="238525" cy="179800"/>
            </a:xfrm>
            <a:custGeom>
              <a:rect b="b" l="l" r="r" t="t"/>
              <a:pathLst>
                <a:path extrusionOk="0" h="7192" w="9541">
                  <a:moveTo>
                    <a:pt x="4787" y="0"/>
                  </a:moveTo>
                  <a:cubicBezTo>
                    <a:pt x="1609" y="0"/>
                    <a:pt x="1" y="3806"/>
                    <a:pt x="2217" y="6076"/>
                  </a:cubicBezTo>
                  <a:cubicBezTo>
                    <a:pt x="2905" y="6819"/>
                    <a:pt x="3836" y="7192"/>
                    <a:pt x="4768" y="7192"/>
                  </a:cubicBezTo>
                  <a:cubicBezTo>
                    <a:pt x="5674" y="7192"/>
                    <a:pt x="6580" y="6839"/>
                    <a:pt x="7262" y="6130"/>
                  </a:cubicBezTo>
                  <a:cubicBezTo>
                    <a:pt x="9541" y="3906"/>
                    <a:pt x="7995"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50"/>
            <p:cNvSpPr/>
            <p:nvPr/>
          </p:nvSpPr>
          <p:spPr>
            <a:xfrm>
              <a:off x="4006975" y="1181075"/>
              <a:ext cx="201425" cy="181050"/>
            </a:xfrm>
            <a:custGeom>
              <a:rect b="b" l="l" r="r" t="t"/>
              <a:pathLst>
                <a:path extrusionOk="0" h="7242" w="8057">
                  <a:moveTo>
                    <a:pt x="4006" y="1"/>
                  </a:moveTo>
                  <a:cubicBezTo>
                    <a:pt x="3156" y="1"/>
                    <a:pt x="2308" y="327"/>
                    <a:pt x="1601" y="983"/>
                  </a:cubicBezTo>
                  <a:cubicBezTo>
                    <a:pt x="109" y="2394"/>
                    <a:pt x="0" y="4564"/>
                    <a:pt x="1384" y="6056"/>
                  </a:cubicBezTo>
                  <a:cubicBezTo>
                    <a:pt x="2082" y="6840"/>
                    <a:pt x="3051" y="7242"/>
                    <a:pt x="4021" y="7242"/>
                  </a:cubicBezTo>
                  <a:cubicBezTo>
                    <a:pt x="4897" y="7242"/>
                    <a:pt x="5774" y="6914"/>
                    <a:pt x="6456" y="6245"/>
                  </a:cubicBezTo>
                  <a:cubicBezTo>
                    <a:pt x="7948" y="4944"/>
                    <a:pt x="8056" y="2638"/>
                    <a:pt x="6646" y="1200"/>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50"/>
            <p:cNvSpPr/>
            <p:nvPr/>
          </p:nvSpPr>
          <p:spPr>
            <a:xfrm>
              <a:off x="4617950" y="551525"/>
              <a:ext cx="238325" cy="180175"/>
            </a:xfrm>
            <a:custGeom>
              <a:rect b="b" l="l" r="r" t="t"/>
              <a:pathLst>
                <a:path extrusionOk="0" h="7207" w="9533">
                  <a:moveTo>
                    <a:pt x="4747" y="1"/>
                  </a:moveTo>
                  <a:cubicBezTo>
                    <a:pt x="3849" y="1"/>
                    <a:pt x="2954" y="347"/>
                    <a:pt x="2279" y="1049"/>
                  </a:cubicBezTo>
                  <a:cubicBezTo>
                    <a:pt x="0" y="3273"/>
                    <a:pt x="1519" y="7152"/>
                    <a:pt x="4693" y="7206"/>
                  </a:cubicBezTo>
                  <a:cubicBezTo>
                    <a:pt x="4715" y="7206"/>
                    <a:pt x="4737" y="7206"/>
                    <a:pt x="4759" y="7206"/>
                  </a:cubicBezTo>
                  <a:cubicBezTo>
                    <a:pt x="7916" y="7206"/>
                    <a:pt x="9532" y="3393"/>
                    <a:pt x="7324" y="1130"/>
                  </a:cubicBezTo>
                  <a:cubicBezTo>
                    <a:pt x="6630" y="381"/>
                    <a:pt x="5687" y="1"/>
                    <a:pt x="474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50"/>
            <p:cNvSpPr/>
            <p:nvPr/>
          </p:nvSpPr>
          <p:spPr>
            <a:xfrm>
              <a:off x="2098125" y="3073125"/>
              <a:ext cx="238525" cy="179725"/>
            </a:xfrm>
            <a:custGeom>
              <a:rect b="b" l="l" r="r" t="t"/>
              <a:pathLst>
                <a:path extrusionOk="0" h="7189" w="9541">
                  <a:moveTo>
                    <a:pt x="4759" y="0"/>
                  </a:moveTo>
                  <a:cubicBezTo>
                    <a:pt x="3849" y="0"/>
                    <a:pt x="2937" y="360"/>
                    <a:pt x="2252" y="1085"/>
                  </a:cubicBezTo>
                  <a:cubicBezTo>
                    <a:pt x="1" y="3337"/>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50"/>
            <p:cNvSpPr/>
            <p:nvPr/>
          </p:nvSpPr>
          <p:spPr>
            <a:xfrm>
              <a:off x="2728075" y="2443400"/>
              <a:ext cx="238150" cy="180200"/>
            </a:xfrm>
            <a:custGeom>
              <a:rect b="b" l="l" r="r" t="t"/>
              <a:pathLst>
                <a:path extrusionOk="0" h="7208" w="9526">
                  <a:moveTo>
                    <a:pt x="4761" y="0"/>
                  </a:moveTo>
                  <a:cubicBezTo>
                    <a:pt x="3895" y="0"/>
                    <a:pt x="3028" y="340"/>
                    <a:pt x="2306" y="1022"/>
                  </a:cubicBezTo>
                  <a:cubicBezTo>
                    <a:pt x="1" y="3219"/>
                    <a:pt x="1493" y="7125"/>
                    <a:pt x="4693" y="7206"/>
                  </a:cubicBezTo>
                  <a:cubicBezTo>
                    <a:pt x="4727" y="7207"/>
                    <a:pt x="4760" y="7208"/>
                    <a:pt x="4793" y="7208"/>
                  </a:cubicBezTo>
                  <a:cubicBezTo>
                    <a:pt x="7902" y="7208"/>
                    <a:pt x="9525" y="3439"/>
                    <a:pt x="7351" y="1158"/>
                  </a:cubicBezTo>
                  <a:cubicBezTo>
                    <a:pt x="6609" y="387"/>
                    <a:pt x="5686"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50"/>
            <p:cNvSpPr/>
            <p:nvPr/>
          </p:nvSpPr>
          <p:spPr>
            <a:xfrm>
              <a:off x="839100" y="4963650"/>
              <a:ext cx="238525" cy="179975"/>
            </a:xfrm>
            <a:custGeom>
              <a:rect b="b" l="l" r="r" t="t"/>
              <a:pathLst>
                <a:path extrusionOk="0" h="7199" w="9541">
                  <a:moveTo>
                    <a:pt x="4760" y="0"/>
                  </a:moveTo>
                  <a:cubicBezTo>
                    <a:pt x="1582" y="0"/>
                    <a:pt x="1" y="3833"/>
                    <a:pt x="2244" y="6076"/>
                  </a:cubicBezTo>
                  <a:cubicBezTo>
                    <a:pt x="2925" y="6826"/>
                    <a:pt x="3853" y="7198"/>
                    <a:pt x="4779" y="7198"/>
                  </a:cubicBezTo>
                  <a:cubicBezTo>
                    <a:pt x="5697" y="7198"/>
                    <a:pt x="6614" y="6832"/>
                    <a:pt x="7289" y="6103"/>
                  </a:cubicBezTo>
                  <a:cubicBezTo>
                    <a:pt x="9540" y="3852"/>
                    <a:pt x="7967" y="0"/>
                    <a:pt x="4794"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50"/>
            <p:cNvSpPr/>
            <p:nvPr/>
          </p:nvSpPr>
          <p:spPr>
            <a:xfrm>
              <a:off x="1469250" y="4333675"/>
              <a:ext cx="238325" cy="180100"/>
            </a:xfrm>
            <a:custGeom>
              <a:rect b="b" l="l" r="r" t="t"/>
              <a:pathLst>
                <a:path extrusionOk="0" h="7204" w="9533">
                  <a:moveTo>
                    <a:pt x="4746" y="1"/>
                  </a:moveTo>
                  <a:cubicBezTo>
                    <a:pt x="1616" y="1"/>
                    <a:pt x="0" y="3788"/>
                    <a:pt x="2182" y="6050"/>
                  </a:cubicBezTo>
                  <a:cubicBezTo>
                    <a:pt x="2865" y="6817"/>
                    <a:pt x="3813" y="7204"/>
                    <a:pt x="4765" y="7204"/>
                  </a:cubicBezTo>
                  <a:cubicBezTo>
                    <a:pt x="5665" y="7204"/>
                    <a:pt x="6568" y="6857"/>
                    <a:pt x="7254" y="6159"/>
                  </a:cubicBezTo>
                  <a:cubicBezTo>
                    <a:pt x="9532" y="3934"/>
                    <a:pt x="8013" y="56"/>
                    <a:pt x="4813" y="1"/>
                  </a:cubicBezTo>
                  <a:cubicBezTo>
                    <a:pt x="4791"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50"/>
            <p:cNvSpPr/>
            <p:nvPr/>
          </p:nvSpPr>
          <p:spPr>
            <a:xfrm>
              <a:off x="2098325" y="3702975"/>
              <a:ext cx="239200" cy="179825"/>
            </a:xfrm>
            <a:custGeom>
              <a:rect b="b" l="l" r="r" t="t"/>
              <a:pathLst>
                <a:path extrusionOk="0" h="7193" w="9568">
                  <a:moveTo>
                    <a:pt x="4771" y="1"/>
                  </a:moveTo>
                  <a:cubicBezTo>
                    <a:pt x="3843" y="1"/>
                    <a:pt x="2918" y="374"/>
                    <a:pt x="2244" y="1116"/>
                  </a:cubicBezTo>
                  <a:cubicBezTo>
                    <a:pt x="1" y="3387"/>
                    <a:pt x="1609" y="7192"/>
                    <a:pt x="4787" y="7192"/>
                  </a:cubicBezTo>
                  <a:cubicBezTo>
                    <a:pt x="4798" y="7192"/>
                    <a:pt x="4810" y="7192"/>
                    <a:pt x="4821" y="7192"/>
                  </a:cubicBezTo>
                  <a:cubicBezTo>
                    <a:pt x="7994" y="7165"/>
                    <a:pt x="9568" y="3286"/>
                    <a:pt x="7262" y="1062"/>
                  </a:cubicBezTo>
                  <a:cubicBezTo>
                    <a:pt x="6580" y="353"/>
                    <a:pt x="567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50"/>
            <p:cNvSpPr/>
            <p:nvPr/>
          </p:nvSpPr>
          <p:spPr>
            <a:xfrm>
              <a:off x="2747075" y="3072975"/>
              <a:ext cx="201425" cy="182050"/>
            </a:xfrm>
            <a:custGeom>
              <a:rect b="b" l="l" r="r" t="t"/>
              <a:pathLst>
                <a:path extrusionOk="0" h="7282" w="8057">
                  <a:moveTo>
                    <a:pt x="4005" y="0"/>
                  </a:moveTo>
                  <a:cubicBezTo>
                    <a:pt x="3156" y="0"/>
                    <a:pt x="2308" y="327"/>
                    <a:pt x="1601" y="983"/>
                  </a:cubicBezTo>
                  <a:cubicBezTo>
                    <a:pt x="82" y="2393"/>
                    <a:pt x="0" y="4536"/>
                    <a:pt x="1384" y="6028"/>
                  </a:cubicBezTo>
                  <a:cubicBezTo>
                    <a:pt x="2097" y="6858"/>
                    <a:pt x="3093" y="7282"/>
                    <a:pt x="4092" y="7282"/>
                  </a:cubicBezTo>
                  <a:cubicBezTo>
                    <a:pt x="4954" y="7282"/>
                    <a:pt x="5819" y="6967"/>
                    <a:pt x="6510" y="6326"/>
                  </a:cubicBezTo>
                  <a:cubicBezTo>
                    <a:pt x="8002" y="4970"/>
                    <a:pt x="8056" y="2637"/>
                    <a:pt x="6646" y="1200"/>
                  </a:cubicBezTo>
                  <a:cubicBezTo>
                    <a:pt x="5890" y="401"/>
                    <a:pt x="4947" y="0"/>
                    <a:pt x="400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50"/>
            <p:cNvSpPr/>
            <p:nvPr/>
          </p:nvSpPr>
          <p:spPr>
            <a:xfrm>
              <a:off x="3358025" y="2443400"/>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7"/>
                    <a:pt x="4738" y="7207"/>
                    <a:pt x="4761" y="7207"/>
                  </a:cubicBezTo>
                  <a:cubicBezTo>
                    <a:pt x="7917" y="7207"/>
                    <a:pt x="9533" y="3420"/>
                    <a:pt x="7324" y="1131"/>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50"/>
            <p:cNvSpPr/>
            <p:nvPr/>
          </p:nvSpPr>
          <p:spPr>
            <a:xfrm>
              <a:off x="1468850" y="4962975"/>
              <a:ext cx="238725" cy="180400"/>
            </a:xfrm>
            <a:custGeom>
              <a:rect b="b" l="l" r="r" t="t"/>
              <a:pathLst>
                <a:path extrusionOk="0" h="7216" w="9549">
                  <a:moveTo>
                    <a:pt x="4748" y="0"/>
                  </a:moveTo>
                  <a:cubicBezTo>
                    <a:pt x="1574" y="27"/>
                    <a:pt x="1" y="3879"/>
                    <a:pt x="2252" y="6130"/>
                  </a:cubicBezTo>
                  <a:cubicBezTo>
                    <a:pt x="2937" y="6856"/>
                    <a:pt x="3849" y="7215"/>
                    <a:pt x="4763" y="7215"/>
                  </a:cubicBezTo>
                  <a:cubicBezTo>
                    <a:pt x="5693" y="7215"/>
                    <a:pt x="6626" y="6842"/>
                    <a:pt x="7324" y="6103"/>
                  </a:cubicBezTo>
                  <a:cubicBezTo>
                    <a:pt x="9548" y="3852"/>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50"/>
            <p:cNvSpPr/>
            <p:nvPr/>
          </p:nvSpPr>
          <p:spPr>
            <a:xfrm>
              <a:off x="2116450" y="4332375"/>
              <a:ext cx="202775" cy="181000"/>
            </a:xfrm>
            <a:custGeom>
              <a:rect b="b" l="l" r="r" t="t"/>
              <a:pathLst>
                <a:path extrusionOk="0" h="7240" w="8111">
                  <a:moveTo>
                    <a:pt x="4023" y="1"/>
                  </a:moveTo>
                  <a:cubicBezTo>
                    <a:pt x="3204" y="1"/>
                    <a:pt x="2389" y="303"/>
                    <a:pt x="1709" y="921"/>
                  </a:cubicBezTo>
                  <a:cubicBezTo>
                    <a:pt x="163" y="2305"/>
                    <a:pt x="0" y="4448"/>
                    <a:pt x="1356" y="5966"/>
                  </a:cubicBezTo>
                  <a:cubicBezTo>
                    <a:pt x="2109" y="6808"/>
                    <a:pt x="3087" y="7240"/>
                    <a:pt x="4067" y="7240"/>
                  </a:cubicBezTo>
                  <a:cubicBezTo>
                    <a:pt x="4887" y="7240"/>
                    <a:pt x="5709" y="6937"/>
                    <a:pt x="6401" y="6319"/>
                  </a:cubicBezTo>
                  <a:cubicBezTo>
                    <a:pt x="7920" y="4990"/>
                    <a:pt x="8110" y="2793"/>
                    <a:pt x="6754" y="1274"/>
                  </a:cubicBezTo>
                  <a:cubicBezTo>
                    <a:pt x="5986"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50"/>
            <p:cNvSpPr/>
            <p:nvPr/>
          </p:nvSpPr>
          <p:spPr>
            <a:xfrm>
              <a:off x="2747075" y="3702650"/>
              <a:ext cx="201425" cy="180725"/>
            </a:xfrm>
            <a:custGeom>
              <a:rect b="b" l="l" r="r" t="t"/>
              <a:pathLst>
                <a:path extrusionOk="0" h="7229" w="8057">
                  <a:moveTo>
                    <a:pt x="3994" y="0"/>
                  </a:moveTo>
                  <a:cubicBezTo>
                    <a:pt x="3149" y="0"/>
                    <a:pt x="2305" y="328"/>
                    <a:pt x="1601" y="994"/>
                  </a:cubicBezTo>
                  <a:cubicBezTo>
                    <a:pt x="82" y="2431"/>
                    <a:pt x="0" y="4547"/>
                    <a:pt x="1384" y="6039"/>
                  </a:cubicBezTo>
                  <a:cubicBezTo>
                    <a:pt x="2129" y="6827"/>
                    <a:pt x="3086" y="7229"/>
                    <a:pt x="4043" y="7229"/>
                  </a:cubicBezTo>
                  <a:cubicBezTo>
                    <a:pt x="4897" y="7229"/>
                    <a:pt x="5752" y="6908"/>
                    <a:pt x="6456" y="6256"/>
                  </a:cubicBezTo>
                  <a:cubicBezTo>
                    <a:pt x="7948" y="4954"/>
                    <a:pt x="8056" y="2621"/>
                    <a:pt x="6646" y="1211"/>
                  </a:cubicBezTo>
                  <a:cubicBezTo>
                    <a:pt x="5887" y="409"/>
                    <a:pt x="4939" y="0"/>
                    <a:pt x="39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50"/>
            <p:cNvSpPr/>
            <p:nvPr/>
          </p:nvSpPr>
          <p:spPr>
            <a:xfrm>
              <a:off x="3357750" y="3073100"/>
              <a:ext cx="239000" cy="179750"/>
            </a:xfrm>
            <a:custGeom>
              <a:rect b="b" l="l" r="r" t="t"/>
              <a:pathLst>
                <a:path extrusionOk="0" h="7190" w="9560">
                  <a:moveTo>
                    <a:pt x="4772" y="1"/>
                  </a:moveTo>
                  <a:cubicBezTo>
                    <a:pt x="3836" y="1"/>
                    <a:pt x="2900" y="381"/>
                    <a:pt x="2209" y="1141"/>
                  </a:cubicBezTo>
                  <a:cubicBezTo>
                    <a:pt x="0" y="3403"/>
                    <a:pt x="1616" y="7190"/>
                    <a:pt x="4773" y="7190"/>
                  </a:cubicBezTo>
                  <a:cubicBezTo>
                    <a:pt x="4795" y="7190"/>
                    <a:pt x="4818" y="7190"/>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50"/>
            <p:cNvSpPr/>
            <p:nvPr/>
          </p:nvSpPr>
          <p:spPr>
            <a:xfrm>
              <a:off x="2098125" y="4963650"/>
              <a:ext cx="238725" cy="180050"/>
            </a:xfrm>
            <a:custGeom>
              <a:rect b="b" l="l" r="r" t="t"/>
              <a:pathLst>
                <a:path extrusionOk="0" h="7202" w="9549">
                  <a:moveTo>
                    <a:pt x="4775" y="0"/>
                  </a:moveTo>
                  <a:cubicBezTo>
                    <a:pt x="1601" y="0"/>
                    <a:pt x="1" y="3852"/>
                    <a:pt x="2252" y="6103"/>
                  </a:cubicBezTo>
                  <a:cubicBezTo>
                    <a:pt x="2930" y="6836"/>
                    <a:pt x="3852" y="7202"/>
                    <a:pt x="4775" y="7202"/>
                  </a:cubicBezTo>
                  <a:cubicBezTo>
                    <a:pt x="5697" y="7202"/>
                    <a:pt x="6619" y="6836"/>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50"/>
            <p:cNvSpPr/>
            <p:nvPr/>
          </p:nvSpPr>
          <p:spPr>
            <a:xfrm>
              <a:off x="2728475" y="4332575"/>
              <a:ext cx="238325" cy="180175"/>
            </a:xfrm>
            <a:custGeom>
              <a:rect b="b" l="l" r="r" t="t"/>
              <a:pathLst>
                <a:path extrusionOk="0" h="7207" w="9533">
                  <a:moveTo>
                    <a:pt x="4749" y="1"/>
                  </a:moveTo>
                  <a:cubicBezTo>
                    <a:pt x="3805" y="1"/>
                    <a:pt x="2862" y="381"/>
                    <a:pt x="2182" y="1130"/>
                  </a:cubicBezTo>
                  <a:cubicBezTo>
                    <a:pt x="0" y="3420"/>
                    <a:pt x="1616" y="7207"/>
                    <a:pt x="4773" y="7207"/>
                  </a:cubicBezTo>
                  <a:cubicBezTo>
                    <a:pt x="4795" y="7207"/>
                    <a:pt x="4818" y="7207"/>
                    <a:pt x="4840" y="7206"/>
                  </a:cubicBezTo>
                  <a:cubicBezTo>
                    <a:pt x="8014" y="7125"/>
                    <a:pt x="9532" y="3246"/>
                    <a:pt x="7227" y="1049"/>
                  </a:cubicBezTo>
                  <a:cubicBezTo>
                    <a:pt x="6551"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50"/>
            <p:cNvSpPr/>
            <p:nvPr/>
          </p:nvSpPr>
          <p:spPr>
            <a:xfrm>
              <a:off x="3358025" y="3702975"/>
              <a:ext cx="238325" cy="179825"/>
            </a:xfrm>
            <a:custGeom>
              <a:rect b="b" l="l" r="r" t="t"/>
              <a:pathLst>
                <a:path extrusionOk="0" h="7193" w="9533">
                  <a:moveTo>
                    <a:pt x="4768" y="0"/>
                  </a:moveTo>
                  <a:cubicBezTo>
                    <a:pt x="3870" y="0"/>
                    <a:pt x="2968" y="346"/>
                    <a:pt x="2279" y="1035"/>
                  </a:cubicBezTo>
                  <a:cubicBezTo>
                    <a:pt x="1" y="3259"/>
                    <a:pt x="1520" y="7138"/>
                    <a:pt x="4693" y="7192"/>
                  </a:cubicBezTo>
                  <a:cubicBezTo>
                    <a:pt x="4716" y="7193"/>
                    <a:pt x="4738" y="7193"/>
                    <a:pt x="4761" y="7193"/>
                  </a:cubicBezTo>
                  <a:cubicBezTo>
                    <a:pt x="7917" y="7193"/>
                    <a:pt x="9533" y="3406"/>
                    <a:pt x="7324" y="1144"/>
                  </a:cubicBezTo>
                  <a:cubicBezTo>
                    <a:pt x="6644" y="380"/>
                    <a:pt x="5709" y="0"/>
                    <a:pt x="476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50"/>
            <p:cNvSpPr/>
            <p:nvPr/>
          </p:nvSpPr>
          <p:spPr>
            <a:xfrm>
              <a:off x="2747075" y="4962125"/>
              <a:ext cx="201425" cy="181050"/>
            </a:xfrm>
            <a:custGeom>
              <a:rect b="b" l="l" r="r" t="t"/>
              <a:pathLst>
                <a:path extrusionOk="0" h="7242" w="8057">
                  <a:moveTo>
                    <a:pt x="4005" y="1"/>
                  </a:moveTo>
                  <a:cubicBezTo>
                    <a:pt x="3156" y="1"/>
                    <a:pt x="2308" y="328"/>
                    <a:pt x="1601" y="984"/>
                  </a:cubicBezTo>
                  <a:cubicBezTo>
                    <a:pt x="109" y="2394"/>
                    <a:pt x="0" y="4564"/>
                    <a:pt x="1384" y="6056"/>
                  </a:cubicBezTo>
                  <a:cubicBezTo>
                    <a:pt x="2082" y="6840"/>
                    <a:pt x="3051" y="7242"/>
                    <a:pt x="4021" y="7242"/>
                  </a:cubicBezTo>
                  <a:cubicBezTo>
                    <a:pt x="4897" y="7242"/>
                    <a:pt x="5774" y="6915"/>
                    <a:pt x="6456" y="6246"/>
                  </a:cubicBezTo>
                  <a:cubicBezTo>
                    <a:pt x="7948" y="4944"/>
                    <a:pt x="8056" y="2638"/>
                    <a:pt x="6646" y="1201"/>
                  </a:cubicBezTo>
                  <a:cubicBezTo>
                    <a:pt x="5890" y="402"/>
                    <a:pt x="4947" y="1"/>
                    <a:pt x="400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50"/>
            <p:cNvSpPr/>
            <p:nvPr/>
          </p:nvSpPr>
          <p:spPr>
            <a:xfrm>
              <a:off x="3358025" y="4332300"/>
              <a:ext cx="238150" cy="180475"/>
            </a:xfrm>
            <a:custGeom>
              <a:rect b="b" l="l" r="r" t="t"/>
              <a:pathLst>
                <a:path extrusionOk="0" h="7219" w="9526">
                  <a:moveTo>
                    <a:pt x="4750" y="1"/>
                  </a:moveTo>
                  <a:cubicBezTo>
                    <a:pt x="3888" y="1"/>
                    <a:pt x="3025" y="341"/>
                    <a:pt x="2306" y="1033"/>
                  </a:cubicBezTo>
                  <a:cubicBezTo>
                    <a:pt x="1" y="3230"/>
                    <a:pt x="1493" y="7136"/>
                    <a:pt x="4666" y="7217"/>
                  </a:cubicBezTo>
                  <a:cubicBezTo>
                    <a:pt x="4700" y="7218"/>
                    <a:pt x="4733" y="7218"/>
                    <a:pt x="4767" y="7218"/>
                  </a:cubicBezTo>
                  <a:cubicBezTo>
                    <a:pt x="7902" y="7218"/>
                    <a:pt x="9525" y="3450"/>
                    <a:pt x="7352" y="1169"/>
                  </a:cubicBezTo>
                  <a:cubicBezTo>
                    <a:pt x="6606" y="395"/>
                    <a:pt x="5678" y="1"/>
                    <a:pt x="475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50"/>
            <p:cNvSpPr/>
            <p:nvPr/>
          </p:nvSpPr>
          <p:spPr>
            <a:xfrm>
              <a:off x="3357750" y="4962275"/>
              <a:ext cx="239000" cy="179750"/>
            </a:xfrm>
            <a:custGeom>
              <a:rect b="b" l="l" r="r" t="t"/>
              <a:pathLst>
                <a:path extrusionOk="0" h="7190" w="9560">
                  <a:moveTo>
                    <a:pt x="4772" y="1"/>
                  </a:moveTo>
                  <a:cubicBezTo>
                    <a:pt x="3836" y="1"/>
                    <a:pt x="2900" y="381"/>
                    <a:pt x="2209" y="1140"/>
                  </a:cubicBezTo>
                  <a:cubicBezTo>
                    <a:pt x="0" y="3403"/>
                    <a:pt x="1616" y="7190"/>
                    <a:pt x="4773" y="7190"/>
                  </a:cubicBezTo>
                  <a:cubicBezTo>
                    <a:pt x="4795" y="7190"/>
                    <a:pt x="4818" y="7189"/>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50"/>
            <p:cNvSpPr/>
            <p:nvPr/>
          </p:nvSpPr>
          <p:spPr>
            <a:xfrm>
              <a:off x="229975" y="2443400"/>
              <a:ext cx="198700" cy="179600"/>
            </a:xfrm>
            <a:custGeom>
              <a:rect b="b" l="l" r="r" t="t"/>
              <a:pathLst>
                <a:path extrusionOk="0" h="7184" w="7948">
                  <a:moveTo>
                    <a:pt x="3927" y="0"/>
                  </a:moveTo>
                  <a:cubicBezTo>
                    <a:pt x="3061" y="0"/>
                    <a:pt x="2201" y="340"/>
                    <a:pt x="1492" y="1022"/>
                  </a:cubicBezTo>
                  <a:cubicBezTo>
                    <a:pt x="55" y="2378"/>
                    <a:pt x="1" y="4657"/>
                    <a:pt x="1357" y="6067"/>
                  </a:cubicBezTo>
                  <a:cubicBezTo>
                    <a:pt x="2058" y="6810"/>
                    <a:pt x="3005" y="7184"/>
                    <a:pt x="3956" y="7184"/>
                  </a:cubicBezTo>
                  <a:cubicBezTo>
                    <a:pt x="4844" y="7184"/>
                    <a:pt x="5735" y="6858"/>
                    <a:pt x="6429" y="6203"/>
                  </a:cubicBezTo>
                  <a:lnTo>
                    <a:pt x="6402" y="6203"/>
                  </a:lnTo>
                  <a:cubicBezTo>
                    <a:pt x="7894" y="4874"/>
                    <a:pt x="7948" y="2541"/>
                    <a:pt x="6537" y="1158"/>
                  </a:cubicBezTo>
                  <a:cubicBezTo>
                    <a:pt x="5781" y="387"/>
                    <a:pt x="4851" y="0"/>
                    <a:pt x="392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50"/>
            <p:cNvSpPr/>
            <p:nvPr/>
          </p:nvSpPr>
          <p:spPr>
            <a:xfrm>
              <a:off x="209625" y="3073800"/>
              <a:ext cx="238725" cy="180050"/>
            </a:xfrm>
            <a:custGeom>
              <a:rect b="b" l="l" r="r" t="t"/>
              <a:pathLst>
                <a:path extrusionOk="0" h="7202" w="9549">
                  <a:moveTo>
                    <a:pt x="4775" y="0"/>
                  </a:moveTo>
                  <a:cubicBezTo>
                    <a:pt x="1574" y="0"/>
                    <a:pt x="1" y="3852"/>
                    <a:pt x="2252" y="6103"/>
                  </a:cubicBezTo>
                  <a:cubicBezTo>
                    <a:pt x="2930" y="6836"/>
                    <a:pt x="3852" y="7202"/>
                    <a:pt x="4775" y="7202"/>
                  </a:cubicBezTo>
                  <a:cubicBezTo>
                    <a:pt x="5697" y="7202"/>
                    <a:pt x="6619" y="6836"/>
                    <a:pt x="7297" y="6103"/>
                  </a:cubicBezTo>
                  <a:cubicBezTo>
                    <a:pt x="9548" y="3852"/>
                    <a:pt x="7948"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50"/>
            <p:cNvSpPr/>
            <p:nvPr/>
          </p:nvSpPr>
          <p:spPr>
            <a:xfrm>
              <a:off x="857225" y="2443200"/>
              <a:ext cx="202100" cy="180775"/>
            </a:xfrm>
            <a:custGeom>
              <a:rect b="b" l="l" r="r" t="t"/>
              <a:pathLst>
                <a:path extrusionOk="0" h="7231" w="8084">
                  <a:moveTo>
                    <a:pt x="4034" y="1"/>
                  </a:moveTo>
                  <a:cubicBezTo>
                    <a:pt x="3217" y="1"/>
                    <a:pt x="2401" y="304"/>
                    <a:pt x="1709" y="922"/>
                  </a:cubicBezTo>
                  <a:cubicBezTo>
                    <a:pt x="190" y="2278"/>
                    <a:pt x="0" y="4448"/>
                    <a:pt x="1356" y="5967"/>
                  </a:cubicBezTo>
                  <a:cubicBezTo>
                    <a:pt x="2083" y="6797"/>
                    <a:pt x="3070" y="7231"/>
                    <a:pt x="4063" y="7231"/>
                  </a:cubicBezTo>
                  <a:cubicBezTo>
                    <a:pt x="4886" y="7231"/>
                    <a:pt x="5713" y="6934"/>
                    <a:pt x="6401" y="6319"/>
                  </a:cubicBezTo>
                  <a:cubicBezTo>
                    <a:pt x="7893" y="4990"/>
                    <a:pt x="8083" y="2766"/>
                    <a:pt x="6754" y="1274"/>
                  </a:cubicBezTo>
                  <a:cubicBezTo>
                    <a:pt x="5986" y="433"/>
                    <a:pt x="5010" y="1"/>
                    <a:pt x="403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50"/>
            <p:cNvSpPr/>
            <p:nvPr/>
          </p:nvSpPr>
          <p:spPr>
            <a:xfrm>
              <a:off x="209625" y="3703725"/>
              <a:ext cx="238325" cy="180100"/>
            </a:xfrm>
            <a:custGeom>
              <a:rect b="b" l="l" r="r" t="t"/>
              <a:pathLst>
                <a:path extrusionOk="0" h="7204" w="9533">
                  <a:moveTo>
                    <a:pt x="4760" y="1"/>
                  </a:moveTo>
                  <a:cubicBezTo>
                    <a:pt x="4738" y="1"/>
                    <a:pt x="4716" y="1"/>
                    <a:pt x="4693" y="1"/>
                  </a:cubicBezTo>
                  <a:cubicBezTo>
                    <a:pt x="1520" y="56"/>
                    <a:pt x="1" y="3934"/>
                    <a:pt x="2279" y="6159"/>
                  </a:cubicBezTo>
                  <a:cubicBezTo>
                    <a:pt x="2952" y="6857"/>
                    <a:pt x="3848" y="7204"/>
                    <a:pt x="4745" y="7204"/>
                  </a:cubicBezTo>
                  <a:cubicBezTo>
                    <a:pt x="5693" y="7204"/>
                    <a:pt x="6641" y="6817"/>
                    <a:pt x="7324" y="6050"/>
                  </a:cubicBezTo>
                  <a:cubicBezTo>
                    <a:pt x="9533" y="3788"/>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50"/>
            <p:cNvSpPr/>
            <p:nvPr/>
          </p:nvSpPr>
          <p:spPr>
            <a:xfrm>
              <a:off x="838900" y="3073100"/>
              <a:ext cx="238150" cy="179775"/>
            </a:xfrm>
            <a:custGeom>
              <a:rect b="b" l="l" r="r" t="t"/>
              <a:pathLst>
                <a:path extrusionOk="0" h="7191" w="9526">
                  <a:moveTo>
                    <a:pt x="4788" y="1"/>
                  </a:moveTo>
                  <a:cubicBezTo>
                    <a:pt x="3886" y="1"/>
                    <a:pt x="2985" y="354"/>
                    <a:pt x="2306" y="1059"/>
                  </a:cubicBezTo>
                  <a:cubicBezTo>
                    <a:pt x="1" y="3256"/>
                    <a:pt x="1520" y="7135"/>
                    <a:pt x="4693" y="7189"/>
                  </a:cubicBezTo>
                  <a:cubicBezTo>
                    <a:pt x="4727" y="7190"/>
                    <a:pt x="4760" y="7190"/>
                    <a:pt x="4793" y="7190"/>
                  </a:cubicBezTo>
                  <a:cubicBezTo>
                    <a:pt x="7928" y="7190"/>
                    <a:pt x="9525" y="3395"/>
                    <a:pt x="7351" y="1141"/>
                  </a:cubicBezTo>
                  <a:cubicBezTo>
                    <a:pt x="6661" y="381"/>
                    <a:pt x="5724" y="1"/>
                    <a:pt x="478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50"/>
            <p:cNvSpPr/>
            <p:nvPr/>
          </p:nvSpPr>
          <p:spPr>
            <a:xfrm>
              <a:off x="1468175" y="2443250"/>
              <a:ext cx="239200" cy="180325"/>
            </a:xfrm>
            <a:custGeom>
              <a:rect b="b" l="l" r="r" t="t"/>
              <a:pathLst>
                <a:path extrusionOk="0" h="7213" w="9568">
                  <a:moveTo>
                    <a:pt x="4787" y="1"/>
                  </a:moveTo>
                  <a:cubicBezTo>
                    <a:pt x="3881" y="1"/>
                    <a:pt x="2975" y="360"/>
                    <a:pt x="2306" y="1082"/>
                  </a:cubicBezTo>
                  <a:cubicBezTo>
                    <a:pt x="1" y="3306"/>
                    <a:pt x="1574" y="7185"/>
                    <a:pt x="4747" y="7212"/>
                  </a:cubicBezTo>
                  <a:cubicBezTo>
                    <a:pt x="4759" y="7212"/>
                    <a:pt x="4770" y="7212"/>
                    <a:pt x="4781" y="7212"/>
                  </a:cubicBezTo>
                  <a:cubicBezTo>
                    <a:pt x="7959" y="7212"/>
                    <a:pt x="9567" y="3407"/>
                    <a:pt x="7324" y="1137"/>
                  </a:cubicBezTo>
                  <a:cubicBezTo>
                    <a:pt x="6650" y="380"/>
                    <a:pt x="5719"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50"/>
            <p:cNvSpPr/>
            <p:nvPr/>
          </p:nvSpPr>
          <p:spPr>
            <a:xfrm>
              <a:off x="209825" y="4333700"/>
              <a:ext cx="238525" cy="179800"/>
            </a:xfrm>
            <a:custGeom>
              <a:rect b="b" l="l" r="r" t="t"/>
              <a:pathLst>
                <a:path extrusionOk="0" h="7192" w="9541">
                  <a:moveTo>
                    <a:pt x="4760" y="0"/>
                  </a:moveTo>
                  <a:cubicBezTo>
                    <a:pt x="1609" y="0"/>
                    <a:pt x="1" y="3806"/>
                    <a:pt x="2217" y="6076"/>
                  </a:cubicBezTo>
                  <a:cubicBezTo>
                    <a:pt x="2905" y="6819"/>
                    <a:pt x="3836" y="7192"/>
                    <a:pt x="4768" y="7192"/>
                  </a:cubicBezTo>
                  <a:cubicBezTo>
                    <a:pt x="5674" y="7192"/>
                    <a:pt x="6580" y="6839"/>
                    <a:pt x="7262" y="6130"/>
                  </a:cubicBezTo>
                  <a:cubicBezTo>
                    <a:pt x="9540" y="3906"/>
                    <a:pt x="7994" y="28"/>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50"/>
            <p:cNvSpPr/>
            <p:nvPr/>
          </p:nvSpPr>
          <p:spPr>
            <a:xfrm>
              <a:off x="839100" y="3703750"/>
              <a:ext cx="238525" cy="180325"/>
            </a:xfrm>
            <a:custGeom>
              <a:rect b="b" l="l" r="r" t="t"/>
              <a:pathLst>
                <a:path extrusionOk="0" h="7213" w="9541">
                  <a:moveTo>
                    <a:pt x="4787" y="0"/>
                  </a:moveTo>
                  <a:cubicBezTo>
                    <a:pt x="1609" y="0"/>
                    <a:pt x="1" y="3806"/>
                    <a:pt x="2217" y="6076"/>
                  </a:cubicBezTo>
                  <a:cubicBezTo>
                    <a:pt x="2904" y="6832"/>
                    <a:pt x="3843" y="7212"/>
                    <a:pt x="4778" y="7212"/>
                  </a:cubicBezTo>
                  <a:cubicBezTo>
                    <a:pt x="5687" y="7212"/>
                    <a:pt x="6593" y="6853"/>
                    <a:pt x="7262" y="6130"/>
                  </a:cubicBezTo>
                  <a:cubicBezTo>
                    <a:pt x="9540" y="3906"/>
                    <a:pt x="7994"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50"/>
            <p:cNvSpPr/>
            <p:nvPr/>
          </p:nvSpPr>
          <p:spPr>
            <a:xfrm>
              <a:off x="1487175" y="3072975"/>
              <a:ext cx="200725" cy="180925"/>
            </a:xfrm>
            <a:custGeom>
              <a:rect b="b" l="l" r="r" t="t"/>
              <a:pathLst>
                <a:path extrusionOk="0" h="7237" w="8029">
                  <a:moveTo>
                    <a:pt x="4026" y="0"/>
                  </a:moveTo>
                  <a:cubicBezTo>
                    <a:pt x="3176" y="0"/>
                    <a:pt x="2321" y="327"/>
                    <a:pt x="1600" y="983"/>
                  </a:cubicBezTo>
                  <a:cubicBezTo>
                    <a:pt x="82" y="2393"/>
                    <a:pt x="0" y="4536"/>
                    <a:pt x="1383" y="6028"/>
                  </a:cubicBezTo>
                  <a:cubicBezTo>
                    <a:pt x="2095" y="6827"/>
                    <a:pt x="3088" y="7237"/>
                    <a:pt x="4085" y="7237"/>
                  </a:cubicBezTo>
                  <a:cubicBezTo>
                    <a:pt x="4949" y="7237"/>
                    <a:pt x="5817" y="6929"/>
                    <a:pt x="6510" y="6299"/>
                  </a:cubicBezTo>
                  <a:cubicBezTo>
                    <a:pt x="7975" y="4943"/>
                    <a:pt x="8029" y="2637"/>
                    <a:pt x="6646" y="1200"/>
                  </a:cubicBezTo>
                  <a:cubicBezTo>
                    <a:pt x="5904" y="401"/>
                    <a:pt x="4968"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50"/>
            <p:cNvSpPr/>
            <p:nvPr/>
          </p:nvSpPr>
          <p:spPr>
            <a:xfrm>
              <a:off x="2098125" y="2443175"/>
              <a:ext cx="238525" cy="179725"/>
            </a:xfrm>
            <a:custGeom>
              <a:rect b="b" l="l" r="r" t="t"/>
              <a:pathLst>
                <a:path extrusionOk="0" h="7189" w="9541">
                  <a:moveTo>
                    <a:pt x="4759" y="0"/>
                  </a:moveTo>
                  <a:cubicBezTo>
                    <a:pt x="3849" y="0"/>
                    <a:pt x="2937" y="360"/>
                    <a:pt x="2252" y="1085"/>
                  </a:cubicBezTo>
                  <a:cubicBezTo>
                    <a:pt x="1" y="3309"/>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50"/>
            <p:cNvSpPr/>
            <p:nvPr/>
          </p:nvSpPr>
          <p:spPr>
            <a:xfrm>
              <a:off x="209825" y="4962975"/>
              <a:ext cx="238525" cy="180325"/>
            </a:xfrm>
            <a:custGeom>
              <a:rect b="b" l="l" r="r" t="t"/>
              <a:pathLst>
                <a:path extrusionOk="0" h="7213" w="9541">
                  <a:moveTo>
                    <a:pt x="4760" y="0"/>
                  </a:moveTo>
                  <a:cubicBezTo>
                    <a:pt x="1609" y="0"/>
                    <a:pt x="1" y="3833"/>
                    <a:pt x="2217" y="6076"/>
                  </a:cubicBezTo>
                  <a:cubicBezTo>
                    <a:pt x="2904" y="6832"/>
                    <a:pt x="3836" y="7212"/>
                    <a:pt x="4767" y="7212"/>
                  </a:cubicBezTo>
                  <a:cubicBezTo>
                    <a:pt x="5673" y="7212"/>
                    <a:pt x="6580" y="6853"/>
                    <a:pt x="7262" y="6130"/>
                  </a:cubicBezTo>
                  <a:cubicBezTo>
                    <a:pt x="9540" y="3906"/>
                    <a:pt x="7994" y="55"/>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50"/>
            <p:cNvSpPr/>
            <p:nvPr/>
          </p:nvSpPr>
          <p:spPr>
            <a:xfrm>
              <a:off x="857225" y="4332350"/>
              <a:ext cx="201400" cy="180975"/>
            </a:xfrm>
            <a:custGeom>
              <a:rect b="b" l="l" r="r" t="t"/>
              <a:pathLst>
                <a:path extrusionOk="0" h="7239" w="8056">
                  <a:moveTo>
                    <a:pt x="4035" y="1"/>
                  </a:moveTo>
                  <a:cubicBezTo>
                    <a:pt x="3185" y="1"/>
                    <a:pt x="2336" y="334"/>
                    <a:pt x="1628" y="1004"/>
                  </a:cubicBezTo>
                  <a:cubicBezTo>
                    <a:pt x="136" y="2387"/>
                    <a:pt x="0" y="4557"/>
                    <a:pt x="1411" y="6049"/>
                  </a:cubicBezTo>
                  <a:cubicBezTo>
                    <a:pt x="2098" y="6837"/>
                    <a:pt x="3066" y="7239"/>
                    <a:pt x="4038" y="7239"/>
                  </a:cubicBezTo>
                  <a:cubicBezTo>
                    <a:pt x="4906" y="7239"/>
                    <a:pt x="5777" y="6918"/>
                    <a:pt x="6456" y="6266"/>
                  </a:cubicBezTo>
                  <a:cubicBezTo>
                    <a:pt x="7975" y="4937"/>
                    <a:pt x="8056" y="2631"/>
                    <a:pt x="6673" y="1221"/>
                  </a:cubicBezTo>
                  <a:cubicBezTo>
                    <a:pt x="5918" y="409"/>
                    <a:pt x="4975"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50"/>
            <p:cNvSpPr/>
            <p:nvPr/>
          </p:nvSpPr>
          <p:spPr>
            <a:xfrm>
              <a:off x="1468850" y="3702900"/>
              <a:ext cx="238325" cy="179900"/>
            </a:xfrm>
            <a:custGeom>
              <a:rect b="b" l="l" r="r" t="t"/>
              <a:pathLst>
                <a:path extrusionOk="0" h="7196" w="9533">
                  <a:moveTo>
                    <a:pt x="4780" y="0"/>
                  </a:moveTo>
                  <a:cubicBezTo>
                    <a:pt x="3878" y="0"/>
                    <a:pt x="2971" y="346"/>
                    <a:pt x="2279" y="1038"/>
                  </a:cubicBezTo>
                  <a:cubicBezTo>
                    <a:pt x="1" y="3262"/>
                    <a:pt x="1520" y="7141"/>
                    <a:pt x="4720" y="7195"/>
                  </a:cubicBezTo>
                  <a:cubicBezTo>
                    <a:pt x="4743" y="7196"/>
                    <a:pt x="4765" y="7196"/>
                    <a:pt x="4787" y="7196"/>
                  </a:cubicBezTo>
                  <a:cubicBezTo>
                    <a:pt x="7917" y="7196"/>
                    <a:pt x="9533" y="3409"/>
                    <a:pt x="7324" y="1119"/>
                  </a:cubicBezTo>
                  <a:cubicBezTo>
                    <a:pt x="6647" y="373"/>
                    <a:pt x="5717" y="0"/>
                    <a:pt x="478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50"/>
            <p:cNvSpPr/>
            <p:nvPr/>
          </p:nvSpPr>
          <p:spPr>
            <a:xfrm>
              <a:off x="5247225" y="3073125"/>
              <a:ext cx="239175" cy="179725"/>
            </a:xfrm>
            <a:custGeom>
              <a:rect b="b" l="l" r="r" t="t"/>
              <a:pathLst>
                <a:path extrusionOk="0" h="7189" w="9567">
                  <a:moveTo>
                    <a:pt x="4765" y="0"/>
                  </a:moveTo>
                  <a:cubicBezTo>
                    <a:pt x="3855" y="0"/>
                    <a:pt x="2950" y="360"/>
                    <a:pt x="2278" y="1085"/>
                  </a:cubicBezTo>
                  <a:cubicBezTo>
                    <a:pt x="0" y="3337"/>
                    <a:pt x="1573" y="7188"/>
                    <a:pt x="4774" y="7188"/>
                  </a:cubicBezTo>
                  <a:cubicBezTo>
                    <a:pt x="4785" y="7188"/>
                    <a:pt x="4796" y="7188"/>
                    <a:pt x="4807" y="7188"/>
                  </a:cubicBezTo>
                  <a:cubicBezTo>
                    <a:pt x="7959" y="7188"/>
                    <a:pt x="9567"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50"/>
            <p:cNvSpPr/>
            <p:nvPr/>
          </p:nvSpPr>
          <p:spPr>
            <a:xfrm>
              <a:off x="5877175" y="2443400"/>
              <a:ext cx="238125" cy="180200"/>
            </a:xfrm>
            <a:custGeom>
              <a:rect b="b" l="l" r="r" t="t"/>
              <a:pathLst>
                <a:path extrusionOk="0" h="7208" w="9525">
                  <a:moveTo>
                    <a:pt x="4761" y="0"/>
                  </a:moveTo>
                  <a:cubicBezTo>
                    <a:pt x="3895" y="0"/>
                    <a:pt x="3027" y="340"/>
                    <a:pt x="2306" y="1022"/>
                  </a:cubicBezTo>
                  <a:cubicBezTo>
                    <a:pt x="0" y="3219"/>
                    <a:pt x="1492" y="7125"/>
                    <a:pt x="4665" y="7206"/>
                  </a:cubicBezTo>
                  <a:cubicBezTo>
                    <a:pt x="4699" y="7207"/>
                    <a:pt x="4732" y="7208"/>
                    <a:pt x="4766" y="7208"/>
                  </a:cubicBezTo>
                  <a:cubicBezTo>
                    <a:pt x="7901" y="7208"/>
                    <a:pt x="9525" y="3439"/>
                    <a:pt x="7351" y="1158"/>
                  </a:cubicBezTo>
                  <a:cubicBezTo>
                    <a:pt x="6608" y="387"/>
                    <a:pt x="5685"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50"/>
            <p:cNvSpPr/>
            <p:nvPr/>
          </p:nvSpPr>
          <p:spPr>
            <a:xfrm>
              <a:off x="3988175" y="4963650"/>
              <a:ext cx="238525" cy="179975"/>
            </a:xfrm>
            <a:custGeom>
              <a:rect b="b" l="l" r="r" t="t"/>
              <a:pathLst>
                <a:path extrusionOk="0" h="7199" w="9541">
                  <a:moveTo>
                    <a:pt x="4760" y="0"/>
                  </a:moveTo>
                  <a:cubicBezTo>
                    <a:pt x="1582" y="0"/>
                    <a:pt x="1" y="3833"/>
                    <a:pt x="2244" y="6076"/>
                  </a:cubicBezTo>
                  <a:cubicBezTo>
                    <a:pt x="2926" y="6826"/>
                    <a:pt x="3853" y="7198"/>
                    <a:pt x="4780" y="7198"/>
                  </a:cubicBezTo>
                  <a:cubicBezTo>
                    <a:pt x="5697" y="7198"/>
                    <a:pt x="6614" y="6832"/>
                    <a:pt x="7289" y="6103"/>
                  </a:cubicBezTo>
                  <a:cubicBezTo>
                    <a:pt x="9541" y="3852"/>
                    <a:pt x="7967" y="0"/>
                    <a:pt x="4794" y="0"/>
                  </a:cubicBezTo>
                  <a:cubicBezTo>
                    <a:pt x="4783" y="0"/>
                    <a:pt x="4772"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50"/>
            <p:cNvSpPr/>
            <p:nvPr/>
          </p:nvSpPr>
          <p:spPr>
            <a:xfrm>
              <a:off x="4617650" y="4333675"/>
              <a:ext cx="239000" cy="180100"/>
            </a:xfrm>
            <a:custGeom>
              <a:rect b="b" l="l" r="r" t="t"/>
              <a:pathLst>
                <a:path extrusionOk="0" h="7204" w="9560">
                  <a:moveTo>
                    <a:pt x="4773" y="1"/>
                  </a:moveTo>
                  <a:cubicBezTo>
                    <a:pt x="1643" y="1"/>
                    <a:pt x="1" y="3788"/>
                    <a:pt x="2209" y="6050"/>
                  </a:cubicBezTo>
                  <a:cubicBezTo>
                    <a:pt x="2892" y="6817"/>
                    <a:pt x="3840" y="7204"/>
                    <a:pt x="4788" y="7204"/>
                  </a:cubicBezTo>
                  <a:cubicBezTo>
                    <a:pt x="5685" y="7204"/>
                    <a:pt x="6582" y="6857"/>
                    <a:pt x="7254" y="6159"/>
                  </a:cubicBezTo>
                  <a:cubicBezTo>
                    <a:pt x="9560" y="3934"/>
                    <a:pt x="8014" y="56"/>
                    <a:pt x="4840" y="1"/>
                  </a:cubicBezTo>
                  <a:cubicBezTo>
                    <a:pt x="4818" y="1"/>
                    <a:pt x="4796"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50"/>
            <p:cNvSpPr/>
            <p:nvPr/>
          </p:nvSpPr>
          <p:spPr>
            <a:xfrm>
              <a:off x="5247400" y="3702975"/>
              <a:ext cx="238525" cy="179825"/>
            </a:xfrm>
            <a:custGeom>
              <a:rect b="b" l="l" r="r" t="t"/>
              <a:pathLst>
                <a:path extrusionOk="0" h="7193" w="9541">
                  <a:moveTo>
                    <a:pt x="4768" y="1"/>
                  </a:moveTo>
                  <a:cubicBezTo>
                    <a:pt x="3836" y="1"/>
                    <a:pt x="2905" y="374"/>
                    <a:pt x="2217" y="1116"/>
                  </a:cubicBezTo>
                  <a:cubicBezTo>
                    <a:pt x="1" y="3387"/>
                    <a:pt x="1609" y="7192"/>
                    <a:pt x="4787" y="7192"/>
                  </a:cubicBezTo>
                  <a:cubicBezTo>
                    <a:pt x="4799" y="7192"/>
                    <a:pt x="4810" y="7192"/>
                    <a:pt x="4821" y="7192"/>
                  </a:cubicBezTo>
                  <a:cubicBezTo>
                    <a:pt x="7995" y="7165"/>
                    <a:pt x="9541" y="3286"/>
                    <a:pt x="7262" y="1062"/>
                  </a:cubicBezTo>
                  <a:cubicBezTo>
                    <a:pt x="6580" y="353"/>
                    <a:pt x="5674"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50"/>
            <p:cNvSpPr/>
            <p:nvPr/>
          </p:nvSpPr>
          <p:spPr>
            <a:xfrm>
              <a:off x="5896150" y="3072975"/>
              <a:ext cx="202775" cy="183550"/>
            </a:xfrm>
            <a:custGeom>
              <a:rect b="b" l="l" r="r" t="t"/>
              <a:pathLst>
                <a:path extrusionOk="0" h="7342" w="8111">
                  <a:moveTo>
                    <a:pt x="4006" y="0"/>
                  </a:moveTo>
                  <a:cubicBezTo>
                    <a:pt x="3156" y="0"/>
                    <a:pt x="2308" y="327"/>
                    <a:pt x="1601" y="983"/>
                  </a:cubicBezTo>
                  <a:cubicBezTo>
                    <a:pt x="82" y="2393"/>
                    <a:pt x="1" y="4536"/>
                    <a:pt x="1384" y="6028"/>
                  </a:cubicBezTo>
                  <a:cubicBezTo>
                    <a:pt x="2090" y="6896"/>
                    <a:pt x="3109" y="7341"/>
                    <a:pt x="4135" y="7341"/>
                  </a:cubicBezTo>
                  <a:cubicBezTo>
                    <a:pt x="5000" y="7341"/>
                    <a:pt x="5870" y="7025"/>
                    <a:pt x="6565" y="6380"/>
                  </a:cubicBezTo>
                  <a:cubicBezTo>
                    <a:pt x="8084" y="4997"/>
                    <a:pt x="8111" y="2637"/>
                    <a:pt x="6646" y="1200"/>
                  </a:cubicBezTo>
                  <a:cubicBezTo>
                    <a:pt x="5890" y="401"/>
                    <a:pt x="4947" y="0"/>
                    <a:pt x="400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50"/>
            <p:cNvSpPr/>
            <p:nvPr/>
          </p:nvSpPr>
          <p:spPr>
            <a:xfrm>
              <a:off x="6506450" y="2443400"/>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7"/>
                    <a:pt x="4765" y="7207"/>
                    <a:pt x="4787" y="7207"/>
                  </a:cubicBezTo>
                  <a:cubicBezTo>
                    <a:pt x="7943" y="7207"/>
                    <a:pt x="9559" y="3420"/>
                    <a:pt x="7351" y="1131"/>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50"/>
            <p:cNvSpPr/>
            <p:nvPr/>
          </p:nvSpPr>
          <p:spPr>
            <a:xfrm>
              <a:off x="4617950" y="4962975"/>
              <a:ext cx="238700" cy="180400"/>
            </a:xfrm>
            <a:custGeom>
              <a:rect b="b" l="l" r="r" t="t"/>
              <a:pathLst>
                <a:path extrusionOk="0" h="7216" w="9548">
                  <a:moveTo>
                    <a:pt x="4747" y="0"/>
                  </a:moveTo>
                  <a:cubicBezTo>
                    <a:pt x="1573" y="27"/>
                    <a:pt x="0" y="3879"/>
                    <a:pt x="2251" y="6130"/>
                  </a:cubicBezTo>
                  <a:cubicBezTo>
                    <a:pt x="2937" y="6856"/>
                    <a:pt x="3848" y="7215"/>
                    <a:pt x="4759" y="7215"/>
                  </a:cubicBezTo>
                  <a:cubicBezTo>
                    <a:pt x="5686" y="7215"/>
                    <a:pt x="6612" y="6842"/>
                    <a:pt x="7296" y="6103"/>
                  </a:cubicBezTo>
                  <a:cubicBezTo>
                    <a:pt x="9548" y="3852"/>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50"/>
            <p:cNvSpPr/>
            <p:nvPr/>
          </p:nvSpPr>
          <p:spPr>
            <a:xfrm>
              <a:off x="5265525" y="4332375"/>
              <a:ext cx="202100" cy="181000"/>
            </a:xfrm>
            <a:custGeom>
              <a:rect b="b" l="l" r="r" t="t"/>
              <a:pathLst>
                <a:path extrusionOk="0" h="7240" w="8084">
                  <a:moveTo>
                    <a:pt x="4012" y="1"/>
                  </a:moveTo>
                  <a:cubicBezTo>
                    <a:pt x="3198" y="1"/>
                    <a:pt x="2389" y="303"/>
                    <a:pt x="1709" y="921"/>
                  </a:cubicBezTo>
                  <a:cubicBezTo>
                    <a:pt x="163" y="2305"/>
                    <a:pt x="0" y="4448"/>
                    <a:pt x="1357" y="5966"/>
                  </a:cubicBezTo>
                  <a:cubicBezTo>
                    <a:pt x="2110" y="6808"/>
                    <a:pt x="3087" y="7240"/>
                    <a:pt x="4067" y="7240"/>
                  </a:cubicBezTo>
                  <a:cubicBezTo>
                    <a:pt x="4888" y="7240"/>
                    <a:pt x="5709" y="6937"/>
                    <a:pt x="6402" y="6319"/>
                  </a:cubicBezTo>
                  <a:cubicBezTo>
                    <a:pt x="7893" y="4990"/>
                    <a:pt x="8083" y="2793"/>
                    <a:pt x="6727" y="1274"/>
                  </a:cubicBezTo>
                  <a:cubicBezTo>
                    <a:pt x="5959"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50"/>
            <p:cNvSpPr/>
            <p:nvPr/>
          </p:nvSpPr>
          <p:spPr>
            <a:xfrm>
              <a:off x="5896150" y="3702650"/>
              <a:ext cx="200750" cy="180725"/>
            </a:xfrm>
            <a:custGeom>
              <a:rect b="b" l="l" r="r" t="t"/>
              <a:pathLst>
                <a:path extrusionOk="0" h="7229" w="8030">
                  <a:moveTo>
                    <a:pt x="3995" y="0"/>
                  </a:moveTo>
                  <a:cubicBezTo>
                    <a:pt x="3149" y="0"/>
                    <a:pt x="2305" y="328"/>
                    <a:pt x="1601" y="994"/>
                  </a:cubicBezTo>
                  <a:cubicBezTo>
                    <a:pt x="82" y="2431"/>
                    <a:pt x="1" y="4547"/>
                    <a:pt x="1384" y="6039"/>
                  </a:cubicBezTo>
                  <a:cubicBezTo>
                    <a:pt x="2129" y="6827"/>
                    <a:pt x="3086" y="7229"/>
                    <a:pt x="4043" y="7229"/>
                  </a:cubicBezTo>
                  <a:cubicBezTo>
                    <a:pt x="4898" y="7229"/>
                    <a:pt x="5752" y="6908"/>
                    <a:pt x="6456" y="6256"/>
                  </a:cubicBezTo>
                  <a:cubicBezTo>
                    <a:pt x="7948" y="4954"/>
                    <a:pt x="8029" y="2648"/>
                    <a:pt x="6646" y="1211"/>
                  </a:cubicBezTo>
                  <a:cubicBezTo>
                    <a:pt x="5887" y="409"/>
                    <a:pt x="4940" y="0"/>
                    <a:pt x="399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50"/>
            <p:cNvSpPr/>
            <p:nvPr/>
          </p:nvSpPr>
          <p:spPr>
            <a:xfrm>
              <a:off x="6506825" y="3073100"/>
              <a:ext cx="239000" cy="179750"/>
            </a:xfrm>
            <a:custGeom>
              <a:rect b="b" l="l" r="r" t="t"/>
              <a:pathLst>
                <a:path extrusionOk="0" h="7190" w="9560">
                  <a:moveTo>
                    <a:pt x="4773" y="1"/>
                  </a:moveTo>
                  <a:cubicBezTo>
                    <a:pt x="3837" y="1"/>
                    <a:pt x="2900" y="381"/>
                    <a:pt x="2209" y="1141"/>
                  </a:cubicBezTo>
                  <a:cubicBezTo>
                    <a:pt x="1" y="3403"/>
                    <a:pt x="1617" y="7190"/>
                    <a:pt x="4773" y="7190"/>
                  </a:cubicBezTo>
                  <a:cubicBezTo>
                    <a:pt x="4795" y="7190"/>
                    <a:pt x="4818" y="7190"/>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50"/>
            <p:cNvSpPr/>
            <p:nvPr/>
          </p:nvSpPr>
          <p:spPr>
            <a:xfrm>
              <a:off x="5247225" y="4963650"/>
              <a:ext cx="238700" cy="180050"/>
            </a:xfrm>
            <a:custGeom>
              <a:rect b="b" l="l" r="r" t="t"/>
              <a:pathLst>
                <a:path extrusionOk="0" h="7202" w="9548">
                  <a:moveTo>
                    <a:pt x="4774" y="0"/>
                  </a:moveTo>
                  <a:cubicBezTo>
                    <a:pt x="1600" y="0"/>
                    <a:pt x="0" y="3852"/>
                    <a:pt x="2251" y="6103"/>
                  </a:cubicBezTo>
                  <a:cubicBezTo>
                    <a:pt x="2929" y="6836"/>
                    <a:pt x="3852" y="7202"/>
                    <a:pt x="4774" y="7202"/>
                  </a:cubicBezTo>
                  <a:cubicBezTo>
                    <a:pt x="5696" y="7202"/>
                    <a:pt x="6618" y="6836"/>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50"/>
            <p:cNvSpPr/>
            <p:nvPr/>
          </p:nvSpPr>
          <p:spPr>
            <a:xfrm>
              <a:off x="5877550" y="4332575"/>
              <a:ext cx="238325" cy="180175"/>
            </a:xfrm>
            <a:custGeom>
              <a:rect b="b" l="l" r="r" t="t"/>
              <a:pathLst>
                <a:path extrusionOk="0" h="7207" w="9533">
                  <a:moveTo>
                    <a:pt x="4749" y="1"/>
                  </a:moveTo>
                  <a:cubicBezTo>
                    <a:pt x="3805" y="1"/>
                    <a:pt x="2862" y="381"/>
                    <a:pt x="2182" y="1130"/>
                  </a:cubicBezTo>
                  <a:cubicBezTo>
                    <a:pt x="1" y="3420"/>
                    <a:pt x="1617" y="7207"/>
                    <a:pt x="4773" y="7207"/>
                  </a:cubicBezTo>
                  <a:cubicBezTo>
                    <a:pt x="4795" y="7207"/>
                    <a:pt x="4818" y="7207"/>
                    <a:pt x="4840" y="7206"/>
                  </a:cubicBezTo>
                  <a:cubicBezTo>
                    <a:pt x="8014" y="7125"/>
                    <a:pt x="9533" y="3246"/>
                    <a:pt x="7227" y="1049"/>
                  </a:cubicBezTo>
                  <a:cubicBezTo>
                    <a:pt x="6552"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50"/>
            <p:cNvSpPr/>
            <p:nvPr/>
          </p:nvSpPr>
          <p:spPr>
            <a:xfrm>
              <a:off x="6506450" y="3702975"/>
              <a:ext cx="239000" cy="179825"/>
            </a:xfrm>
            <a:custGeom>
              <a:rect b="b" l="l" r="r" t="t"/>
              <a:pathLst>
                <a:path extrusionOk="0" h="7193" w="9560">
                  <a:moveTo>
                    <a:pt x="4794" y="0"/>
                  </a:moveTo>
                  <a:cubicBezTo>
                    <a:pt x="3897" y="0"/>
                    <a:pt x="2994" y="346"/>
                    <a:pt x="2306" y="1035"/>
                  </a:cubicBezTo>
                  <a:cubicBezTo>
                    <a:pt x="0" y="3259"/>
                    <a:pt x="1546" y="7138"/>
                    <a:pt x="4720" y="7192"/>
                  </a:cubicBezTo>
                  <a:cubicBezTo>
                    <a:pt x="4742" y="7193"/>
                    <a:pt x="4765" y="7193"/>
                    <a:pt x="4787" y="7193"/>
                  </a:cubicBezTo>
                  <a:cubicBezTo>
                    <a:pt x="7943" y="7193"/>
                    <a:pt x="9559" y="3406"/>
                    <a:pt x="7351" y="1144"/>
                  </a:cubicBezTo>
                  <a:cubicBezTo>
                    <a:pt x="6671" y="380"/>
                    <a:pt x="5735" y="0"/>
                    <a:pt x="47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50"/>
            <p:cNvSpPr/>
            <p:nvPr/>
          </p:nvSpPr>
          <p:spPr>
            <a:xfrm>
              <a:off x="5896150" y="4962125"/>
              <a:ext cx="201425" cy="181050"/>
            </a:xfrm>
            <a:custGeom>
              <a:rect b="b" l="l" r="r" t="t"/>
              <a:pathLst>
                <a:path extrusionOk="0" h="7242" w="8057">
                  <a:moveTo>
                    <a:pt x="4006" y="1"/>
                  </a:moveTo>
                  <a:cubicBezTo>
                    <a:pt x="3156" y="1"/>
                    <a:pt x="2308" y="328"/>
                    <a:pt x="1601" y="984"/>
                  </a:cubicBezTo>
                  <a:cubicBezTo>
                    <a:pt x="109" y="2394"/>
                    <a:pt x="1" y="4564"/>
                    <a:pt x="1384" y="6056"/>
                  </a:cubicBezTo>
                  <a:cubicBezTo>
                    <a:pt x="2083" y="6840"/>
                    <a:pt x="3051" y="7242"/>
                    <a:pt x="4021" y="7242"/>
                  </a:cubicBezTo>
                  <a:cubicBezTo>
                    <a:pt x="4897" y="7242"/>
                    <a:pt x="5774" y="6915"/>
                    <a:pt x="6456" y="6246"/>
                  </a:cubicBezTo>
                  <a:cubicBezTo>
                    <a:pt x="7948" y="4944"/>
                    <a:pt x="8056" y="2638"/>
                    <a:pt x="6646" y="1201"/>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50"/>
            <p:cNvSpPr/>
            <p:nvPr/>
          </p:nvSpPr>
          <p:spPr>
            <a:xfrm>
              <a:off x="6507125" y="4332300"/>
              <a:ext cx="238125" cy="180475"/>
            </a:xfrm>
            <a:custGeom>
              <a:rect b="b" l="l" r="r" t="t"/>
              <a:pathLst>
                <a:path extrusionOk="0" h="7219" w="9525">
                  <a:moveTo>
                    <a:pt x="4739" y="1"/>
                  </a:moveTo>
                  <a:cubicBezTo>
                    <a:pt x="3881" y="1"/>
                    <a:pt x="3024" y="341"/>
                    <a:pt x="2306" y="1033"/>
                  </a:cubicBezTo>
                  <a:cubicBezTo>
                    <a:pt x="0" y="3230"/>
                    <a:pt x="1492" y="7136"/>
                    <a:pt x="4666" y="7217"/>
                  </a:cubicBezTo>
                  <a:cubicBezTo>
                    <a:pt x="4699" y="7218"/>
                    <a:pt x="4732" y="7218"/>
                    <a:pt x="4765" y="7218"/>
                  </a:cubicBezTo>
                  <a:cubicBezTo>
                    <a:pt x="7874" y="7218"/>
                    <a:pt x="9525" y="3450"/>
                    <a:pt x="7351" y="1169"/>
                  </a:cubicBezTo>
                  <a:cubicBezTo>
                    <a:pt x="6591" y="395"/>
                    <a:pt x="5664" y="1"/>
                    <a:pt x="473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50"/>
            <p:cNvSpPr/>
            <p:nvPr/>
          </p:nvSpPr>
          <p:spPr>
            <a:xfrm>
              <a:off x="6506825" y="4962275"/>
              <a:ext cx="239000" cy="179750"/>
            </a:xfrm>
            <a:custGeom>
              <a:rect b="b" l="l" r="r" t="t"/>
              <a:pathLst>
                <a:path extrusionOk="0" h="7190" w="9560">
                  <a:moveTo>
                    <a:pt x="4773" y="1"/>
                  </a:moveTo>
                  <a:cubicBezTo>
                    <a:pt x="3837" y="1"/>
                    <a:pt x="2900" y="381"/>
                    <a:pt x="2209" y="1140"/>
                  </a:cubicBezTo>
                  <a:cubicBezTo>
                    <a:pt x="1" y="3403"/>
                    <a:pt x="1617" y="7190"/>
                    <a:pt x="4773" y="7190"/>
                  </a:cubicBezTo>
                  <a:cubicBezTo>
                    <a:pt x="4795" y="7190"/>
                    <a:pt x="4818" y="7189"/>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50"/>
            <p:cNvSpPr/>
            <p:nvPr/>
          </p:nvSpPr>
          <p:spPr>
            <a:xfrm>
              <a:off x="4006300" y="2443200"/>
              <a:ext cx="202100" cy="180775"/>
            </a:xfrm>
            <a:custGeom>
              <a:rect b="b" l="l" r="r" t="t"/>
              <a:pathLst>
                <a:path extrusionOk="0" h="7231" w="8084">
                  <a:moveTo>
                    <a:pt x="4023" y="1"/>
                  </a:moveTo>
                  <a:cubicBezTo>
                    <a:pt x="3204" y="1"/>
                    <a:pt x="2389" y="304"/>
                    <a:pt x="1709" y="922"/>
                  </a:cubicBezTo>
                  <a:cubicBezTo>
                    <a:pt x="190" y="2278"/>
                    <a:pt x="0" y="4448"/>
                    <a:pt x="1329" y="5967"/>
                  </a:cubicBezTo>
                  <a:cubicBezTo>
                    <a:pt x="2056" y="6797"/>
                    <a:pt x="3051" y="7231"/>
                    <a:pt x="4052" y="7231"/>
                  </a:cubicBezTo>
                  <a:cubicBezTo>
                    <a:pt x="4881" y="7231"/>
                    <a:pt x="5714" y="6934"/>
                    <a:pt x="6402" y="6319"/>
                  </a:cubicBezTo>
                  <a:cubicBezTo>
                    <a:pt x="7893" y="4990"/>
                    <a:pt x="8083" y="2766"/>
                    <a:pt x="6754" y="1274"/>
                  </a:cubicBezTo>
                  <a:cubicBezTo>
                    <a:pt x="5987"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50"/>
            <p:cNvSpPr/>
            <p:nvPr/>
          </p:nvSpPr>
          <p:spPr>
            <a:xfrm>
              <a:off x="3988000" y="3073100"/>
              <a:ext cx="238125" cy="179775"/>
            </a:xfrm>
            <a:custGeom>
              <a:rect b="b" l="l" r="r" t="t"/>
              <a:pathLst>
                <a:path extrusionOk="0" h="7191" w="9525">
                  <a:moveTo>
                    <a:pt x="4787" y="1"/>
                  </a:moveTo>
                  <a:cubicBezTo>
                    <a:pt x="3885" y="1"/>
                    <a:pt x="2984" y="354"/>
                    <a:pt x="2306" y="1059"/>
                  </a:cubicBezTo>
                  <a:cubicBezTo>
                    <a:pt x="0" y="3256"/>
                    <a:pt x="1519" y="7135"/>
                    <a:pt x="4692" y="7189"/>
                  </a:cubicBezTo>
                  <a:cubicBezTo>
                    <a:pt x="4726" y="7190"/>
                    <a:pt x="4759" y="7190"/>
                    <a:pt x="4792" y="7190"/>
                  </a:cubicBezTo>
                  <a:cubicBezTo>
                    <a:pt x="7927" y="7190"/>
                    <a:pt x="9525" y="3395"/>
                    <a:pt x="7351" y="1141"/>
                  </a:cubicBezTo>
                  <a:cubicBezTo>
                    <a:pt x="6660" y="381"/>
                    <a:pt x="5723"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50"/>
            <p:cNvSpPr/>
            <p:nvPr/>
          </p:nvSpPr>
          <p:spPr>
            <a:xfrm>
              <a:off x="4617250" y="2443250"/>
              <a:ext cx="239200" cy="180325"/>
            </a:xfrm>
            <a:custGeom>
              <a:rect b="b" l="l" r="r" t="t"/>
              <a:pathLst>
                <a:path extrusionOk="0" h="7213" w="9568">
                  <a:moveTo>
                    <a:pt x="4791" y="1"/>
                  </a:moveTo>
                  <a:cubicBezTo>
                    <a:pt x="3881" y="1"/>
                    <a:pt x="2975" y="360"/>
                    <a:pt x="2307" y="1082"/>
                  </a:cubicBezTo>
                  <a:cubicBezTo>
                    <a:pt x="1" y="3306"/>
                    <a:pt x="1574" y="7185"/>
                    <a:pt x="4748" y="7212"/>
                  </a:cubicBezTo>
                  <a:cubicBezTo>
                    <a:pt x="4759" y="7212"/>
                    <a:pt x="4770" y="7212"/>
                    <a:pt x="4781" y="7212"/>
                  </a:cubicBezTo>
                  <a:cubicBezTo>
                    <a:pt x="7960" y="7212"/>
                    <a:pt x="9568" y="3407"/>
                    <a:pt x="7352" y="1137"/>
                  </a:cubicBezTo>
                  <a:cubicBezTo>
                    <a:pt x="6664" y="380"/>
                    <a:pt x="5726" y="1"/>
                    <a:pt x="479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50"/>
            <p:cNvSpPr/>
            <p:nvPr/>
          </p:nvSpPr>
          <p:spPr>
            <a:xfrm>
              <a:off x="3988175" y="3703750"/>
              <a:ext cx="238525" cy="180325"/>
            </a:xfrm>
            <a:custGeom>
              <a:rect b="b" l="l" r="r" t="t"/>
              <a:pathLst>
                <a:path extrusionOk="0" h="7213" w="9541">
                  <a:moveTo>
                    <a:pt x="4787" y="0"/>
                  </a:moveTo>
                  <a:cubicBezTo>
                    <a:pt x="1609" y="0"/>
                    <a:pt x="1" y="3806"/>
                    <a:pt x="2217" y="6076"/>
                  </a:cubicBezTo>
                  <a:cubicBezTo>
                    <a:pt x="2905" y="6832"/>
                    <a:pt x="3836" y="7212"/>
                    <a:pt x="4767" y="7212"/>
                  </a:cubicBezTo>
                  <a:cubicBezTo>
                    <a:pt x="5674" y="7212"/>
                    <a:pt x="6580" y="6853"/>
                    <a:pt x="7262" y="6130"/>
                  </a:cubicBezTo>
                  <a:cubicBezTo>
                    <a:pt x="9541" y="3906"/>
                    <a:pt x="7995"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50"/>
            <p:cNvSpPr/>
            <p:nvPr/>
          </p:nvSpPr>
          <p:spPr>
            <a:xfrm>
              <a:off x="4636250" y="3072975"/>
              <a:ext cx="201425" cy="180925"/>
            </a:xfrm>
            <a:custGeom>
              <a:rect b="b" l="l" r="r" t="t"/>
              <a:pathLst>
                <a:path extrusionOk="0" h="7237" w="8057">
                  <a:moveTo>
                    <a:pt x="4023" y="0"/>
                  </a:moveTo>
                  <a:cubicBezTo>
                    <a:pt x="3177" y="0"/>
                    <a:pt x="2335" y="327"/>
                    <a:pt x="1628" y="983"/>
                  </a:cubicBezTo>
                  <a:cubicBezTo>
                    <a:pt x="109" y="2393"/>
                    <a:pt x="0" y="4536"/>
                    <a:pt x="1411" y="6028"/>
                  </a:cubicBezTo>
                  <a:cubicBezTo>
                    <a:pt x="2123" y="6827"/>
                    <a:pt x="3107" y="7237"/>
                    <a:pt x="4097" y="7237"/>
                  </a:cubicBezTo>
                  <a:cubicBezTo>
                    <a:pt x="4955" y="7237"/>
                    <a:pt x="5817" y="6929"/>
                    <a:pt x="6510" y="6299"/>
                  </a:cubicBezTo>
                  <a:cubicBezTo>
                    <a:pt x="7975" y="4943"/>
                    <a:pt x="8056" y="2637"/>
                    <a:pt x="6673" y="1200"/>
                  </a:cubicBezTo>
                  <a:cubicBezTo>
                    <a:pt x="5903" y="401"/>
                    <a:pt x="4961" y="0"/>
                    <a:pt x="4023"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50"/>
            <p:cNvSpPr/>
            <p:nvPr/>
          </p:nvSpPr>
          <p:spPr>
            <a:xfrm>
              <a:off x="5247225" y="2443175"/>
              <a:ext cx="238500" cy="179725"/>
            </a:xfrm>
            <a:custGeom>
              <a:rect b="b" l="l" r="r" t="t"/>
              <a:pathLst>
                <a:path extrusionOk="0" h="7189" w="9540">
                  <a:moveTo>
                    <a:pt x="4765" y="0"/>
                  </a:moveTo>
                  <a:cubicBezTo>
                    <a:pt x="3855" y="0"/>
                    <a:pt x="2950" y="360"/>
                    <a:pt x="2278" y="1085"/>
                  </a:cubicBezTo>
                  <a:cubicBezTo>
                    <a:pt x="0" y="3309"/>
                    <a:pt x="1573" y="7188"/>
                    <a:pt x="4774" y="7188"/>
                  </a:cubicBezTo>
                  <a:cubicBezTo>
                    <a:pt x="4785" y="7188"/>
                    <a:pt x="4796" y="7188"/>
                    <a:pt x="4807" y="7188"/>
                  </a:cubicBezTo>
                  <a:cubicBezTo>
                    <a:pt x="7959" y="7188"/>
                    <a:pt x="9540"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50"/>
            <p:cNvSpPr/>
            <p:nvPr/>
          </p:nvSpPr>
          <p:spPr>
            <a:xfrm>
              <a:off x="4006975" y="4332350"/>
              <a:ext cx="201425" cy="181225"/>
            </a:xfrm>
            <a:custGeom>
              <a:rect b="b" l="l" r="r" t="t"/>
              <a:pathLst>
                <a:path extrusionOk="0" h="7249" w="8057">
                  <a:moveTo>
                    <a:pt x="4008" y="1"/>
                  </a:moveTo>
                  <a:cubicBezTo>
                    <a:pt x="3158" y="1"/>
                    <a:pt x="2309" y="334"/>
                    <a:pt x="1601" y="1004"/>
                  </a:cubicBezTo>
                  <a:cubicBezTo>
                    <a:pt x="109" y="2387"/>
                    <a:pt x="0" y="4557"/>
                    <a:pt x="1384" y="6049"/>
                  </a:cubicBezTo>
                  <a:cubicBezTo>
                    <a:pt x="2082" y="6847"/>
                    <a:pt x="3051" y="7249"/>
                    <a:pt x="4021" y="7249"/>
                  </a:cubicBezTo>
                  <a:cubicBezTo>
                    <a:pt x="4897" y="7249"/>
                    <a:pt x="5774" y="6922"/>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50"/>
            <p:cNvSpPr/>
            <p:nvPr/>
          </p:nvSpPr>
          <p:spPr>
            <a:xfrm>
              <a:off x="4617950" y="3702900"/>
              <a:ext cx="238325" cy="179900"/>
            </a:xfrm>
            <a:custGeom>
              <a:rect b="b" l="l" r="r" t="t"/>
              <a:pathLst>
                <a:path extrusionOk="0" h="7196" w="9533">
                  <a:moveTo>
                    <a:pt x="4759" y="0"/>
                  </a:moveTo>
                  <a:cubicBezTo>
                    <a:pt x="3858" y="0"/>
                    <a:pt x="2957" y="346"/>
                    <a:pt x="2279" y="1038"/>
                  </a:cubicBezTo>
                  <a:cubicBezTo>
                    <a:pt x="0" y="3262"/>
                    <a:pt x="1519" y="7141"/>
                    <a:pt x="4693" y="7195"/>
                  </a:cubicBezTo>
                  <a:cubicBezTo>
                    <a:pt x="4715" y="7196"/>
                    <a:pt x="4737" y="7196"/>
                    <a:pt x="4760" y="7196"/>
                  </a:cubicBezTo>
                  <a:cubicBezTo>
                    <a:pt x="7916" y="7196"/>
                    <a:pt x="9532" y="3409"/>
                    <a:pt x="7324" y="1119"/>
                  </a:cubicBezTo>
                  <a:cubicBezTo>
                    <a:pt x="6633" y="373"/>
                    <a:pt x="5695"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50"/>
            <p:cNvSpPr/>
            <p:nvPr/>
          </p:nvSpPr>
          <p:spPr>
            <a:xfrm>
              <a:off x="7141825" y="1811875"/>
              <a:ext cx="238700" cy="180050"/>
            </a:xfrm>
            <a:custGeom>
              <a:rect b="b" l="l" r="r" t="t"/>
              <a:pathLst>
                <a:path extrusionOk="0" h="7202" w="9548">
                  <a:moveTo>
                    <a:pt x="4774" y="0"/>
                  </a:moveTo>
                  <a:cubicBezTo>
                    <a:pt x="1600" y="0"/>
                    <a:pt x="0" y="3825"/>
                    <a:pt x="2224" y="6103"/>
                  </a:cubicBezTo>
                  <a:cubicBezTo>
                    <a:pt x="2902" y="6835"/>
                    <a:pt x="3825" y="7201"/>
                    <a:pt x="4750" y="7201"/>
                  </a:cubicBezTo>
                  <a:cubicBezTo>
                    <a:pt x="5676" y="7201"/>
                    <a:pt x="6605" y="6835"/>
                    <a:pt x="7296" y="6103"/>
                  </a:cubicBezTo>
                  <a:cubicBezTo>
                    <a:pt x="9548" y="3879"/>
                    <a:pt x="7975" y="27"/>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50"/>
            <p:cNvSpPr/>
            <p:nvPr/>
          </p:nvSpPr>
          <p:spPr>
            <a:xfrm>
              <a:off x="7142025" y="552650"/>
              <a:ext cx="238500" cy="179800"/>
            </a:xfrm>
            <a:custGeom>
              <a:rect b="b" l="l" r="r" t="t"/>
              <a:pathLst>
                <a:path extrusionOk="0" h="7192" w="9540">
                  <a:moveTo>
                    <a:pt x="4760" y="0"/>
                  </a:moveTo>
                  <a:cubicBezTo>
                    <a:pt x="1608" y="0"/>
                    <a:pt x="0" y="3806"/>
                    <a:pt x="2216" y="6076"/>
                  </a:cubicBezTo>
                  <a:cubicBezTo>
                    <a:pt x="2904" y="6819"/>
                    <a:pt x="3836" y="7192"/>
                    <a:pt x="4767" y="7192"/>
                  </a:cubicBezTo>
                  <a:cubicBezTo>
                    <a:pt x="5673" y="7192"/>
                    <a:pt x="6579" y="6839"/>
                    <a:pt x="7261" y="6130"/>
                  </a:cubicBezTo>
                  <a:cubicBezTo>
                    <a:pt x="9540" y="3906"/>
                    <a:pt x="7994" y="27"/>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50"/>
            <p:cNvSpPr/>
            <p:nvPr/>
          </p:nvSpPr>
          <p:spPr>
            <a:xfrm>
              <a:off x="7160125" y="1181075"/>
              <a:ext cx="201425" cy="181050"/>
            </a:xfrm>
            <a:custGeom>
              <a:rect b="b" l="l" r="r" t="t"/>
              <a:pathLst>
                <a:path extrusionOk="0" h="7242" w="8057">
                  <a:moveTo>
                    <a:pt x="4033" y="1"/>
                  </a:moveTo>
                  <a:cubicBezTo>
                    <a:pt x="3183" y="1"/>
                    <a:pt x="2336" y="327"/>
                    <a:pt x="1628" y="983"/>
                  </a:cubicBezTo>
                  <a:cubicBezTo>
                    <a:pt x="136" y="2394"/>
                    <a:pt x="1" y="4564"/>
                    <a:pt x="1411" y="6056"/>
                  </a:cubicBezTo>
                  <a:cubicBezTo>
                    <a:pt x="2095" y="6840"/>
                    <a:pt x="3065" y="7242"/>
                    <a:pt x="4035" y="7242"/>
                  </a:cubicBezTo>
                  <a:cubicBezTo>
                    <a:pt x="4910" y="7242"/>
                    <a:pt x="5787" y="6914"/>
                    <a:pt x="6456" y="6245"/>
                  </a:cubicBezTo>
                  <a:cubicBezTo>
                    <a:pt x="7975" y="4944"/>
                    <a:pt x="8056" y="2638"/>
                    <a:pt x="6673" y="1200"/>
                  </a:cubicBezTo>
                  <a:cubicBezTo>
                    <a:pt x="5917" y="402"/>
                    <a:pt x="4974" y="1"/>
                    <a:pt x="403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50"/>
            <p:cNvSpPr/>
            <p:nvPr/>
          </p:nvSpPr>
          <p:spPr>
            <a:xfrm>
              <a:off x="7141825" y="4962975"/>
              <a:ext cx="238700" cy="180150"/>
            </a:xfrm>
            <a:custGeom>
              <a:rect b="b" l="l" r="r" t="t"/>
              <a:pathLst>
                <a:path extrusionOk="0" h="7206" w="9548">
                  <a:moveTo>
                    <a:pt x="4801" y="0"/>
                  </a:moveTo>
                  <a:cubicBezTo>
                    <a:pt x="1600" y="0"/>
                    <a:pt x="0" y="3852"/>
                    <a:pt x="2251" y="6103"/>
                  </a:cubicBezTo>
                  <a:cubicBezTo>
                    <a:pt x="2933" y="6839"/>
                    <a:pt x="3854" y="7205"/>
                    <a:pt x="4777" y="7205"/>
                  </a:cubicBezTo>
                  <a:cubicBezTo>
                    <a:pt x="5691" y="7205"/>
                    <a:pt x="6608" y="6846"/>
                    <a:pt x="7296" y="6130"/>
                  </a:cubicBezTo>
                  <a:cubicBezTo>
                    <a:pt x="9548" y="3879"/>
                    <a:pt x="7975"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50"/>
            <p:cNvSpPr/>
            <p:nvPr/>
          </p:nvSpPr>
          <p:spPr>
            <a:xfrm>
              <a:off x="7160125" y="2443200"/>
              <a:ext cx="202100" cy="180775"/>
            </a:xfrm>
            <a:custGeom>
              <a:rect b="b" l="l" r="r" t="t"/>
              <a:pathLst>
                <a:path extrusionOk="0" h="7231" w="8084">
                  <a:moveTo>
                    <a:pt x="4012" y="1"/>
                  </a:moveTo>
                  <a:cubicBezTo>
                    <a:pt x="3198" y="1"/>
                    <a:pt x="2389" y="304"/>
                    <a:pt x="1709" y="922"/>
                  </a:cubicBezTo>
                  <a:cubicBezTo>
                    <a:pt x="190" y="2278"/>
                    <a:pt x="1" y="4448"/>
                    <a:pt x="1330" y="5967"/>
                  </a:cubicBezTo>
                  <a:cubicBezTo>
                    <a:pt x="2057" y="6797"/>
                    <a:pt x="3051" y="7231"/>
                    <a:pt x="4048" y="7231"/>
                  </a:cubicBezTo>
                  <a:cubicBezTo>
                    <a:pt x="4873" y="7231"/>
                    <a:pt x="5699" y="6934"/>
                    <a:pt x="6375" y="6319"/>
                  </a:cubicBezTo>
                  <a:cubicBezTo>
                    <a:pt x="7894" y="4990"/>
                    <a:pt x="8083" y="2766"/>
                    <a:pt x="6727" y="1274"/>
                  </a:cubicBezTo>
                  <a:cubicBezTo>
                    <a:pt x="5960"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50"/>
            <p:cNvSpPr/>
            <p:nvPr/>
          </p:nvSpPr>
          <p:spPr>
            <a:xfrm>
              <a:off x="7141825" y="3073100"/>
              <a:ext cx="238125" cy="179775"/>
            </a:xfrm>
            <a:custGeom>
              <a:rect b="b" l="l" r="r" t="t"/>
              <a:pathLst>
                <a:path extrusionOk="0" h="7191" w="9525">
                  <a:moveTo>
                    <a:pt x="4781" y="1"/>
                  </a:moveTo>
                  <a:cubicBezTo>
                    <a:pt x="3878" y="1"/>
                    <a:pt x="2971" y="354"/>
                    <a:pt x="2279" y="1059"/>
                  </a:cubicBezTo>
                  <a:cubicBezTo>
                    <a:pt x="0" y="3256"/>
                    <a:pt x="1519" y="7135"/>
                    <a:pt x="4693" y="7189"/>
                  </a:cubicBezTo>
                  <a:cubicBezTo>
                    <a:pt x="4726" y="7190"/>
                    <a:pt x="4759" y="7190"/>
                    <a:pt x="4792" y="7190"/>
                  </a:cubicBezTo>
                  <a:cubicBezTo>
                    <a:pt x="7927" y="7190"/>
                    <a:pt x="9525" y="3395"/>
                    <a:pt x="7324" y="1141"/>
                  </a:cubicBezTo>
                  <a:cubicBezTo>
                    <a:pt x="6647" y="381"/>
                    <a:pt x="5717" y="1"/>
                    <a:pt x="478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50"/>
            <p:cNvSpPr/>
            <p:nvPr/>
          </p:nvSpPr>
          <p:spPr>
            <a:xfrm>
              <a:off x="7142025" y="3703750"/>
              <a:ext cx="238500" cy="180325"/>
            </a:xfrm>
            <a:custGeom>
              <a:rect b="b" l="l" r="r" t="t"/>
              <a:pathLst>
                <a:path extrusionOk="0" h="7213" w="9540">
                  <a:moveTo>
                    <a:pt x="4760" y="0"/>
                  </a:moveTo>
                  <a:cubicBezTo>
                    <a:pt x="1608" y="0"/>
                    <a:pt x="0" y="3806"/>
                    <a:pt x="2216" y="6076"/>
                  </a:cubicBezTo>
                  <a:cubicBezTo>
                    <a:pt x="2904" y="6832"/>
                    <a:pt x="3835" y="7212"/>
                    <a:pt x="4767" y="7212"/>
                  </a:cubicBezTo>
                  <a:cubicBezTo>
                    <a:pt x="5673" y="7212"/>
                    <a:pt x="6579" y="6853"/>
                    <a:pt x="7261" y="6130"/>
                  </a:cubicBezTo>
                  <a:cubicBezTo>
                    <a:pt x="9540" y="3906"/>
                    <a:pt x="7994" y="28"/>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50"/>
            <p:cNvSpPr/>
            <p:nvPr/>
          </p:nvSpPr>
          <p:spPr>
            <a:xfrm>
              <a:off x="7160125" y="4332350"/>
              <a:ext cx="201425" cy="181225"/>
            </a:xfrm>
            <a:custGeom>
              <a:rect b="b" l="l" r="r" t="t"/>
              <a:pathLst>
                <a:path extrusionOk="0" h="7249" w="8057">
                  <a:moveTo>
                    <a:pt x="4035" y="1"/>
                  </a:moveTo>
                  <a:cubicBezTo>
                    <a:pt x="3185" y="1"/>
                    <a:pt x="2336" y="334"/>
                    <a:pt x="1628" y="1004"/>
                  </a:cubicBezTo>
                  <a:cubicBezTo>
                    <a:pt x="136" y="2387"/>
                    <a:pt x="1" y="4557"/>
                    <a:pt x="1411" y="6049"/>
                  </a:cubicBezTo>
                  <a:cubicBezTo>
                    <a:pt x="2095" y="6847"/>
                    <a:pt x="3065" y="7249"/>
                    <a:pt x="4035" y="7249"/>
                  </a:cubicBezTo>
                  <a:cubicBezTo>
                    <a:pt x="4911" y="7249"/>
                    <a:pt x="5787" y="6922"/>
                    <a:pt x="6456" y="6266"/>
                  </a:cubicBezTo>
                  <a:cubicBezTo>
                    <a:pt x="7975" y="4937"/>
                    <a:pt x="8056" y="2631"/>
                    <a:pt x="6673" y="1221"/>
                  </a:cubicBezTo>
                  <a:cubicBezTo>
                    <a:pt x="5918" y="409"/>
                    <a:pt x="4976"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
    <p:spTree>
      <p:nvGrpSpPr>
        <p:cNvPr id="710" name="Shape 710"/>
        <p:cNvGrpSpPr/>
        <p:nvPr/>
      </p:nvGrpSpPr>
      <p:grpSpPr>
        <a:xfrm>
          <a:off x="0" y="0"/>
          <a:ext cx="0" cy="0"/>
          <a:chOff x="0" y="0"/>
          <a:chExt cx="0" cy="0"/>
        </a:xfrm>
      </p:grpSpPr>
      <p:grpSp>
        <p:nvGrpSpPr>
          <p:cNvPr id="711" name="Google Shape;711;p51"/>
          <p:cNvGrpSpPr/>
          <p:nvPr/>
        </p:nvGrpSpPr>
        <p:grpSpPr>
          <a:xfrm>
            <a:off x="-222187" y="3982834"/>
            <a:ext cx="1252756" cy="791730"/>
            <a:chOff x="209625" y="551300"/>
            <a:chExt cx="7170900" cy="4592400"/>
          </a:xfrm>
        </p:grpSpPr>
        <p:sp>
          <p:nvSpPr>
            <p:cNvPr id="712" name="Google Shape;712;p51"/>
            <p:cNvSpPr/>
            <p:nvPr/>
          </p:nvSpPr>
          <p:spPr>
            <a:xfrm>
              <a:off x="838900" y="1811875"/>
              <a:ext cx="238725" cy="180050"/>
            </a:xfrm>
            <a:custGeom>
              <a:rect b="b" l="l" r="r" t="t"/>
              <a:pathLst>
                <a:path extrusionOk="0" h="7202" w="9549">
                  <a:moveTo>
                    <a:pt x="4802" y="0"/>
                  </a:moveTo>
                  <a:cubicBezTo>
                    <a:pt x="1601" y="0"/>
                    <a:pt x="1" y="3825"/>
                    <a:pt x="2252" y="6103"/>
                  </a:cubicBezTo>
                  <a:cubicBezTo>
                    <a:pt x="2930" y="6835"/>
                    <a:pt x="3852" y="7201"/>
                    <a:pt x="4775" y="7201"/>
                  </a:cubicBezTo>
                  <a:cubicBezTo>
                    <a:pt x="5697" y="7201"/>
                    <a:pt x="6619" y="6835"/>
                    <a:pt x="7297" y="6103"/>
                  </a:cubicBezTo>
                  <a:cubicBezTo>
                    <a:pt x="9548" y="3879"/>
                    <a:pt x="7975" y="27"/>
                    <a:pt x="480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51"/>
            <p:cNvSpPr/>
            <p:nvPr/>
          </p:nvSpPr>
          <p:spPr>
            <a:xfrm>
              <a:off x="1469250" y="1182575"/>
              <a:ext cx="238325" cy="179750"/>
            </a:xfrm>
            <a:custGeom>
              <a:rect b="b" l="l" r="r" t="t"/>
              <a:pathLst>
                <a:path extrusionOk="0" h="7190" w="9533">
                  <a:moveTo>
                    <a:pt x="4746" y="1"/>
                  </a:moveTo>
                  <a:cubicBezTo>
                    <a:pt x="1616" y="1"/>
                    <a:pt x="0" y="3761"/>
                    <a:pt x="2182" y="6050"/>
                  </a:cubicBezTo>
                  <a:cubicBezTo>
                    <a:pt x="2859" y="6810"/>
                    <a:pt x="3796" y="7189"/>
                    <a:pt x="4739" y="7189"/>
                  </a:cubicBezTo>
                  <a:cubicBezTo>
                    <a:pt x="5648" y="7189"/>
                    <a:pt x="6562" y="6837"/>
                    <a:pt x="7254" y="6131"/>
                  </a:cubicBezTo>
                  <a:cubicBezTo>
                    <a:pt x="9532" y="3934"/>
                    <a:pt x="8013" y="55"/>
                    <a:pt x="4813" y="1"/>
                  </a:cubicBezTo>
                  <a:cubicBezTo>
                    <a:pt x="4790"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51"/>
            <p:cNvSpPr/>
            <p:nvPr/>
          </p:nvSpPr>
          <p:spPr>
            <a:xfrm>
              <a:off x="2098325" y="551550"/>
              <a:ext cx="239200" cy="180150"/>
            </a:xfrm>
            <a:custGeom>
              <a:rect b="b" l="l" r="r" t="t"/>
              <a:pathLst>
                <a:path extrusionOk="0" h="7206" w="9568">
                  <a:moveTo>
                    <a:pt x="4746" y="0"/>
                  </a:moveTo>
                  <a:cubicBezTo>
                    <a:pt x="3826" y="0"/>
                    <a:pt x="2912" y="366"/>
                    <a:pt x="2244" y="1102"/>
                  </a:cubicBezTo>
                  <a:cubicBezTo>
                    <a:pt x="1" y="3372"/>
                    <a:pt x="1609" y="7205"/>
                    <a:pt x="4787" y="7205"/>
                  </a:cubicBezTo>
                  <a:cubicBezTo>
                    <a:pt x="4798" y="7205"/>
                    <a:pt x="4810" y="7205"/>
                    <a:pt x="4821" y="7205"/>
                  </a:cubicBezTo>
                  <a:cubicBezTo>
                    <a:pt x="7994" y="7151"/>
                    <a:pt x="9568" y="3299"/>
                    <a:pt x="7262" y="1075"/>
                  </a:cubicBezTo>
                  <a:cubicBezTo>
                    <a:pt x="6574" y="360"/>
                    <a:pt x="5657" y="0"/>
                    <a:pt x="474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51"/>
            <p:cNvSpPr/>
            <p:nvPr/>
          </p:nvSpPr>
          <p:spPr>
            <a:xfrm>
              <a:off x="1468850" y="1811875"/>
              <a:ext cx="238725" cy="180050"/>
            </a:xfrm>
            <a:custGeom>
              <a:rect b="b" l="l" r="r" t="t"/>
              <a:pathLst>
                <a:path extrusionOk="0" h="7202" w="9549">
                  <a:moveTo>
                    <a:pt x="4748" y="0"/>
                  </a:moveTo>
                  <a:cubicBezTo>
                    <a:pt x="1574" y="27"/>
                    <a:pt x="1" y="3879"/>
                    <a:pt x="2252" y="6103"/>
                  </a:cubicBezTo>
                  <a:cubicBezTo>
                    <a:pt x="2944" y="6835"/>
                    <a:pt x="3866" y="7201"/>
                    <a:pt x="4788" y="7201"/>
                  </a:cubicBezTo>
                  <a:cubicBezTo>
                    <a:pt x="5710" y="7201"/>
                    <a:pt x="6633" y="6835"/>
                    <a:pt x="7324" y="6103"/>
                  </a:cubicBezTo>
                  <a:cubicBezTo>
                    <a:pt x="9548" y="3825"/>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51"/>
            <p:cNvSpPr/>
            <p:nvPr/>
          </p:nvSpPr>
          <p:spPr>
            <a:xfrm>
              <a:off x="2116450" y="1181050"/>
              <a:ext cx="202775" cy="181225"/>
            </a:xfrm>
            <a:custGeom>
              <a:rect b="b" l="l" r="r" t="t"/>
              <a:pathLst>
                <a:path extrusionOk="0" h="7249" w="8111">
                  <a:moveTo>
                    <a:pt x="4037" y="0"/>
                  </a:moveTo>
                  <a:cubicBezTo>
                    <a:pt x="3213" y="0"/>
                    <a:pt x="2393" y="309"/>
                    <a:pt x="1709" y="930"/>
                  </a:cubicBezTo>
                  <a:cubicBezTo>
                    <a:pt x="163" y="2314"/>
                    <a:pt x="0" y="4429"/>
                    <a:pt x="1356" y="5975"/>
                  </a:cubicBezTo>
                  <a:cubicBezTo>
                    <a:pt x="2109" y="6817"/>
                    <a:pt x="3087" y="7248"/>
                    <a:pt x="4067" y="7248"/>
                  </a:cubicBezTo>
                  <a:cubicBezTo>
                    <a:pt x="4887" y="7248"/>
                    <a:pt x="5709" y="6946"/>
                    <a:pt x="6401" y="6328"/>
                  </a:cubicBezTo>
                  <a:cubicBezTo>
                    <a:pt x="7920" y="4972"/>
                    <a:pt x="8110" y="2775"/>
                    <a:pt x="6754" y="1283"/>
                  </a:cubicBezTo>
                  <a:cubicBezTo>
                    <a:pt x="5990" y="431"/>
                    <a:pt x="5011" y="0"/>
                    <a:pt x="403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51"/>
            <p:cNvSpPr/>
            <p:nvPr/>
          </p:nvSpPr>
          <p:spPr>
            <a:xfrm>
              <a:off x="2747075" y="551300"/>
              <a:ext cx="201425" cy="180975"/>
            </a:xfrm>
            <a:custGeom>
              <a:rect b="b" l="l" r="r" t="t"/>
              <a:pathLst>
                <a:path extrusionOk="0" h="7239" w="8057">
                  <a:moveTo>
                    <a:pt x="4008" y="1"/>
                  </a:moveTo>
                  <a:cubicBezTo>
                    <a:pt x="3158" y="1"/>
                    <a:pt x="2309" y="334"/>
                    <a:pt x="1601" y="1004"/>
                  </a:cubicBezTo>
                  <a:cubicBezTo>
                    <a:pt x="82" y="2414"/>
                    <a:pt x="0" y="4557"/>
                    <a:pt x="1384" y="6049"/>
                  </a:cubicBezTo>
                  <a:cubicBezTo>
                    <a:pt x="2129" y="6837"/>
                    <a:pt x="3086" y="7239"/>
                    <a:pt x="4043" y="7239"/>
                  </a:cubicBezTo>
                  <a:cubicBezTo>
                    <a:pt x="4897" y="7239"/>
                    <a:pt x="5752" y="6918"/>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51"/>
            <p:cNvSpPr/>
            <p:nvPr/>
          </p:nvSpPr>
          <p:spPr>
            <a:xfrm>
              <a:off x="2098125" y="1811875"/>
              <a:ext cx="238725" cy="180550"/>
            </a:xfrm>
            <a:custGeom>
              <a:rect b="b" l="l" r="r" t="t"/>
              <a:pathLst>
                <a:path extrusionOk="0" h="7222" w="9549">
                  <a:moveTo>
                    <a:pt x="4775" y="0"/>
                  </a:moveTo>
                  <a:cubicBezTo>
                    <a:pt x="1601" y="0"/>
                    <a:pt x="1" y="3852"/>
                    <a:pt x="2252" y="6103"/>
                  </a:cubicBezTo>
                  <a:cubicBezTo>
                    <a:pt x="2930" y="6849"/>
                    <a:pt x="3852" y="7222"/>
                    <a:pt x="4775" y="7222"/>
                  </a:cubicBezTo>
                  <a:cubicBezTo>
                    <a:pt x="5697" y="7222"/>
                    <a:pt x="6619" y="6849"/>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51"/>
            <p:cNvSpPr/>
            <p:nvPr/>
          </p:nvSpPr>
          <p:spPr>
            <a:xfrm>
              <a:off x="2728000" y="1181375"/>
              <a:ext cx="238800" cy="179625"/>
            </a:xfrm>
            <a:custGeom>
              <a:rect b="b" l="l" r="r" t="t"/>
              <a:pathLst>
                <a:path extrusionOk="0" h="7185" w="9552">
                  <a:moveTo>
                    <a:pt x="4771" y="1"/>
                  </a:moveTo>
                  <a:cubicBezTo>
                    <a:pt x="3826" y="1"/>
                    <a:pt x="2884" y="381"/>
                    <a:pt x="2201" y="1134"/>
                  </a:cubicBezTo>
                  <a:cubicBezTo>
                    <a:pt x="0" y="3416"/>
                    <a:pt x="1624" y="7184"/>
                    <a:pt x="4759" y="7184"/>
                  </a:cubicBezTo>
                  <a:cubicBezTo>
                    <a:pt x="4792" y="7184"/>
                    <a:pt x="4825" y="7184"/>
                    <a:pt x="4859" y="7183"/>
                  </a:cubicBezTo>
                  <a:cubicBezTo>
                    <a:pt x="8033" y="7129"/>
                    <a:pt x="9551" y="3223"/>
                    <a:pt x="7246" y="1026"/>
                  </a:cubicBezTo>
                  <a:cubicBezTo>
                    <a:pt x="6561" y="340"/>
                    <a:pt x="566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51"/>
            <p:cNvSpPr/>
            <p:nvPr/>
          </p:nvSpPr>
          <p:spPr>
            <a:xfrm>
              <a:off x="3358025" y="551525"/>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6"/>
                    <a:pt x="4738" y="7206"/>
                    <a:pt x="4761" y="7206"/>
                  </a:cubicBezTo>
                  <a:cubicBezTo>
                    <a:pt x="7917" y="7206"/>
                    <a:pt x="9533" y="3420"/>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51"/>
            <p:cNvSpPr/>
            <p:nvPr/>
          </p:nvSpPr>
          <p:spPr>
            <a:xfrm>
              <a:off x="2747075" y="1810525"/>
              <a:ext cx="201425" cy="180975"/>
            </a:xfrm>
            <a:custGeom>
              <a:rect b="b" l="l" r="r" t="t"/>
              <a:pathLst>
                <a:path extrusionOk="0" h="7239" w="8057">
                  <a:moveTo>
                    <a:pt x="4008" y="0"/>
                  </a:moveTo>
                  <a:cubicBezTo>
                    <a:pt x="3158" y="0"/>
                    <a:pt x="2309" y="334"/>
                    <a:pt x="1601" y="1003"/>
                  </a:cubicBezTo>
                  <a:cubicBezTo>
                    <a:pt x="109" y="2414"/>
                    <a:pt x="0" y="4584"/>
                    <a:pt x="1384" y="6048"/>
                  </a:cubicBezTo>
                  <a:cubicBezTo>
                    <a:pt x="2086" y="6837"/>
                    <a:pt x="3060" y="7239"/>
                    <a:pt x="4036" y="7239"/>
                  </a:cubicBezTo>
                  <a:cubicBezTo>
                    <a:pt x="4906" y="7239"/>
                    <a:pt x="5778" y="6918"/>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51"/>
            <p:cNvSpPr/>
            <p:nvPr/>
          </p:nvSpPr>
          <p:spPr>
            <a:xfrm>
              <a:off x="3358025" y="1180950"/>
              <a:ext cx="238150" cy="180725"/>
            </a:xfrm>
            <a:custGeom>
              <a:rect b="b" l="l" r="r" t="t"/>
              <a:pathLst>
                <a:path extrusionOk="0" h="7229" w="9526">
                  <a:moveTo>
                    <a:pt x="4763" y="1"/>
                  </a:moveTo>
                  <a:cubicBezTo>
                    <a:pt x="3897" y="1"/>
                    <a:pt x="3028" y="347"/>
                    <a:pt x="2306" y="1043"/>
                  </a:cubicBezTo>
                  <a:cubicBezTo>
                    <a:pt x="1" y="3240"/>
                    <a:pt x="1493" y="7146"/>
                    <a:pt x="4666" y="7227"/>
                  </a:cubicBezTo>
                  <a:cubicBezTo>
                    <a:pt x="4700" y="7228"/>
                    <a:pt x="4733" y="7228"/>
                    <a:pt x="4767" y="7228"/>
                  </a:cubicBezTo>
                  <a:cubicBezTo>
                    <a:pt x="7902" y="7228"/>
                    <a:pt x="9525" y="3460"/>
                    <a:pt x="7352" y="1178"/>
                  </a:cubicBezTo>
                  <a:cubicBezTo>
                    <a:pt x="6610" y="394"/>
                    <a:pt x="5687" y="1"/>
                    <a:pt x="476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51"/>
            <p:cNvSpPr/>
            <p:nvPr/>
          </p:nvSpPr>
          <p:spPr>
            <a:xfrm>
              <a:off x="3357750" y="1811100"/>
              <a:ext cx="239000" cy="179825"/>
            </a:xfrm>
            <a:custGeom>
              <a:rect b="b" l="l" r="r" t="t"/>
              <a:pathLst>
                <a:path extrusionOk="0" h="7193" w="9560">
                  <a:moveTo>
                    <a:pt x="4786" y="0"/>
                  </a:moveTo>
                  <a:cubicBezTo>
                    <a:pt x="3845" y="0"/>
                    <a:pt x="2903" y="380"/>
                    <a:pt x="2209" y="1143"/>
                  </a:cubicBezTo>
                  <a:cubicBezTo>
                    <a:pt x="0" y="3406"/>
                    <a:pt x="1616" y="7192"/>
                    <a:pt x="4773" y="7192"/>
                  </a:cubicBezTo>
                  <a:cubicBezTo>
                    <a:pt x="4795" y="7192"/>
                    <a:pt x="4818" y="7192"/>
                    <a:pt x="4840" y="7192"/>
                  </a:cubicBezTo>
                  <a:cubicBezTo>
                    <a:pt x="8013"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51"/>
            <p:cNvSpPr/>
            <p:nvPr/>
          </p:nvSpPr>
          <p:spPr>
            <a:xfrm>
              <a:off x="209625" y="552625"/>
              <a:ext cx="238325" cy="180000"/>
            </a:xfrm>
            <a:custGeom>
              <a:rect b="b" l="l" r="r" t="t"/>
              <a:pathLst>
                <a:path extrusionOk="0" h="7200" w="9533">
                  <a:moveTo>
                    <a:pt x="4760" y="1"/>
                  </a:moveTo>
                  <a:cubicBezTo>
                    <a:pt x="4738" y="1"/>
                    <a:pt x="4716" y="1"/>
                    <a:pt x="4693" y="1"/>
                  </a:cubicBezTo>
                  <a:cubicBezTo>
                    <a:pt x="1520" y="55"/>
                    <a:pt x="1" y="3934"/>
                    <a:pt x="2279" y="6131"/>
                  </a:cubicBezTo>
                  <a:cubicBezTo>
                    <a:pt x="2955" y="6847"/>
                    <a:pt x="3857" y="7200"/>
                    <a:pt x="4759" y="7200"/>
                  </a:cubicBezTo>
                  <a:cubicBezTo>
                    <a:pt x="5702" y="7200"/>
                    <a:pt x="6644" y="6813"/>
                    <a:pt x="7324" y="6050"/>
                  </a:cubicBezTo>
                  <a:cubicBezTo>
                    <a:pt x="9533" y="3787"/>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51"/>
            <p:cNvSpPr/>
            <p:nvPr/>
          </p:nvSpPr>
          <p:spPr>
            <a:xfrm>
              <a:off x="210025" y="1182575"/>
              <a:ext cx="238325" cy="179650"/>
            </a:xfrm>
            <a:custGeom>
              <a:rect b="b" l="l" r="r" t="t"/>
              <a:pathLst>
                <a:path extrusionOk="0" h="7186" w="9533">
                  <a:moveTo>
                    <a:pt x="4719" y="1"/>
                  </a:moveTo>
                  <a:cubicBezTo>
                    <a:pt x="1590" y="1"/>
                    <a:pt x="0" y="3787"/>
                    <a:pt x="2209" y="6050"/>
                  </a:cubicBezTo>
                  <a:cubicBezTo>
                    <a:pt x="2896" y="6806"/>
                    <a:pt x="3828" y="7186"/>
                    <a:pt x="4759" y="7186"/>
                  </a:cubicBezTo>
                  <a:cubicBezTo>
                    <a:pt x="5665" y="7186"/>
                    <a:pt x="6572" y="6826"/>
                    <a:pt x="7254" y="6104"/>
                  </a:cubicBezTo>
                  <a:cubicBezTo>
                    <a:pt x="9532" y="3880"/>
                    <a:pt x="7986" y="28"/>
                    <a:pt x="4786" y="1"/>
                  </a:cubicBezTo>
                  <a:cubicBezTo>
                    <a:pt x="4763" y="1"/>
                    <a:pt x="4741" y="1"/>
                    <a:pt x="471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51"/>
            <p:cNvSpPr/>
            <p:nvPr/>
          </p:nvSpPr>
          <p:spPr>
            <a:xfrm>
              <a:off x="839100" y="552650"/>
              <a:ext cx="238525" cy="179800"/>
            </a:xfrm>
            <a:custGeom>
              <a:rect b="b" l="l" r="r" t="t"/>
              <a:pathLst>
                <a:path extrusionOk="0" h="7192" w="9541">
                  <a:moveTo>
                    <a:pt x="4787" y="0"/>
                  </a:moveTo>
                  <a:cubicBezTo>
                    <a:pt x="1609" y="0"/>
                    <a:pt x="1" y="3806"/>
                    <a:pt x="2217" y="6076"/>
                  </a:cubicBezTo>
                  <a:cubicBezTo>
                    <a:pt x="2905" y="6819"/>
                    <a:pt x="3843" y="7192"/>
                    <a:pt x="4778" y="7192"/>
                  </a:cubicBezTo>
                  <a:cubicBezTo>
                    <a:pt x="5687" y="7192"/>
                    <a:pt x="6593" y="6839"/>
                    <a:pt x="7262" y="6130"/>
                  </a:cubicBezTo>
                  <a:cubicBezTo>
                    <a:pt x="9540" y="3906"/>
                    <a:pt x="7994"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51"/>
            <p:cNvSpPr/>
            <p:nvPr/>
          </p:nvSpPr>
          <p:spPr>
            <a:xfrm>
              <a:off x="209825" y="1811850"/>
              <a:ext cx="238525" cy="180325"/>
            </a:xfrm>
            <a:custGeom>
              <a:rect b="b" l="l" r="r" t="t"/>
              <a:pathLst>
                <a:path extrusionOk="0" h="7213" w="9541">
                  <a:moveTo>
                    <a:pt x="4760" y="1"/>
                  </a:moveTo>
                  <a:cubicBezTo>
                    <a:pt x="1609" y="1"/>
                    <a:pt x="1" y="3806"/>
                    <a:pt x="2217" y="6077"/>
                  </a:cubicBezTo>
                  <a:cubicBezTo>
                    <a:pt x="2904" y="6833"/>
                    <a:pt x="3836" y="7213"/>
                    <a:pt x="4767" y="7213"/>
                  </a:cubicBezTo>
                  <a:cubicBezTo>
                    <a:pt x="5673" y="7213"/>
                    <a:pt x="6580" y="6853"/>
                    <a:pt x="7262" y="6131"/>
                  </a:cubicBezTo>
                  <a:cubicBezTo>
                    <a:pt x="9540" y="3907"/>
                    <a:pt x="7994" y="28"/>
                    <a:pt x="4794" y="1"/>
                  </a:cubicBezTo>
                  <a:cubicBezTo>
                    <a:pt x="4783" y="1"/>
                    <a:pt x="4771"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51"/>
            <p:cNvSpPr/>
            <p:nvPr/>
          </p:nvSpPr>
          <p:spPr>
            <a:xfrm>
              <a:off x="857225" y="1181075"/>
              <a:ext cx="201400" cy="181050"/>
            </a:xfrm>
            <a:custGeom>
              <a:rect b="b" l="l" r="r" t="t"/>
              <a:pathLst>
                <a:path extrusionOk="0" h="7242" w="8056">
                  <a:moveTo>
                    <a:pt x="4032" y="1"/>
                  </a:moveTo>
                  <a:cubicBezTo>
                    <a:pt x="3183" y="1"/>
                    <a:pt x="2335" y="327"/>
                    <a:pt x="1628" y="983"/>
                  </a:cubicBezTo>
                  <a:cubicBezTo>
                    <a:pt x="136" y="2394"/>
                    <a:pt x="0" y="4564"/>
                    <a:pt x="1411" y="6056"/>
                  </a:cubicBezTo>
                  <a:cubicBezTo>
                    <a:pt x="2095" y="6840"/>
                    <a:pt x="3057" y="7242"/>
                    <a:pt x="4024" y="7242"/>
                  </a:cubicBezTo>
                  <a:cubicBezTo>
                    <a:pt x="4897" y="7242"/>
                    <a:pt x="5774" y="6914"/>
                    <a:pt x="6456" y="6245"/>
                  </a:cubicBezTo>
                  <a:cubicBezTo>
                    <a:pt x="7975" y="4944"/>
                    <a:pt x="8056" y="2638"/>
                    <a:pt x="6673" y="1200"/>
                  </a:cubicBezTo>
                  <a:cubicBezTo>
                    <a:pt x="5917" y="402"/>
                    <a:pt x="4974" y="1"/>
                    <a:pt x="403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51"/>
            <p:cNvSpPr/>
            <p:nvPr/>
          </p:nvSpPr>
          <p:spPr>
            <a:xfrm>
              <a:off x="1468850" y="551525"/>
              <a:ext cx="238325" cy="180175"/>
            </a:xfrm>
            <a:custGeom>
              <a:rect b="b" l="l" r="r" t="t"/>
              <a:pathLst>
                <a:path extrusionOk="0" h="7207" w="9533">
                  <a:moveTo>
                    <a:pt x="4768" y="1"/>
                  </a:moveTo>
                  <a:cubicBezTo>
                    <a:pt x="3870" y="1"/>
                    <a:pt x="2968" y="347"/>
                    <a:pt x="2279" y="1049"/>
                  </a:cubicBezTo>
                  <a:cubicBezTo>
                    <a:pt x="1" y="3273"/>
                    <a:pt x="1520" y="7152"/>
                    <a:pt x="4720" y="7206"/>
                  </a:cubicBezTo>
                  <a:cubicBezTo>
                    <a:pt x="4743" y="7206"/>
                    <a:pt x="4765" y="7206"/>
                    <a:pt x="4787" y="7206"/>
                  </a:cubicBezTo>
                  <a:cubicBezTo>
                    <a:pt x="7917" y="7206"/>
                    <a:pt x="9533" y="3393"/>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51"/>
            <p:cNvSpPr/>
            <p:nvPr/>
          </p:nvSpPr>
          <p:spPr>
            <a:xfrm>
              <a:off x="3988000" y="1811875"/>
              <a:ext cx="238700" cy="180050"/>
            </a:xfrm>
            <a:custGeom>
              <a:rect b="b" l="l" r="r" t="t"/>
              <a:pathLst>
                <a:path extrusionOk="0" h="7202" w="9548">
                  <a:moveTo>
                    <a:pt x="4801" y="0"/>
                  </a:moveTo>
                  <a:cubicBezTo>
                    <a:pt x="1600" y="0"/>
                    <a:pt x="0" y="3825"/>
                    <a:pt x="2251" y="6103"/>
                  </a:cubicBezTo>
                  <a:cubicBezTo>
                    <a:pt x="2929" y="6835"/>
                    <a:pt x="3852" y="7201"/>
                    <a:pt x="4774" y="7201"/>
                  </a:cubicBezTo>
                  <a:cubicBezTo>
                    <a:pt x="5696" y="7201"/>
                    <a:pt x="6618" y="6835"/>
                    <a:pt x="7296" y="6103"/>
                  </a:cubicBezTo>
                  <a:cubicBezTo>
                    <a:pt x="9548" y="3879"/>
                    <a:pt x="7974"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51"/>
            <p:cNvSpPr/>
            <p:nvPr/>
          </p:nvSpPr>
          <p:spPr>
            <a:xfrm>
              <a:off x="4617650" y="1182575"/>
              <a:ext cx="239000" cy="179750"/>
            </a:xfrm>
            <a:custGeom>
              <a:rect b="b" l="l" r="r" t="t"/>
              <a:pathLst>
                <a:path extrusionOk="0" h="7190" w="9560">
                  <a:moveTo>
                    <a:pt x="4773" y="1"/>
                  </a:moveTo>
                  <a:cubicBezTo>
                    <a:pt x="1643" y="1"/>
                    <a:pt x="1" y="3761"/>
                    <a:pt x="2209" y="6050"/>
                  </a:cubicBezTo>
                  <a:cubicBezTo>
                    <a:pt x="2886" y="6810"/>
                    <a:pt x="3823" y="7189"/>
                    <a:pt x="4763" y="7189"/>
                  </a:cubicBezTo>
                  <a:cubicBezTo>
                    <a:pt x="5668" y="7189"/>
                    <a:pt x="6575" y="6837"/>
                    <a:pt x="7254" y="6131"/>
                  </a:cubicBezTo>
                  <a:cubicBezTo>
                    <a:pt x="9560" y="3934"/>
                    <a:pt x="8014" y="55"/>
                    <a:pt x="4840" y="1"/>
                  </a:cubicBezTo>
                  <a:cubicBezTo>
                    <a:pt x="4818" y="1"/>
                    <a:pt x="479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51"/>
            <p:cNvSpPr/>
            <p:nvPr/>
          </p:nvSpPr>
          <p:spPr>
            <a:xfrm>
              <a:off x="5247400" y="551550"/>
              <a:ext cx="238525" cy="180150"/>
            </a:xfrm>
            <a:custGeom>
              <a:rect b="b" l="l" r="r" t="t"/>
              <a:pathLst>
                <a:path extrusionOk="0" h="7206" w="9541">
                  <a:moveTo>
                    <a:pt x="4742" y="0"/>
                  </a:moveTo>
                  <a:cubicBezTo>
                    <a:pt x="3819" y="0"/>
                    <a:pt x="2898" y="366"/>
                    <a:pt x="2217" y="1102"/>
                  </a:cubicBezTo>
                  <a:cubicBezTo>
                    <a:pt x="1" y="3372"/>
                    <a:pt x="1609" y="7205"/>
                    <a:pt x="4788" y="7205"/>
                  </a:cubicBezTo>
                  <a:cubicBezTo>
                    <a:pt x="4799" y="7205"/>
                    <a:pt x="4810" y="7205"/>
                    <a:pt x="4821" y="7205"/>
                  </a:cubicBezTo>
                  <a:cubicBezTo>
                    <a:pt x="7995" y="7151"/>
                    <a:pt x="9541" y="3299"/>
                    <a:pt x="7262" y="1075"/>
                  </a:cubicBezTo>
                  <a:cubicBezTo>
                    <a:pt x="6574" y="360"/>
                    <a:pt x="5657" y="0"/>
                    <a:pt x="474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51"/>
            <p:cNvSpPr/>
            <p:nvPr/>
          </p:nvSpPr>
          <p:spPr>
            <a:xfrm>
              <a:off x="4617950" y="1811875"/>
              <a:ext cx="238700" cy="180050"/>
            </a:xfrm>
            <a:custGeom>
              <a:rect b="b" l="l" r="r" t="t"/>
              <a:pathLst>
                <a:path extrusionOk="0" h="7202" w="9548">
                  <a:moveTo>
                    <a:pt x="4747" y="0"/>
                  </a:moveTo>
                  <a:cubicBezTo>
                    <a:pt x="1573" y="27"/>
                    <a:pt x="0" y="3879"/>
                    <a:pt x="2251" y="6103"/>
                  </a:cubicBezTo>
                  <a:cubicBezTo>
                    <a:pt x="2943" y="6835"/>
                    <a:pt x="3865" y="7201"/>
                    <a:pt x="4784" y="7201"/>
                  </a:cubicBezTo>
                  <a:cubicBezTo>
                    <a:pt x="5703" y="7201"/>
                    <a:pt x="6618" y="6835"/>
                    <a:pt x="7296" y="6103"/>
                  </a:cubicBezTo>
                  <a:cubicBezTo>
                    <a:pt x="9548" y="3825"/>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51"/>
            <p:cNvSpPr/>
            <p:nvPr/>
          </p:nvSpPr>
          <p:spPr>
            <a:xfrm>
              <a:off x="5265525" y="1181050"/>
              <a:ext cx="202100" cy="181225"/>
            </a:xfrm>
            <a:custGeom>
              <a:rect b="b" l="l" r="r" t="t"/>
              <a:pathLst>
                <a:path extrusionOk="0" h="7249" w="8084">
                  <a:moveTo>
                    <a:pt x="4026" y="0"/>
                  </a:moveTo>
                  <a:cubicBezTo>
                    <a:pt x="3208" y="0"/>
                    <a:pt x="2393" y="309"/>
                    <a:pt x="1709" y="930"/>
                  </a:cubicBezTo>
                  <a:cubicBezTo>
                    <a:pt x="163" y="2314"/>
                    <a:pt x="0" y="4429"/>
                    <a:pt x="1357" y="5975"/>
                  </a:cubicBezTo>
                  <a:cubicBezTo>
                    <a:pt x="2110" y="6817"/>
                    <a:pt x="3087" y="7248"/>
                    <a:pt x="4067" y="7248"/>
                  </a:cubicBezTo>
                  <a:cubicBezTo>
                    <a:pt x="4888" y="7248"/>
                    <a:pt x="5709" y="6946"/>
                    <a:pt x="6402" y="6328"/>
                  </a:cubicBezTo>
                  <a:cubicBezTo>
                    <a:pt x="7893" y="4972"/>
                    <a:pt x="8083" y="2775"/>
                    <a:pt x="6727" y="1283"/>
                  </a:cubicBezTo>
                  <a:cubicBezTo>
                    <a:pt x="5963" y="431"/>
                    <a:pt x="4992"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51"/>
            <p:cNvSpPr/>
            <p:nvPr/>
          </p:nvSpPr>
          <p:spPr>
            <a:xfrm>
              <a:off x="5896150" y="551300"/>
              <a:ext cx="200750" cy="180975"/>
            </a:xfrm>
            <a:custGeom>
              <a:rect b="b" l="l" r="r" t="t"/>
              <a:pathLst>
                <a:path extrusionOk="0" h="7239" w="8030">
                  <a:moveTo>
                    <a:pt x="4008" y="1"/>
                  </a:moveTo>
                  <a:cubicBezTo>
                    <a:pt x="3158" y="1"/>
                    <a:pt x="2309" y="334"/>
                    <a:pt x="1601" y="1004"/>
                  </a:cubicBezTo>
                  <a:cubicBezTo>
                    <a:pt x="82" y="2414"/>
                    <a:pt x="1" y="4557"/>
                    <a:pt x="1384" y="6049"/>
                  </a:cubicBezTo>
                  <a:cubicBezTo>
                    <a:pt x="2129" y="6837"/>
                    <a:pt x="3086" y="7239"/>
                    <a:pt x="4043" y="7239"/>
                  </a:cubicBezTo>
                  <a:cubicBezTo>
                    <a:pt x="4898" y="7239"/>
                    <a:pt x="5752" y="6918"/>
                    <a:pt x="6456" y="6266"/>
                  </a:cubicBezTo>
                  <a:cubicBezTo>
                    <a:pt x="7948" y="4937"/>
                    <a:pt x="8029"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51"/>
            <p:cNvSpPr/>
            <p:nvPr/>
          </p:nvSpPr>
          <p:spPr>
            <a:xfrm>
              <a:off x="5247225" y="1811875"/>
              <a:ext cx="238700" cy="180550"/>
            </a:xfrm>
            <a:custGeom>
              <a:rect b="b" l="l" r="r" t="t"/>
              <a:pathLst>
                <a:path extrusionOk="0" h="7222" w="9548">
                  <a:moveTo>
                    <a:pt x="4774" y="0"/>
                  </a:moveTo>
                  <a:cubicBezTo>
                    <a:pt x="1600" y="0"/>
                    <a:pt x="0" y="3852"/>
                    <a:pt x="2251" y="6103"/>
                  </a:cubicBezTo>
                  <a:cubicBezTo>
                    <a:pt x="2929" y="6849"/>
                    <a:pt x="3852" y="7222"/>
                    <a:pt x="4774" y="7222"/>
                  </a:cubicBezTo>
                  <a:cubicBezTo>
                    <a:pt x="5696" y="7222"/>
                    <a:pt x="6618" y="6849"/>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51"/>
            <p:cNvSpPr/>
            <p:nvPr/>
          </p:nvSpPr>
          <p:spPr>
            <a:xfrm>
              <a:off x="5877750" y="1181150"/>
              <a:ext cx="238125" cy="179850"/>
            </a:xfrm>
            <a:custGeom>
              <a:rect b="b" l="l" r="r" t="t"/>
              <a:pathLst>
                <a:path extrusionOk="0" h="7194" w="9525">
                  <a:moveTo>
                    <a:pt x="4741" y="0"/>
                  </a:moveTo>
                  <a:cubicBezTo>
                    <a:pt x="3797" y="0"/>
                    <a:pt x="2854" y="380"/>
                    <a:pt x="2174" y="1143"/>
                  </a:cubicBezTo>
                  <a:cubicBezTo>
                    <a:pt x="0" y="3425"/>
                    <a:pt x="1597" y="7193"/>
                    <a:pt x="4732" y="7193"/>
                  </a:cubicBezTo>
                  <a:cubicBezTo>
                    <a:pt x="4765" y="7193"/>
                    <a:pt x="4799" y="7193"/>
                    <a:pt x="4832" y="7192"/>
                  </a:cubicBezTo>
                  <a:cubicBezTo>
                    <a:pt x="8006" y="7138"/>
                    <a:pt x="9525" y="3259"/>
                    <a:pt x="7219" y="1035"/>
                  </a:cubicBezTo>
                  <a:cubicBezTo>
                    <a:pt x="6544" y="346"/>
                    <a:pt x="5642" y="0"/>
                    <a:pt x="474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51"/>
            <p:cNvSpPr/>
            <p:nvPr/>
          </p:nvSpPr>
          <p:spPr>
            <a:xfrm>
              <a:off x="6506450" y="551525"/>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6"/>
                    <a:pt x="4765" y="7206"/>
                    <a:pt x="4787" y="7206"/>
                  </a:cubicBezTo>
                  <a:cubicBezTo>
                    <a:pt x="7943" y="7206"/>
                    <a:pt x="9559" y="3420"/>
                    <a:pt x="7351" y="1130"/>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51"/>
            <p:cNvSpPr/>
            <p:nvPr/>
          </p:nvSpPr>
          <p:spPr>
            <a:xfrm>
              <a:off x="5896150" y="1810525"/>
              <a:ext cx="201425" cy="181225"/>
            </a:xfrm>
            <a:custGeom>
              <a:rect b="b" l="l" r="r" t="t"/>
              <a:pathLst>
                <a:path extrusionOk="0" h="7249" w="8057">
                  <a:moveTo>
                    <a:pt x="4008" y="0"/>
                  </a:moveTo>
                  <a:cubicBezTo>
                    <a:pt x="3158" y="0"/>
                    <a:pt x="2309" y="334"/>
                    <a:pt x="1601" y="1003"/>
                  </a:cubicBezTo>
                  <a:cubicBezTo>
                    <a:pt x="109" y="2414"/>
                    <a:pt x="1" y="4584"/>
                    <a:pt x="1384" y="6048"/>
                  </a:cubicBezTo>
                  <a:cubicBezTo>
                    <a:pt x="2083" y="6847"/>
                    <a:pt x="3051" y="7248"/>
                    <a:pt x="4022" y="7248"/>
                  </a:cubicBezTo>
                  <a:cubicBezTo>
                    <a:pt x="4897" y="7248"/>
                    <a:pt x="5774" y="6922"/>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51"/>
            <p:cNvSpPr/>
            <p:nvPr/>
          </p:nvSpPr>
          <p:spPr>
            <a:xfrm>
              <a:off x="6507125" y="1180950"/>
              <a:ext cx="238125" cy="180725"/>
            </a:xfrm>
            <a:custGeom>
              <a:rect b="b" l="l" r="r" t="t"/>
              <a:pathLst>
                <a:path extrusionOk="0" h="7229" w="9525">
                  <a:moveTo>
                    <a:pt x="4753" y="1"/>
                  </a:moveTo>
                  <a:cubicBezTo>
                    <a:pt x="3889" y="1"/>
                    <a:pt x="3028" y="347"/>
                    <a:pt x="2306" y="1043"/>
                  </a:cubicBezTo>
                  <a:cubicBezTo>
                    <a:pt x="0" y="3240"/>
                    <a:pt x="1492" y="7146"/>
                    <a:pt x="4666" y="7227"/>
                  </a:cubicBezTo>
                  <a:cubicBezTo>
                    <a:pt x="4699" y="7228"/>
                    <a:pt x="4732" y="7228"/>
                    <a:pt x="4765" y="7228"/>
                  </a:cubicBezTo>
                  <a:cubicBezTo>
                    <a:pt x="7874" y="7228"/>
                    <a:pt x="9525" y="3460"/>
                    <a:pt x="7351" y="1178"/>
                  </a:cubicBezTo>
                  <a:cubicBezTo>
                    <a:pt x="6595" y="394"/>
                    <a:pt x="5673" y="1"/>
                    <a:pt x="475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51"/>
            <p:cNvSpPr/>
            <p:nvPr/>
          </p:nvSpPr>
          <p:spPr>
            <a:xfrm>
              <a:off x="6506825" y="1811100"/>
              <a:ext cx="239000" cy="179825"/>
            </a:xfrm>
            <a:custGeom>
              <a:rect b="b" l="l" r="r" t="t"/>
              <a:pathLst>
                <a:path extrusionOk="0" h="7193" w="9560">
                  <a:moveTo>
                    <a:pt x="4786" y="0"/>
                  </a:moveTo>
                  <a:cubicBezTo>
                    <a:pt x="3846" y="0"/>
                    <a:pt x="2903" y="380"/>
                    <a:pt x="2209" y="1143"/>
                  </a:cubicBezTo>
                  <a:cubicBezTo>
                    <a:pt x="1" y="3406"/>
                    <a:pt x="1617" y="7192"/>
                    <a:pt x="4773" y="7192"/>
                  </a:cubicBezTo>
                  <a:cubicBezTo>
                    <a:pt x="4795" y="7192"/>
                    <a:pt x="4818" y="7192"/>
                    <a:pt x="4840" y="7192"/>
                  </a:cubicBezTo>
                  <a:cubicBezTo>
                    <a:pt x="8014"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51"/>
            <p:cNvSpPr/>
            <p:nvPr/>
          </p:nvSpPr>
          <p:spPr>
            <a:xfrm>
              <a:off x="3988175" y="552650"/>
              <a:ext cx="238525" cy="179800"/>
            </a:xfrm>
            <a:custGeom>
              <a:rect b="b" l="l" r="r" t="t"/>
              <a:pathLst>
                <a:path extrusionOk="0" h="7192" w="9541">
                  <a:moveTo>
                    <a:pt x="4787" y="0"/>
                  </a:moveTo>
                  <a:cubicBezTo>
                    <a:pt x="1609" y="0"/>
                    <a:pt x="1" y="3806"/>
                    <a:pt x="2217" y="6076"/>
                  </a:cubicBezTo>
                  <a:cubicBezTo>
                    <a:pt x="2905" y="6819"/>
                    <a:pt x="3836" y="7192"/>
                    <a:pt x="4768" y="7192"/>
                  </a:cubicBezTo>
                  <a:cubicBezTo>
                    <a:pt x="5674" y="7192"/>
                    <a:pt x="6580" y="6839"/>
                    <a:pt x="7262" y="6130"/>
                  </a:cubicBezTo>
                  <a:cubicBezTo>
                    <a:pt x="9541" y="3906"/>
                    <a:pt x="7995"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51"/>
            <p:cNvSpPr/>
            <p:nvPr/>
          </p:nvSpPr>
          <p:spPr>
            <a:xfrm>
              <a:off x="4006975" y="1181075"/>
              <a:ext cx="201425" cy="181050"/>
            </a:xfrm>
            <a:custGeom>
              <a:rect b="b" l="l" r="r" t="t"/>
              <a:pathLst>
                <a:path extrusionOk="0" h="7242" w="8057">
                  <a:moveTo>
                    <a:pt x="4006" y="1"/>
                  </a:moveTo>
                  <a:cubicBezTo>
                    <a:pt x="3156" y="1"/>
                    <a:pt x="2308" y="327"/>
                    <a:pt x="1601" y="983"/>
                  </a:cubicBezTo>
                  <a:cubicBezTo>
                    <a:pt x="109" y="2394"/>
                    <a:pt x="0" y="4564"/>
                    <a:pt x="1384" y="6056"/>
                  </a:cubicBezTo>
                  <a:cubicBezTo>
                    <a:pt x="2082" y="6840"/>
                    <a:pt x="3051" y="7242"/>
                    <a:pt x="4021" y="7242"/>
                  </a:cubicBezTo>
                  <a:cubicBezTo>
                    <a:pt x="4897" y="7242"/>
                    <a:pt x="5774" y="6914"/>
                    <a:pt x="6456" y="6245"/>
                  </a:cubicBezTo>
                  <a:cubicBezTo>
                    <a:pt x="7948" y="4944"/>
                    <a:pt x="8056" y="2638"/>
                    <a:pt x="6646" y="1200"/>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51"/>
            <p:cNvSpPr/>
            <p:nvPr/>
          </p:nvSpPr>
          <p:spPr>
            <a:xfrm>
              <a:off x="4617950" y="551525"/>
              <a:ext cx="238325" cy="180175"/>
            </a:xfrm>
            <a:custGeom>
              <a:rect b="b" l="l" r="r" t="t"/>
              <a:pathLst>
                <a:path extrusionOk="0" h="7207" w="9533">
                  <a:moveTo>
                    <a:pt x="4747" y="1"/>
                  </a:moveTo>
                  <a:cubicBezTo>
                    <a:pt x="3849" y="1"/>
                    <a:pt x="2954" y="347"/>
                    <a:pt x="2279" y="1049"/>
                  </a:cubicBezTo>
                  <a:cubicBezTo>
                    <a:pt x="0" y="3273"/>
                    <a:pt x="1519" y="7152"/>
                    <a:pt x="4693" y="7206"/>
                  </a:cubicBezTo>
                  <a:cubicBezTo>
                    <a:pt x="4715" y="7206"/>
                    <a:pt x="4737" y="7206"/>
                    <a:pt x="4759" y="7206"/>
                  </a:cubicBezTo>
                  <a:cubicBezTo>
                    <a:pt x="7916" y="7206"/>
                    <a:pt x="9532" y="3393"/>
                    <a:pt x="7324" y="1130"/>
                  </a:cubicBezTo>
                  <a:cubicBezTo>
                    <a:pt x="6630" y="381"/>
                    <a:pt x="5687" y="1"/>
                    <a:pt x="474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51"/>
            <p:cNvSpPr/>
            <p:nvPr/>
          </p:nvSpPr>
          <p:spPr>
            <a:xfrm>
              <a:off x="2098125" y="3073125"/>
              <a:ext cx="238525" cy="179725"/>
            </a:xfrm>
            <a:custGeom>
              <a:rect b="b" l="l" r="r" t="t"/>
              <a:pathLst>
                <a:path extrusionOk="0" h="7189" w="9541">
                  <a:moveTo>
                    <a:pt x="4759" y="0"/>
                  </a:moveTo>
                  <a:cubicBezTo>
                    <a:pt x="3849" y="0"/>
                    <a:pt x="2937" y="360"/>
                    <a:pt x="2252" y="1085"/>
                  </a:cubicBezTo>
                  <a:cubicBezTo>
                    <a:pt x="1" y="3337"/>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51"/>
            <p:cNvSpPr/>
            <p:nvPr/>
          </p:nvSpPr>
          <p:spPr>
            <a:xfrm>
              <a:off x="2728075" y="2443400"/>
              <a:ext cx="238150" cy="180200"/>
            </a:xfrm>
            <a:custGeom>
              <a:rect b="b" l="l" r="r" t="t"/>
              <a:pathLst>
                <a:path extrusionOk="0" h="7208" w="9526">
                  <a:moveTo>
                    <a:pt x="4761" y="0"/>
                  </a:moveTo>
                  <a:cubicBezTo>
                    <a:pt x="3895" y="0"/>
                    <a:pt x="3028" y="340"/>
                    <a:pt x="2306" y="1022"/>
                  </a:cubicBezTo>
                  <a:cubicBezTo>
                    <a:pt x="1" y="3219"/>
                    <a:pt x="1493" y="7125"/>
                    <a:pt x="4693" y="7206"/>
                  </a:cubicBezTo>
                  <a:cubicBezTo>
                    <a:pt x="4727" y="7207"/>
                    <a:pt x="4760" y="7208"/>
                    <a:pt x="4793" y="7208"/>
                  </a:cubicBezTo>
                  <a:cubicBezTo>
                    <a:pt x="7902" y="7208"/>
                    <a:pt x="9525" y="3439"/>
                    <a:pt x="7351" y="1158"/>
                  </a:cubicBezTo>
                  <a:cubicBezTo>
                    <a:pt x="6609" y="387"/>
                    <a:pt x="5686"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51"/>
            <p:cNvSpPr/>
            <p:nvPr/>
          </p:nvSpPr>
          <p:spPr>
            <a:xfrm>
              <a:off x="839100" y="4963650"/>
              <a:ext cx="238525" cy="179975"/>
            </a:xfrm>
            <a:custGeom>
              <a:rect b="b" l="l" r="r" t="t"/>
              <a:pathLst>
                <a:path extrusionOk="0" h="7199" w="9541">
                  <a:moveTo>
                    <a:pt x="4760" y="0"/>
                  </a:moveTo>
                  <a:cubicBezTo>
                    <a:pt x="1582" y="0"/>
                    <a:pt x="1" y="3833"/>
                    <a:pt x="2244" y="6076"/>
                  </a:cubicBezTo>
                  <a:cubicBezTo>
                    <a:pt x="2925" y="6826"/>
                    <a:pt x="3853" y="7198"/>
                    <a:pt x="4779" y="7198"/>
                  </a:cubicBezTo>
                  <a:cubicBezTo>
                    <a:pt x="5697" y="7198"/>
                    <a:pt x="6614" y="6832"/>
                    <a:pt x="7289" y="6103"/>
                  </a:cubicBezTo>
                  <a:cubicBezTo>
                    <a:pt x="9540" y="3852"/>
                    <a:pt x="7967" y="0"/>
                    <a:pt x="4794"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51"/>
            <p:cNvSpPr/>
            <p:nvPr/>
          </p:nvSpPr>
          <p:spPr>
            <a:xfrm>
              <a:off x="1469250" y="4333675"/>
              <a:ext cx="238325" cy="180100"/>
            </a:xfrm>
            <a:custGeom>
              <a:rect b="b" l="l" r="r" t="t"/>
              <a:pathLst>
                <a:path extrusionOk="0" h="7204" w="9533">
                  <a:moveTo>
                    <a:pt x="4746" y="1"/>
                  </a:moveTo>
                  <a:cubicBezTo>
                    <a:pt x="1616" y="1"/>
                    <a:pt x="0" y="3788"/>
                    <a:pt x="2182" y="6050"/>
                  </a:cubicBezTo>
                  <a:cubicBezTo>
                    <a:pt x="2865" y="6817"/>
                    <a:pt x="3813" y="7204"/>
                    <a:pt x="4765" y="7204"/>
                  </a:cubicBezTo>
                  <a:cubicBezTo>
                    <a:pt x="5665" y="7204"/>
                    <a:pt x="6568" y="6857"/>
                    <a:pt x="7254" y="6159"/>
                  </a:cubicBezTo>
                  <a:cubicBezTo>
                    <a:pt x="9532" y="3934"/>
                    <a:pt x="8013" y="56"/>
                    <a:pt x="4813" y="1"/>
                  </a:cubicBezTo>
                  <a:cubicBezTo>
                    <a:pt x="4791"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51"/>
            <p:cNvSpPr/>
            <p:nvPr/>
          </p:nvSpPr>
          <p:spPr>
            <a:xfrm>
              <a:off x="2098325" y="3702975"/>
              <a:ext cx="239200" cy="179825"/>
            </a:xfrm>
            <a:custGeom>
              <a:rect b="b" l="l" r="r" t="t"/>
              <a:pathLst>
                <a:path extrusionOk="0" h="7193" w="9568">
                  <a:moveTo>
                    <a:pt x="4771" y="1"/>
                  </a:moveTo>
                  <a:cubicBezTo>
                    <a:pt x="3843" y="1"/>
                    <a:pt x="2918" y="374"/>
                    <a:pt x="2244" y="1116"/>
                  </a:cubicBezTo>
                  <a:cubicBezTo>
                    <a:pt x="1" y="3387"/>
                    <a:pt x="1609" y="7192"/>
                    <a:pt x="4787" y="7192"/>
                  </a:cubicBezTo>
                  <a:cubicBezTo>
                    <a:pt x="4798" y="7192"/>
                    <a:pt x="4810" y="7192"/>
                    <a:pt x="4821" y="7192"/>
                  </a:cubicBezTo>
                  <a:cubicBezTo>
                    <a:pt x="7994" y="7165"/>
                    <a:pt x="9568" y="3286"/>
                    <a:pt x="7262" y="1062"/>
                  </a:cubicBezTo>
                  <a:cubicBezTo>
                    <a:pt x="6580" y="353"/>
                    <a:pt x="567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51"/>
            <p:cNvSpPr/>
            <p:nvPr/>
          </p:nvSpPr>
          <p:spPr>
            <a:xfrm>
              <a:off x="2747075" y="3072975"/>
              <a:ext cx="201425" cy="182050"/>
            </a:xfrm>
            <a:custGeom>
              <a:rect b="b" l="l" r="r" t="t"/>
              <a:pathLst>
                <a:path extrusionOk="0" h="7282" w="8057">
                  <a:moveTo>
                    <a:pt x="4005" y="0"/>
                  </a:moveTo>
                  <a:cubicBezTo>
                    <a:pt x="3156" y="0"/>
                    <a:pt x="2308" y="327"/>
                    <a:pt x="1601" y="983"/>
                  </a:cubicBezTo>
                  <a:cubicBezTo>
                    <a:pt x="82" y="2393"/>
                    <a:pt x="0" y="4536"/>
                    <a:pt x="1384" y="6028"/>
                  </a:cubicBezTo>
                  <a:cubicBezTo>
                    <a:pt x="2097" y="6858"/>
                    <a:pt x="3093" y="7282"/>
                    <a:pt x="4092" y="7282"/>
                  </a:cubicBezTo>
                  <a:cubicBezTo>
                    <a:pt x="4954" y="7282"/>
                    <a:pt x="5819" y="6967"/>
                    <a:pt x="6510" y="6326"/>
                  </a:cubicBezTo>
                  <a:cubicBezTo>
                    <a:pt x="8002" y="4970"/>
                    <a:pt x="8056" y="2637"/>
                    <a:pt x="6646" y="1200"/>
                  </a:cubicBezTo>
                  <a:cubicBezTo>
                    <a:pt x="5890" y="401"/>
                    <a:pt x="4947" y="0"/>
                    <a:pt x="400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51"/>
            <p:cNvSpPr/>
            <p:nvPr/>
          </p:nvSpPr>
          <p:spPr>
            <a:xfrm>
              <a:off x="3358025" y="2443400"/>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7"/>
                    <a:pt x="4738" y="7207"/>
                    <a:pt x="4761" y="7207"/>
                  </a:cubicBezTo>
                  <a:cubicBezTo>
                    <a:pt x="7917" y="7207"/>
                    <a:pt x="9533" y="3420"/>
                    <a:pt x="7324" y="1131"/>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51"/>
            <p:cNvSpPr/>
            <p:nvPr/>
          </p:nvSpPr>
          <p:spPr>
            <a:xfrm>
              <a:off x="1468850" y="4962975"/>
              <a:ext cx="238725" cy="180400"/>
            </a:xfrm>
            <a:custGeom>
              <a:rect b="b" l="l" r="r" t="t"/>
              <a:pathLst>
                <a:path extrusionOk="0" h="7216" w="9549">
                  <a:moveTo>
                    <a:pt x="4748" y="0"/>
                  </a:moveTo>
                  <a:cubicBezTo>
                    <a:pt x="1574" y="27"/>
                    <a:pt x="1" y="3879"/>
                    <a:pt x="2252" y="6130"/>
                  </a:cubicBezTo>
                  <a:cubicBezTo>
                    <a:pt x="2937" y="6856"/>
                    <a:pt x="3849" y="7215"/>
                    <a:pt x="4763" y="7215"/>
                  </a:cubicBezTo>
                  <a:cubicBezTo>
                    <a:pt x="5693" y="7215"/>
                    <a:pt x="6626" y="6842"/>
                    <a:pt x="7324" y="6103"/>
                  </a:cubicBezTo>
                  <a:cubicBezTo>
                    <a:pt x="9548" y="3852"/>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51"/>
            <p:cNvSpPr/>
            <p:nvPr/>
          </p:nvSpPr>
          <p:spPr>
            <a:xfrm>
              <a:off x="2116450" y="4332375"/>
              <a:ext cx="202775" cy="181000"/>
            </a:xfrm>
            <a:custGeom>
              <a:rect b="b" l="l" r="r" t="t"/>
              <a:pathLst>
                <a:path extrusionOk="0" h="7240" w="8111">
                  <a:moveTo>
                    <a:pt x="4023" y="1"/>
                  </a:moveTo>
                  <a:cubicBezTo>
                    <a:pt x="3204" y="1"/>
                    <a:pt x="2389" y="303"/>
                    <a:pt x="1709" y="921"/>
                  </a:cubicBezTo>
                  <a:cubicBezTo>
                    <a:pt x="163" y="2305"/>
                    <a:pt x="0" y="4448"/>
                    <a:pt x="1356" y="5966"/>
                  </a:cubicBezTo>
                  <a:cubicBezTo>
                    <a:pt x="2109" y="6808"/>
                    <a:pt x="3087" y="7240"/>
                    <a:pt x="4067" y="7240"/>
                  </a:cubicBezTo>
                  <a:cubicBezTo>
                    <a:pt x="4887" y="7240"/>
                    <a:pt x="5709" y="6937"/>
                    <a:pt x="6401" y="6319"/>
                  </a:cubicBezTo>
                  <a:cubicBezTo>
                    <a:pt x="7920" y="4990"/>
                    <a:pt x="8110" y="2793"/>
                    <a:pt x="6754" y="1274"/>
                  </a:cubicBezTo>
                  <a:cubicBezTo>
                    <a:pt x="5986"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51"/>
            <p:cNvSpPr/>
            <p:nvPr/>
          </p:nvSpPr>
          <p:spPr>
            <a:xfrm>
              <a:off x="2747075" y="3702650"/>
              <a:ext cx="201425" cy="180725"/>
            </a:xfrm>
            <a:custGeom>
              <a:rect b="b" l="l" r="r" t="t"/>
              <a:pathLst>
                <a:path extrusionOk="0" h="7229" w="8057">
                  <a:moveTo>
                    <a:pt x="3994" y="0"/>
                  </a:moveTo>
                  <a:cubicBezTo>
                    <a:pt x="3149" y="0"/>
                    <a:pt x="2305" y="328"/>
                    <a:pt x="1601" y="994"/>
                  </a:cubicBezTo>
                  <a:cubicBezTo>
                    <a:pt x="82" y="2431"/>
                    <a:pt x="0" y="4547"/>
                    <a:pt x="1384" y="6039"/>
                  </a:cubicBezTo>
                  <a:cubicBezTo>
                    <a:pt x="2129" y="6827"/>
                    <a:pt x="3086" y="7229"/>
                    <a:pt x="4043" y="7229"/>
                  </a:cubicBezTo>
                  <a:cubicBezTo>
                    <a:pt x="4897" y="7229"/>
                    <a:pt x="5752" y="6908"/>
                    <a:pt x="6456" y="6256"/>
                  </a:cubicBezTo>
                  <a:cubicBezTo>
                    <a:pt x="7948" y="4954"/>
                    <a:pt x="8056" y="2621"/>
                    <a:pt x="6646" y="1211"/>
                  </a:cubicBezTo>
                  <a:cubicBezTo>
                    <a:pt x="5887" y="409"/>
                    <a:pt x="4939" y="0"/>
                    <a:pt x="39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51"/>
            <p:cNvSpPr/>
            <p:nvPr/>
          </p:nvSpPr>
          <p:spPr>
            <a:xfrm>
              <a:off x="3357750" y="3073100"/>
              <a:ext cx="239000" cy="179750"/>
            </a:xfrm>
            <a:custGeom>
              <a:rect b="b" l="l" r="r" t="t"/>
              <a:pathLst>
                <a:path extrusionOk="0" h="7190" w="9560">
                  <a:moveTo>
                    <a:pt x="4772" y="1"/>
                  </a:moveTo>
                  <a:cubicBezTo>
                    <a:pt x="3836" y="1"/>
                    <a:pt x="2900" y="381"/>
                    <a:pt x="2209" y="1141"/>
                  </a:cubicBezTo>
                  <a:cubicBezTo>
                    <a:pt x="0" y="3403"/>
                    <a:pt x="1616" y="7190"/>
                    <a:pt x="4773" y="7190"/>
                  </a:cubicBezTo>
                  <a:cubicBezTo>
                    <a:pt x="4795" y="7190"/>
                    <a:pt x="4818" y="7190"/>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51"/>
            <p:cNvSpPr/>
            <p:nvPr/>
          </p:nvSpPr>
          <p:spPr>
            <a:xfrm>
              <a:off x="2098125" y="4963650"/>
              <a:ext cx="238725" cy="180050"/>
            </a:xfrm>
            <a:custGeom>
              <a:rect b="b" l="l" r="r" t="t"/>
              <a:pathLst>
                <a:path extrusionOk="0" h="7202" w="9549">
                  <a:moveTo>
                    <a:pt x="4775" y="0"/>
                  </a:moveTo>
                  <a:cubicBezTo>
                    <a:pt x="1601" y="0"/>
                    <a:pt x="1" y="3852"/>
                    <a:pt x="2252" y="6103"/>
                  </a:cubicBezTo>
                  <a:cubicBezTo>
                    <a:pt x="2930" y="6836"/>
                    <a:pt x="3852" y="7202"/>
                    <a:pt x="4775" y="7202"/>
                  </a:cubicBezTo>
                  <a:cubicBezTo>
                    <a:pt x="5697" y="7202"/>
                    <a:pt x="6619" y="6836"/>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51"/>
            <p:cNvSpPr/>
            <p:nvPr/>
          </p:nvSpPr>
          <p:spPr>
            <a:xfrm>
              <a:off x="2728475" y="4332575"/>
              <a:ext cx="238325" cy="180175"/>
            </a:xfrm>
            <a:custGeom>
              <a:rect b="b" l="l" r="r" t="t"/>
              <a:pathLst>
                <a:path extrusionOk="0" h="7207" w="9533">
                  <a:moveTo>
                    <a:pt x="4749" y="1"/>
                  </a:moveTo>
                  <a:cubicBezTo>
                    <a:pt x="3805" y="1"/>
                    <a:pt x="2862" y="381"/>
                    <a:pt x="2182" y="1130"/>
                  </a:cubicBezTo>
                  <a:cubicBezTo>
                    <a:pt x="0" y="3420"/>
                    <a:pt x="1616" y="7207"/>
                    <a:pt x="4773" y="7207"/>
                  </a:cubicBezTo>
                  <a:cubicBezTo>
                    <a:pt x="4795" y="7207"/>
                    <a:pt x="4818" y="7207"/>
                    <a:pt x="4840" y="7206"/>
                  </a:cubicBezTo>
                  <a:cubicBezTo>
                    <a:pt x="8014" y="7125"/>
                    <a:pt x="9532" y="3246"/>
                    <a:pt x="7227" y="1049"/>
                  </a:cubicBezTo>
                  <a:cubicBezTo>
                    <a:pt x="6551"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p51"/>
            <p:cNvSpPr/>
            <p:nvPr/>
          </p:nvSpPr>
          <p:spPr>
            <a:xfrm>
              <a:off x="3358025" y="3702975"/>
              <a:ext cx="238325" cy="179825"/>
            </a:xfrm>
            <a:custGeom>
              <a:rect b="b" l="l" r="r" t="t"/>
              <a:pathLst>
                <a:path extrusionOk="0" h="7193" w="9533">
                  <a:moveTo>
                    <a:pt x="4768" y="0"/>
                  </a:moveTo>
                  <a:cubicBezTo>
                    <a:pt x="3870" y="0"/>
                    <a:pt x="2968" y="346"/>
                    <a:pt x="2279" y="1035"/>
                  </a:cubicBezTo>
                  <a:cubicBezTo>
                    <a:pt x="1" y="3259"/>
                    <a:pt x="1520" y="7138"/>
                    <a:pt x="4693" y="7192"/>
                  </a:cubicBezTo>
                  <a:cubicBezTo>
                    <a:pt x="4716" y="7193"/>
                    <a:pt x="4738" y="7193"/>
                    <a:pt x="4761" y="7193"/>
                  </a:cubicBezTo>
                  <a:cubicBezTo>
                    <a:pt x="7917" y="7193"/>
                    <a:pt x="9533" y="3406"/>
                    <a:pt x="7324" y="1144"/>
                  </a:cubicBezTo>
                  <a:cubicBezTo>
                    <a:pt x="6644" y="380"/>
                    <a:pt x="5709" y="0"/>
                    <a:pt x="476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51"/>
            <p:cNvSpPr/>
            <p:nvPr/>
          </p:nvSpPr>
          <p:spPr>
            <a:xfrm>
              <a:off x="2747075" y="4962125"/>
              <a:ext cx="201425" cy="181050"/>
            </a:xfrm>
            <a:custGeom>
              <a:rect b="b" l="l" r="r" t="t"/>
              <a:pathLst>
                <a:path extrusionOk="0" h="7242" w="8057">
                  <a:moveTo>
                    <a:pt x="4005" y="1"/>
                  </a:moveTo>
                  <a:cubicBezTo>
                    <a:pt x="3156" y="1"/>
                    <a:pt x="2308" y="328"/>
                    <a:pt x="1601" y="984"/>
                  </a:cubicBezTo>
                  <a:cubicBezTo>
                    <a:pt x="109" y="2394"/>
                    <a:pt x="0" y="4564"/>
                    <a:pt x="1384" y="6056"/>
                  </a:cubicBezTo>
                  <a:cubicBezTo>
                    <a:pt x="2082" y="6840"/>
                    <a:pt x="3051" y="7242"/>
                    <a:pt x="4021" y="7242"/>
                  </a:cubicBezTo>
                  <a:cubicBezTo>
                    <a:pt x="4897" y="7242"/>
                    <a:pt x="5774" y="6915"/>
                    <a:pt x="6456" y="6246"/>
                  </a:cubicBezTo>
                  <a:cubicBezTo>
                    <a:pt x="7948" y="4944"/>
                    <a:pt x="8056" y="2638"/>
                    <a:pt x="6646" y="1201"/>
                  </a:cubicBezTo>
                  <a:cubicBezTo>
                    <a:pt x="5890" y="402"/>
                    <a:pt x="4947" y="1"/>
                    <a:pt x="400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51"/>
            <p:cNvSpPr/>
            <p:nvPr/>
          </p:nvSpPr>
          <p:spPr>
            <a:xfrm>
              <a:off x="3358025" y="4332300"/>
              <a:ext cx="238150" cy="180475"/>
            </a:xfrm>
            <a:custGeom>
              <a:rect b="b" l="l" r="r" t="t"/>
              <a:pathLst>
                <a:path extrusionOk="0" h="7219" w="9526">
                  <a:moveTo>
                    <a:pt x="4750" y="1"/>
                  </a:moveTo>
                  <a:cubicBezTo>
                    <a:pt x="3888" y="1"/>
                    <a:pt x="3025" y="341"/>
                    <a:pt x="2306" y="1033"/>
                  </a:cubicBezTo>
                  <a:cubicBezTo>
                    <a:pt x="1" y="3230"/>
                    <a:pt x="1493" y="7136"/>
                    <a:pt x="4666" y="7217"/>
                  </a:cubicBezTo>
                  <a:cubicBezTo>
                    <a:pt x="4700" y="7218"/>
                    <a:pt x="4733" y="7218"/>
                    <a:pt x="4767" y="7218"/>
                  </a:cubicBezTo>
                  <a:cubicBezTo>
                    <a:pt x="7902" y="7218"/>
                    <a:pt x="9525" y="3450"/>
                    <a:pt x="7352" y="1169"/>
                  </a:cubicBezTo>
                  <a:cubicBezTo>
                    <a:pt x="6606" y="395"/>
                    <a:pt x="5678" y="1"/>
                    <a:pt x="475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51"/>
            <p:cNvSpPr/>
            <p:nvPr/>
          </p:nvSpPr>
          <p:spPr>
            <a:xfrm>
              <a:off x="3357750" y="4962275"/>
              <a:ext cx="239000" cy="179750"/>
            </a:xfrm>
            <a:custGeom>
              <a:rect b="b" l="l" r="r" t="t"/>
              <a:pathLst>
                <a:path extrusionOk="0" h="7190" w="9560">
                  <a:moveTo>
                    <a:pt x="4772" y="1"/>
                  </a:moveTo>
                  <a:cubicBezTo>
                    <a:pt x="3836" y="1"/>
                    <a:pt x="2900" y="381"/>
                    <a:pt x="2209" y="1140"/>
                  </a:cubicBezTo>
                  <a:cubicBezTo>
                    <a:pt x="0" y="3403"/>
                    <a:pt x="1616" y="7190"/>
                    <a:pt x="4773" y="7190"/>
                  </a:cubicBezTo>
                  <a:cubicBezTo>
                    <a:pt x="4795" y="7190"/>
                    <a:pt x="4818" y="7189"/>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51"/>
            <p:cNvSpPr/>
            <p:nvPr/>
          </p:nvSpPr>
          <p:spPr>
            <a:xfrm>
              <a:off x="229975" y="2443400"/>
              <a:ext cx="198700" cy="179600"/>
            </a:xfrm>
            <a:custGeom>
              <a:rect b="b" l="l" r="r" t="t"/>
              <a:pathLst>
                <a:path extrusionOk="0" h="7184" w="7948">
                  <a:moveTo>
                    <a:pt x="3927" y="0"/>
                  </a:moveTo>
                  <a:cubicBezTo>
                    <a:pt x="3061" y="0"/>
                    <a:pt x="2201" y="340"/>
                    <a:pt x="1492" y="1022"/>
                  </a:cubicBezTo>
                  <a:cubicBezTo>
                    <a:pt x="55" y="2378"/>
                    <a:pt x="1" y="4657"/>
                    <a:pt x="1357" y="6067"/>
                  </a:cubicBezTo>
                  <a:cubicBezTo>
                    <a:pt x="2058" y="6810"/>
                    <a:pt x="3005" y="7184"/>
                    <a:pt x="3956" y="7184"/>
                  </a:cubicBezTo>
                  <a:cubicBezTo>
                    <a:pt x="4844" y="7184"/>
                    <a:pt x="5735" y="6858"/>
                    <a:pt x="6429" y="6203"/>
                  </a:cubicBezTo>
                  <a:lnTo>
                    <a:pt x="6402" y="6203"/>
                  </a:lnTo>
                  <a:cubicBezTo>
                    <a:pt x="7894" y="4874"/>
                    <a:pt x="7948" y="2541"/>
                    <a:pt x="6537" y="1158"/>
                  </a:cubicBezTo>
                  <a:cubicBezTo>
                    <a:pt x="5781" y="387"/>
                    <a:pt x="4851" y="0"/>
                    <a:pt x="392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51"/>
            <p:cNvSpPr/>
            <p:nvPr/>
          </p:nvSpPr>
          <p:spPr>
            <a:xfrm>
              <a:off x="209625" y="3073800"/>
              <a:ext cx="238725" cy="180050"/>
            </a:xfrm>
            <a:custGeom>
              <a:rect b="b" l="l" r="r" t="t"/>
              <a:pathLst>
                <a:path extrusionOk="0" h="7202" w="9549">
                  <a:moveTo>
                    <a:pt x="4775" y="0"/>
                  </a:moveTo>
                  <a:cubicBezTo>
                    <a:pt x="1574" y="0"/>
                    <a:pt x="1" y="3852"/>
                    <a:pt x="2252" y="6103"/>
                  </a:cubicBezTo>
                  <a:cubicBezTo>
                    <a:pt x="2930" y="6836"/>
                    <a:pt x="3852" y="7202"/>
                    <a:pt x="4775" y="7202"/>
                  </a:cubicBezTo>
                  <a:cubicBezTo>
                    <a:pt x="5697" y="7202"/>
                    <a:pt x="6619" y="6836"/>
                    <a:pt x="7297" y="6103"/>
                  </a:cubicBezTo>
                  <a:cubicBezTo>
                    <a:pt x="9548" y="3852"/>
                    <a:pt x="7948"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51"/>
            <p:cNvSpPr/>
            <p:nvPr/>
          </p:nvSpPr>
          <p:spPr>
            <a:xfrm>
              <a:off x="857225" y="2443200"/>
              <a:ext cx="202100" cy="180775"/>
            </a:xfrm>
            <a:custGeom>
              <a:rect b="b" l="l" r="r" t="t"/>
              <a:pathLst>
                <a:path extrusionOk="0" h="7231" w="8084">
                  <a:moveTo>
                    <a:pt x="4034" y="1"/>
                  </a:moveTo>
                  <a:cubicBezTo>
                    <a:pt x="3217" y="1"/>
                    <a:pt x="2401" y="304"/>
                    <a:pt x="1709" y="922"/>
                  </a:cubicBezTo>
                  <a:cubicBezTo>
                    <a:pt x="190" y="2278"/>
                    <a:pt x="0" y="4448"/>
                    <a:pt x="1356" y="5967"/>
                  </a:cubicBezTo>
                  <a:cubicBezTo>
                    <a:pt x="2083" y="6797"/>
                    <a:pt x="3070" y="7231"/>
                    <a:pt x="4063" y="7231"/>
                  </a:cubicBezTo>
                  <a:cubicBezTo>
                    <a:pt x="4886" y="7231"/>
                    <a:pt x="5713" y="6934"/>
                    <a:pt x="6401" y="6319"/>
                  </a:cubicBezTo>
                  <a:cubicBezTo>
                    <a:pt x="7893" y="4990"/>
                    <a:pt x="8083" y="2766"/>
                    <a:pt x="6754" y="1274"/>
                  </a:cubicBezTo>
                  <a:cubicBezTo>
                    <a:pt x="5986" y="433"/>
                    <a:pt x="5010" y="1"/>
                    <a:pt x="403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51"/>
            <p:cNvSpPr/>
            <p:nvPr/>
          </p:nvSpPr>
          <p:spPr>
            <a:xfrm>
              <a:off x="209625" y="3703725"/>
              <a:ext cx="238325" cy="180100"/>
            </a:xfrm>
            <a:custGeom>
              <a:rect b="b" l="l" r="r" t="t"/>
              <a:pathLst>
                <a:path extrusionOk="0" h="7204" w="9533">
                  <a:moveTo>
                    <a:pt x="4760" y="1"/>
                  </a:moveTo>
                  <a:cubicBezTo>
                    <a:pt x="4738" y="1"/>
                    <a:pt x="4716" y="1"/>
                    <a:pt x="4693" y="1"/>
                  </a:cubicBezTo>
                  <a:cubicBezTo>
                    <a:pt x="1520" y="56"/>
                    <a:pt x="1" y="3934"/>
                    <a:pt x="2279" y="6159"/>
                  </a:cubicBezTo>
                  <a:cubicBezTo>
                    <a:pt x="2952" y="6857"/>
                    <a:pt x="3848" y="7204"/>
                    <a:pt x="4745" y="7204"/>
                  </a:cubicBezTo>
                  <a:cubicBezTo>
                    <a:pt x="5693" y="7204"/>
                    <a:pt x="6641" y="6817"/>
                    <a:pt x="7324" y="6050"/>
                  </a:cubicBezTo>
                  <a:cubicBezTo>
                    <a:pt x="9533" y="3788"/>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51"/>
            <p:cNvSpPr/>
            <p:nvPr/>
          </p:nvSpPr>
          <p:spPr>
            <a:xfrm>
              <a:off x="838900" y="3073100"/>
              <a:ext cx="238150" cy="179775"/>
            </a:xfrm>
            <a:custGeom>
              <a:rect b="b" l="l" r="r" t="t"/>
              <a:pathLst>
                <a:path extrusionOk="0" h="7191" w="9526">
                  <a:moveTo>
                    <a:pt x="4788" y="1"/>
                  </a:moveTo>
                  <a:cubicBezTo>
                    <a:pt x="3886" y="1"/>
                    <a:pt x="2985" y="354"/>
                    <a:pt x="2306" y="1059"/>
                  </a:cubicBezTo>
                  <a:cubicBezTo>
                    <a:pt x="1" y="3256"/>
                    <a:pt x="1520" y="7135"/>
                    <a:pt x="4693" y="7189"/>
                  </a:cubicBezTo>
                  <a:cubicBezTo>
                    <a:pt x="4727" y="7190"/>
                    <a:pt x="4760" y="7190"/>
                    <a:pt x="4793" y="7190"/>
                  </a:cubicBezTo>
                  <a:cubicBezTo>
                    <a:pt x="7928" y="7190"/>
                    <a:pt x="9525" y="3395"/>
                    <a:pt x="7351" y="1141"/>
                  </a:cubicBezTo>
                  <a:cubicBezTo>
                    <a:pt x="6661" y="381"/>
                    <a:pt x="5724" y="1"/>
                    <a:pt x="478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51"/>
            <p:cNvSpPr/>
            <p:nvPr/>
          </p:nvSpPr>
          <p:spPr>
            <a:xfrm>
              <a:off x="1468175" y="2443250"/>
              <a:ext cx="239200" cy="180325"/>
            </a:xfrm>
            <a:custGeom>
              <a:rect b="b" l="l" r="r" t="t"/>
              <a:pathLst>
                <a:path extrusionOk="0" h="7213" w="9568">
                  <a:moveTo>
                    <a:pt x="4787" y="1"/>
                  </a:moveTo>
                  <a:cubicBezTo>
                    <a:pt x="3881" y="1"/>
                    <a:pt x="2975" y="360"/>
                    <a:pt x="2306" y="1082"/>
                  </a:cubicBezTo>
                  <a:cubicBezTo>
                    <a:pt x="1" y="3306"/>
                    <a:pt x="1574" y="7185"/>
                    <a:pt x="4747" y="7212"/>
                  </a:cubicBezTo>
                  <a:cubicBezTo>
                    <a:pt x="4759" y="7212"/>
                    <a:pt x="4770" y="7212"/>
                    <a:pt x="4781" y="7212"/>
                  </a:cubicBezTo>
                  <a:cubicBezTo>
                    <a:pt x="7959" y="7212"/>
                    <a:pt x="9567" y="3407"/>
                    <a:pt x="7324" y="1137"/>
                  </a:cubicBezTo>
                  <a:cubicBezTo>
                    <a:pt x="6650" y="380"/>
                    <a:pt x="5719"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51"/>
            <p:cNvSpPr/>
            <p:nvPr/>
          </p:nvSpPr>
          <p:spPr>
            <a:xfrm>
              <a:off x="209825" y="4333700"/>
              <a:ext cx="238525" cy="179800"/>
            </a:xfrm>
            <a:custGeom>
              <a:rect b="b" l="l" r="r" t="t"/>
              <a:pathLst>
                <a:path extrusionOk="0" h="7192" w="9541">
                  <a:moveTo>
                    <a:pt x="4760" y="0"/>
                  </a:moveTo>
                  <a:cubicBezTo>
                    <a:pt x="1609" y="0"/>
                    <a:pt x="1" y="3806"/>
                    <a:pt x="2217" y="6076"/>
                  </a:cubicBezTo>
                  <a:cubicBezTo>
                    <a:pt x="2905" y="6819"/>
                    <a:pt x="3836" y="7192"/>
                    <a:pt x="4768" y="7192"/>
                  </a:cubicBezTo>
                  <a:cubicBezTo>
                    <a:pt x="5674" y="7192"/>
                    <a:pt x="6580" y="6839"/>
                    <a:pt x="7262" y="6130"/>
                  </a:cubicBezTo>
                  <a:cubicBezTo>
                    <a:pt x="9540" y="3906"/>
                    <a:pt x="7994" y="28"/>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51"/>
            <p:cNvSpPr/>
            <p:nvPr/>
          </p:nvSpPr>
          <p:spPr>
            <a:xfrm>
              <a:off x="839100" y="3703750"/>
              <a:ext cx="238525" cy="180325"/>
            </a:xfrm>
            <a:custGeom>
              <a:rect b="b" l="l" r="r" t="t"/>
              <a:pathLst>
                <a:path extrusionOk="0" h="7213" w="9541">
                  <a:moveTo>
                    <a:pt x="4787" y="0"/>
                  </a:moveTo>
                  <a:cubicBezTo>
                    <a:pt x="1609" y="0"/>
                    <a:pt x="1" y="3806"/>
                    <a:pt x="2217" y="6076"/>
                  </a:cubicBezTo>
                  <a:cubicBezTo>
                    <a:pt x="2904" y="6832"/>
                    <a:pt x="3843" y="7212"/>
                    <a:pt x="4778" y="7212"/>
                  </a:cubicBezTo>
                  <a:cubicBezTo>
                    <a:pt x="5687" y="7212"/>
                    <a:pt x="6593" y="6853"/>
                    <a:pt x="7262" y="6130"/>
                  </a:cubicBezTo>
                  <a:cubicBezTo>
                    <a:pt x="9540" y="3906"/>
                    <a:pt x="7994"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51"/>
            <p:cNvSpPr/>
            <p:nvPr/>
          </p:nvSpPr>
          <p:spPr>
            <a:xfrm>
              <a:off x="1487175" y="3072975"/>
              <a:ext cx="200725" cy="180925"/>
            </a:xfrm>
            <a:custGeom>
              <a:rect b="b" l="l" r="r" t="t"/>
              <a:pathLst>
                <a:path extrusionOk="0" h="7237" w="8029">
                  <a:moveTo>
                    <a:pt x="4026" y="0"/>
                  </a:moveTo>
                  <a:cubicBezTo>
                    <a:pt x="3176" y="0"/>
                    <a:pt x="2321" y="327"/>
                    <a:pt x="1600" y="983"/>
                  </a:cubicBezTo>
                  <a:cubicBezTo>
                    <a:pt x="82" y="2393"/>
                    <a:pt x="0" y="4536"/>
                    <a:pt x="1383" y="6028"/>
                  </a:cubicBezTo>
                  <a:cubicBezTo>
                    <a:pt x="2095" y="6827"/>
                    <a:pt x="3088" y="7237"/>
                    <a:pt x="4085" y="7237"/>
                  </a:cubicBezTo>
                  <a:cubicBezTo>
                    <a:pt x="4949" y="7237"/>
                    <a:pt x="5817" y="6929"/>
                    <a:pt x="6510" y="6299"/>
                  </a:cubicBezTo>
                  <a:cubicBezTo>
                    <a:pt x="7975" y="4943"/>
                    <a:pt x="8029" y="2637"/>
                    <a:pt x="6646" y="1200"/>
                  </a:cubicBezTo>
                  <a:cubicBezTo>
                    <a:pt x="5904" y="401"/>
                    <a:pt x="4968"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51"/>
            <p:cNvSpPr/>
            <p:nvPr/>
          </p:nvSpPr>
          <p:spPr>
            <a:xfrm>
              <a:off x="2098125" y="2443175"/>
              <a:ext cx="238525" cy="179725"/>
            </a:xfrm>
            <a:custGeom>
              <a:rect b="b" l="l" r="r" t="t"/>
              <a:pathLst>
                <a:path extrusionOk="0" h="7189" w="9541">
                  <a:moveTo>
                    <a:pt x="4759" y="0"/>
                  </a:moveTo>
                  <a:cubicBezTo>
                    <a:pt x="3849" y="0"/>
                    <a:pt x="2937" y="360"/>
                    <a:pt x="2252" y="1085"/>
                  </a:cubicBezTo>
                  <a:cubicBezTo>
                    <a:pt x="1" y="3309"/>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51"/>
            <p:cNvSpPr/>
            <p:nvPr/>
          </p:nvSpPr>
          <p:spPr>
            <a:xfrm>
              <a:off x="209825" y="4962975"/>
              <a:ext cx="238525" cy="180325"/>
            </a:xfrm>
            <a:custGeom>
              <a:rect b="b" l="l" r="r" t="t"/>
              <a:pathLst>
                <a:path extrusionOk="0" h="7213" w="9541">
                  <a:moveTo>
                    <a:pt x="4760" y="0"/>
                  </a:moveTo>
                  <a:cubicBezTo>
                    <a:pt x="1609" y="0"/>
                    <a:pt x="1" y="3833"/>
                    <a:pt x="2217" y="6076"/>
                  </a:cubicBezTo>
                  <a:cubicBezTo>
                    <a:pt x="2904" y="6832"/>
                    <a:pt x="3836" y="7212"/>
                    <a:pt x="4767" y="7212"/>
                  </a:cubicBezTo>
                  <a:cubicBezTo>
                    <a:pt x="5673" y="7212"/>
                    <a:pt x="6580" y="6853"/>
                    <a:pt x="7262" y="6130"/>
                  </a:cubicBezTo>
                  <a:cubicBezTo>
                    <a:pt x="9540" y="3906"/>
                    <a:pt x="7994" y="55"/>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51"/>
            <p:cNvSpPr/>
            <p:nvPr/>
          </p:nvSpPr>
          <p:spPr>
            <a:xfrm>
              <a:off x="857225" y="4332350"/>
              <a:ext cx="201400" cy="180975"/>
            </a:xfrm>
            <a:custGeom>
              <a:rect b="b" l="l" r="r" t="t"/>
              <a:pathLst>
                <a:path extrusionOk="0" h="7239" w="8056">
                  <a:moveTo>
                    <a:pt x="4035" y="1"/>
                  </a:moveTo>
                  <a:cubicBezTo>
                    <a:pt x="3185" y="1"/>
                    <a:pt x="2336" y="334"/>
                    <a:pt x="1628" y="1004"/>
                  </a:cubicBezTo>
                  <a:cubicBezTo>
                    <a:pt x="136" y="2387"/>
                    <a:pt x="0" y="4557"/>
                    <a:pt x="1411" y="6049"/>
                  </a:cubicBezTo>
                  <a:cubicBezTo>
                    <a:pt x="2098" y="6837"/>
                    <a:pt x="3066" y="7239"/>
                    <a:pt x="4038" y="7239"/>
                  </a:cubicBezTo>
                  <a:cubicBezTo>
                    <a:pt x="4906" y="7239"/>
                    <a:pt x="5777" y="6918"/>
                    <a:pt x="6456" y="6266"/>
                  </a:cubicBezTo>
                  <a:cubicBezTo>
                    <a:pt x="7975" y="4937"/>
                    <a:pt x="8056" y="2631"/>
                    <a:pt x="6673" y="1221"/>
                  </a:cubicBezTo>
                  <a:cubicBezTo>
                    <a:pt x="5918" y="409"/>
                    <a:pt x="4975"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51"/>
            <p:cNvSpPr/>
            <p:nvPr/>
          </p:nvSpPr>
          <p:spPr>
            <a:xfrm>
              <a:off x="1468850" y="3702900"/>
              <a:ext cx="238325" cy="179900"/>
            </a:xfrm>
            <a:custGeom>
              <a:rect b="b" l="l" r="r" t="t"/>
              <a:pathLst>
                <a:path extrusionOk="0" h="7196" w="9533">
                  <a:moveTo>
                    <a:pt x="4780" y="0"/>
                  </a:moveTo>
                  <a:cubicBezTo>
                    <a:pt x="3878" y="0"/>
                    <a:pt x="2971" y="346"/>
                    <a:pt x="2279" y="1038"/>
                  </a:cubicBezTo>
                  <a:cubicBezTo>
                    <a:pt x="1" y="3262"/>
                    <a:pt x="1520" y="7141"/>
                    <a:pt x="4720" y="7195"/>
                  </a:cubicBezTo>
                  <a:cubicBezTo>
                    <a:pt x="4743" y="7196"/>
                    <a:pt x="4765" y="7196"/>
                    <a:pt x="4787" y="7196"/>
                  </a:cubicBezTo>
                  <a:cubicBezTo>
                    <a:pt x="7917" y="7196"/>
                    <a:pt x="9533" y="3409"/>
                    <a:pt x="7324" y="1119"/>
                  </a:cubicBezTo>
                  <a:cubicBezTo>
                    <a:pt x="6647" y="373"/>
                    <a:pt x="5717" y="0"/>
                    <a:pt x="478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51"/>
            <p:cNvSpPr/>
            <p:nvPr/>
          </p:nvSpPr>
          <p:spPr>
            <a:xfrm>
              <a:off x="5247225" y="3073125"/>
              <a:ext cx="239175" cy="179725"/>
            </a:xfrm>
            <a:custGeom>
              <a:rect b="b" l="l" r="r" t="t"/>
              <a:pathLst>
                <a:path extrusionOk="0" h="7189" w="9567">
                  <a:moveTo>
                    <a:pt x="4765" y="0"/>
                  </a:moveTo>
                  <a:cubicBezTo>
                    <a:pt x="3855" y="0"/>
                    <a:pt x="2950" y="360"/>
                    <a:pt x="2278" y="1085"/>
                  </a:cubicBezTo>
                  <a:cubicBezTo>
                    <a:pt x="0" y="3337"/>
                    <a:pt x="1573" y="7188"/>
                    <a:pt x="4774" y="7188"/>
                  </a:cubicBezTo>
                  <a:cubicBezTo>
                    <a:pt x="4785" y="7188"/>
                    <a:pt x="4796" y="7188"/>
                    <a:pt x="4807" y="7188"/>
                  </a:cubicBezTo>
                  <a:cubicBezTo>
                    <a:pt x="7959" y="7188"/>
                    <a:pt x="9567"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51"/>
            <p:cNvSpPr/>
            <p:nvPr/>
          </p:nvSpPr>
          <p:spPr>
            <a:xfrm>
              <a:off x="5877175" y="2443400"/>
              <a:ext cx="238125" cy="180200"/>
            </a:xfrm>
            <a:custGeom>
              <a:rect b="b" l="l" r="r" t="t"/>
              <a:pathLst>
                <a:path extrusionOk="0" h="7208" w="9525">
                  <a:moveTo>
                    <a:pt x="4761" y="0"/>
                  </a:moveTo>
                  <a:cubicBezTo>
                    <a:pt x="3895" y="0"/>
                    <a:pt x="3027" y="340"/>
                    <a:pt x="2306" y="1022"/>
                  </a:cubicBezTo>
                  <a:cubicBezTo>
                    <a:pt x="0" y="3219"/>
                    <a:pt x="1492" y="7125"/>
                    <a:pt x="4665" y="7206"/>
                  </a:cubicBezTo>
                  <a:cubicBezTo>
                    <a:pt x="4699" y="7207"/>
                    <a:pt x="4732" y="7208"/>
                    <a:pt x="4766" y="7208"/>
                  </a:cubicBezTo>
                  <a:cubicBezTo>
                    <a:pt x="7901" y="7208"/>
                    <a:pt x="9525" y="3439"/>
                    <a:pt x="7351" y="1158"/>
                  </a:cubicBezTo>
                  <a:cubicBezTo>
                    <a:pt x="6608" y="387"/>
                    <a:pt x="5685"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51"/>
            <p:cNvSpPr/>
            <p:nvPr/>
          </p:nvSpPr>
          <p:spPr>
            <a:xfrm>
              <a:off x="3988175" y="4963650"/>
              <a:ext cx="238525" cy="179975"/>
            </a:xfrm>
            <a:custGeom>
              <a:rect b="b" l="l" r="r" t="t"/>
              <a:pathLst>
                <a:path extrusionOk="0" h="7199" w="9541">
                  <a:moveTo>
                    <a:pt x="4760" y="0"/>
                  </a:moveTo>
                  <a:cubicBezTo>
                    <a:pt x="1582" y="0"/>
                    <a:pt x="1" y="3833"/>
                    <a:pt x="2244" y="6076"/>
                  </a:cubicBezTo>
                  <a:cubicBezTo>
                    <a:pt x="2926" y="6826"/>
                    <a:pt x="3853" y="7198"/>
                    <a:pt x="4780" y="7198"/>
                  </a:cubicBezTo>
                  <a:cubicBezTo>
                    <a:pt x="5697" y="7198"/>
                    <a:pt x="6614" y="6832"/>
                    <a:pt x="7289" y="6103"/>
                  </a:cubicBezTo>
                  <a:cubicBezTo>
                    <a:pt x="9541" y="3852"/>
                    <a:pt x="7967" y="0"/>
                    <a:pt x="4794" y="0"/>
                  </a:cubicBezTo>
                  <a:cubicBezTo>
                    <a:pt x="4783" y="0"/>
                    <a:pt x="4772"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51"/>
            <p:cNvSpPr/>
            <p:nvPr/>
          </p:nvSpPr>
          <p:spPr>
            <a:xfrm>
              <a:off x="4617650" y="4333675"/>
              <a:ext cx="239000" cy="180100"/>
            </a:xfrm>
            <a:custGeom>
              <a:rect b="b" l="l" r="r" t="t"/>
              <a:pathLst>
                <a:path extrusionOk="0" h="7204" w="9560">
                  <a:moveTo>
                    <a:pt x="4773" y="1"/>
                  </a:moveTo>
                  <a:cubicBezTo>
                    <a:pt x="1643" y="1"/>
                    <a:pt x="1" y="3788"/>
                    <a:pt x="2209" y="6050"/>
                  </a:cubicBezTo>
                  <a:cubicBezTo>
                    <a:pt x="2892" y="6817"/>
                    <a:pt x="3840" y="7204"/>
                    <a:pt x="4788" y="7204"/>
                  </a:cubicBezTo>
                  <a:cubicBezTo>
                    <a:pt x="5685" y="7204"/>
                    <a:pt x="6582" y="6857"/>
                    <a:pt x="7254" y="6159"/>
                  </a:cubicBezTo>
                  <a:cubicBezTo>
                    <a:pt x="9560" y="3934"/>
                    <a:pt x="8014" y="56"/>
                    <a:pt x="4840" y="1"/>
                  </a:cubicBezTo>
                  <a:cubicBezTo>
                    <a:pt x="4818" y="1"/>
                    <a:pt x="4796"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51"/>
            <p:cNvSpPr/>
            <p:nvPr/>
          </p:nvSpPr>
          <p:spPr>
            <a:xfrm>
              <a:off x="5247400" y="3702975"/>
              <a:ext cx="238525" cy="179825"/>
            </a:xfrm>
            <a:custGeom>
              <a:rect b="b" l="l" r="r" t="t"/>
              <a:pathLst>
                <a:path extrusionOk="0" h="7193" w="9541">
                  <a:moveTo>
                    <a:pt x="4768" y="1"/>
                  </a:moveTo>
                  <a:cubicBezTo>
                    <a:pt x="3836" y="1"/>
                    <a:pt x="2905" y="374"/>
                    <a:pt x="2217" y="1116"/>
                  </a:cubicBezTo>
                  <a:cubicBezTo>
                    <a:pt x="1" y="3387"/>
                    <a:pt x="1609" y="7192"/>
                    <a:pt x="4787" y="7192"/>
                  </a:cubicBezTo>
                  <a:cubicBezTo>
                    <a:pt x="4799" y="7192"/>
                    <a:pt x="4810" y="7192"/>
                    <a:pt x="4821" y="7192"/>
                  </a:cubicBezTo>
                  <a:cubicBezTo>
                    <a:pt x="7995" y="7165"/>
                    <a:pt x="9541" y="3286"/>
                    <a:pt x="7262" y="1062"/>
                  </a:cubicBezTo>
                  <a:cubicBezTo>
                    <a:pt x="6580" y="353"/>
                    <a:pt x="5674"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51"/>
            <p:cNvSpPr/>
            <p:nvPr/>
          </p:nvSpPr>
          <p:spPr>
            <a:xfrm>
              <a:off x="5896150" y="3072975"/>
              <a:ext cx="202775" cy="183550"/>
            </a:xfrm>
            <a:custGeom>
              <a:rect b="b" l="l" r="r" t="t"/>
              <a:pathLst>
                <a:path extrusionOk="0" h="7342" w="8111">
                  <a:moveTo>
                    <a:pt x="4006" y="0"/>
                  </a:moveTo>
                  <a:cubicBezTo>
                    <a:pt x="3156" y="0"/>
                    <a:pt x="2308" y="327"/>
                    <a:pt x="1601" y="983"/>
                  </a:cubicBezTo>
                  <a:cubicBezTo>
                    <a:pt x="82" y="2393"/>
                    <a:pt x="1" y="4536"/>
                    <a:pt x="1384" y="6028"/>
                  </a:cubicBezTo>
                  <a:cubicBezTo>
                    <a:pt x="2090" y="6896"/>
                    <a:pt x="3109" y="7341"/>
                    <a:pt x="4135" y="7341"/>
                  </a:cubicBezTo>
                  <a:cubicBezTo>
                    <a:pt x="5000" y="7341"/>
                    <a:pt x="5870" y="7025"/>
                    <a:pt x="6565" y="6380"/>
                  </a:cubicBezTo>
                  <a:cubicBezTo>
                    <a:pt x="8084" y="4997"/>
                    <a:pt x="8111" y="2637"/>
                    <a:pt x="6646" y="1200"/>
                  </a:cubicBezTo>
                  <a:cubicBezTo>
                    <a:pt x="5890" y="401"/>
                    <a:pt x="4947" y="0"/>
                    <a:pt x="400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51"/>
            <p:cNvSpPr/>
            <p:nvPr/>
          </p:nvSpPr>
          <p:spPr>
            <a:xfrm>
              <a:off x="6506450" y="2443400"/>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7"/>
                    <a:pt x="4765" y="7207"/>
                    <a:pt x="4787" y="7207"/>
                  </a:cubicBezTo>
                  <a:cubicBezTo>
                    <a:pt x="7943" y="7207"/>
                    <a:pt x="9559" y="3420"/>
                    <a:pt x="7351" y="1131"/>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51"/>
            <p:cNvSpPr/>
            <p:nvPr/>
          </p:nvSpPr>
          <p:spPr>
            <a:xfrm>
              <a:off x="4617950" y="4962975"/>
              <a:ext cx="238700" cy="180400"/>
            </a:xfrm>
            <a:custGeom>
              <a:rect b="b" l="l" r="r" t="t"/>
              <a:pathLst>
                <a:path extrusionOk="0" h="7216" w="9548">
                  <a:moveTo>
                    <a:pt x="4747" y="0"/>
                  </a:moveTo>
                  <a:cubicBezTo>
                    <a:pt x="1573" y="27"/>
                    <a:pt x="0" y="3879"/>
                    <a:pt x="2251" y="6130"/>
                  </a:cubicBezTo>
                  <a:cubicBezTo>
                    <a:pt x="2937" y="6856"/>
                    <a:pt x="3848" y="7215"/>
                    <a:pt x="4759" y="7215"/>
                  </a:cubicBezTo>
                  <a:cubicBezTo>
                    <a:pt x="5686" y="7215"/>
                    <a:pt x="6612" y="6842"/>
                    <a:pt x="7296" y="6103"/>
                  </a:cubicBezTo>
                  <a:cubicBezTo>
                    <a:pt x="9548" y="3852"/>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51"/>
            <p:cNvSpPr/>
            <p:nvPr/>
          </p:nvSpPr>
          <p:spPr>
            <a:xfrm>
              <a:off x="5265525" y="4332375"/>
              <a:ext cx="202100" cy="181000"/>
            </a:xfrm>
            <a:custGeom>
              <a:rect b="b" l="l" r="r" t="t"/>
              <a:pathLst>
                <a:path extrusionOk="0" h="7240" w="8084">
                  <a:moveTo>
                    <a:pt x="4012" y="1"/>
                  </a:moveTo>
                  <a:cubicBezTo>
                    <a:pt x="3198" y="1"/>
                    <a:pt x="2389" y="303"/>
                    <a:pt x="1709" y="921"/>
                  </a:cubicBezTo>
                  <a:cubicBezTo>
                    <a:pt x="163" y="2305"/>
                    <a:pt x="0" y="4448"/>
                    <a:pt x="1357" y="5966"/>
                  </a:cubicBezTo>
                  <a:cubicBezTo>
                    <a:pt x="2110" y="6808"/>
                    <a:pt x="3087" y="7240"/>
                    <a:pt x="4067" y="7240"/>
                  </a:cubicBezTo>
                  <a:cubicBezTo>
                    <a:pt x="4888" y="7240"/>
                    <a:pt x="5709" y="6937"/>
                    <a:pt x="6402" y="6319"/>
                  </a:cubicBezTo>
                  <a:cubicBezTo>
                    <a:pt x="7893" y="4990"/>
                    <a:pt x="8083" y="2793"/>
                    <a:pt x="6727" y="1274"/>
                  </a:cubicBezTo>
                  <a:cubicBezTo>
                    <a:pt x="5959"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51"/>
            <p:cNvSpPr/>
            <p:nvPr/>
          </p:nvSpPr>
          <p:spPr>
            <a:xfrm>
              <a:off x="5896150" y="3702650"/>
              <a:ext cx="200750" cy="180725"/>
            </a:xfrm>
            <a:custGeom>
              <a:rect b="b" l="l" r="r" t="t"/>
              <a:pathLst>
                <a:path extrusionOk="0" h="7229" w="8030">
                  <a:moveTo>
                    <a:pt x="3995" y="0"/>
                  </a:moveTo>
                  <a:cubicBezTo>
                    <a:pt x="3149" y="0"/>
                    <a:pt x="2305" y="328"/>
                    <a:pt x="1601" y="994"/>
                  </a:cubicBezTo>
                  <a:cubicBezTo>
                    <a:pt x="82" y="2431"/>
                    <a:pt x="1" y="4547"/>
                    <a:pt x="1384" y="6039"/>
                  </a:cubicBezTo>
                  <a:cubicBezTo>
                    <a:pt x="2129" y="6827"/>
                    <a:pt x="3086" y="7229"/>
                    <a:pt x="4043" y="7229"/>
                  </a:cubicBezTo>
                  <a:cubicBezTo>
                    <a:pt x="4898" y="7229"/>
                    <a:pt x="5752" y="6908"/>
                    <a:pt x="6456" y="6256"/>
                  </a:cubicBezTo>
                  <a:cubicBezTo>
                    <a:pt x="7948" y="4954"/>
                    <a:pt x="8029" y="2648"/>
                    <a:pt x="6646" y="1211"/>
                  </a:cubicBezTo>
                  <a:cubicBezTo>
                    <a:pt x="5887" y="409"/>
                    <a:pt x="4940" y="0"/>
                    <a:pt x="399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51"/>
            <p:cNvSpPr/>
            <p:nvPr/>
          </p:nvSpPr>
          <p:spPr>
            <a:xfrm>
              <a:off x="6506825" y="3073100"/>
              <a:ext cx="239000" cy="179750"/>
            </a:xfrm>
            <a:custGeom>
              <a:rect b="b" l="l" r="r" t="t"/>
              <a:pathLst>
                <a:path extrusionOk="0" h="7190" w="9560">
                  <a:moveTo>
                    <a:pt x="4773" y="1"/>
                  </a:moveTo>
                  <a:cubicBezTo>
                    <a:pt x="3837" y="1"/>
                    <a:pt x="2900" y="381"/>
                    <a:pt x="2209" y="1141"/>
                  </a:cubicBezTo>
                  <a:cubicBezTo>
                    <a:pt x="1" y="3403"/>
                    <a:pt x="1617" y="7190"/>
                    <a:pt x="4773" y="7190"/>
                  </a:cubicBezTo>
                  <a:cubicBezTo>
                    <a:pt x="4795" y="7190"/>
                    <a:pt x="4818" y="7190"/>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51"/>
            <p:cNvSpPr/>
            <p:nvPr/>
          </p:nvSpPr>
          <p:spPr>
            <a:xfrm>
              <a:off x="5247225" y="4963650"/>
              <a:ext cx="238700" cy="180050"/>
            </a:xfrm>
            <a:custGeom>
              <a:rect b="b" l="l" r="r" t="t"/>
              <a:pathLst>
                <a:path extrusionOk="0" h="7202" w="9548">
                  <a:moveTo>
                    <a:pt x="4774" y="0"/>
                  </a:moveTo>
                  <a:cubicBezTo>
                    <a:pt x="1600" y="0"/>
                    <a:pt x="0" y="3852"/>
                    <a:pt x="2251" y="6103"/>
                  </a:cubicBezTo>
                  <a:cubicBezTo>
                    <a:pt x="2929" y="6836"/>
                    <a:pt x="3852" y="7202"/>
                    <a:pt x="4774" y="7202"/>
                  </a:cubicBezTo>
                  <a:cubicBezTo>
                    <a:pt x="5696" y="7202"/>
                    <a:pt x="6618" y="6836"/>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51"/>
            <p:cNvSpPr/>
            <p:nvPr/>
          </p:nvSpPr>
          <p:spPr>
            <a:xfrm>
              <a:off x="5877550" y="4332575"/>
              <a:ext cx="238325" cy="180175"/>
            </a:xfrm>
            <a:custGeom>
              <a:rect b="b" l="l" r="r" t="t"/>
              <a:pathLst>
                <a:path extrusionOk="0" h="7207" w="9533">
                  <a:moveTo>
                    <a:pt x="4749" y="1"/>
                  </a:moveTo>
                  <a:cubicBezTo>
                    <a:pt x="3805" y="1"/>
                    <a:pt x="2862" y="381"/>
                    <a:pt x="2182" y="1130"/>
                  </a:cubicBezTo>
                  <a:cubicBezTo>
                    <a:pt x="1" y="3420"/>
                    <a:pt x="1617" y="7207"/>
                    <a:pt x="4773" y="7207"/>
                  </a:cubicBezTo>
                  <a:cubicBezTo>
                    <a:pt x="4795" y="7207"/>
                    <a:pt x="4818" y="7207"/>
                    <a:pt x="4840" y="7206"/>
                  </a:cubicBezTo>
                  <a:cubicBezTo>
                    <a:pt x="8014" y="7125"/>
                    <a:pt x="9533" y="3246"/>
                    <a:pt x="7227" y="1049"/>
                  </a:cubicBezTo>
                  <a:cubicBezTo>
                    <a:pt x="6552"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51"/>
            <p:cNvSpPr/>
            <p:nvPr/>
          </p:nvSpPr>
          <p:spPr>
            <a:xfrm>
              <a:off x="6506450" y="3702975"/>
              <a:ext cx="239000" cy="179825"/>
            </a:xfrm>
            <a:custGeom>
              <a:rect b="b" l="l" r="r" t="t"/>
              <a:pathLst>
                <a:path extrusionOk="0" h="7193" w="9560">
                  <a:moveTo>
                    <a:pt x="4794" y="0"/>
                  </a:moveTo>
                  <a:cubicBezTo>
                    <a:pt x="3897" y="0"/>
                    <a:pt x="2994" y="346"/>
                    <a:pt x="2306" y="1035"/>
                  </a:cubicBezTo>
                  <a:cubicBezTo>
                    <a:pt x="0" y="3259"/>
                    <a:pt x="1546" y="7138"/>
                    <a:pt x="4720" y="7192"/>
                  </a:cubicBezTo>
                  <a:cubicBezTo>
                    <a:pt x="4742" y="7193"/>
                    <a:pt x="4765" y="7193"/>
                    <a:pt x="4787" y="7193"/>
                  </a:cubicBezTo>
                  <a:cubicBezTo>
                    <a:pt x="7943" y="7193"/>
                    <a:pt x="9559" y="3406"/>
                    <a:pt x="7351" y="1144"/>
                  </a:cubicBezTo>
                  <a:cubicBezTo>
                    <a:pt x="6671" y="380"/>
                    <a:pt x="5735" y="0"/>
                    <a:pt x="47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51"/>
            <p:cNvSpPr/>
            <p:nvPr/>
          </p:nvSpPr>
          <p:spPr>
            <a:xfrm>
              <a:off x="5896150" y="4962125"/>
              <a:ext cx="201425" cy="181050"/>
            </a:xfrm>
            <a:custGeom>
              <a:rect b="b" l="l" r="r" t="t"/>
              <a:pathLst>
                <a:path extrusionOk="0" h="7242" w="8057">
                  <a:moveTo>
                    <a:pt x="4006" y="1"/>
                  </a:moveTo>
                  <a:cubicBezTo>
                    <a:pt x="3156" y="1"/>
                    <a:pt x="2308" y="328"/>
                    <a:pt x="1601" y="984"/>
                  </a:cubicBezTo>
                  <a:cubicBezTo>
                    <a:pt x="109" y="2394"/>
                    <a:pt x="1" y="4564"/>
                    <a:pt x="1384" y="6056"/>
                  </a:cubicBezTo>
                  <a:cubicBezTo>
                    <a:pt x="2083" y="6840"/>
                    <a:pt x="3051" y="7242"/>
                    <a:pt x="4021" y="7242"/>
                  </a:cubicBezTo>
                  <a:cubicBezTo>
                    <a:pt x="4897" y="7242"/>
                    <a:pt x="5774" y="6915"/>
                    <a:pt x="6456" y="6246"/>
                  </a:cubicBezTo>
                  <a:cubicBezTo>
                    <a:pt x="7948" y="4944"/>
                    <a:pt x="8056" y="2638"/>
                    <a:pt x="6646" y="1201"/>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51"/>
            <p:cNvSpPr/>
            <p:nvPr/>
          </p:nvSpPr>
          <p:spPr>
            <a:xfrm>
              <a:off x="6507125" y="4332300"/>
              <a:ext cx="238125" cy="180475"/>
            </a:xfrm>
            <a:custGeom>
              <a:rect b="b" l="l" r="r" t="t"/>
              <a:pathLst>
                <a:path extrusionOk="0" h="7219" w="9525">
                  <a:moveTo>
                    <a:pt x="4739" y="1"/>
                  </a:moveTo>
                  <a:cubicBezTo>
                    <a:pt x="3881" y="1"/>
                    <a:pt x="3024" y="341"/>
                    <a:pt x="2306" y="1033"/>
                  </a:cubicBezTo>
                  <a:cubicBezTo>
                    <a:pt x="0" y="3230"/>
                    <a:pt x="1492" y="7136"/>
                    <a:pt x="4666" y="7217"/>
                  </a:cubicBezTo>
                  <a:cubicBezTo>
                    <a:pt x="4699" y="7218"/>
                    <a:pt x="4732" y="7218"/>
                    <a:pt x="4765" y="7218"/>
                  </a:cubicBezTo>
                  <a:cubicBezTo>
                    <a:pt x="7874" y="7218"/>
                    <a:pt x="9525" y="3450"/>
                    <a:pt x="7351" y="1169"/>
                  </a:cubicBezTo>
                  <a:cubicBezTo>
                    <a:pt x="6591" y="395"/>
                    <a:pt x="5664" y="1"/>
                    <a:pt x="473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51"/>
            <p:cNvSpPr/>
            <p:nvPr/>
          </p:nvSpPr>
          <p:spPr>
            <a:xfrm>
              <a:off x="6506825" y="4962275"/>
              <a:ext cx="239000" cy="179750"/>
            </a:xfrm>
            <a:custGeom>
              <a:rect b="b" l="l" r="r" t="t"/>
              <a:pathLst>
                <a:path extrusionOk="0" h="7190" w="9560">
                  <a:moveTo>
                    <a:pt x="4773" y="1"/>
                  </a:moveTo>
                  <a:cubicBezTo>
                    <a:pt x="3837" y="1"/>
                    <a:pt x="2900" y="381"/>
                    <a:pt x="2209" y="1140"/>
                  </a:cubicBezTo>
                  <a:cubicBezTo>
                    <a:pt x="1" y="3403"/>
                    <a:pt x="1617" y="7190"/>
                    <a:pt x="4773" y="7190"/>
                  </a:cubicBezTo>
                  <a:cubicBezTo>
                    <a:pt x="4795" y="7190"/>
                    <a:pt x="4818" y="7189"/>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51"/>
            <p:cNvSpPr/>
            <p:nvPr/>
          </p:nvSpPr>
          <p:spPr>
            <a:xfrm>
              <a:off x="4006300" y="2443200"/>
              <a:ext cx="202100" cy="180775"/>
            </a:xfrm>
            <a:custGeom>
              <a:rect b="b" l="l" r="r" t="t"/>
              <a:pathLst>
                <a:path extrusionOk="0" h="7231" w="8084">
                  <a:moveTo>
                    <a:pt x="4023" y="1"/>
                  </a:moveTo>
                  <a:cubicBezTo>
                    <a:pt x="3204" y="1"/>
                    <a:pt x="2389" y="304"/>
                    <a:pt x="1709" y="922"/>
                  </a:cubicBezTo>
                  <a:cubicBezTo>
                    <a:pt x="190" y="2278"/>
                    <a:pt x="0" y="4448"/>
                    <a:pt x="1329" y="5967"/>
                  </a:cubicBezTo>
                  <a:cubicBezTo>
                    <a:pt x="2056" y="6797"/>
                    <a:pt x="3051" y="7231"/>
                    <a:pt x="4052" y="7231"/>
                  </a:cubicBezTo>
                  <a:cubicBezTo>
                    <a:pt x="4881" y="7231"/>
                    <a:pt x="5714" y="6934"/>
                    <a:pt x="6402" y="6319"/>
                  </a:cubicBezTo>
                  <a:cubicBezTo>
                    <a:pt x="7893" y="4990"/>
                    <a:pt x="8083" y="2766"/>
                    <a:pt x="6754" y="1274"/>
                  </a:cubicBezTo>
                  <a:cubicBezTo>
                    <a:pt x="5987"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51"/>
            <p:cNvSpPr/>
            <p:nvPr/>
          </p:nvSpPr>
          <p:spPr>
            <a:xfrm>
              <a:off x="3988000" y="3073100"/>
              <a:ext cx="238125" cy="179775"/>
            </a:xfrm>
            <a:custGeom>
              <a:rect b="b" l="l" r="r" t="t"/>
              <a:pathLst>
                <a:path extrusionOk="0" h="7191" w="9525">
                  <a:moveTo>
                    <a:pt x="4787" y="1"/>
                  </a:moveTo>
                  <a:cubicBezTo>
                    <a:pt x="3885" y="1"/>
                    <a:pt x="2984" y="354"/>
                    <a:pt x="2306" y="1059"/>
                  </a:cubicBezTo>
                  <a:cubicBezTo>
                    <a:pt x="0" y="3256"/>
                    <a:pt x="1519" y="7135"/>
                    <a:pt x="4692" y="7189"/>
                  </a:cubicBezTo>
                  <a:cubicBezTo>
                    <a:pt x="4726" y="7190"/>
                    <a:pt x="4759" y="7190"/>
                    <a:pt x="4792" y="7190"/>
                  </a:cubicBezTo>
                  <a:cubicBezTo>
                    <a:pt x="7927" y="7190"/>
                    <a:pt x="9525" y="3395"/>
                    <a:pt x="7351" y="1141"/>
                  </a:cubicBezTo>
                  <a:cubicBezTo>
                    <a:pt x="6660" y="381"/>
                    <a:pt x="5723"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51"/>
            <p:cNvSpPr/>
            <p:nvPr/>
          </p:nvSpPr>
          <p:spPr>
            <a:xfrm>
              <a:off x="4617250" y="2443250"/>
              <a:ext cx="239200" cy="180325"/>
            </a:xfrm>
            <a:custGeom>
              <a:rect b="b" l="l" r="r" t="t"/>
              <a:pathLst>
                <a:path extrusionOk="0" h="7213" w="9568">
                  <a:moveTo>
                    <a:pt x="4791" y="1"/>
                  </a:moveTo>
                  <a:cubicBezTo>
                    <a:pt x="3881" y="1"/>
                    <a:pt x="2975" y="360"/>
                    <a:pt x="2307" y="1082"/>
                  </a:cubicBezTo>
                  <a:cubicBezTo>
                    <a:pt x="1" y="3306"/>
                    <a:pt x="1574" y="7185"/>
                    <a:pt x="4748" y="7212"/>
                  </a:cubicBezTo>
                  <a:cubicBezTo>
                    <a:pt x="4759" y="7212"/>
                    <a:pt x="4770" y="7212"/>
                    <a:pt x="4781" y="7212"/>
                  </a:cubicBezTo>
                  <a:cubicBezTo>
                    <a:pt x="7960" y="7212"/>
                    <a:pt x="9568" y="3407"/>
                    <a:pt x="7352" y="1137"/>
                  </a:cubicBezTo>
                  <a:cubicBezTo>
                    <a:pt x="6664" y="380"/>
                    <a:pt x="5726" y="1"/>
                    <a:pt x="479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51"/>
            <p:cNvSpPr/>
            <p:nvPr/>
          </p:nvSpPr>
          <p:spPr>
            <a:xfrm>
              <a:off x="3988175" y="3703750"/>
              <a:ext cx="238525" cy="180325"/>
            </a:xfrm>
            <a:custGeom>
              <a:rect b="b" l="l" r="r" t="t"/>
              <a:pathLst>
                <a:path extrusionOk="0" h="7213" w="9541">
                  <a:moveTo>
                    <a:pt x="4787" y="0"/>
                  </a:moveTo>
                  <a:cubicBezTo>
                    <a:pt x="1609" y="0"/>
                    <a:pt x="1" y="3806"/>
                    <a:pt x="2217" y="6076"/>
                  </a:cubicBezTo>
                  <a:cubicBezTo>
                    <a:pt x="2905" y="6832"/>
                    <a:pt x="3836" y="7212"/>
                    <a:pt x="4767" y="7212"/>
                  </a:cubicBezTo>
                  <a:cubicBezTo>
                    <a:pt x="5674" y="7212"/>
                    <a:pt x="6580" y="6853"/>
                    <a:pt x="7262" y="6130"/>
                  </a:cubicBezTo>
                  <a:cubicBezTo>
                    <a:pt x="9541" y="3906"/>
                    <a:pt x="7995"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51"/>
            <p:cNvSpPr/>
            <p:nvPr/>
          </p:nvSpPr>
          <p:spPr>
            <a:xfrm>
              <a:off x="4636250" y="3072975"/>
              <a:ext cx="201425" cy="180925"/>
            </a:xfrm>
            <a:custGeom>
              <a:rect b="b" l="l" r="r" t="t"/>
              <a:pathLst>
                <a:path extrusionOk="0" h="7237" w="8057">
                  <a:moveTo>
                    <a:pt x="4023" y="0"/>
                  </a:moveTo>
                  <a:cubicBezTo>
                    <a:pt x="3177" y="0"/>
                    <a:pt x="2335" y="327"/>
                    <a:pt x="1628" y="983"/>
                  </a:cubicBezTo>
                  <a:cubicBezTo>
                    <a:pt x="109" y="2393"/>
                    <a:pt x="0" y="4536"/>
                    <a:pt x="1411" y="6028"/>
                  </a:cubicBezTo>
                  <a:cubicBezTo>
                    <a:pt x="2123" y="6827"/>
                    <a:pt x="3107" y="7237"/>
                    <a:pt x="4097" y="7237"/>
                  </a:cubicBezTo>
                  <a:cubicBezTo>
                    <a:pt x="4955" y="7237"/>
                    <a:pt x="5817" y="6929"/>
                    <a:pt x="6510" y="6299"/>
                  </a:cubicBezTo>
                  <a:cubicBezTo>
                    <a:pt x="7975" y="4943"/>
                    <a:pt x="8056" y="2637"/>
                    <a:pt x="6673" y="1200"/>
                  </a:cubicBezTo>
                  <a:cubicBezTo>
                    <a:pt x="5903" y="401"/>
                    <a:pt x="4961" y="0"/>
                    <a:pt x="4023"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51"/>
            <p:cNvSpPr/>
            <p:nvPr/>
          </p:nvSpPr>
          <p:spPr>
            <a:xfrm>
              <a:off x="5247225" y="2443175"/>
              <a:ext cx="238500" cy="179725"/>
            </a:xfrm>
            <a:custGeom>
              <a:rect b="b" l="l" r="r" t="t"/>
              <a:pathLst>
                <a:path extrusionOk="0" h="7189" w="9540">
                  <a:moveTo>
                    <a:pt x="4765" y="0"/>
                  </a:moveTo>
                  <a:cubicBezTo>
                    <a:pt x="3855" y="0"/>
                    <a:pt x="2950" y="360"/>
                    <a:pt x="2278" y="1085"/>
                  </a:cubicBezTo>
                  <a:cubicBezTo>
                    <a:pt x="0" y="3309"/>
                    <a:pt x="1573" y="7188"/>
                    <a:pt x="4774" y="7188"/>
                  </a:cubicBezTo>
                  <a:cubicBezTo>
                    <a:pt x="4785" y="7188"/>
                    <a:pt x="4796" y="7188"/>
                    <a:pt x="4807" y="7188"/>
                  </a:cubicBezTo>
                  <a:cubicBezTo>
                    <a:pt x="7959" y="7188"/>
                    <a:pt x="9540"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51"/>
            <p:cNvSpPr/>
            <p:nvPr/>
          </p:nvSpPr>
          <p:spPr>
            <a:xfrm>
              <a:off x="4006975" y="4332350"/>
              <a:ext cx="201425" cy="181225"/>
            </a:xfrm>
            <a:custGeom>
              <a:rect b="b" l="l" r="r" t="t"/>
              <a:pathLst>
                <a:path extrusionOk="0" h="7249" w="8057">
                  <a:moveTo>
                    <a:pt x="4008" y="1"/>
                  </a:moveTo>
                  <a:cubicBezTo>
                    <a:pt x="3158" y="1"/>
                    <a:pt x="2309" y="334"/>
                    <a:pt x="1601" y="1004"/>
                  </a:cubicBezTo>
                  <a:cubicBezTo>
                    <a:pt x="109" y="2387"/>
                    <a:pt x="0" y="4557"/>
                    <a:pt x="1384" y="6049"/>
                  </a:cubicBezTo>
                  <a:cubicBezTo>
                    <a:pt x="2082" y="6847"/>
                    <a:pt x="3051" y="7249"/>
                    <a:pt x="4021" y="7249"/>
                  </a:cubicBezTo>
                  <a:cubicBezTo>
                    <a:pt x="4897" y="7249"/>
                    <a:pt x="5774" y="6922"/>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51"/>
            <p:cNvSpPr/>
            <p:nvPr/>
          </p:nvSpPr>
          <p:spPr>
            <a:xfrm>
              <a:off x="4617950" y="3702900"/>
              <a:ext cx="238325" cy="179900"/>
            </a:xfrm>
            <a:custGeom>
              <a:rect b="b" l="l" r="r" t="t"/>
              <a:pathLst>
                <a:path extrusionOk="0" h="7196" w="9533">
                  <a:moveTo>
                    <a:pt x="4759" y="0"/>
                  </a:moveTo>
                  <a:cubicBezTo>
                    <a:pt x="3858" y="0"/>
                    <a:pt x="2957" y="346"/>
                    <a:pt x="2279" y="1038"/>
                  </a:cubicBezTo>
                  <a:cubicBezTo>
                    <a:pt x="0" y="3262"/>
                    <a:pt x="1519" y="7141"/>
                    <a:pt x="4693" y="7195"/>
                  </a:cubicBezTo>
                  <a:cubicBezTo>
                    <a:pt x="4715" y="7196"/>
                    <a:pt x="4737" y="7196"/>
                    <a:pt x="4760" y="7196"/>
                  </a:cubicBezTo>
                  <a:cubicBezTo>
                    <a:pt x="7916" y="7196"/>
                    <a:pt x="9532" y="3409"/>
                    <a:pt x="7324" y="1119"/>
                  </a:cubicBezTo>
                  <a:cubicBezTo>
                    <a:pt x="6633" y="373"/>
                    <a:pt x="5695"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51"/>
            <p:cNvSpPr/>
            <p:nvPr/>
          </p:nvSpPr>
          <p:spPr>
            <a:xfrm>
              <a:off x="7141825" y="1811875"/>
              <a:ext cx="238700" cy="180050"/>
            </a:xfrm>
            <a:custGeom>
              <a:rect b="b" l="l" r="r" t="t"/>
              <a:pathLst>
                <a:path extrusionOk="0" h="7202" w="9548">
                  <a:moveTo>
                    <a:pt x="4774" y="0"/>
                  </a:moveTo>
                  <a:cubicBezTo>
                    <a:pt x="1600" y="0"/>
                    <a:pt x="0" y="3825"/>
                    <a:pt x="2224" y="6103"/>
                  </a:cubicBezTo>
                  <a:cubicBezTo>
                    <a:pt x="2902" y="6835"/>
                    <a:pt x="3825" y="7201"/>
                    <a:pt x="4750" y="7201"/>
                  </a:cubicBezTo>
                  <a:cubicBezTo>
                    <a:pt x="5676" y="7201"/>
                    <a:pt x="6605" y="6835"/>
                    <a:pt x="7296" y="6103"/>
                  </a:cubicBezTo>
                  <a:cubicBezTo>
                    <a:pt x="9548" y="3879"/>
                    <a:pt x="7975" y="27"/>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51"/>
            <p:cNvSpPr/>
            <p:nvPr/>
          </p:nvSpPr>
          <p:spPr>
            <a:xfrm>
              <a:off x="7142025" y="552650"/>
              <a:ext cx="238500" cy="179800"/>
            </a:xfrm>
            <a:custGeom>
              <a:rect b="b" l="l" r="r" t="t"/>
              <a:pathLst>
                <a:path extrusionOk="0" h="7192" w="9540">
                  <a:moveTo>
                    <a:pt x="4760" y="0"/>
                  </a:moveTo>
                  <a:cubicBezTo>
                    <a:pt x="1608" y="0"/>
                    <a:pt x="0" y="3806"/>
                    <a:pt x="2216" y="6076"/>
                  </a:cubicBezTo>
                  <a:cubicBezTo>
                    <a:pt x="2904" y="6819"/>
                    <a:pt x="3836" y="7192"/>
                    <a:pt x="4767" y="7192"/>
                  </a:cubicBezTo>
                  <a:cubicBezTo>
                    <a:pt x="5673" y="7192"/>
                    <a:pt x="6579" y="6839"/>
                    <a:pt x="7261" y="6130"/>
                  </a:cubicBezTo>
                  <a:cubicBezTo>
                    <a:pt x="9540" y="3906"/>
                    <a:pt x="7994" y="27"/>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51"/>
            <p:cNvSpPr/>
            <p:nvPr/>
          </p:nvSpPr>
          <p:spPr>
            <a:xfrm>
              <a:off x="7160125" y="1181075"/>
              <a:ext cx="201425" cy="181050"/>
            </a:xfrm>
            <a:custGeom>
              <a:rect b="b" l="l" r="r" t="t"/>
              <a:pathLst>
                <a:path extrusionOk="0" h="7242" w="8057">
                  <a:moveTo>
                    <a:pt x="4033" y="1"/>
                  </a:moveTo>
                  <a:cubicBezTo>
                    <a:pt x="3183" y="1"/>
                    <a:pt x="2336" y="327"/>
                    <a:pt x="1628" y="983"/>
                  </a:cubicBezTo>
                  <a:cubicBezTo>
                    <a:pt x="136" y="2394"/>
                    <a:pt x="1" y="4564"/>
                    <a:pt x="1411" y="6056"/>
                  </a:cubicBezTo>
                  <a:cubicBezTo>
                    <a:pt x="2095" y="6840"/>
                    <a:pt x="3065" y="7242"/>
                    <a:pt x="4035" y="7242"/>
                  </a:cubicBezTo>
                  <a:cubicBezTo>
                    <a:pt x="4910" y="7242"/>
                    <a:pt x="5787" y="6914"/>
                    <a:pt x="6456" y="6245"/>
                  </a:cubicBezTo>
                  <a:cubicBezTo>
                    <a:pt x="7975" y="4944"/>
                    <a:pt x="8056" y="2638"/>
                    <a:pt x="6673" y="1200"/>
                  </a:cubicBezTo>
                  <a:cubicBezTo>
                    <a:pt x="5917" y="402"/>
                    <a:pt x="4974" y="1"/>
                    <a:pt x="403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51"/>
            <p:cNvSpPr/>
            <p:nvPr/>
          </p:nvSpPr>
          <p:spPr>
            <a:xfrm>
              <a:off x="7141825" y="4962975"/>
              <a:ext cx="238700" cy="180150"/>
            </a:xfrm>
            <a:custGeom>
              <a:rect b="b" l="l" r="r" t="t"/>
              <a:pathLst>
                <a:path extrusionOk="0" h="7206" w="9548">
                  <a:moveTo>
                    <a:pt x="4801" y="0"/>
                  </a:moveTo>
                  <a:cubicBezTo>
                    <a:pt x="1600" y="0"/>
                    <a:pt x="0" y="3852"/>
                    <a:pt x="2251" y="6103"/>
                  </a:cubicBezTo>
                  <a:cubicBezTo>
                    <a:pt x="2933" y="6839"/>
                    <a:pt x="3854" y="7205"/>
                    <a:pt x="4777" y="7205"/>
                  </a:cubicBezTo>
                  <a:cubicBezTo>
                    <a:pt x="5691" y="7205"/>
                    <a:pt x="6608" y="6846"/>
                    <a:pt x="7296" y="6130"/>
                  </a:cubicBezTo>
                  <a:cubicBezTo>
                    <a:pt x="9548" y="3879"/>
                    <a:pt x="7975"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51"/>
            <p:cNvSpPr/>
            <p:nvPr/>
          </p:nvSpPr>
          <p:spPr>
            <a:xfrm>
              <a:off x="7160125" y="2443200"/>
              <a:ext cx="202100" cy="180775"/>
            </a:xfrm>
            <a:custGeom>
              <a:rect b="b" l="l" r="r" t="t"/>
              <a:pathLst>
                <a:path extrusionOk="0" h="7231" w="8084">
                  <a:moveTo>
                    <a:pt x="4012" y="1"/>
                  </a:moveTo>
                  <a:cubicBezTo>
                    <a:pt x="3198" y="1"/>
                    <a:pt x="2389" y="304"/>
                    <a:pt x="1709" y="922"/>
                  </a:cubicBezTo>
                  <a:cubicBezTo>
                    <a:pt x="190" y="2278"/>
                    <a:pt x="1" y="4448"/>
                    <a:pt x="1330" y="5967"/>
                  </a:cubicBezTo>
                  <a:cubicBezTo>
                    <a:pt x="2057" y="6797"/>
                    <a:pt x="3051" y="7231"/>
                    <a:pt x="4048" y="7231"/>
                  </a:cubicBezTo>
                  <a:cubicBezTo>
                    <a:pt x="4873" y="7231"/>
                    <a:pt x="5699" y="6934"/>
                    <a:pt x="6375" y="6319"/>
                  </a:cubicBezTo>
                  <a:cubicBezTo>
                    <a:pt x="7894" y="4990"/>
                    <a:pt x="8083" y="2766"/>
                    <a:pt x="6727" y="1274"/>
                  </a:cubicBezTo>
                  <a:cubicBezTo>
                    <a:pt x="5960"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51"/>
            <p:cNvSpPr/>
            <p:nvPr/>
          </p:nvSpPr>
          <p:spPr>
            <a:xfrm>
              <a:off x="7141825" y="3073100"/>
              <a:ext cx="238125" cy="179775"/>
            </a:xfrm>
            <a:custGeom>
              <a:rect b="b" l="l" r="r" t="t"/>
              <a:pathLst>
                <a:path extrusionOk="0" h="7191" w="9525">
                  <a:moveTo>
                    <a:pt x="4781" y="1"/>
                  </a:moveTo>
                  <a:cubicBezTo>
                    <a:pt x="3878" y="1"/>
                    <a:pt x="2971" y="354"/>
                    <a:pt x="2279" y="1059"/>
                  </a:cubicBezTo>
                  <a:cubicBezTo>
                    <a:pt x="0" y="3256"/>
                    <a:pt x="1519" y="7135"/>
                    <a:pt x="4693" y="7189"/>
                  </a:cubicBezTo>
                  <a:cubicBezTo>
                    <a:pt x="4726" y="7190"/>
                    <a:pt x="4759" y="7190"/>
                    <a:pt x="4792" y="7190"/>
                  </a:cubicBezTo>
                  <a:cubicBezTo>
                    <a:pt x="7927" y="7190"/>
                    <a:pt x="9525" y="3395"/>
                    <a:pt x="7324" y="1141"/>
                  </a:cubicBezTo>
                  <a:cubicBezTo>
                    <a:pt x="6647" y="381"/>
                    <a:pt x="5717" y="1"/>
                    <a:pt x="478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51"/>
            <p:cNvSpPr/>
            <p:nvPr/>
          </p:nvSpPr>
          <p:spPr>
            <a:xfrm>
              <a:off x="7142025" y="3703750"/>
              <a:ext cx="238500" cy="180325"/>
            </a:xfrm>
            <a:custGeom>
              <a:rect b="b" l="l" r="r" t="t"/>
              <a:pathLst>
                <a:path extrusionOk="0" h="7213" w="9540">
                  <a:moveTo>
                    <a:pt x="4760" y="0"/>
                  </a:moveTo>
                  <a:cubicBezTo>
                    <a:pt x="1608" y="0"/>
                    <a:pt x="0" y="3806"/>
                    <a:pt x="2216" y="6076"/>
                  </a:cubicBezTo>
                  <a:cubicBezTo>
                    <a:pt x="2904" y="6832"/>
                    <a:pt x="3835" y="7212"/>
                    <a:pt x="4767" y="7212"/>
                  </a:cubicBezTo>
                  <a:cubicBezTo>
                    <a:pt x="5673" y="7212"/>
                    <a:pt x="6579" y="6853"/>
                    <a:pt x="7261" y="6130"/>
                  </a:cubicBezTo>
                  <a:cubicBezTo>
                    <a:pt x="9540" y="3906"/>
                    <a:pt x="7994" y="28"/>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51"/>
            <p:cNvSpPr/>
            <p:nvPr/>
          </p:nvSpPr>
          <p:spPr>
            <a:xfrm>
              <a:off x="7160125" y="4332350"/>
              <a:ext cx="201425" cy="181225"/>
            </a:xfrm>
            <a:custGeom>
              <a:rect b="b" l="l" r="r" t="t"/>
              <a:pathLst>
                <a:path extrusionOk="0" h="7249" w="8057">
                  <a:moveTo>
                    <a:pt x="4035" y="1"/>
                  </a:moveTo>
                  <a:cubicBezTo>
                    <a:pt x="3185" y="1"/>
                    <a:pt x="2336" y="334"/>
                    <a:pt x="1628" y="1004"/>
                  </a:cubicBezTo>
                  <a:cubicBezTo>
                    <a:pt x="136" y="2387"/>
                    <a:pt x="1" y="4557"/>
                    <a:pt x="1411" y="6049"/>
                  </a:cubicBezTo>
                  <a:cubicBezTo>
                    <a:pt x="2095" y="6847"/>
                    <a:pt x="3065" y="7249"/>
                    <a:pt x="4035" y="7249"/>
                  </a:cubicBezTo>
                  <a:cubicBezTo>
                    <a:pt x="4911" y="7249"/>
                    <a:pt x="5787" y="6922"/>
                    <a:pt x="6456" y="6266"/>
                  </a:cubicBezTo>
                  <a:cubicBezTo>
                    <a:pt x="7975" y="4937"/>
                    <a:pt x="8056" y="2631"/>
                    <a:pt x="6673" y="1221"/>
                  </a:cubicBezTo>
                  <a:cubicBezTo>
                    <a:pt x="5918" y="409"/>
                    <a:pt x="4976"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08" name="Google Shape;808;p51"/>
          <p:cNvGrpSpPr/>
          <p:nvPr/>
        </p:nvGrpSpPr>
        <p:grpSpPr>
          <a:xfrm>
            <a:off x="-991133" y="-82813"/>
            <a:ext cx="1731602" cy="5309136"/>
            <a:chOff x="2839200" y="245975"/>
            <a:chExt cx="1960600" cy="5218337"/>
          </a:xfrm>
        </p:grpSpPr>
        <p:sp>
          <p:nvSpPr>
            <p:cNvPr id="809" name="Google Shape;809;p51"/>
            <p:cNvSpPr/>
            <p:nvPr/>
          </p:nvSpPr>
          <p:spPr>
            <a:xfrm>
              <a:off x="2849950" y="245975"/>
              <a:ext cx="1924200" cy="5210475"/>
            </a:xfrm>
            <a:custGeom>
              <a:rect b="b" l="l" r="r" t="t"/>
              <a:pathLst>
                <a:path extrusionOk="0" h="208419" w="76968">
                  <a:moveTo>
                    <a:pt x="18225" y="828"/>
                  </a:moveTo>
                  <a:lnTo>
                    <a:pt x="18598" y="1969"/>
                  </a:lnTo>
                  <a:lnTo>
                    <a:pt x="18598" y="1969"/>
                  </a:lnTo>
                  <a:cubicBezTo>
                    <a:pt x="19035" y="1899"/>
                    <a:pt x="19479" y="1849"/>
                    <a:pt x="19930" y="1821"/>
                  </a:cubicBezTo>
                  <a:lnTo>
                    <a:pt x="18225" y="828"/>
                  </a:lnTo>
                  <a:close/>
                  <a:moveTo>
                    <a:pt x="65447" y="0"/>
                  </a:moveTo>
                  <a:lnTo>
                    <a:pt x="65447" y="0"/>
                  </a:lnTo>
                  <a:cubicBezTo>
                    <a:pt x="50759" y="1729"/>
                    <a:pt x="35981" y="2607"/>
                    <a:pt x="21184" y="2607"/>
                  </a:cubicBezTo>
                  <a:cubicBezTo>
                    <a:pt x="20391" y="2607"/>
                    <a:pt x="19598" y="2604"/>
                    <a:pt x="18804" y="2599"/>
                  </a:cubicBezTo>
                  <a:lnTo>
                    <a:pt x="18598" y="1969"/>
                  </a:lnTo>
                  <a:lnTo>
                    <a:pt x="18598" y="1969"/>
                  </a:lnTo>
                  <a:cubicBezTo>
                    <a:pt x="11297" y="3133"/>
                    <a:pt x="5789" y="9941"/>
                    <a:pt x="3212" y="17000"/>
                  </a:cubicBezTo>
                  <a:cubicBezTo>
                    <a:pt x="100" y="25607"/>
                    <a:pt x="1" y="34992"/>
                    <a:pt x="2914" y="43648"/>
                  </a:cubicBezTo>
                  <a:cubicBezTo>
                    <a:pt x="6556" y="54374"/>
                    <a:pt x="14467" y="62981"/>
                    <a:pt x="21187" y="72085"/>
                  </a:cubicBezTo>
                  <a:cubicBezTo>
                    <a:pt x="27908" y="81189"/>
                    <a:pt x="33767" y="92063"/>
                    <a:pt x="32228" y="103286"/>
                  </a:cubicBezTo>
                  <a:cubicBezTo>
                    <a:pt x="30937" y="112787"/>
                    <a:pt x="24581" y="120699"/>
                    <a:pt x="18903" y="128428"/>
                  </a:cubicBezTo>
                  <a:cubicBezTo>
                    <a:pt x="13209" y="136142"/>
                    <a:pt x="7731" y="145030"/>
                    <a:pt x="8575" y="154597"/>
                  </a:cubicBezTo>
                  <a:cubicBezTo>
                    <a:pt x="9369" y="163353"/>
                    <a:pt x="15361" y="170819"/>
                    <a:pt x="17182" y="179426"/>
                  </a:cubicBezTo>
                  <a:cubicBezTo>
                    <a:pt x="18854" y="187354"/>
                    <a:pt x="16867" y="195564"/>
                    <a:pt x="14616" y="203360"/>
                  </a:cubicBezTo>
                  <a:cubicBezTo>
                    <a:pt x="14451" y="203972"/>
                    <a:pt x="14269" y="204684"/>
                    <a:pt x="14600" y="205230"/>
                  </a:cubicBezTo>
                  <a:cubicBezTo>
                    <a:pt x="14947" y="205777"/>
                    <a:pt x="15576" y="205942"/>
                    <a:pt x="16172" y="206075"/>
                  </a:cubicBezTo>
                  <a:cubicBezTo>
                    <a:pt x="22980" y="207637"/>
                    <a:pt x="29923" y="208419"/>
                    <a:pt x="36864" y="208419"/>
                  </a:cubicBezTo>
                  <a:cubicBezTo>
                    <a:pt x="43897" y="208419"/>
                    <a:pt x="50928" y="207616"/>
                    <a:pt x="57817" y="206008"/>
                  </a:cubicBezTo>
                  <a:cubicBezTo>
                    <a:pt x="55930" y="199586"/>
                    <a:pt x="57900" y="192667"/>
                    <a:pt x="60945" y="186725"/>
                  </a:cubicBezTo>
                  <a:cubicBezTo>
                    <a:pt x="63991" y="180799"/>
                    <a:pt x="68112" y="175437"/>
                    <a:pt x="70959" y="169412"/>
                  </a:cubicBezTo>
                  <a:cubicBezTo>
                    <a:pt x="76752" y="157180"/>
                    <a:pt x="76968" y="142879"/>
                    <a:pt x="74104" y="129653"/>
                  </a:cubicBezTo>
                  <a:cubicBezTo>
                    <a:pt x="71241" y="116428"/>
                    <a:pt x="65514" y="104014"/>
                    <a:pt x="59754" y="91782"/>
                  </a:cubicBezTo>
                  <a:cubicBezTo>
                    <a:pt x="55947" y="83688"/>
                    <a:pt x="52040" y="75395"/>
                    <a:pt x="51378" y="66490"/>
                  </a:cubicBezTo>
                  <a:cubicBezTo>
                    <a:pt x="49723" y="43615"/>
                    <a:pt x="69685" y="22528"/>
                    <a:pt x="65447" y="0"/>
                  </a:cubicBezTo>
                  <a:close/>
                </a:path>
              </a:pathLst>
            </a:custGeom>
            <a:solidFill>
              <a:srgbClr val="35C4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51"/>
            <p:cNvSpPr/>
            <p:nvPr/>
          </p:nvSpPr>
          <p:spPr>
            <a:xfrm>
              <a:off x="2839200" y="328150"/>
              <a:ext cx="1960600" cy="5136162"/>
            </a:xfrm>
            <a:custGeom>
              <a:rect b="b" l="l" r="r" t="t"/>
              <a:pathLst>
                <a:path extrusionOk="0" h="209042" w="78424">
                  <a:moveTo>
                    <a:pt x="65642" y="658"/>
                  </a:moveTo>
                  <a:cubicBezTo>
                    <a:pt x="67840" y="13294"/>
                    <a:pt x="62536" y="25536"/>
                    <a:pt x="58065" y="37060"/>
                  </a:cubicBezTo>
                  <a:cubicBezTo>
                    <a:pt x="55748" y="43036"/>
                    <a:pt x="53497" y="49061"/>
                    <a:pt x="52288" y="55367"/>
                  </a:cubicBezTo>
                  <a:cubicBezTo>
                    <a:pt x="51047" y="61888"/>
                    <a:pt x="51179" y="68410"/>
                    <a:pt x="52901" y="74816"/>
                  </a:cubicBezTo>
                  <a:cubicBezTo>
                    <a:pt x="54870" y="82115"/>
                    <a:pt x="58346" y="88902"/>
                    <a:pt x="61541" y="95721"/>
                  </a:cubicBezTo>
                  <a:cubicBezTo>
                    <a:pt x="64851" y="102805"/>
                    <a:pt x="68062" y="109972"/>
                    <a:pt x="70628" y="117371"/>
                  </a:cubicBezTo>
                  <a:cubicBezTo>
                    <a:pt x="75511" y="131457"/>
                    <a:pt x="78027" y="146950"/>
                    <a:pt x="74054" y="161598"/>
                  </a:cubicBezTo>
                  <a:cubicBezTo>
                    <a:pt x="73077" y="165157"/>
                    <a:pt x="71704" y="168617"/>
                    <a:pt x="69949" y="171877"/>
                  </a:cubicBezTo>
                  <a:cubicBezTo>
                    <a:pt x="68178" y="175204"/>
                    <a:pt x="66093" y="178349"/>
                    <a:pt x="64139" y="181577"/>
                  </a:cubicBezTo>
                  <a:cubicBezTo>
                    <a:pt x="60465" y="187569"/>
                    <a:pt x="57055" y="194223"/>
                    <a:pt x="57204" y="201439"/>
                  </a:cubicBezTo>
                  <a:cubicBezTo>
                    <a:pt x="57235" y="203000"/>
                    <a:pt x="57454" y="204561"/>
                    <a:pt x="57846" y="206081"/>
                  </a:cubicBezTo>
                  <a:lnTo>
                    <a:pt x="57846" y="206081"/>
                  </a:lnTo>
                  <a:cubicBezTo>
                    <a:pt x="51059" y="207635"/>
                    <a:pt x="44131" y="208418"/>
                    <a:pt x="37194" y="208418"/>
                  </a:cubicBezTo>
                  <a:cubicBezTo>
                    <a:pt x="34489" y="208418"/>
                    <a:pt x="31782" y="208299"/>
                    <a:pt x="29082" y="208060"/>
                  </a:cubicBezTo>
                  <a:cubicBezTo>
                    <a:pt x="26600" y="207829"/>
                    <a:pt x="24117" y="207514"/>
                    <a:pt x="21651" y="207084"/>
                  </a:cubicBezTo>
                  <a:cubicBezTo>
                    <a:pt x="20492" y="206885"/>
                    <a:pt x="19350" y="206670"/>
                    <a:pt x="18208" y="206422"/>
                  </a:cubicBezTo>
                  <a:cubicBezTo>
                    <a:pt x="17695" y="206322"/>
                    <a:pt x="17198" y="206223"/>
                    <a:pt x="16685" y="206091"/>
                  </a:cubicBezTo>
                  <a:cubicBezTo>
                    <a:pt x="15725" y="205842"/>
                    <a:pt x="15063" y="205511"/>
                    <a:pt x="15212" y="204353"/>
                  </a:cubicBezTo>
                  <a:cubicBezTo>
                    <a:pt x="15344" y="203260"/>
                    <a:pt x="15808" y="202151"/>
                    <a:pt x="16089" y="201092"/>
                  </a:cubicBezTo>
                  <a:cubicBezTo>
                    <a:pt x="16437" y="199817"/>
                    <a:pt x="16768" y="198543"/>
                    <a:pt x="17066" y="197252"/>
                  </a:cubicBezTo>
                  <a:cubicBezTo>
                    <a:pt x="17612" y="195001"/>
                    <a:pt x="18009" y="192700"/>
                    <a:pt x="18291" y="190399"/>
                  </a:cubicBezTo>
                  <a:cubicBezTo>
                    <a:pt x="18804" y="185847"/>
                    <a:pt x="18555" y="181279"/>
                    <a:pt x="17182" y="176876"/>
                  </a:cubicBezTo>
                  <a:cubicBezTo>
                    <a:pt x="15940" y="172904"/>
                    <a:pt x="14020" y="169179"/>
                    <a:pt x="12365" y="165356"/>
                  </a:cubicBezTo>
                  <a:cubicBezTo>
                    <a:pt x="10644" y="161367"/>
                    <a:pt x="9220" y="157196"/>
                    <a:pt x="9237" y="152793"/>
                  </a:cubicBezTo>
                  <a:cubicBezTo>
                    <a:pt x="9270" y="148257"/>
                    <a:pt x="10693" y="143871"/>
                    <a:pt x="12679" y="139832"/>
                  </a:cubicBezTo>
                  <a:cubicBezTo>
                    <a:pt x="16553" y="132003"/>
                    <a:pt x="22578" y="125548"/>
                    <a:pt x="27195" y="118166"/>
                  </a:cubicBezTo>
                  <a:cubicBezTo>
                    <a:pt x="29364" y="114690"/>
                    <a:pt x="31234" y="110982"/>
                    <a:pt x="32293" y="107010"/>
                  </a:cubicBezTo>
                  <a:cubicBezTo>
                    <a:pt x="33320" y="103037"/>
                    <a:pt x="33485" y="98899"/>
                    <a:pt x="32773" y="94844"/>
                  </a:cubicBezTo>
                  <a:cubicBezTo>
                    <a:pt x="29728" y="77166"/>
                    <a:pt x="14417" y="65596"/>
                    <a:pt x="6439" y="50352"/>
                  </a:cubicBezTo>
                  <a:cubicBezTo>
                    <a:pt x="2136" y="42109"/>
                    <a:pt x="497" y="32757"/>
                    <a:pt x="2252" y="23587"/>
                  </a:cubicBezTo>
                  <a:cubicBezTo>
                    <a:pt x="3692" y="15907"/>
                    <a:pt x="7598" y="7581"/>
                    <a:pt x="14930" y="3939"/>
                  </a:cubicBezTo>
                  <a:cubicBezTo>
                    <a:pt x="16157" y="3314"/>
                    <a:pt x="17470" y="2881"/>
                    <a:pt x="18820" y="2640"/>
                  </a:cubicBezTo>
                  <a:lnTo>
                    <a:pt x="18820" y="2640"/>
                  </a:lnTo>
                  <a:lnTo>
                    <a:pt x="18936" y="2996"/>
                  </a:lnTo>
                  <a:cubicBezTo>
                    <a:pt x="18969" y="3128"/>
                    <a:pt x="19085" y="3228"/>
                    <a:pt x="19234" y="3228"/>
                  </a:cubicBezTo>
                  <a:cubicBezTo>
                    <a:pt x="19907" y="3231"/>
                    <a:pt x="20579" y="3233"/>
                    <a:pt x="21252" y="3233"/>
                  </a:cubicBezTo>
                  <a:cubicBezTo>
                    <a:pt x="36085" y="3233"/>
                    <a:pt x="50901" y="2365"/>
                    <a:pt x="65642" y="658"/>
                  </a:cubicBezTo>
                  <a:close/>
                  <a:moveTo>
                    <a:pt x="65894" y="0"/>
                  </a:moveTo>
                  <a:cubicBezTo>
                    <a:pt x="51081" y="1741"/>
                    <a:pt x="36192" y="2604"/>
                    <a:pt x="21285" y="2604"/>
                  </a:cubicBezTo>
                  <a:cubicBezTo>
                    <a:pt x="20675" y="2604"/>
                    <a:pt x="20066" y="2603"/>
                    <a:pt x="19457" y="2600"/>
                  </a:cubicBezTo>
                  <a:lnTo>
                    <a:pt x="19457" y="2600"/>
                  </a:lnTo>
                  <a:lnTo>
                    <a:pt x="19438" y="2544"/>
                  </a:lnTo>
                  <a:lnTo>
                    <a:pt x="19438" y="2544"/>
                  </a:lnTo>
                  <a:cubicBezTo>
                    <a:pt x="19744" y="2503"/>
                    <a:pt x="20051" y="2471"/>
                    <a:pt x="20360" y="2450"/>
                  </a:cubicBezTo>
                  <a:cubicBezTo>
                    <a:pt x="20751" y="2417"/>
                    <a:pt x="20757" y="1820"/>
                    <a:pt x="20375" y="1820"/>
                  </a:cubicBezTo>
                  <a:cubicBezTo>
                    <a:pt x="20370" y="1820"/>
                    <a:pt x="20365" y="1821"/>
                    <a:pt x="20360" y="1821"/>
                  </a:cubicBezTo>
                  <a:cubicBezTo>
                    <a:pt x="19982" y="1849"/>
                    <a:pt x="19610" y="1890"/>
                    <a:pt x="19242" y="1945"/>
                  </a:cubicBezTo>
                  <a:lnTo>
                    <a:pt x="19242" y="1945"/>
                  </a:lnTo>
                  <a:lnTo>
                    <a:pt x="18953" y="1059"/>
                  </a:lnTo>
                  <a:cubicBezTo>
                    <a:pt x="18901" y="917"/>
                    <a:pt x="18778" y="855"/>
                    <a:pt x="18655" y="855"/>
                  </a:cubicBezTo>
                  <a:cubicBezTo>
                    <a:pt x="18465" y="855"/>
                    <a:pt x="18276" y="1003"/>
                    <a:pt x="18357" y="1225"/>
                  </a:cubicBezTo>
                  <a:lnTo>
                    <a:pt x="18627" y="2051"/>
                  </a:lnTo>
                  <a:lnTo>
                    <a:pt x="18627" y="2051"/>
                  </a:lnTo>
                  <a:cubicBezTo>
                    <a:pt x="11890" y="3350"/>
                    <a:pt x="6890" y="9118"/>
                    <a:pt x="4172" y="15211"/>
                  </a:cubicBezTo>
                  <a:cubicBezTo>
                    <a:pt x="514" y="23388"/>
                    <a:pt x="1" y="32988"/>
                    <a:pt x="2301" y="41596"/>
                  </a:cubicBezTo>
                  <a:cubicBezTo>
                    <a:pt x="7052" y="59389"/>
                    <a:pt x="23422" y="70744"/>
                    <a:pt x="30059" y="87610"/>
                  </a:cubicBezTo>
                  <a:cubicBezTo>
                    <a:pt x="31714" y="91815"/>
                    <a:pt x="32724" y="96284"/>
                    <a:pt x="32575" y="100802"/>
                  </a:cubicBezTo>
                  <a:cubicBezTo>
                    <a:pt x="32442" y="105437"/>
                    <a:pt x="30986" y="109890"/>
                    <a:pt x="28867" y="113978"/>
                  </a:cubicBezTo>
                  <a:cubicBezTo>
                    <a:pt x="24779" y="121890"/>
                    <a:pt x="18555" y="128411"/>
                    <a:pt x="14037" y="136042"/>
                  </a:cubicBezTo>
                  <a:cubicBezTo>
                    <a:pt x="11736" y="139915"/>
                    <a:pt x="9816" y="144103"/>
                    <a:pt x="9005" y="148555"/>
                  </a:cubicBezTo>
                  <a:cubicBezTo>
                    <a:pt x="8260" y="152727"/>
                    <a:pt x="8674" y="156865"/>
                    <a:pt x="9965" y="160870"/>
                  </a:cubicBezTo>
                  <a:cubicBezTo>
                    <a:pt x="11306" y="164992"/>
                    <a:pt x="13325" y="168832"/>
                    <a:pt x="14997" y="172804"/>
                  </a:cubicBezTo>
                  <a:cubicBezTo>
                    <a:pt x="16884" y="177273"/>
                    <a:pt x="18009" y="181825"/>
                    <a:pt x="17910" y="186708"/>
                  </a:cubicBezTo>
                  <a:cubicBezTo>
                    <a:pt x="17811" y="191806"/>
                    <a:pt x="16652" y="196805"/>
                    <a:pt x="15295" y="201704"/>
                  </a:cubicBezTo>
                  <a:cubicBezTo>
                    <a:pt x="14914" y="203062"/>
                    <a:pt x="13755" y="205379"/>
                    <a:pt x="15444" y="206322"/>
                  </a:cubicBezTo>
                  <a:cubicBezTo>
                    <a:pt x="16255" y="206786"/>
                    <a:pt x="17347" y="206885"/>
                    <a:pt x="18241" y="207067"/>
                  </a:cubicBezTo>
                  <a:cubicBezTo>
                    <a:pt x="19499" y="207332"/>
                    <a:pt x="20773" y="207580"/>
                    <a:pt x="22048" y="207795"/>
                  </a:cubicBezTo>
                  <a:cubicBezTo>
                    <a:pt x="27080" y="208627"/>
                    <a:pt x="32157" y="209041"/>
                    <a:pt x="37234" y="209041"/>
                  </a:cubicBezTo>
                  <a:cubicBezTo>
                    <a:pt x="41860" y="209041"/>
                    <a:pt x="46487" y="208697"/>
                    <a:pt x="51080" y="208011"/>
                  </a:cubicBezTo>
                  <a:cubicBezTo>
                    <a:pt x="53513" y="207647"/>
                    <a:pt x="55930" y="207183"/>
                    <a:pt x="58330" y="206620"/>
                  </a:cubicBezTo>
                  <a:cubicBezTo>
                    <a:pt x="58479" y="206571"/>
                    <a:pt x="58578" y="206405"/>
                    <a:pt x="58528" y="206240"/>
                  </a:cubicBezTo>
                  <a:cubicBezTo>
                    <a:pt x="56443" y="198808"/>
                    <a:pt x="59306" y="191194"/>
                    <a:pt x="62981" y="184771"/>
                  </a:cubicBezTo>
                  <a:cubicBezTo>
                    <a:pt x="66606" y="178382"/>
                    <a:pt x="70992" y="172473"/>
                    <a:pt x="73475" y="165505"/>
                  </a:cubicBezTo>
                  <a:cubicBezTo>
                    <a:pt x="78424" y="151717"/>
                    <a:pt x="77066" y="136489"/>
                    <a:pt x="72995" y="122684"/>
                  </a:cubicBezTo>
                  <a:cubicBezTo>
                    <a:pt x="70826" y="115368"/>
                    <a:pt x="67930" y="108301"/>
                    <a:pt x="64802" y="101349"/>
                  </a:cubicBezTo>
                  <a:cubicBezTo>
                    <a:pt x="61624" y="94264"/>
                    <a:pt x="57966" y="87346"/>
                    <a:pt x="55251" y="80046"/>
                  </a:cubicBezTo>
                  <a:cubicBezTo>
                    <a:pt x="52752" y="73293"/>
                    <a:pt x="51494" y="66308"/>
                    <a:pt x="52338" y="59108"/>
                  </a:cubicBezTo>
                  <a:cubicBezTo>
                    <a:pt x="53083" y="52702"/>
                    <a:pt x="55168" y="46528"/>
                    <a:pt x="57419" y="40520"/>
                  </a:cubicBezTo>
                  <a:cubicBezTo>
                    <a:pt x="61739" y="29016"/>
                    <a:pt x="67483" y="17181"/>
                    <a:pt x="66722" y="4585"/>
                  </a:cubicBezTo>
                  <a:cubicBezTo>
                    <a:pt x="66639" y="3112"/>
                    <a:pt x="66457" y="1672"/>
                    <a:pt x="66192" y="232"/>
                  </a:cubicBezTo>
                  <a:cubicBezTo>
                    <a:pt x="66159" y="99"/>
                    <a:pt x="66026" y="0"/>
                    <a:pt x="65894" y="0"/>
                  </a:cubicBezTo>
                  <a:close/>
                </a:path>
              </a:pathLst>
            </a:custGeom>
            <a:solidFill>
              <a:srgbClr val="35C4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1" name="Google Shape;811;p51"/>
          <p:cNvGrpSpPr/>
          <p:nvPr/>
        </p:nvGrpSpPr>
        <p:grpSpPr>
          <a:xfrm rot="-1500240">
            <a:off x="7668956" y="3447881"/>
            <a:ext cx="2706240" cy="2363172"/>
            <a:chOff x="879525" y="238350"/>
            <a:chExt cx="5929900" cy="5134125"/>
          </a:xfrm>
        </p:grpSpPr>
        <p:sp>
          <p:nvSpPr>
            <p:cNvPr id="812" name="Google Shape;812;p51"/>
            <p:cNvSpPr/>
            <p:nvPr/>
          </p:nvSpPr>
          <p:spPr>
            <a:xfrm>
              <a:off x="879525" y="350950"/>
              <a:ext cx="5929900" cy="4895750"/>
            </a:xfrm>
            <a:custGeom>
              <a:rect b="b" l="l" r="r" t="t"/>
              <a:pathLst>
                <a:path extrusionOk="0" h="195830" w="237196">
                  <a:moveTo>
                    <a:pt x="182493" y="0"/>
                  </a:moveTo>
                  <a:cubicBezTo>
                    <a:pt x="160794" y="0"/>
                    <a:pt x="136857" y="13684"/>
                    <a:pt x="125770" y="46667"/>
                  </a:cubicBezTo>
                  <a:cubicBezTo>
                    <a:pt x="112501" y="86475"/>
                    <a:pt x="99703" y="101135"/>
                    <a:pt x="82683" y="101135"/>
                  </a:cubicBezTo>
                  <a:cubicBezTo>
                    <a:pt x="77764" y="101135"/>
                    <a:pt x="72494" y="99911"/>
                    <a:pt x="66757" y="97716"/>
                  </a:cubicBezTo>
                  <a:cubicBezTo>
                    <a:pt x="59909" y="95081"/>
                    <a:pt x="53433" y="93896"/>
                    <a:pt x="47460" y="93896"/>
                  </a:cubicBezTo>
                  <a:cubicBezTo>
                    <a:pt x="17332" y="93896"/>
                    <a:pt x="1" y="124030"/>
                    <a:pt x="12313" y="150071"/>
                  </a:cubicBezTo>
                  <a:cubicBezTo>
                    <a:pt x="19223" y="164795"/>
                    <a:pt x="29540" y="168076"/>
                    <a:pt x="41648" y="168076"/>
                  </a:cubicBezTo>
                  <a:cubicBezTo>
                    <a:pt x="51382" y="168076"/>
                    <a:pt x="62272" y="165955"/>
                    <a:pt x="73479" y="165955"/>
                  </a:cubicBezTo>
                  <a:cubicBezTo>
                    <a:pt x="86528" y="165955"/>
                    <a:pt x="100005" y="168830"/>
                    <a:pt x="112584" y="181275"/>
                  </a:cubicBezTo>
                  <a:cubicBezTo>
                    <a:pt x="123109" y="191650"/>
                    <a:pt x="135906" y="195830"/>
                    <a:pt x="148277" y="195830"/>
                  </a:cubicBezTo>
                  <a:cubicBezTo>
                    <a:pt x="168129" y="195830"/>
                    <a:pt x="186885" y="185066"/>
                    <a:pt x="193400" y="171875"/>
                  </a:cubicBezTo>
                  <a:cubicBezTo>
                    <a:pt x="213115" y="132315"/>
                    <a:pt x="187003" y="136231"/>
                    <a:pt x="220818" y="61420"/>
                  </a:cubicBezTo>
                  <a:cubicBezTo>
                    <a:pt x="237196" y="25134"/>
                    <a:pt x="211900" y="0"/>
                    <a:pt x="182493" y="0"/>
                  </a:cubicBezTo>
                  <a:close/>
                </a:path>
              </a:pathLst>
            </a:custGeom>
            <a:solidFill>
              <a:srgbClr val="F0A9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51"/>
            <p:cNvSpPr/>
            <p:nvPr/>
          </p:nvSpPr>
          <p:spPr>
            <a:xfrm>
              <a:off x="945800" y="238350"/>
              <a:ext cx="5695725" cy="5134125"/>
            </a:xfrm>
            <a:custGeom>
              <a:rect b="b" l="l" r="r" t="t"/>
              <a:pathLst>
                <a:path extrusionOk="0" h="205365" w="227829">
                  <a:moveTo>
                    <a:pt x="206027" y="18003"/>
                  </a:moveTo>
                  <a:lnTo>
                    <a:pt x="206027" y="18003"/>
                  </a:lnTo>
                  <a:cubicBezTo>
                    <a:pt x="208273" y="19839"/>
                    <a:pt x="210274" y="21959"/>
                    <a:pt x="212031" y="24275"/>
                  </a:cubicBezTo>
                  <a:lnTo>
                    <a:pt x="210464" y="22056"/>
                  </a:lnTo>
                  <a:lnTo>
                    <a:pt x="208506" y="20097"/>
                  </a:lnTo>
                  <a:cubicBezTo>
                    <a:pt x="207853" y="19445"/>
                    <a:pt x="207070" y="18922"/>
                    <a:pt x="206417" y="18270"/>
                  </a:cubicBezTo>
                  <a:cubicBezTo>
                    <a:pt x="206283" y="18181"/>
                    <a:pt x="206154" y="18092"/>
                    <a:pt x="206027" y="18003"/>
                  </a:cubicBezTo>
                  <a:close/>
                  <a:moveTo>
                    <a:pt x="180437" y="1544"/>
                  </a:moveTo>
                  <a:cubicBezTo>
                    <a:pt x="180872" y="1544"/>
                    <a:pt x="181307" y="1548"/>
                    <a:pt x="181741" y="1558"/>
                  </a:cubicBezTo>
                  <a:cubicBezTo>
                    <a:pt x="188008" y="1819"/>
                    <a:pt x="194144" y="3255"/>
                    <a:pt x="199889" y="5605"/>
                  </a:cubicBezTo>
                  <a:cubicBezTo>
                    <a:pt x="205633" y="8086"/>
                    <a:pt x="210856" y="11611"/>
                    <a:pt x="215164" y="16181"/>
                  </a:cubicBezTo>
                  <a:cubicBezTo>
                    <a:pt x="219473" y="20881"/>
                    <a:pt x="222606" y="26495"/>
                    <a:pt x="224304" y="32501"/>
                  </a:cubicBezTo>
                  <a:cubicBezTo>
                    <a:pt x="224695" y="33806"/>
                    <a:pt x="224956" y="34981"/>
                    <a:pt x="225087" y="36287"/>
                  </a:cubicBezTo>
                  <a:cubicBezTo>
                    <a:pt x="225146" y="36584"/>
                    <a:pt x="225199" y="36875"/>
                    <a:pt x="225247" y="37162"/>
                  </a:cubicBezTo>
                  <a:lnTo>
                    <a:pt x="225247" y="37162"/>
                  </a:lnTo>
                  <a:cubicBezTo>
                    <a:pt x="225195" y="36909"/>
                    <a:pt x="225141" y="36660"/>
                    <a:pt x="225087" y="36417"/>
                  </a:cubicBezTo>
                  <a:cubicBezTo>
                    <a:pt x="224956" y="35112"/>
                    <a:pt x="224695" y="33806"/>
                    <a:pt x="224304" y="32631"/>
                  </a:cubicBezTo>
                  <a:cubicBezTo>
                    <a:pt x="222606" y="26495"/>
                    <a:pt x="219342" y="20881"/>
                    <a:pt x="214903" y="16181"/>
                  </a:cubicBezTo>
                  <a:cubicBezTo>
                    <a:pt x="210595" y="11611"/>
                    <a:pt x="205242" y="8086"/>
                    <a:pt x="199366" y="5736"/>
                  </a:cubicBezTo>
                  <a:cubicBezTo>
                    <a:pt x="193028" y="3172"/>
                    <a:pt x="186263" y="1890"/>
                    <a:pt x="179494" y="1890"/>
                  </a:cubicBezTo>
                  <a:cubicBezTo>
                    <a:pt x="173853" y="1890"/>
                    <a:pt x="168210" y="2780"/>
                    <a:pt x="162810" y="4561"/>
                  </a:cubicBezTo>
                  <a:cubicBezTo>
                    <a:pt x="156934" y="6388"/>
                    <a:pt x="151320" y="9261"/>
                    <a:pt x="146228" y="12786"/>
                  </a:cubicBezTo>
                  <a:cubicBezTo>
                    <a:pt x="141398" y="16442"/>
                    <a:pt x="136959" y="20750"/>
                    <a:pt x="133172" y="25581"/>
                  </a:cubicBezTo>
                  <a:cubicBezTo>
                    <a:pt x="131644" y="27547"/>
                    <a:pt x="130115" y="29604"/>
                    <a:pt x="128739" y="31752"/>
                  </a:cubicBezTo>
                  <a:lnTo>
                    <a:pt x="128739" y="31752"/>
                  </a:lnTo>
                  <a:lnTo>
                    <a:pt x="129386" y="30673"/>
                  </a:lnTo>
                  <a:cubicBezTo>
                    <a:pt x="129778" y="30020"/>
                    <a:pt x="130300" y="29367"/>
                    <a:pt x="130692" y="28714"/>
                  </a:cubicBezTo>
                  <a:lnTo>
                    <a:pt x="133433" y="25059"/>
                  </a:lnTo>
                  <a:cubicBezTo>
                    <a:pt x="137350" y="20228"/>
                    <a:pt x="141789" y="15919"/>
                    <a:pt x="146751" y="12264"/>
                  </a:cubicBezTo>
                  <a:cubicBezTo>
                    <a:pt x="151842" y="8739"/>
                    <a:pt x="157457" y="5997"/>
                    <a:pt x="163462" y="4169"/>
                  </a:cubicBezTo>
                  <a:cubicBezTo>
                    <a:pt x="168922" y="2349"/>
                    <a:pt x="174720" y="1544"/>
                    <a:pt x="180437" y="1544"/>
                  </a:cubicBezTo>
                  <a:close/>
                  <a:moveTo>
                    <a:pt x="225608" y="40063"/>
                  </a:moveTo>
                  <a:cubicBezTo>
                    <a:pt x="225608" y="40067"/>
                    <a:pt x="225609" y="40070"/>
                    <a:pt x="225609" y="40073"/>
                  </a:cubicBezTo>
                  <a:lnTo>
                    <a:pt x="225740" y="43859"/>
                  </a:lnTo>
                  <a:lnTo>
                    <a:pt x="225735" y="43990"/>
                  </a:lnTo>
                  <a:lnTo>
                    <a:pt x="225609" y="40204"/>
                  </a:lnTo>
                  <a:cubicBezTo>
                    <a:pt x="225609" y="40157"/>
                    <a:pt x="225609" y="40110"/>
                    <a:pt x="225608" y="40063"/>
                  </a:cubicBezTo>
                  <a:close/>
                  <a:moveTo>
                    <a:pt x="127845" y="33228"/>
                  </a:moveTo>
                  <a:cubicBezTo>
                    <a:pt x="127202" y="34465"/>
                    <a:pt x="126349" y="35702"/>
                    <a:pt x="125730" y="36940"/>
                  </a:cubicBezTo>
                  <a:lnTo>
                    <a:pt x="123772" y="40987"/>
                  </a:lnTo>
                  <a:lnTo>
                    <a:pt x="122728" y="43076"/>
                  </a:lnTo>
                  <a:lnTo>
                    <a:pt x="121944" y="45165"/>
                  </a:lnTo>
                  <a:lnTo>
                    <a:pt x="120671" y="48298"/>
                  </a:lnTo>
                  <a:lnTo>
                    <a:pt x="121944" y="44904"/>
                  </a:lnTo>
                  <a:cubicBezTo>
                    <a:pt x="122205" y="44121"/>
                    <a:pt x="122466" y="43468"/>
                    <a:pt x="122858" y="42684"/>
                  </a:cubicBezTo>
                  <a:lnTo>
                    <a:pt x="123772" y="40726"/>
                  </a:lnTo>
                  <a:lnTo>
                    <a:pt x="125861" y="36548"/>
                  </a:lnTo>
                  <a:cubicBezTo>
                    <a:pt x="126414" y="35441"/>
                    <a:pt x="127155" y="34334"/>
                    <a:pt x="127845" y="33228"/>
                  </a:cubicBezTo>
                  <a:close/>
                  <a:moveTo>
                    <a:pt x="225723" y="44365"/>
                  </a:moveTo>
                  <a:lnTo>
                    <a:pt x="225609" y="47776"/>
                  </a:lnTo>
                  <a:cubicBezTo>
                    <a:pt x="225479" y="48951"/>
                    <a:pt x="225348" y="50257"/>
                    <a:pt x="225087" y="51432"/>
                  </a:cubicBezTo>
                  <a:cubicBezTo>
                    <a:pt x="224826" y="52738"/>
                    <a:pt x="224695" y="54043"/>
                    <a:pt x="224304" y="55218"/>
                  </a:cubicBezTo>
                  <a:cubicBezTo>
                    <a:pt x="224565" y="54043"/>
                    <a:pt x="224826" y="52868"/>
                    <a:pt x="224956" y="51562"/>
                  </a:cubicBezTo>
                  <a:lnTo>
                    <a:pt x="225348" y="49735"/>
                  </a:lnTo>
                  <a:cubicBezTo>
                    <a:pt x="225479" y="49082"/>
                    <a:pt x="225479" y="48429"/>
                    <a:pt x="225479" y="47907"/>
                  </a:cubicBezTo>
                  <a:lnTo>
                    <a:pt x="225723" y="44365"/>
                  </a:lnTo>
                  <a:close/>
                  <a:moveTo>
                    <a:pt x="118815" y="53361"/>
                  </a:moveTo>
                  <a:lnTo>
                    <a:pt x="118815" y="53361"/>
                  </a:lnTo>
                  <a:cubicBezTo>
                    <a:pt x="118357" y="54687"/>
                    <a:pt x="117899" y="55997"/>
                    <a:pt x="117375" y="57307"/>
                  </a:cubicBezTo>
                  <a:lnTo>
                    <a:pt x="118815" y="53361"/>
                  </a:lnTo>
                  <a:close/>
                  <a:moveTo>
                    <a:pt x="178999" y="7417"/>
                  </a:moveTo>
                  <a:cubicBezTo>
                    <a:pt x="181891" y="7417"/>
                    <a:pt x="184798" y="7683"/>
                    <a:pt x="187616" y="8216"/>
                  </a:cubicBezTo>
                  <a:cubicBezTo>
                    <a:pt x="194405" y="9261"/>
                    <a:pt x="200803" y="11872"/>
                    <a:pt x="206286" y="16050"/>
                  </a:cubicBezTo>
                  <a:cubicBezTo>
                    <a:pt x="211509" y="19967"/>
                    <a:pt x="215556" y="25320"/>
                    <a:pt x="217906" y="31456"/>
                  </a:cubicBezTo>
                  <a:cubicBezTo>
                    <a:pt x="218522" y="33158"/>
                    <a:pt x="218997" y="34900"/>
                    <a:pt x="219339" y="36666"/>
                  </a:cubicBezTo>
                  <a:lnTo>
                    <a:pt x="219339" y="36666"/>
                  </a:lnTo>
                  <a:cubicBezTo>
                    <a:pt x="218667" y="33287"/>
                    <a:pt x="217483" y="30031"/>
                    <a:pt x="215817" y="27017"/>
                  </a:cubicBezTo>
                  <a:cubicBezTo>
                    <a:pt x="212945" y="22056"/>
                    <a:pt x="208897" y="17747"/>
                    <a:pt x="204067" y="14744"/>
                  </a:cubicBezTo>
                  <a:cubicBezTo>
                    <a:pt x="196724" y="10010"/>
                    <a:pt x="188167" y="7564"/>
                    <a:pt x="179558" y="7564"/>
                  </a:cubicBezTo>
                  <a:cubicBezTo>
                    <a:pt x="176532" y="7564"/>
                    <a:pt x="173500" y="7866"/>
                    <a:pt x="170513" y="8477"/>
                  </a:cubicBezTo>
                  <a:cubicBezTo>
                    <a:pt x="164637" y="9522"/>
                    <a:pt x="159023" y="11741"/>
                    <a:pt x="153931" y="14744"/>
                  </a:cubicBezTo>
                  <a:cubicBezTo>
                    <a:pt x="148840" y="17747"/>
                    <a:pt x="144270" y="21664"/>
                    <a:pt x="140484" y="26234"/>
                  </a:cubicBezTo>
                  <a:lnTo>
                    <a:pt x="139048" y="27800"/>
                  </a:lnTo>
                  <a:cubicBezTo>
                    <a:pt x="138525" y="28323"/>
                    <a:pt x="138003" y="28975"/>
                    <a:pt x="137611" y="29628"/>
                  </a:cubicBezTo>
                  <a:lnTo>
                    <a:pt x="135000" y="33284"/>
                  </a:lnTo>
                  <a:cubicBezTo>
                    <a:pt x="134086" y="34459"/>
                    <a:pt x="133433" y="35765"/>
                    <a:pt x="132650" y="37070"/>
                  </a:cubicBezTo>
                  <a:lnTo>
                    <a:pt x="131475" y="39029"/>
                  </a:lnTo>
                  <a:cubicBezTo>
                    <a:pt x="131083" y="39681"/>
                    <a:pt x="130822" y="40334"/>
                    <a:pt x="130431" y="41118"/>
                  </a:cubicBezTo>
                  <a:lnTo>
                    <a:pt x="128603" y="45165"/>
                  </a:lnTo>
                  <a:cubicBezTo>
                    <a:pt x="127950" y="46471"/>
                    <a:pt x="127428" y="47907"/>
                    <a:pt x="126905" y="49343"/>
                  </a:cubicBezTo>
                  <a:cubicBezTo>
                    <a:pt x="125861" y="52085"/>
                    <a:pt x="124816" y="55088"/>
                    <a:pt x="123772" y="58091"/>
                  </a:cubicBezTo>
                  <a:cubicBezTo>
                    <a:pt x="121552" y="63966"/>
                    <a:pt x="119333" y="69841"/>
                    <a:pt x="116722" y="75455"/>
                  </a:cubicBezTo>
                  <a:cubicBezTo>
                    <a:pt x="114111" y="81200"/>
                    <a:pt x="110977" y="86814"/>
                    <a:pt x="107321" y="92036"/>
                  </a:cubicBezTo>
                  <a:cubicBezTo>
                    <a:pt x="113327" y="82897"/>
                    <a:pt x="118288" y="73105"/>
                    <a:pt x="121814" y="62791"/>
                  </a:cubicBezTo>
                  <a:cubicBezTo>
                    <a:pt x="123903" y="57699"/>
                    <a:pt x="125469" y="52215"/>
                    <a:pt x="127428" y="47385"/>
                  </a:cubicBezTo>
                  <a:lnTo>
                    <a:pt x="128211" y="45426"/>
                  </a:lnTo>
                  <a:cubicBezTo>
                    <a:pt x="128472" y="44773"/>
                    <a:pt x="128733" y="44251"/>
                    <a:pt x="128994" y="43598"/>
                  </a:cubicBezTo>
                  <a:lnTo>
                    <a:pt x="130692" y="39943"/>
                  </a:lnTo>
                  <a:cubicBezTo>
                    <a:pt x="131345" y="38768"/>
                    <a:pt x="131997" y="37592"/>
                    <a:pt x="132650" y="36417"/>
                  </a:cubicBezTo>
                  <a:cubicBezTo>
                    <a:pt x="133303" y="35242"/>
                    <a:pt x="133956" y="34067"/>
                    <a:pt x="134739" y="33023"/>
                  </a:cubicBezTo>
                  <a:cubicBezTo>
                    <a:pt x="136175" y="30803"/>
                    <a:pt x="137873" y="28584"/>
                    <a:pt x="139570" y="26625"/>
                  </a:cubicBezTo>
                  <a:cubicBezTo>
                    <a:pt x="140484" y="25711"/>
                    <a:pt x="141267" y="24536"/>
                    <a:pt x="142312" y="23622"/>
                  </a:cubicBezTo>
                  <a:lnTo>
                    <a:pt x="145053" y="21011"/>
                  </a:lnTo>
                  <a:cubicBezTo>
                    <a:pt x="148970" y="17486"/>
                    <a:pt x="153409" y="14483"/>
                    <a:pt x="158109" y="12264"/>
                  </a:cubicBezTo>
                  <a:cubicBezTo>
                    <a:pt x="162810" y="10044"/>
                    <a:pt x="167771" y="8608"/>
                    <a:pt x="172863" y="7825"/>
                  </a:cubicBezTo>
                  <a:cubicBezTo>
                    <a:pt x="174876" y="7553"/>
                    <a:pt x="176934" y="7417"/>
                    <a:pt x="178999" y="7417"/>
                  </a:cubicBezTo>
                  <a:close/>
                  <a:moveTo>
                    <a:pt x="23240" y="110054"/>
                  </a:moveTo>
                  <a:lnTo>
                    <a:pt x="23240" y="110054"/>
                  </a:lnTo>
                  <a:cubicBezTo>
                    <a:pt x="23203" y="110129"/>
                    <a:pt x="23176" y="110194"/>
                    <a:pt x="23170" y="110238"/>
                  </a:cubicBezTo>
                  <a:lnTo>
                    <a:pt x="23170" y="110238"/>
                  </a:lnTo>
                  <a:cubicBezTo>
                    <a:pt x="23161" y="110214"/>
                    <a:pt x="23191" y="110152"/>
                    <a:pt x="23240" y="110054"/>
                  </a:cubicBezTo>
                  <a:close/>
                  <a:moveTo>
                    <a:pt x="179863" y="1"/>
                  </a:moveTo>
                  <a:cubicBezTo>
                    <a:pt x="174698" y="1"/>
                    <a:pt x="169541" y="694"/>
                    <a:pt x="164507" y="2080"/>
                  </a:cubicBezTo>
                  <a:cubicBezTo>
                    <a:pt x="155629" y="4561"/>
                    <a:pt x="147403" y="9000"/>
                    <a:pt x="140484" y="15136"/>
                  </a:cubicBezTo>
                  <a:cubicBezTo>
                    <a:pt x="133825" y="21272"/>
                    <a:pt x="128342" y="28453"/>
                    <a:pt x="124164" y="36548"/>
                  </a:cubicBezTo>
                  <a:cubicBezTo>
                    <a:pt x="123250" y="38506"/>
                    <a:pt x="122205" y="40595"/>
                    <a:pt x="121291" y="42554"/>
                  </a:cubicBezTo>
                  <a:lnTo>
                    <a:pt x="118941" y="48821"/>
                  </a:lnTo>
                  <a:cubicBezTo>
                    <a:pt x="117375" y="52738"/>
                    <a:pt x="116200" y="56524"/>
                    <a:pt x="114633" y="60441"/>
                  </a:cubicBezTo>
                  <a:cubicBezTo>
                    <a:pt x="111891" y="67752"/>
                    <a:pt x="108496" y="74933"/>
                    <a:pt x="104580" y="81853"/>
                  </a:cubicBezTo>
                  <a:cubicBezTo>
                    <a:pt x="101838" y="86553"/>
                    <a:pt x="98574" y="90861"/>
                    <a:pt x="94657" y="94517"/>
                  </a:cubicBezTo>
                  <a:cubicBezTo>
                    <a:pt x="91132" y="97781"/>
                    <a:pt x="86562" y="99739"/>
                    <a:pt x="81862" y="100131"/>
                  </a:cubicBezTo>
                  <a:cubicBezTo>
                    <a:pt x="81332" y="100158"/>
                    <a:pt x="80803" y="100171"/>
                    <a:pt x="80275" y="100171"/>
                  </a:cubicBezTo>
                  <a:cubicBezTo>
                    <a:pt x="75610" y="100171"/>
                    <a:pt x="71071" y="99149"/>
                    <a:pt x="66848" y="97389"/>
                  </a:cubicBezTo>
                  <a:lnTo>
                    <a:pt x="62409" y="95823"/>
                  </a:lnTo>
                  <a:cubicBezTo>
                    <a:pt x="60842" y="95431"/>
                    <a:pt x="59275" y="95039"/>
                    <a:pt x="57708" y="94517"/>
                  </a:cubicBezTo>
                  <a:cubicBezTo>
                    <a:pt x="54444" y="93734"/>
                    <a:pt x="51311" y="93342"/>
                    <a:pt x="48047" y="93081"/>
                  </a:cubicBezTo>
                  <a:cubicBezTo>
                    <a:pt x="46915" y="93037"/>
                    <a:pt x="45798" y="93008"/>
                    <a:pt x="44691" y="93008"/>
                  </a:cubicBezTo>
                  <a:cubicBezTo>
                    <a:pt x="42476" y="93008"/>
                    <a:pt x="40300" y="93124"/>
                    <a:pt x="38124" y="93472"/>
                  </a:cubicBezTo>
                  <a:cubicBezTo>
                    <a:pt x="34730" y="93995"/>
                    <a:pt x="31466" y="94778"/>
                    <a:pt x="28332" y="95953"/>
                  </a:cubicBezTo>
                  <a:cubicBezTo>
                    <a:pt x="25068" y="97259"/>
                    <a:pt x="22065" y="98825"/>
                    <a:pt x="19324" y="100653"/>
                  </a:cubicBezTo>
                  <a:cubicBezTo>
                    <a:pt x="16582" y="102612"/>
                    <a:pt x="13971" y="104831"/>
                    <a:pt x="11751" y="107442"/>
                  </a:cubicBezTo>
                  <a:cubicBezTo>
                    <a:pt x="7182" y="112404"/>
                    <a:pt x="3918" y="118410"/>
                    <a:pt x="2220" y="124938"/>
                  </a:cubicBezTo>
                  <a:cubicBezTo>
                    <a:pt x="392" y="131466"/>
                    <a:pt x="1" y="138255"/>
                    <a:pt x="1176" y="144783"/>
                  </a:cubicBezTo>
                  <a:cubicBezTo>
                    <a:pt x="1959" y="149353"/>
                    <a:pt x="3395" y="153792"/>
                    <a:pt x="5484" y="157839"/>
                  </a:cubicBezTo>
                  <a:cubicBezTo>
                    <a:pt x="7573" y="162147"/>
                    <a:pt x="10446" y="166064"/>
                    <a:pt x="13971" y="169328"/>
                  </a:cubicBezTo>
                  <a:cubicBezTo>
                    <a:pt x="17626" y="172723"/>
                    <a:pt x="22065" y="175073"/>
                    <a:pt x="27027" y="176248"/>
                  </a:cubicBezTo>
                  <a:cubicBezTo>
                    <a:pt x="31017" y="177187"/>
                    <a:pt x="35219" y="177704"/>
                    <a:pt x="39347" y="177704"/>
                  </a:cubicBezTo>
                  <a:cubicBezTo>
                    <a:pt x="39811" y="177704"/>
                    <a:pt x="40274" y="177697"/>
                    <a:pt x="40736" y="177684"/>
                  </a:cubicBezTo>
                  <a:cubicBezTo>
                    <a:pt x="49614" y="177423"/>
                    <a:pt x="57839" y="176117"/>
                    <a:pt x="65673" y="175726"/>
                  </a:cubicBezTo>
                  <a:cubicBezTo>
                    <a:pt x="67169" y="175626"/>
                    <a:pt x="68665" y="175583"/>
                    <a:pt x="70161" y="175583"/>
                  </a:cubicBezTo>
                  <a:cubicBezTo>
                    <a:pt x="72582" y="175583"/>
                    <a:pt x="75002" y="175695"/>
                    <a:pt x="77423" y="175856"/>
                  </a:cubicBezTo>
                  <a:cubicBezTo>
                    <a:pt x="81079" y="176248"/>
                    <a:pt x="84734" y="177031"/>
                    <a:pt x="88260" y="178206"/>
                  </a:cubicBezTo>
                  <a:cubicBezTo>
                    <a:pt x="95179" y="180426"/>
                    <a:pt x="101316" y="184343"/>
                    <a:pt x="106538" y="189565"/>
                  </a:cubicBezTo>
                  <a:cubicBezTo>
                    <a:pt x="112544" y="195571"/>
                    <a:pt x="119986" y="200141"/>
                    <a:pt x="128211" y="202752"/>
                  </a:cubicBezTo>
                  <a:cubicBezTo>
                    <a:pt x="133720" y="204526"/>
                    <a:pt x="139495" y="205365"/>
                    <a:pt x="145299" y="205365"/>
                  </a:cubicBezTo>
                  <a:cubicBezTo>
                    <a:pt x="147611" y="205365"/>
                    <a:pt x="149928" y="205232"/>
                    <a:pt x="152234" y="204971"/>
                  </a:cubicBezTo>
                  <a:cubicBezTo>
                    <a:pt x="159676" y="204188"/>
                    <a:pt x="166857" y="201968"/>
                    <a:pt x="173516" y="198443"/>
                  </a:cubicBezTo>
                  <a:cubicBezTo>
                    <a:pt x="178346" y="195963"/>
                    <a:pt x="182785" y="192829"/>
                    <a:pt x="186572" y="189043"/>
                  </a:cubicBezTo>
                  <a:cubicBezTo>
                    <a:pt x="189052" y="186562"/>
                    <a:pt x="191011" y="183821"/>
                    <a:pt x="192577" y="180818"/>
                  </a:cubicBezTo>
                  <a:cubicBezTo>
                    <a:pt x="192969" y="179904"/>
                    <a:pt x="193361" y="179120"/>
                    <a:pt x="193752" y="178206"/>
                  </a:cubicBezTo>
                  <a:cubicBezTo>
                    <a:pt x="193883" y="177815"/>
                    <a:pt x="193883" y="177293"/>
                    <a:pt x="194014" y="176901"/>
                  </a:cubicBezTo>
                  <a:cubicBezTo>
                    <a:pt x="193963" y="176700"/>
                    <a:pt x="193874" y="176595"/>
                    <a:pt x="193746" y="176595"/>
                  </a:cubicBezTo>
                  <a:cubicBezTo>
                    <a:pt x="193542" y="176595"/>
                    <a:pt x="193240" y="176861"/>
                    <a:pt x="192838" y="177423"/>
                  </a:cubicBezTo>
                  <a:cubicBezTo>
                    <a:pt x="189705" y="181732"/>
                    <a:pt x="186049" y="185387"/>
                    <a:pt x="181871" y="188521"/>
                  </a:cubicBezTo>
                  <a:cubicBezTo>
                    <a:pt x="173777" y="194265"/>
                    <a:pt x="164376" y="197921"/>
                    <a:pt x="154584" y="199227"/>
                  </a:cubicBezTo>
                  <a:lnTo>
                    <a:pt x="154454" y="198443"/>
                  </a:lnTo>
                  <a:cubicBezTo>
                    <a:pt x="159284" y="197660"/>
                    <a:pt x="163854" y="196354"/>
                    <a:pt x="168293" y="194396"/>
                  </a:cubicBezTo>
                  <a:cubicBezTo>
                    <a:pt x="170904" y="193221"/>
                    <a:pt x="173646" y="191785"/>
                    <a:pt x="175996" y="190087"/>
                  </a:cubicBezTo>
                  <a:cubicBezTo>
                    <a:pt x="177302" y="189174"/>
                    <a:pt x="178607" y="188260"/>
                    <a:pt x="179652" y="187085"/>
                  </a:cubicBezTo>
                  <a:cubicBezTo>
                    <a:pt x="180305" y="186432"/>
                    <a:pt x="180696" y="186040"/>
                    <a:pt x="180696" y="185779"/>
                  </a:cubicBezTo>
                  <a:cubicBezTo>
                    <a:pt x="180725" y="185581"/>
                    <a:pt x="180569" y="185518"/>
                    <a:pt x="180326" y="185518"/>
                  </a:cubicBezTo>
                  <a:cubicBezTo>
                    <a:pt x="179899" y="185518"/>
                    <a:pt x="179203" y="185713"/>
                    <a:pt x="178766" y="185713"/>
                  </a:cubicBezTo>
                  <a:cubicBezTo>
                    <a:pt x="178306" y="185713"/>
                    <a:pt x="178134" y="185496"/>
                    <a:pt x="178868" y="184604"/>
                  </a:cubicBezTo>
                  <a:lnTo>
                    <a:pt x="178868" y="184604"/>
                  </a:lnTo>
                  <a:cubicBezTo>
                    <a:pt x="170252" y="191524"/>
                    <a:pt x="159546" y="195571"/>
                    <a:pt x="148578" y="195963"/>
                  </a:cubicBezTo>
                  <a:cubicBezTo>
                    <a:pt x="147699" y="196016"/>
                    <a:pt x="146820" y="196042"/>
                    <a:pt x="145943" y="196042"/>
                  </a:cubicBezTo>
                  <a:cubicBezTo>
                    <a:pt x="136018" y="196042"/>
                    <a:pt x="126337" y="192670"/>
                    <a:pt x="118419" y="186432"/>
                  </a:cubicBezTo>
                  <a:cubicBezTo>
                    <a:pt x="117375" y="185648"/>
                    <a:pt x="116069" y="184604"/>
                    <a:pt x="114763" y="183298"/>
                  </a:cubicBezTo>
                  <a:lnTo>
                    <a:pt x="109802" y="178859"/>
                  </a:lnTo>
                  <a:cubicBezTo>
                    <a:pt x="106538" y="175987"/>
                    <a:pt x="102882" y="173637"/>
                    <a:pt x="99096" y="171678"/>
                  </a:cubicBezTo>
                  <a:cubicBezTo>
                    <a:pt x="94788" y="169459"/>
                    <a:pt x="90218" y="167892"/>
                    <a:pt x="85648" y="166978"/>
                  </a:cubicBezTo>
                  <a:cubicBezTo>
                    <a:pt x="81079" y="165934"/>
                    <a:pt x="76379" y="165542"/>
                    <a:pt x="71809" y="165542"/>
                  </a:cubicBezTo>
                  <a:cubicBezTo>
                    <a:pt x="71379" y="165536"/>
                    <a:pt x="70950" y="165533"/>
                    <a:pt x="70521" y="165533"/>
                  </a:cubicBezTo>
                  <a:cubicBezTo>
                    <a:pt x="61847" y="165533"/>
                    <a:pt x="53535" y="166748"/>
                    <a:pt x="45697" y="167370"/>
                  </a:cubicBezTo>
                  <a:cubicBezTo>
                    <a:pt x="43592" y="167504"/>
                    <a:pt x="41504" y="167594"/>
                    <a:pt x="39466" y="167594"/>
                  </a:cubicBezTo>
                  <a:cubicBezTo>
                    <a:pt x="33541" y="167594"/>
                    <a:pt x="28037" y="166826"/>
                    <a:pt x="23763" y="164106"/>
                  </a:cubicBezTo>
                  <a:cubicBezTo>
                    <a:pt x="20760" y="162147"/>
                    <a:pt x="18279" y="159536"/>
                    <a:pt x="16451" y="156533"/>
                  </a:cubicBezTo>
                  <a:cubicBezTo>
                    <a:pt x="14493" y="153400"/>
                    <a:pt x="12926" y="150005"/>
                    <a:pt x="12012" y="146350"/>
                  </a:cubicBezTo>
                  <a:cubicBezTo>
                    <a:pt x="9923" y="139169"/>
                    <a:pt x="10315" y="131466"/>
                    <a:pt x="12926" y="124546"/>
                  </a:cubicBezTo>
                  <a:cubicBezTo>
                    <a:pt x="15668" y="117626"/>
                    <a:pt x="20629" y="111751"/>
                    <a:pt x="27027" y="107965"/>
                  </a:cubicBezTo>
                  <a:cubicBezTo>
                    <a:pt x="32353" y="104812"/>
                    <a:pt x="38403" y="103199"/>
                    <a:pt x="44575" y="103199"/>
                  </a:cubicBezTo>
                  <a:cubicBezTo>
                    <a:pt x="45816" y="103199"/>
                    <a:pt x="47062" y="103264"/>
                    <a:pt x="48308" y="103395"/>
                  </a:cubicBezTo>
                  <a:cubicBezTo>
                    <a:pt x="52094" y="103656"/>
                    <a:pt x="55881" y="104440"/>
                    <a:pt x="59536" y="105615"/>
                  </a:cubicBezTo>
                  <a:lnTo>
                    <a:pt x="65412" y="107704"/>
                  </a:lnTo>
                  <a:cubicBezTo>
                    <a:pt x="67500" y="108487"/>
                    <a:pt x="69720" y="109140"/>
                    <a:pt x="71940" y="109531"/>
                  </a:cubicBezTo>
                  <a:cubicBezTo>
                    <a:pt x="74524" y="110106"/>
                    <a:pt x="77187" y="110404"/>
                    <a:pt x="79843" y="110404"/>
                  </a:cubicBezTo>
                  <a:cubicBezTo>
                    <a:pt x="82017" y="110404"/>
                    <a:pt x="84185" y="110204"/>
                    <a:pt x="86301" y="109793"/>
                  </a:cubicBezTo>
                  <a:cubicBezTo>
                    <a:pt x="88782" y="109270"/>
                    <a:pt x="91132" y="108487"/>
                    <a:pt x="93351" y="107442"/>
                  </a:cubicBezTo>
                  <a:cubicBezTo>
                    <a:pt x="95571" y="106398"/>
                    <a:pt x="97660" y="105092"/>
                    <a:pt x="99488" y="103526"/>
                  </a:cubicBezTo>
                  <a:cubicBezTo>
                    <a:pt x="103143" y="100523"/>
                    <a:pt x="106277" y="97128"/>
                    <a:pt x="108888" y="93342"/>
                  </a:cubicBezTo>
                  <a:cubicBezTo>
                    <a:pt x="111499" y="89817"/>
                    <a:pt x="113719" y="86031"/>
                    <a:pt x="115677" y="82114"/>
                  </a:cubicBezTo>
                  <a:cubicBezTo>
                    <a:pt x="119594" y="74411"/>
                    <a:pt x="122858" y="66446"/>
                    <a:pt x="125730" y="58352"/>
                  </a:cubicBezTo>
                  <a:lnTo>
                    <a:pt x="127819" y="52346"/>
                  </a:lnTo>
                  <a:lnTo>
                    <a:pt x="129908" y="46862"/>
                  </a:lnTo>
                  <a:cubicBezTo>
                    <a:pt x="131475" y="43207"/>
                    <a:pt x="133172" y="39681"/>
                    <a:pt x="135261" y="36287"/>
                  </a:cubicBezTo>
                  <a:cubicBezTo>
                    <a:pt x="139178" y="29628"/>
                    <a:pt x="144531" y="23753"/>
                    <a:pt x="150667" y="19183"/>
                  </a:cubicBezTo>
                  <a:cubicBezTo>
                    <a:pt x="156804" y="14483"/>
                    <a:pt x="163985" y="11480"/>
                    <a:pt x="171557" y="10175"/>
                  </a:cubicBezTo>
                  <a:lnTo>
                    <a:pt x="172993" y="9914"/>
                  </a:lnTo>
                  <a:lnTo>
                    <a:pt x="174429" y="9652"/>
                  </a:lnTo>
                  <a:lnTo>
                    <a:pt x="177171" y="9391"/>
                  </a:lnTo>
                  <a:lnTo>
                    <a:pt x="181480" y="9391"/>
                  </a:lnTo>
                  <a:cubicBezTo>
                    <a:pt x="182002" y="9391"/>
                    <a:pt x="182524" y="9522"/>
                    <a:pt x="182916" y="9522"/>
                  </a:cubicBezTo>
                  <a:lnTo>
                    <a:pt x="185788" y="9783"/>
                  </a:lnTo>
                  <a:lnTo>
                    <a:pt x="188661" y="10305"/>
                  </a:lnTo>
                  <a:lnTo>
                    <a:pt x="190097" y="10436"/>
                  </a:lnTo>
                  <a:lnTo>
                    <a:pt x="191402" y="10828"/>
                  </a:lnTo>
                  <a:lnTo>
                    <a:pt x="194144" y="11611"/>
                  </a:lnTo>
                  <a:cubicBezTo>
                    <a:pt x="197669" y="12917"/>
                    <a:pt x="201064" y="14614"/>
                    <a:pt x="204197" y="16703"/>
                  </a:cubicBezTo>
                  <a:cubicBezTo>
                    <a:pt x="204847" y="17136"/>
                    <a:pt x="205407" y="17570"/>
                    <a:pt x="206027" y="18003"/>
                  </a:cubicBezTo>
                  <a:lnTo>
                    <a:pt x="206027" y="18003"/>
                  </a:lnTo>
                  <a:cubicBezTo>
                    <a:pt x="204602" y="16838"/>
                    <a:pt x="203078" y="15787"/>
                    <a:pt x="201455" y="14875"/>
                  </a:cubicBezTo>
                  <a:cubicBezTo>
                    <a:pt x="197278" y="12525"/>
                    <a:pt x="192708" y="10828"/>
                    <a:pt x="187877" y="9914"/>
                  </a:cubicBezTo>
                  <a:cubicBezTo>
                    <a:pt x="185134" y="9469"/>
                    <a:pt x="182392" y="9235"/>
                    <a:pt x="179649" y="9235"/>
                  </a:cubicBezTo>
                  <a:cubicBezTo>
                    <a:pt x="177561" y="9235"/>
                    <a:pt x="175473" y="9370"/>
                    <a:pt x="173385" y="9652"/>
                  </a:cubicBezTo>
                  <a:cubicBezTo>
                    <a:pt x="168554" y="10305"/>
                    <a:pt x="163854" y="11741"/>
                    <a:pt x="159415" y="13700"/>
                  </a:cubicBezTo>
                  <a:cubicBezTo>
                    <a:pt x="154976" y="15789"/>
                    <a:pt x="150929" y="18400"/>
                    <a:pt x="147142" y="21664"/>
                  </a:cubicBezTo>
                  <a:lnTo>
                    <a:pt x="144531" y="24145"/>
                  </a:lnTo>
                  <a:lnTo>
                    <a:pt x="143226" y="25450"/>
                  </a:lnTo>
                  <a:lnTo>
                    <a:pt x="141920" y="26756"/>
                  </a:lnTo>
                  <a:lnTo>
                    <a:pt x="139570" y="29628"/>
                  </a:lnTo>
                  <a:lnTo>
                    <a:pt x="137350" y="32631"/>
                  </a:lnTo>
                  <a:cubicBezTo>
                    <a:pt x="135914" y="34720"/>
                    <a:pt x="134609" y="36940"/>
                    <a:pt x="133303" y="39159"/>
                  </a:cubicBezTo>
                  <a:cubicBezTo>
                    <a:pt x="132781" y="40204"/>
                    <a:pt x="132258" y="41248"/>
                    <a:pt x="131736" y="42423"/>
                  </a:cubicBezTo>
                  <a:lnTo>
                    <a:pt x="130039" y="45818"/>
                  </a:lnTo>
                  <a:cubicBezTo>
                    <a:pt x="129125" y="48037"/>
                    <a:pt x="128211" y="50257"/>
                    <a:pt x="127428" y="52738"/>
                  </a:cubicBezTo>
                  <a:cubicBezTo>
                    <a:pt x="126514" y="55349"/>
                    <a:pt x="125600" y="57829"/>
                    <a:pt x="124686" y="60441"/>
                  </a:cubicBezTo>
                  <a:cubicBezTo>
                    <a:pt x="121161" y="70624"/>
                    <a:pt x="116461" y="80547"/>
                    <a:pt x="110847" y="89947"/>
                  </a:cubicBezTo>
                  <a:cubicBezTo>
                    <a:pt x="107844" y="94778"/>
                    <a:pt x="104057" y="99217"/>
                    <a:pt x="99618" y="103003"/>
                  </a:cubicBezTo>
                  <a:cubicBezTo>
                    <a:pt x="97268" y="104831"/>
                    <a:pt x="94657" y="106529"/>
                    <a:pt x="91785" y="107704"/>
                  </a:cubicBezTo>
                  <a:cubicBezTo>
                    <a:pt x="88912" y="108879"/>
                    <a:pt x="85909" y="109662"/>
                    <a:pt x="82776" y="109923"/>
                  </a:cubicBezTo>
                  <a:cubicBezTo>
                    <a:pt x="81868" y="109982"/>
                    <a:pt x="80964" y="110012"/>
                    <a:pt x="80062" y="110012"/>
                  </a:cubicBezTo>
                  <a:cubicBezTo>
                    <a:pt x="75000" y="110012"/>
                    <a:pt x="70047" y="109085"/>
                    <a:pt x="65281" y="107312"/>
                  </a:cubicBezTo>
                  <a:cubicBezTo>
                    <a:pt x="62409" y="106398"/>
                    <a:pt x="60189" y="105484"/>
                    <a:pt x="57839" y="104831"/>
                  </a:cubicBezTo>
                  <a:cubicBezTo>
                    <a:pt x="56664" y="104440"/>
                    <a:pt x="55489" y="104178"/>
                    <a:pt x="54183" y="103917"/>
                  </a:cubicBezTo>
                  <a:cubicBezTo>
                    <a:pt x="53008" y="103656"/>
                    <a:pt x="51833" y="103395"/>
                    <a:pt x="50658" y="103265"/>
                  </a:cubicBezTo>
                  <a:cubicBezTo>
                    <a:pt x="48758" y="102956"/>
                    <a:pt x="46848" y="102805"/>
                    <a:pt x="44945" y="102805"/>
                  </a:cubicBezTo>
                  <a:cubicBezTo>
                    <a:pt x="37175" y="102805"/>
                    <a:pt x="29534" y="105334"/>
                    <a:pt x="23241" y="110054"/>
                  </a:cubicBezTo>
                  <a:cubicBezTo>
                    <a:pt x="23484" y="109810"/>
                    <a:pt x="24083" y="109262"/>
                    <a:pt x="23932" y="109262"/>
                  </a:cubicBezTo>
                  <a:cubicBezTo>
                    <a:pt x="23840" y="109262"/>
                    <a:pt x="23474" y="109463"/>
                    <a:pt x="22588" y="110054"/>
                  </a:cubicBezTo>
                  <a:cubicBezTo>
                    <a:pt x="28973" y="104946"/>
                    <a:pt x="36919" y="102180"/>
                    <a:pt x="45083" y="102180"/>
                  </a:cubicBezTo>
                  <a:cubicBezTo>
                    <a:pt x="46936" y="102180"/>
                    <a:pt x="48799" y="102322"/>
                    <a:pt x="50658" y="102612"/>
                  </a:cubicBezTo>
                  <a:cubicBezTo>
                    <a:pt x="51833" y="102742"/>
                    <a:pt x="53139" y="103003"/>
                    <a:pt x="54314" y="103265"/>
                  </a:cubicBezTo>
                  <a:cubicBezTo>
                    <a:pt x="55619" y="103526"/>
                    <a:pt x="56795" y="103787"/>
                    <a:pt x="58100" y="104178"/>
                  </a:cubicBezTo>
                  <a:cubicBezTo>
                    <a:pt x="60581" y="104831"/>
                    <a:pt x="62800" y="105745"/>
                    <a:pt x="65673" y="106790"/>
                  </a:cubicBezTo>
                  <a:cubicBezTo>
                    <a:pt x="70432" y="108450"/>
                    <a:pt x="75378" y="109359"/>
                    <a:pt x="80433" y="109359"/>
                  </a:cubicBezTo>
                  <a:cubicBezTo>
                    <a:pt x="81341" y="109359"/>
                    <a:pt x="82253" y="109330"/>
                    <a:pt x="83168" y="109270"/>
                  </a:cubicBezTo>
                  <a:cubicBezTo>
                    <a:pt x="86301" y="108879"/>
                    <a:pt x="89304" y="108095"/>
                    <a:pt x="92176" y="106790"/>
                  </a:cubicBezTo>
                  <a:cubicBezTo>
                    <a:pt x="94918" y="105615"/>
                    <a:pt x="97529" y="103917"/>
                    <a:pt x="99749" y="101959"/>
                  </a:cubicBezTo>
                  <a:cubicBezTo>
                    <a:pt x="102099" y="100001"/>
                    <a:pt x="104057" y="97912"/>
                    <a:pt x="105885" y="95692"/>
                  </a:cubicBezTo>
                  <a:cubicBezTo>
                    <a:pt x="107713" y="93472"/>
                    <a:pt x="109280" y="91122"/>
                    <a:pt x="110847" y="88642"/>
                  </a:cubicBezTo>
                  <a:cubicBezTo>
                    <a:pt x="116461" y="79241"/>
                    <a:pt x="121030" y="69188"/>
                    <a:pt x="124686" y="58743"/>
                  </a:cubicBezTo>
                  <a:cubicBezTo>
                    <a:pt x="125600" y="56263"/>
                    <a:pt x="126383" y="53521"/>
                    <a:pt x="127428" y="51171"/>
                  </a:cubicBezTo>
                  <a:lnTo>
                    <a:pt x="128733" y="47646"/>
                  </a:lnTo>
                  <a:lnTo>
                    <a:pt x="129517" y="45818"/>
                  </a:lnTo>
                  <a:lnTo>
                    <a:pt x="130300" y="44121"/>
                  </a:lnTo>
                  <a:cubicBezTo>
                    <a:pt x="131345" y="41770"/>
                    <a:pt x="132520" y="39420"/>
                    <a:pt x="133825" y="37331"/>
                  </a:cubicBezTo>
                  <a:cubicBezTo>
                    <a:pt x="134478" y="36156"/>
                    <a:pt x="135131" y="35112"/>
                    <a:pt x="135784" y="34067"/>
                  </a:cubicBezTo>
                  <a:lnTo>
                    <a:pt x="138003" y="30934"/>
                  </a:lnTo>
                  <a:lnTo>
                    <a:pt x="139178" y="29367"/>
                  </a:lnTo>
                  <a:lnTo>
                    <a:pt x="140353" y="27931"/>
                  </a:lnTo>
                  <a:lnTo>
                    <a:pt x="142703" y="25320"/>
                  </a:lnTo>
                  <a:lnTo>
                    <a:pt x="145445" y="22709"/>
                  </a:lnTo>
                  <a:cubicBezTo>
                    <a:pt x="145967" y="22186"/>
                    <a:pt x="146359" y="21795"/>
                    <a:pt x="146881" y="21403"/>
                  </a:cubicBezTo>
                  <a:lnTo>
                    <a:pt x="148317" y="20228"/>
                  </a:lnTo>
                  <a:cubicBezTo>
                    <a:pt x="152234" y="17094"/>
                    <a:pt x="156543" y="14483"/>
                    <a:pt x="161112" y="12655"/>
                  </a:cubicBezTo>
                  <a:cubicBezTo>
                    <a:pt x="163462" y="11741"/>
                    <a:pt x="165812" y="10828"/>
                    <a:pt x="168293" y="10305"/>
                  </a:cubicBezTo>
                  <a:lnTo>
                    <a:pt x="171949" y="9522"/>
                  </a:lnTo>
                  <a:cubicBezTo>
                    <a:pt x="173124" y="9261"/>
                    <a:pt x="174429" y="9261"/>
                    <a:pt x="175604" y="9130"/>
                  </a:cubicBezTo>
                  <a:cubicBezTo>
                    <a:pt x="177050" y="9019"/>
                    <a:pt x="178485" y="8960"/>
                    <a:pt x="179909" y="8960"/>
                  </a:cubicBezTo>
                  <a:cubicBezTo>
                    <a:pt x="183503" y="8960"/>
                    <a:pt x="187029" y="9333"/>
                    <a:pt x="190488" y="10175"/>
                  </a:cubicBezTo>
                  <a:cubicBezTo>
                    <a:pt x="200280" y="12264"/>
                    <a:pt x="208897" y="18139"/>
                    <a:pt x="214381" y="26625"/>
                  </a:cubicBezTo>
                  <a:lnTo>
                    <a:pt x="213598" y="27017"/>
                  </a:lnTo>
                  <a:cubicBezTo>
                    <a:pt x="217123" y="33023"/>
                    <a:pt x="218689" y="39812"/>
                    <a:pt x="218037" y="46601"/>
                  </a:cubicBezTo>
                  <a:cubicBezTo>
                    <a:pt x="217906" y="48429"/>
                    <a:pt x="217645" y="50126"/>
                    <a:pt x="217253" y="51824"/>
                  </a:cubicBezTo>
                  <a:cubicBezTo>
                    <a:pt x="216992" y="53651"/>
                    <a:pt x="216470" y="55349"/>
                    <a:pt x="215948" y="57046"/>
                  </a:cubicBezTo>
                  <a:cubicBezTo>
                    <a:pt x="215425" y="58743"/>
                    <a:pt x="214773" y="60441"/>
                    <a:pt x="214120" y="62138"/>
                  </a:cubicBezTo>
                  <a:cubicBezTo>
                    <a:pt x="213467" y="63705"/>
                    <a:pt x="212553" y="65663"/>
                    <a:pt x="211770" y="67491"/>
                  </a:cubicBezTo>
                  <a:cubicBezTo>
                    <a:pt x="205242" y="81983"/>
                    <a:pt x="199236" y="97128"/>
                    <a:pt x="195841" y="113448"/>
                  </a:cubicBezTo>
                  <a:lnTo>
                    <a:pt x="195319" y="115929"/>
                  </a:lnTo>
                  <a:cubicBezTo>
                    <a:pt x="195189" y="116843"/>
                    <a:pt x="195058" y="117626"/>
                    <a:pt x="194927" y="118410"/>
                  </a:cubicBezTo>
                  <a:cubicBezTo>
                    <a:pt x="194666" y="120107"/>
                    <a:pt x="194405" y="121674"/>
                    <a:pt x="194275" y="123371"/>
                  </a:cubicBezTo>
                  <a:lnTo>
                    <a:pt x="194014" y="128202"/>
                  </a:lnTo>
                  <a:lnTo>
                    <a:pt x="194014" y="132641"/>
                  </a:lnTo>
                  <a:cubicBezTo>
                    <a:pt x="194014" y="138647"/>
                    <a:pt x="194405" y="143738"/>
                    <a:pt x="194405" y="148308"/>
                  </a:cubicBezTo>
                  <a:cubicBezTo>
                    <a:pt x="194927" y="142824"/>
                    <a:pt x="194666" y="136819"/>
                    <a:pt x="195058" y="130552"/>
                  </a:cubicBezTo>
                  <a:cubicBezTo>
                    <a:pt x="195319" y="124415"/>
                    <a:pt x="196233" y="118148"/>
                    <a:pt x="197669" y="112143"/>
                  </a:cubicBezTo>
                  <a:cubicBezTo>
                    <a:pt x="200542" y="100131"/>
                    <a:pt x="204589" y="88381"/>
                    <a:pt x="209420" y="77022"/>
                  </a:cubicBezTo>
                  <a:lnTo>
                    <a:pt x="213206" y="68535"/>
                  </a:lnTo>
                  <a:lnTo>
                    <a:pt x="215034" y="64227"/>
                  </a:lnTo>
                  <a:lnTo>
                    <a:pt x="216731" y="60180"/>
                  </a:lnTo>
                  <a:cubicBezTo>
                    <a:pt x="218820" y="54827"/>
                    <a:pt x="219864" y="49082"/>
                    <a:pt x="219995" y="43337"/>
                  </a:cubicBezTo>
                  <a:cubicBezTo>
                    <a:pt x="219995" y="42482"/>
                    <a:pt x="219963" y="41630"/>
                    <a:pt x="219900" y="40782"/>
                  </a:cubicBezTo>
                  <a:lnTo>
                    <a:pt x="219900" y="40782"/>
                  </a:lnTo>
                  <a:cubicBezTo>
                    <a:pt x="220164" y="44070"/>
                    <a:pt x="220004" y="47393"/>
                    <a:pt x="219473" y="50649"/>
                  </a:cubicBezTo>
                  <a:cubicBezTo>
                    <a:pt x="219212" y="52215"/>
                    <a:pt x="218820" y="53782"/>
                    <a:pt x="218428" y="55349"/>
                  </a:cubicBezTo>
                  <a:lnTo>
                    <a:pt x="217775" y="57699"/>
                  </a:lnTo>
                  <a:lnTo>
                    <a:pt x="217384" y="58874"/>
                  </a:lnTo>
                  <a:cubicBezTo>
                    <a:pt x="217253" y="59266"/>
                    <a:pt x="217123" y="59657"/>
                    <a:pt x="216992" y="60049"/>
                  </a:cubicBezTo>
                  <a:cubicBezTo>
                    <a:pt x="216339" y="61485"/>
                    <a:pt x="215687" y="63052"/>
                    <a:pt x="215164" y="64619"/>
                  </a:cubicBezTo>
                  <a:lnTo>
                    <a:pt x="213075" y="69319"/>
                  </a:lnTo>
                  <a:cubicBezTo>
                    <a:pt x="207331" y="81853"/>
                    <a:pt x="202630" y="94778"/>
                    <a:pt x="199105" y="107965"/>
                  </a:cubicBezTo>
                  <a:cubicBezTo>
                    <a:pt x="197408" y="114623"/>
                    <a:pt x="196233" y="121543"/>
                    <a:pt x="195841" y="128332"/>
                  </a:cubicBezTo>
                  <a:cubicBezTo>
                    <a:pt x="195189" y="135252"/>
                    <a:pt x="195711" y="142172"/>
                    <a:pt x="195189" y="148308"/>
                  </a:cubicBezTo>
                  <a:cubicBezTo>
                    <a:pt x="195058" y="149744"/>
                    <a:pt x="194927" y="151050"/>
                    <a:pt x="194797" y="152355"/>
                  </a:cubicBezTo>
                  <a:lnTo>
                    <a:pt x="194014" y="156403"/>
                  </a:lnTo>
                  <a:cubicBezTo>
                    <a:pt x="193752" y="158100"/>
                    <a:pt x="193361" y="159797"/>
                    <a:pt x="192969" y="161364"/>
                  </a:cubicBezTo>
                  <a:cubicBezTo>
                    <a:pt x="192708" y="162931"/>
                    <a:pt x="192186" y="164498"/>
                    <a:pt x="191794" y="165803"/>
                  </a:cubicBezTo>
                  <a:cubicBezTo>
                    <a:pt x="191272" y="168675"/>
                    <a:pt x="190358" y="171026"/>
                    <a:pt x="189836" y="172853"/>
                  </a:cubicBezTo>
                  <a:cubicBezTo>
                    <a:pt x="189444" y="174551"/>
                    <a:pt x="189183" y="175726"/>
                    <a:pt x="189574" y="175856"/>
                  </a:cubicBezTo>
                  <a:cubicBezTo>
                    <a:pt x="189593" y="175865"/>
                    <a:pt x="189614" y="175870"/>
                    <a:pt x="189637" y="175870"/>
                  </a:cubicBezTo>
                  <a:cubicBezTo>
                    <a:pt x="189948" y="175870"/>
                    <a:pt x="190710" y="175048"/>
                    <a:pt x="191925" y="172984"/>
                  </a:cubicBezTo>
                  <a:cubicBezTo>
                    <a:pt x="194144" y="169328"/>
                    <a:pt x="195972" y="165542"/>
                    <a:pt x="197278" y="161495"/>
                  </a:cubicBezTo>
                  <a:cubicBezTo>
                    <a:pt x="197800" y="159797"/>
                    <a:pt x="198191" y="158100"/>
                    <a:pt x="198453" y="156403"/>
                  </a:cubicBezTo>
                  <a:cubicBezTo>
                    <a:pt x="198714" y="155358"/>
                    <a:pt x="198844" y="154444"/>
                    <a:pt x="198975" y="153400"/>
                  </a:cubicBezTo>
                  <a:cubicBezTo>
                    <a:pt x="199236" y="152486"/>
                    <a:pt x="199236" y="151441"/>
                    <a:pt x="199366" y="150528"/>
                  </a:cubicBezTo>
                  <a:cubicBezTo>
                    <a:pt x="199628" y="148700"/>
                    <a:pt x="199628" y="147002"/>
                    <a:pt x="199628" y="145827"/>
                  </a:cubicBezTo>
                  <a:lnTo>
                    <a:pt x="199628" y="143869"/>
                  </a:lnTo>
                  <a:cubicBezTo>
                    <a:pt x="199783" y="142934"/>
                    <a:pt x="199960" y="142578"/>
                    <a:pt x="200140" y="142578"/>
                  </a:cubicBezTo>
                  <a:cubicBezTo>
                    <a:pt x="200414" y="142578"/>
                    <a:pt x="200697" y="143396"/>
                    <a:pt x="200933" y="144261"/>
                  </a:cubicBezTo>
                  <a:cubicBezTo>
                    <a:pt x="201064" y="139430"/>
                    <a:pt x="200933" y="134730"/>
                    <a:pt x="201194" y="130030"/>
                  </a:cubicBezTo>
                  <a:cubicBezTo>
                    <a:pt x="201325" y="127679"/>
                    <a:pt x="201455" y="125329"/>
                    <a:pt x="201847" y="122979"/>
                  </a:cubicBezTo>
                  <a:cubicBezTo>
                    <a:pt x="202239" y="120760"/>
                    <a:pt x="202500" y="118410"/>
                    <a:pt x="203022" y="116060"/>
                  </a:cubicBezTo>
                  <a:cubicBezTo>
                    <a:pt x="204850" y="106790"/>
                    <a:pt x="207592" y="97781"/>
                    <a:pt x="210986" y="88903"/>
                  </a:cubicBezTo>
                  <a:cubicBezTo>
                    <a:pt x="212814" y="84464"/>
                    <a:pt x="214511" y="80155"/>
                    <a:pt x="216339" y="75716"/>
                  </a:cubicBezTo>
                  <a:cubicBezTo>
                    <a:pt x="218297" y="71278"/>
                    <a:pt x="220255" y="67101"/>
                    <a:pt x="222083" y="62402"/>
                  </a:cubicBezTo>
                  <a:lnTo>
                    <a:pt x="222083" y="62402"/>
                  </a:lnTo>
                  <a:cubicBezTo>
                    <a:pt x="220255" y="67101"/>
                    <a:pt x="218428" y="71409"/>
                    <a:pt x="216470" y="75847"/>
                  </a:cubicBezTo>
                  <a:cubicBezTo>
                    <a:pt x="214511" y="80155"/>
                    <a:pt x="212814" y="84725"/>
                    <a:pt x="211117" y="89164"/>
                  </a:cubicBezTo>
                  <a:cubicBezTo>
                    <a:pt x="207722" y="98042"/>
                    <a:pt x="204981" y="107312"/>
                    <a:pt x="203153" y="116712"/>
                  </a:cubicBezTo>
                  <a:cubicBezTo>
                    <a:pt x="202761" y="119062"/>
                    <a:pt x="202239" y="121412"/>
                    <a:pt x="202108" y="123763"/>
                  </a:cubicBezTo>
                  <a:cubicBezTo>
                    <a:pt x="201978" y="126113"/>
                    <a:pt x="201586" y="128463"/>
                    <a:pt x="201586" y="130813"/>
                  </a:cubicBezTo>
                  <a:cubicBezTo>
                    <a:pt x="201325" y="135644"/>
                    <a:pt x="201455" y="140474"/>
                    <a:pt x="201325" y="145436"/>
                  </a:cubicBezTo>
                  <a:cubicBezTo>
                    <a:pt x="201466" y="145789"/>
                    <a:pt x="201607" y="146027"/>
                    <a:pt x="201749" y="146027"/>
                  </a:cubicBezTo>
                  <a:cubicBezTo>
                    <a:pt x="201868" y="146027"/>
                    <a:pt x="201988" y="145855"/>
                    <a:pt x="202108" y="145436"/>
                  </a:cubicBezTo>
                  <a:cubicBezTo>
                    <a:pt x="202500" y="142824"/>
                    <a:pt x="202761" y="140344"/>
                    <a:pt x="202761" y="137863"/>
                  </a:cubicBezTo>
                  <a:cubicBezTo>
                    <a:pt x="202892" y="134860"/>
                    <a:pt x="202892" y="130291"/>
                    <a:pt x="203544" y="124546"/>
                  </a:cubicBezTo>
                  <a:cubicBezTo>
                    <a:pt x="204328" y="118018"/>
                    <a:pt x="205633" y="111620"/>
                    <a:pt x="207461" y="105354"/>
                  </a:cubicBezTo>
                  <a:cubicBezTo>
                    <a:pt x="208245" y="101828"/>
                    <a:pt x="209550" y="98303"/>
                    <a:pt x="210725" y="94778"/>
                  </a:cubicBezTo>
                  <a:cubicBezTo>
                    <a:pt x="211770" y="91122"/>
                    <a:pt x="213206" y="87728"/>
                    <a:pt x="214511" y="84333"/>
                  </a:cubicBezTo>
                  <a:cubicBezTo>
                    <a:pt x="215687" y="80939"/>
                    <a:pt x="217253" y="77544"/>
                    <a:pt x="218559" y="74541"/>
                  </a:cubicBezTo>
                  <a:cubicBezTo>
                    <a:pt x="219212" y="72974"/>
                    <a:pt x="219864" y="71408"/>
                    <a:pt x="220517" y="69972"/>
                  </a:cubicBezTo>
                  <a:cubicBezTo>
                    <a:pt x="221170" y="68535"/>
                    <a:pt x="221823" y="67099"/>
                    <a:pt x="222345" y="65663"/>
                  </a:cubicBezTo>
                  <a:cubicBezTo>
                    <a:pt x="226131" y="57568"/>
                    <a:pt x="227829" y="48690"/>
                    <a:pt x="227306" y="39681"/>
                  </a:cubicBezTo>
                  <a:cubicBezTo>
                    <a:pt x="227176" y="38637"/>
                    <a:pt x="227045" y="37462"/>
                    <a:pt x="226784" y="36287"/>
                  </a:cubicBezTo>
                  <a:cubicBezTo>
                    <a:pt x="226654" y="35242"/>
                    <a:pt x="226523" y="34067"/>
                    <a:pt x="226131" y="32892"/>
                  </a:cubicBezTo>
                  <a:cubicBezTo>
                    <a:pt x="224956" y="28453"/>
                    <a:pt x="222998" y="24145"/>
                    <a:pt x="220517" y="20228"/>
                  </a:cubicBezTo>
                  <a:cubicBezTo>
                    <a:pt x="219864" y="19183"/>
                    <a:pt x="219081" y="18400"/>
                    <a:pt x="218298" y="17356"/>
                  </a:cubicBezTo>
                  <a:lnTo>
                    <a:pt x="217253" y="16050"/>
                  </a:lnTo>
                  <a:lnTo>
                    <a:pt x="216078" y="14744"/>
                  </a:lnTo>
                  <a:cubicBezTo>
                    <a:pt x="209550" y="8086"/>
                    <a:pt x="201194" y="3386"/>
                    <a:pt x="192055" y="1297"/>
                  </a:cubicBezTo>
                  <a:cubicBezTo>
                    <a:pt x="188023" y="433"/>
                    <a:pt x="183940" y="1"/>
                    <a:pt x="179863" y="1"/>
                  </a:cubicBezTo>
                  <a:close/>
                </a:path>
              </a:pathLst>
            </a:custGeom>
            <a:solidFill>
              <a:srgbClr val="F0A9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14" name="Google Shape;814;p51"/>
          <p:cNvSpPr txBox="1"/>
          <p:nvPr>
            <p:ph type="title"/>
          </p:nvPr>
        </p:nvSpPr>
        <p:spPr>
          <a:xfrm>
            <a:off x="1567500" y="596788"/>
            <a:ext cx="6009000" cy="6189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815" name="Shape 815"/>
        <p:cNvGrpSpPr/>
        <p:nvPr/>
      </p:nvGrpSpPr>
      <p:grpSpPr>
        <a:xfrm>
          <a:off x="0" y="0"/>
          <a:ext cx="0" cy="0"/>
          <a:chOff x="0" y="0"/>
          <a:chExt cx="0" cy="0"/>
        </a:xfrm>
      </p:grpSpPr>
      <p:grpSp>
        <p:nvGrpSpPr>
          <p:cNvPr id="816" name="Google Shape;816;p52"/>
          <p:cNvGrpSpPr/>
          <p:nvPr/>
        </p:nvGrpSpPr>
        <p:grpSpPr>
          <a:xfrm>
            <a:off x="6920532" y="3923787"/>
            <a:ext cx="1092845" cy="690697"/>
            <a:chOff x="209625" y="551300"/>
            <a:chExt cx="7170900" cy="4592400"/>
          </a:xfrm>
        </p:grpSpPr>
        <p:sp>
          <p:nvSpPr>
            <p:cNvPr id="817" name="Google Shape;817;p52"/>
            <p:cNvSpPr/>
            <p:nvPr/>
          </p:nvSpPr>
          <p:spPr>
            <a:xfrm>
              <a:off x="838900" y="1811875"/>
              <a:ext cx="238725" cy="180050"/>
            </a:xfrm>
            <a:custGeom>
              <a:rect b="b" l="l" r="r" t="t"/>
              <a:pathLst>
                <a:path extrusionOk="0" h="7202" w="9549">
                  <a:moveTo>
                    <a:pt x="4802" y="0"/>
                  </a:moveTo>
                  <a:cubicBezTo>
                    <a:pt x="1601" y="0"/>
                    <a:pt x="1" y="3825"/>
                    <a:pt x="2252" y="6103"/>
                  </a:cubicBezTo>
                  <a:cubicBezTo>
                    <a:pt x="2930" y="6835"/>
                    <a:pt x="3852" y="7201"/>
                    <a:pt x="4775" y="7201"/>
                  </a:cubicBezTo>
                  <a:cubicBezTo>
                    <a:pt x="5697" y="7201"/>
                    <a:pt x="6619" y="6835"/>
                    <a:pt x="7297" y="6103"/>
                  </a:cubicBezTo>
                  <a:cubicBezTo>
                    <a:pt x="9548" y="3879"/>
                    <a:pt x="7975" y="27"/>
                    <a:pt x="480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52"/>
            <p:cNvSpPr/>
            <p:nvPr/>
          </p:nvSpPr>
          <p:spPr>
            <a:xfrm>
              <a:off x="1469250" y="1182575"/>
              <a:ext cx="238325" cy="179750"/>
            </a:xfrm>
            <a:custGeom>
              <a:rect b="b" l="l" r="r" t="t"/>
              <a:pathLst>
                <a:path extrusionOk="0" h="7190" w="9533">
                  <a:moveTo>
                    <a:pt x="4746" y="1"/>
                  </a:moveTo>
                  <a:cubicBezTo>
                    <a:pt x="1616" y="1"/>
                    <a:pt x="0" y="3761"/>
                    <a:pt x="2182" y="6050"/>
                  </a:cubicBezTo>
                  <a:cubicBezTo>
                    <a:pt x="2859" y="6810"/>
                    <a:pt x="3796" y="7189"/>
                    <a:pt x="4739" y="7189"/>
                  </a:cubicBezTo>
                  <a:cubicBezTo>
                    <a:pt x="5648" y="7189"/>
                    <a:pt x="6562" y="6837"/>
                    <a:pt x="7254" y="6131"/>
                  </a:cubicBezTo>
                  <a:cubicBezTo>
                    <a:pt x="9532" y="3934"/>
                    <a:pt x="8013" y="55"/>
                    <a:pt x="4813" y="1"/>
                  </a:cubicBezTo>
                  <a:cubicBezTo>
                    <a:pt x="4790"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52"/>
            <p:cNvSpPr/>
            <p:nvPr/>
          </p:nvSpPr>
          <p:spPr>
            <a:xfrm>
              <a:off x="2098325" y="551550"/>
              <a:ext cx="239200" cy="180150"/>
            </a:xfrm>
            <a:custGeom>
              <a:rect b="b" l="l" r="r" t="t"/>
              <a:pathLst>
                <a:path extrusionOk="0" h="7206" w="9568">
                  <a:moveTo>
                    <a:pt x="4746" y="0"/>
                  </a:moveTo>
                  <a:cubicBezTo>
                    <a:pt x="3826" y="0"/>
                    <a:pt x="2912" y="366"/>
                    <a:pt x="2244" y="1102"/>
                  </a:cubicBezTo>
                  <a:cubicBezTo>
                    <a:pt x="1" y="3372"/>
                    <a:pt x="1609" y="7205"/>
                    <a:pt x="4787" y="7205"/>
                  </a:cubicBezTo>
                  <a:cubicBezTo>
                    <a:pt x="4798" y="7205"/>
                    <a:pt x="4810" y="7205"/>
                    <a:pt x="4821" y="7205"/>
                  </a:cubicBezTo>
                  <a:cubicBezTo>
                    <a:pt x="7994" y="7151"/>
                    <a:pt x="9568" y="3299"/>
                    <a:pt x="7262" y="1075"/>
                  </a:cubicBezTo>
                  <a:cubicBezTo>
                    <a:pt x="6574" y="360"/>
                    <a:pt x="5657" y="0"/>
                    <a:pt x="474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52"/>
            <p:cNvSpPr/>
            <p:nvPr/>
          </p:nvSpPr>
          <p:spPr>
            <a:xfrm>
              <a:off x="1468850" y="1811875"/>
              <a:ext cx="238725" cy="180050"/>
            </a:xfrm>
            <a:custGeom>
              <a:rect b="b" l="l" r="r" t="t"/>
              <a:pathLst>
                <a:path extrusionOk="0" h="7202" w="9549">
                  <a:moveTo>
                    <a:pt x="4748" y="0"/>
                  </a:moveTo>
                  <a:cubicBezTo>
                    <a:pt x="1574" y="27"/>
                    <a:pt x="1" y="3879"/>
                    <a:pt x="2252" y="6103"/>
                  </a:cubicBezTo>
                  <a:cubicBezTo>
                    <a:pt x="2944" y="6835"/>
                    <a:pt x="3866" y="7201"/>
                    <a:pt x="4788" y="7201"/>
                  </a:cubicBezTo>
                  <a:cubicBezTo>
                    <a:pt x="5710" y="7201"/>
                    <a:pt x="6633" y="6835"/>
                    <a:pt x="7324" y="6103"/>
                  </a:cubicBezTo>
                  <a:cubicBezTo>
                    <a:pt x="9548" y="3825"/>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52"/>
            <p:cNvSpPr/>
            <p:nvPr/>
          </p:nvSpPr>
          <p:spPr>
            <a:xfrm>
              <a:off x="2116450" y="1181050"/>
              <a:ext cx="202775" cy="181225"/>
            </a:xfrm>
            <a:custGeom>
              <a:rect b="b" l="l" r="r" t="t"/>
              <a:pathLst>
                <a:path extrusionOk="0" h="7249" w="8111">
                  <a:moveTo>
                    <a:pt x="4037" y="0"/>
                  </a:moveTo>
                  <a:cubicBezTo>
                    <a:pt x="3213" y="0"/>
                    <a:pt x="2393" y="309"/>
                    <a:pt x="1709" y="930"/>
                  </a:cubicBezTo>
                  <a:cubicBezTo>
                    <a:pt x="163" y="2314"/>
                    <a:pt x="0" y="4429"/>
                    <a:pt x="1356" y="5975"/>
                  </a:cubicBezTo>
                  <a:cubicBezTo>
                    <a:pt x="2109" y="6817"/>
                    <a:pt x="3087" y="7248"/>
                    <a:pt x="4067" y="7248"/>
                  </a:cubicBezTo>
                  <a:cubicBezTo>
                    <a:pt x="4887" y="7248"/>
                    <a:pt x="5709" y="6946"/>
                    <a:pt x="6401" y="6328"/>
                  </a:cubicBezTo>
                  <a:cubicBezTo>
                    <a:pt x="7920" y="4972"/>
                    <a:pt x="8110" y="2775"/>
                    <a:pt x="6754" y="1283"/>
                  </a:cubicBezTo>
                  <a:cubicBezTo>
                    <a:pt x="5990" y="431"/>
                    <a:pt x="5011" y="0"/>
                    <a:pt x="403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52"/>
            <p:cNvSpPr/>
            <p:nvPr/>
          </p:nvSpPr>
          <p:spPr>
            <a:xfrm>
              <a:off x="2747075" y="551300"/>
              <a:ext cx="201425" cy="180975"/>
            </a:xfrm>
            <a:custGeom>
              <a:rect b="b" l="l" r="r" t="t"/>
              <a:pathLst>
                <a:path extrusionOk="0" h="7239" w="8057">
                  <a:moveTo>
                    <a:pt x="4008" y="1"/>
                  </a:moveTo>
                  <a:cubicBezTo>
                    <a:pt x="3158" y="1"/>
                    <a:pt x="2309" y="334"/>
                    <a:pt x="1601" y="1004"/>
                  </a:cubicBezTo>
                  <a:cubicBezTo>
                    <a:pt x="82" y="2414"/>
                    <a:pt x="0" y="4557"/>
                    <a:pt x="1384" y="6049"/>
                  </a:cubicBezTo>
                  <a:cubicBezTo>
                    <a:pt x="2129" y="6837"/>
                    <a:pt x="3086" y="7239"/>
                    <a:pt x="4043" y="7239"/>
                  </a:cubicBezTo>
                  <a:cubicBezTo>
                    <a:pt x="4897" y="7239"/>
                    <a:pt x="5752" y="6918"/>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52"/>
            <p:cNvSpPr/>
            <p:nvPr/>
          </p:nvSpPr>
          <p:spPr>
            <a:xfrm>
              <a:off x="2098125" y="1811875"/>
              <a:ext cx="238725" cy="180550"/>
            </a:xfrm>
            <a:custGeom>
              <a:rect b="b" l="l" r="r" t="t"/>
              <a:pathLst>
                <a:path extrusionOk="0" h="7222" w="9549">
                  <a:moveTo>
                    <a:pt x="4775" y="0"/>
                  </a:moveTo>
                  <a:cubicBezTo>
                    <a:pt x="1601" y="0"/>
                    <a:pt x="1" y="3852"/>
                    <a:pt x="2252" y="6103"/>
                  </a:cubicBezTo>
                  <a:cubicBezTo>
                    <a:pt x="2930" y="6849"/>
                    <a:pt x="3852" y="7222"/>
                    <a:pt x="4775" y="7222"/>
                  </a:cubicBezTo>
                  <a:cubicBezTo>
                    <a:pt x="5697" y="7222"/>
                    <a:pt x="6619" y="6849"/>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52"/>
            <p:cNvSpPr/>
            <p:nvPr/>
          </p:nvSpPr>
          <p:spPr>
            <a:xfrm>
              <a:off x="2728000" y="1181375"/>
              <a:ext cx="238800" cy="179625"/>
            </a:xfrm>
            <a:custGeom>
              <a:rect b="b" l="l" r="r" t="t"/>
              <a:pathLst>
                <a:path extrusionOk="0" h="7185" w="9552">
                  <a:moveTo>
                    <a:pt x="4771" y="1"/>
                  </a:moveTo>
                  <a:cubicBezTo>
                    <a:pt x="3826" y="1"/>
                    <a:pt x="2884" y="381"/>
                    <a:pt x="2201" y="1134"/>
                  </a:cubicBezTo>
                  <a:cubicBezTo>
                    <a:pt x="0" y="3416"/>
                    <a:pt x="1624" y="7184"/>
                    <a:pt x="4759" y="7184"/>
                  </a:cubicBezTo>
                  <a:cubicBezTo>
                    <a:pt x="4792" y="7184"/>
                    <a:pt x="4825" y="7184"/>
                    <a:pt x="4859" y="7183"/>
                  </a:cubicBezTo>
                  <a:cubicBezTo>
                    <a:pt x="8033" y="7129"/>
                    <a:pt x="9551" y="3223"/>
                    <a:pt x="7246" y="1026"/>
                  </a:cubicBezTo>
                  <a:cubicBezTo>
                    <a:pt x="6561" y="340"/>
                    <a:pt x="566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52"/>
            <p:cNvSpPr/>
            <p:nvPr/>
          </p:nvSpPr>
          <p:spPr>
            <a:xfrm>
              <a:off x="3358025" y="551525"/>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6"/>
                    <a:pt x="4738" y="7206"/>
                    <a:pt x="4761" y="7206"/>
                  </a:cubicBezTo>
                  <a:cubicBezTo>
                    <a:pt x="7917" y="7206"/>
                    <a:pt x="9533" y="3420"/>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52"/>
            <p:cNvSpPr/>
            <p:nvPr/>
          </p:nvSpPr>
          <p:spPr>
            <a:xfrm>
              <a:off x="2747075" y="1810525"/>
              <a:ext cx="201425" cy="180975"/>
            </a:xfrm>
            <a:custGeom>
              <a:rect b="b" l="l" r="r" t="t"/>
              <a:pathLst>
                <a:path extrusionOk="0" h="7239" w="8057">
                  <a:moveTo>
                    <a:pt x="4008" y="0"/>
                  </a:moveTo>
                  <a:cubicBezTo>
                    <a:pt x="3158" y="0"/>
                    <a:pt x="2309" y="334"/>
                    <a:pt x="1601" y="1003"/>
                  </a:cubicBezTo>
                  <a:cubicBezTo>
                    <a:pt x="109" y="2414"/>
                    <a:pt x="0" y="4584"/>
                    <a:pt x="1384" y="6048"/>
                  </a:cubicBezTo>
                  <a:cubicBezTo>
                    <a:pt x="2086" y="6837"/>
                    <a:pt x="3060" y="7239"/>
                    <a:pt x="4036" y="7239"/>
                  </a:cubicBezTo>
                  <a:cubicBezTo>
                    <a:pt x="4906" y="7239"/>
                    <a:pt x="5778" y="6918"/>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p52"/>
            <p:cNvSpPr/>
            <p:nvPr/>
          </p:nvSpPr>
          <p:spPr>
            <a:xfrm>
              <a:off x="3358025" y="1180950"/>
              <a:ext cx="238150" cy="180725"/>
            </a:xfrm>
            <a:custGeom>
              <a:rect b="b" l="l" r="r" t="t"/>
              <a:pathLst>
                <a:path extrusionOk="0" h="7229" w="9526">
                  <a:moveTo>
                    <a:pt x="4763" y="1"/>
                  </a:moveTo>
                  <a:cubicBezTo>
                    <a:pt x="3897" y="1"/>
                    <a:pt x="3028" y="347"/>
                    <a:pt x="2306" y="1043"/>
                  </a:cubicBezTo>
                  <a:cubicBezTo>
                    <a:pt x="1" y="3240"/>
                    <a:pt x="1493" y="7146"/>
                    <a:pt x="4666" y="7227"/>
                  </a:cubicBezTo>
                  <a:cubicBezTo>
                    <a:pt x="4700" y="7228"/>
                    <a:pt x="4733" y="7228"/>
                    <a:pt x="4767" y="7228"/>
                  </a:cubicBezTo>
                  <a:cubicBezTo>
                    <a:pt x="7902" y="7228"/>
                    <a:pt x="9525" y="3460"/>
                    <a:pt x="7352" y="1178"/>
                  </a:cubicBezTo>
                  <a:cubicBezTo>
                    <a:pt x="6610" y="394"/>
                    <a:pt x="5687" y="1"/>
                    <a:pt x="476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p52"/>
            <p:cNvSpPr/>
            <p:nvPr/>
          </p:nvSpPr>
          <p:spPr>
            <a:xfrm>
              <a:off x="3357750" y="1811100"/>
              <a:ext cx="239000" cy="179825"/>
            </a:xfrm>
            <a:custGeom>
              <a:rect b="b" l="l" r="r" t="t"/>
              <a:pathLst>
                <a:path extrusionOk="0" h="7193" w="9560">
                  <a:moveTo>
                    <a:pt x="4786" y="0"/>
                  </a:moveTo>
                  <a:cubicBezTo>
                    <a:pt x="3845" y="0"/>
                    <a:pt x="2903" y="380"/>
                    <a:pt x="2209" y="1143"/>
                  </a:cubicBezTo>
                  <a:cubicBezTo>
                    <a:pt x="0" y="3406"/>
                    <a:pt x="1616" y="7192"/>
                    <a:pt x="4773" y="7192"/>
                  </a:cubicBezTo>
                  <a:cubicBezTo>
                    <a:pt x="4795" y="7192"/>
                    <a:pt x="4818" y="7192"/>
                    <a:pt x="4840" y="7192"/>
                  </a:cubicBezTo>
                  <a:cubicBezTo>
                    <a:pt x="8013"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p52"/>
            <p:cNvSpPr/>
            <p:nvPr/>
          </p:nvSpPr>
          <p:spPr>
            <a:xfrm>
              <a:off x="209625" y="552625"/>
              <a:ext cx="238325" cy="180000"/>
            </a:xfrm>
            <a:custGeom>
              <a:rect b="b" l="l" r="r" t="t"/>
              <a:pathLst>
                <a:path extrusionOk="0" h="7200" w="9533">
                  <a:moveTo>
                    <a:pt x="4760" y="1"/>
                  </a:moveTo>
                  <a:cubicBezTo>
                    <a:pt x="4738" y="1"/>
                    <a:pt x="4716" y="1"/>
                    <a:pt x="4693" y="1"/>
                  </a:cubicBezTo>
                  <a:cubicBezTo>
                    <a:pt x="1520" y="55"/>
                    <a:pt x="1" y="3934"/>
                    <a:pt x="2279" y="6131"/>
                  </a:cubicBezTo>
                  <a:cubicBezTo>
                    <a:pt x="2955" y="6847"/>
                    <a:pt x="3857" y="7200"/>
                    <a:pt x="4759" y="7200"/>
                  </a:cubicBezTo>
                  <a:cubicBezTo>
                    <a:pt x="5702" y="7200"/>
                    <a:pt x="6644" y="6813"/>
                    <a:pt x="7324" y="6050"/>
                  </a:cubicBezTo>
                  <a:cubicBezTo>
                    <a:pt x="9533" y="3787"/>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52"/>
            <p:cNvSpPr/>
            <p:nvPr/>
          </p:nvSpPr>
          <p:spPr>
            <a:xfrm>
              <a:off x="210025" y="1182575"/>
              <a:ext cx="238325" cy="179650"/>
            </a:xfrm>
            <a:custGeom>
              <a:rect b="b" l="l" r="r" t="t"/>
              <a:pathLst>
                <a:path extrusionOk="0" h="7186" w="9533">
                  <a:moveTo>
                    <a:pt x="4719" y="1"/>
                  </a:moveTo>
                  <a:cubicBezTo>
                    <a:pt x="1590" y="1"/>
                    <a:pt x="0" y="3787"/>
                    <a:pt x="2209" y="6050"/>
                  </a:cubicBezTo>
                  <a:cubicBezTo>
                    <a:pt x="2896" y="6806"/>
                    <a:pt x="3828" y="7186"/>
                    <a:pt x="4759" y="7186"/>
                  </a:cubicBezTo>
                  <a:cubicBezTo>
                    <a:pt x="5665" y="7186"/>
                    <a:pt x="6572" y="6826"/>
                    <a:pt x="7254" y="6104"/>
                  </a:cubicBezTo>
                  <a:cubicBezTo>
                    <a:pt x="9532" y="3880"/>
                    <a:pt x="7986" y="28"/>
                    <a:pt x="4786" y="1"/>
                  </a:cubicBezTo>
                  <a:cubicBezTo>
                    <a:pt x="4763" y="1"/>
                    <a:pt x="4741" y="1"/>
                    <a:pt x="471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52"/>
            <p:cNvSpPr/>
            <p:nvPr/>
          </p:nvSpPr>
          <p:spPr>
            <a:xfrm>
              <a:off x="839100" y="552650"/>
              <a:ext cx="238525" cy="179800"/>
            </a:xfrm>
            <a:custGeom>
              <a:rect b="b" l="l" r="r" t="t"/>
              <a:pathLst>
                <a:path extrusionOk="0" h="7192" w="9541">
                  <a:moveTo>
                    <a:pt x="4787" y="0"/>
                  </a:moveTo>
                  <a:cubicBezTo>
                    <a:pt x="1609" y="0"/>
                    <a:pt x="1" y="3806"/>
                    <a:pt x="2217" y="6076"/>
                  </a:cubicBezTo>
                  <a:cubicBezTo>
                    <a:pt x="2905" y="6819"/>
                    <a:pt x="3843" y="7192"/>
                    <a:pt x="4778" y="7192"/>
                  </a:cubicBezTo>
                  <a:cubicBezTo>
                    <a:pt x="5687" y="7192"/>
                    <a:pt x="6593" y="6839"/>
                    <a:pt x="7262" y="6130"/>
                  </a:cubicBezTo>
                  <a:cubicBezTo>
                    <a:pt x="9540" y="3906"/>
                    <a:pt x="7994"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52"/>
            <p:cNvSpPr/>
            <p:nvPr/>
          </p:nvSpPr>
          <p:spPr>
            <a:xfrm>
              <a:off x="209825" y="1811850"/>
              <a:ext cx="238525" cy="180325"/>
            </a:xfrm>
            <a:custGeom>
              <a:rect b="b" l="l" r="r" t="t"/>
              <a:pathLst>
                <a:path extrusionOk="0" h="7213" w="9541">
                  <a:moveTo>
                    <a:pt x="4760" y="1"/>
                  </a:moveTo>
                  <a:cubicBezTo>
                    <a:pt x="1609" y="1"/>
                    <a:pt x="1" y="3806"/>
                    <a:pt x="2217" y="6077"/>
                  </a:cubicBezTo>
                  <a:cubicBezTo>
                    <a:pt x="2904" y="6833"/>
                    <a:pt x="3836" y="7213"/>
                    <a:pt x="4767" y="7213"/>
                  </a:cubicBezTo>
                  <a:cubicBezTo>
                    <a:pt x="5673" y="7213"/>
                    <a:pt x="6580" y="6853"/>
                    <a:pt x="7262" y="6131"/>
                  </a:cubicBezTo>
                  <a:cubicBezTo>
                    <a:pt x="9540" y="3907"/>
                    <a:pt x="7994" y="28"/>
                    <a:pt x="4794" y="1"/>
                  </a:cubicBezTo>
                  <a:cubicBezTo>
                    <a:pt x="4783" y="1"/>
                    <a:pt x="4771"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52"/>
            <p:cNvSpPr/>
            <p:nvPr/>
          </p:nvSpPr>
          <p:spPr>
            <a:xfrm>
              <a:off x="857225" y="1181075"/>
              <a:ext cx="201400" cy="181050"/>
            </a:xfrm>
            <a:custGeom>
              <a:rect b="b" l="l" r="r" t="t"/>
              <a:pathLst>
                <a:path extrusionOk="0" h="7242" w="8056">
                  <a:moveTo>
                    <a:pt x="4032" y="1"/>
                  </a:moveTo>
                  <a:cubicBezTo>
                    <a:pt x="3183" y="1"/>
                    <a:pt x="2335" y="327"/>
                    <a:pt x="1628" y="983"/>
                  </a:cubicBezTo>
                  <a:cubicBezTo>
                    <a:pt x="136" y="2394"/>
                    <a:pt x="0" y="4564"/>
                    <a:pt x="1411" y="6056"/>
                  </a:cubicBezTo>
                  <a:cubicBezTo>
                    <a:pt x="2095" y="6840"/>
                    <a:pt x="3057" y="7242"/>
                    <a:pt x="4024" y="7242"/>
                  </a:cubicBezTo>
                  <a:cubicBezTo>
                    <a:pt x="4897" y="7242"/>
                    <a:pt x="5774" y="6914"/>
                    <a:pt x="6456" y="6245"/>
                  </a:cubicBezTo>
                  <a:cubicBezTo>
                    <a:pt x="7975" y="4944"/>
                    <a:pt x="8056" y="2638"/>
                    <a:pt x="6673" y="1200"/>
                  </a:cubicBezTo>
                  <a:cubicBezTo>
                    <a:pt x="5917" y="402"/>
                    <a:pt x="4974" y="1"/>
                    <a:pt x="403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52"/>
            <p:cNvSpPr/>
            <p:nvPr/>
          </p:nvSpPr>
          <p:spPr>
            <a:xfrm>
              <a:off x="1468850" y="551525"/>
              <a:ext cx="238325" cy="180175"/>
            </a:xfrm>
            <a:custGeom>
              <a:rect b="b" l="l" r="r" t="t"/>
              <a:pathLst>
                <a:path extrusionOk="0" h="7207" w="9533">
                  <a:moveTo>
                    <a:pt x="4768" y="1"/>
                  </a:moveTo>
                  <a:cubicBezTo>
                    <a:pt x="3870" y="1"/>
                    <a:pt x="2968" y="347"/>
                    <a:pt x="2279" y="1049"/>
                  </a:cubicBezTo>
                  <a:cubicBezTo>
                    <a:pt x="1" y="3273"/>
                    <a:pt x="1520" y="7152"/>
                    <a:pt x="4720" y="7206"/>
                  </a:cubicBezTo>
                  <a:cubicBezTo>
                    <a:pt x="4743" y="7206"/>
                    <a:pt x="4765" y="7206"/>
                    <a:pt x="4787" y="7206"/>
                  </a:cubicBezTo>
                  <a:cubicBezTo>
                    <a:pt x="7917" y="7206"/>
                    <a:pt x="9533" y="3393"/>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52"/>
            <p:cNvSpPr/>
            <p:nvPr/>
          </p:nvSpPr>
          <p:spPr>
            <a:xfrm>
              <a:off x="3988000" y="1811875"/>
              <a:ext cx="238700" cy="180050"/>
            </a:xfrm>
            <a:custGeom>
              <a:rect b="b" l="l" r="r" t="t"/>
              <a:pathLst>
                <a:path extrusionOk="0" h="7202" w="9548">
                  <a:moveTo>
                    <a:pt x="4801" y="0"/>
                  </a:moveTo>
                  <a:cubicBezTo>
                    <a:pt x="1600" y="0"/>
                    <a:pt x="0" y="3825"/>
                    <a:pt x="2251" y="6103"/>
                  </a:cubicBezTo>
                  <a:cubicBezTo>
                    <a:pt x="2929" y="6835"/>
                    <a:pt x="3852" y="7201"/>
                    <a:pt x="4774" y="7201"/>
                  </a:cubicBezTo>
                  <a:cubicBezTo>
                    <a:pt x="5696" y="7201"/>
                    <a:pt x="6618" y="6835"/>
                    <a:pt x="7296" y="6103"/>
                  </a:cubicBezTo>
                  <a:cubicBezTo>
                    <a:pt x="9548" y="3879"/>
                    <a:pt x="7974"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52"/>
            <p:cNvSpPr/>
            <p:nvPr/>
          </p:nvSpPr>
          <p:spPr>
            <a:xfrm>
              <a:off x="4617650" y="1182575"/>
              <a:ext cx="239000" cy="179750"/>
            </a:xfrm>
            <a:custGeom>
              <a:rect b="b" l="l" r="r" t="t"/>
              <a:pathLst>
                <a:path extrusionOk="0" h="7190" w="9560">
                  <a:moveTo>
                    <a:pt x="4773" y="1"/>
                  </a:moveTo>
                  <a:cubicBezTo>
                    <a:pt x="1643" y="1"/>
                    <a:pt x="1" y="3761"/>
                    <a:pt x="2209" y="6050"/>
                  </a:cubicBezTo>
                  <a:cubicBezTo>
                    <a:pt x="2886" y="6810"/>
                    <a:pt x="3823" y="7189"/>
                    <a:pt x="4763" y="7189"/>
                  </a:cubicBezTo>
                  <a:cubicBezTo>
                    <a:pt x="5668" y="7189"/>
                    <a:pt x="6575" y="6837"/>
                    <a:pt x="7254" y="6131"/>
                  </a:cubicBezTo>
                  <a:cubicBezTo>
                    <a:pt x="9560" y="3934"/>
                    <a:pt x="8014" y="55"/>
                    <a:pt x="4840" y="1"/>
                  </a:cubicBezTo>
                  <a:cubicBezTo>
                    <a:pt x="4818" y="1"/>
                    <a:pt x="479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52"/>
            <p:cNvSpPr/>
            <p:nvPr/>
          </p:nvSpPr>
          <p:spPr>
            <a:xfrm>
              <a:off x="5247400" y="551550"/>
              <a:ext cx="238525" cy="180150"/>
            </a:xfrm>
            <a:custGeom>
              <a:rect b="b" l="l" r="r" t="t"/>
              <a:pathLst>
                <a:path extrusionOk="0" h="7206" w="9541">
                  <a:moveTo>
                    <a:pt x="4742" y="0"/>
                  </a:moveTo>
                  <a:cubicBezTo>
                    <a:pt x="3819" y="0"/>
                    <a:pt x="2898" y="366"/>
                    <a:pt x="2217" y="1102"/>
                  </a:cubicBezTo>
                  <a:cubicBezTo>
                    <a:pt x="1" y="3372"/>
                    <a:pt x="1609" y="7205"/>
                    <a:pt x="4788" y="7205"/>
                  </a:cubicBezTo>
                  <a:cubicBezTo>
                    <a:pt x="4799" y="7205"/>
                    <a:pt x="4810" y="7205"/>
                    <a:pt x="4821" y="7205"/>
                  </a:cubicBezTo>
                  <a:cubicBezTo>
                    <a:pt x="7995" y="7151"/>
                    <a:pt x="9541" y="3299"/>
                    <a:pt x="7262" y="1075"/>
                  </a:cubicBezTo>
                  <a:cubicBezTo>
                    <a:pt x="6574" y="360"/>
                    <a:pt x="5657" y="0"/>
                    <a:pt x="474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52"/>
            <p:cNvSpPr/>
            <p:nvPr/>
          </p:nvSpPr>
          <p:spPr>
            <a:xfrm>
              <a:off x="4617950" y="1811875"/>
              <a:ext cx="238700" cy="180050"/>
            </a:xfrm>
            <a:custGeom>
              <a:rect b="b" l="l" r="r" t="t"/>
              <a:pathLst>
                <a:path extrusionOk="0" h="7202" w="9548">
                  <a:moveTo>
                    <a:pt x="4747" y="0"/>
                  </a:moveTo>
                  <a:cubicBezTo>
                    <a:pt x="1573" y="27"/>
                    <a:pt x="0" y="3879"/>
                    <a:pt x="2251" y="6103"/>
                  </a:cubicBezTo>
                  <a:cubicBezTo>
                    <a:pt x="2943" y="6835"/>
                    <a:pt x="3865" y="7201"/>
                    <a:pt x="4784" y="7201"/>
                  </a:cubicBezTo>
                  <a:cubicBezTo>
                    <a:pt x="5703" y="7201"/>
                    <a:pt x="6618" y="6835"/>
                    <a:pt x="7296" y="6103"/>
                  </a:cubicBezTo>
                  <a:cubicBezTo>
                    <a:pt x="9548" y="3825"/>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52"/>
            <p:cNvSpPr/>
            <p:nvPr/>
          </p:nvSpPr>
          <p:spPr>
            <a:xfrm>
              <a:off x="5265525" y="1181050"/>
              <a:ext cx="202100" cy="181225"/>
            </a:xfrm>
            <a:custGeom>
              <a:rect b="b" l="l" r="r" t="t"/>
              <a:pathLst>
                <a:path extrusionOk="0" h="7249" w="8084">
                  <a:moveTo>
                    <a:pt x="4026" y="0"/>
                  </a:moveTo>
                  <a:cubicBezTo>
                    <a:pt x="3208" y="0"/>
                    <a:pt x="2393" y="309"/>
                    <a:pt x="1709" y="930"/>
                  </a:cubicBezTo>
                  <a:cubicBezTo>
                    <a:pt x="163" y="2314"/>
                    <a:pt x="0" y="4429"/>
                    <a:pt x="1357" y="5975"/>
                  </a:cubicBezTo>
                  <a:cubicBezTo>
                    <a:pt x="2110" y="6817"/>
                    <a:pt x="3087" y="7248"/>
                    <a:pt x="4067" y="7248"/>
                  </a:cubicBezTo>
                  <a:cubicBezTo>
                    <a:pt x="4888" y="7248"/>
                    <a:pt x="5709" y="6946"/>
                    <a:pt x="6402" y="6328"/>
                  </a:cubicBezTo>
                  <a:cubicBezTo>
                    <a:pt x="7893" y="4972"/>
                    <a:pt x="8083" y="2775"/>
                    <a:pt x="6727" y="1283"/>
                  </a:cubicBezTo>
                  <a:cubicBezTo>
                    <a:pt x="5963" y="431"/>
                    <a:pt x="4992"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52"/>
            <p:cNvSpPr/>
            <p:nvPr/>
          </p:nvSpPr>
          <p:spPr>
            <a:xfrm>
              <a:off x="5896150" y="551300"/>
              <a:ext cx="200750" cy="180975"/>
            </a:xfrm>
            <a:custGeom>
              <a:rect b="b" l="l" r="r" t="t"/>
              <a:pathLst>
                <a:path extrusionOk="0" h="7239" w="8030">
                  <a:moveTo>
                    <a:pt x="4008" y="1"/>
                  </a:moveTo>
                  <a:cubicBezTo>
                    <a:pt x="3158" y="1"/>
                    <a:pt x="2309" y="334"/>
                    <a:pt x="1601" y="1004"/>
                  </a:cubicBezTo>
                  <a:cubicBezTo>
                    <a:pt x="82" y="2414"/>
                    <a:pt x="1" y="4557"/>
                    <a:pt x="1384" y="6049"/>
                  </a:cubicBezTo>
                  <a:cubicBezTo>
                    <a:pt x="2129" y="6837"/>
                    <a:pt x="3086" y="7239"/>
                    <a:pt x="4043" y="7239"/>
                  </a:cubicBezTo>
                  <a:cubicBezTo>
                    <a:pt x="4898" y="7239"/>
                    <a:pt x="5752" y="6918"/>
                    <a:pt x="6456" y="6266"/>
                  </a:cubicBezTo>
                  <a:cubicBezTo>
                    <a:pt x="7948" y="4937"/>
                    <a:pt x="8029"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52"/>
            <p:cNvSpPr/>
            <p:nvPr/>
          </p:nvSpPr>
          <p:spPr>
            <a:xfrm>
              <a:off x="5247225" y="1811875"/>
              <a:ext cx="238700" cy="180550"/>
            </a:xfrm>
            <a:custGeom>
              <a:rect b="b" l="l" r="r" t="t"/>
              <a:pathLst>
                <a:path extrusionOk="0" h="7222" w="9548">
                  <a:moveTo>
                    <a:pt x="4774" y="0"/>
                  </a:moveTo>
                  <a:cubicBezTo>
                    <a:pt x="1600" y="0"/>
                    <a:pt x="0" y="3852"/>
                    <a:pt x="2251" y="6103"/>
                  </a:cubicBezTo>
                  <a:cubicBezTo>
                    <a:pt x="2929" y="6849"/>
                    <a:pt x="3852" y="7222"/>
                    <a:pt x="4774" y="7222"/>
                  </a:cubicBezTo>
                  <a:cubicBezTo>
                    <a:pt x="5696" y="7222"/>
                    <a:pt x="6618" y="6849"/>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p52"/>
            <p:cNvSpPr/>
            <p:nvPr/>
          </p:nvSpPr>
          <p:spPr>
            <a:xfrm>
              <a:off x="5877750" y="1181150"/>
              <a:ext cx="238125" cy="179850"/>
            </a:xfrm>
            <a:custGeom>
              <a:rect b="b" l="l" r="r" t="t"/>
              <a:pathLst>
                <a:path extrusionOk="0" h="7194" w="9525">
                  <a:moveTo>
                    <a:pt x="4741" y="0"/>
                  </a:moveTo>
                  <a:cubicBezTo>
                    <a:pt x="3797" y="0"/>
                    <a:pt x="2854" y="380"/>
                    <a:pt x="2174" y="1143"/>
                  </a:cubicBezTo>
                  <a:cubicBezTo>
                    <a:pt x="0" y="3425"/>
                    <a:pt x="1597" y="7193"/>
                    <a:pt x="4732" y="7193"/>
                  </a:cubicBezTo>
                  <a:cubicBezTo>
                    <a:pt x="4765" y="7193"/>
                    <a:pt x="4799" y="7193"/>
                    <a:pt x="4832" y="7192"/>
                  </a:cubicBezTo>
                  <a:cubicBezTo>
                    <a:pt x="8006" y="7138"/>
                    <a:pt x="9525" y="3259"/>
                    <a:pt x="7219" y="1035"/>
                  </a:cubicBezTo>
                  <a:cubicBezTo>
                    <a:pt x="6544" y="346"/>
                    <a:pt x="5642" y="0"/>
                    <a:pt x="474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52"/>
            <p:cNvSpPr/>
            <p:nvPr/>
          </p:nvSpPr>
          <p:spPr>
            <a:xfrm>
              <a:off x="6506450" y="551525"/>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6"/>
                    <a:pt x="4765" y="7206"/>
                    <a:pt x="4787" y="7206"/>
                  </a:cubicBezTo>
                  <a:cubicBezTo>
                    <a:pt x="7943" y="7206"/>
                    <a:pt x="9559" y="3420"/>
                    <a:pt x="7351" y="1130"/>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52"/>
            <p:cNvSpPr/>
            <p:nvPr/>
          </p:nvSpPr>
          <p:spPr>
            <a:xfrm>
              <a:off x="5896150" y="1810525"/>
              <a:ext cx="201425" cy="181225"/>
            </a:xfrm>
            <a:custGeom>
              <a:rect b="b" l="l" r="r" t="t"/>
              <a:pathLst>
                <a:path extrusionOk="0" h="7249" w="8057">
                  <a:moveTo>
                    <a:pt x="4008" y="0"/>
                  </a:moveTo>
                  <a:cubicBezTo>
                    <a:pt x="3158" y="0"/>
                    <a:pt x="2309" y="334"/>
                    <a:pt x="1601" y="1003"/>
                  </a:cubicBezTo>
                  <a:cubicBezTo>
                    <a:pt x="109" y="2414"/>
                    <a:pt x="1" y="4584"/>
                    <a:pt x="1384" y="6048"/>
                  </a:cubicBezTo>
                  <a:cubicBezTo>
                    <a:pt x="2083" y="6847"/>
                    <a:pt x="3051" y="7248"/>
                    <a:pt x="4022" y="7248"/>
                  </a:cubicBezTo>
                  <a:cubicBezTo>
                    <a:pt x="4897" y="7248"/>
                    <a:pt x="5774" y="6922"/>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p52"/>
            <p:cNvSpPr/>
            <p:nvPr/>
          </p:nvSpPr>
          <p:spPr>
            <a:xfrm>
              <a:off x="6507125" y="1180950"/>
              <a:ext cx="238125" cy="180725"/>
            </a:xfrm>
            <a:custGeom>
              <a:rect b="b" l="l" r="r" t="t"/>
              <a:pathLst>
                <a:path extrusionOk="0" h="7229" w="9525">
                  <a:moveTo>
                    <a:pt x="4753" y="1"/>
                  </a:moveTo>
                  <a:cubicBezTo>
                    <a:pt x="3889" y="1"/>
                    <a:pt x="3028" y="347"/>
                    <a:pt x="2306" y="1043"/>
                  </a:cubicBezTo>
                  <a:cubicBezTo>
                    <a:pt x="0" y="3240"/>
                    <a:pt x="1492" y="7146"/>
                    <a:pt x="4666" y="7227"/>
                  </a:cubicBezTo>
                  <a:cubicBezTo>
                    <a:pt x="4699" y="7228"/>
                    <a:pt x="4732" y="7228"/>
                    <a:pt x="4765" y="7228"/>
                  </a:cubicBezTo>
                  <a:cubicBezTo>
                    <a:pt x="7874" y="7228"/>
                    <a:pt x="9525" y="3460"/>
                    <a:pt x="7351" y="1178"/>
                  </a:cubicBezTo>
                  <a:cubicBezTo>
                    <a:pt x="6595" y="394"/>
                    <a:pt x="5673" y="1"/>
                    <a:pt x="475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52"/>
            <p:cNvSpPr/>
            <p:nvPr/>
          </p:nvSpPr>
          <p:spPr>
            <a:xfrm>
              <a:off x="6506825" y="1811100"/>
              <a:ext cx="239000" cy="179825"/>
            </a:xfrm>
            <a:custGeom>
              <a:rect b="b" l="l" r="r" t="t"/>
              <a:pathLst>
                <a:path extrusionOk="0" h="7193" w="9560">
                  <a:moveTo>
                    <a:pt x="4786" y="0"/>
                  </a:moveTo>
                  <a:cubicBezTo>
                    <a:pt x="3846" y="0"/>
                    <a:pt x="2903" y="380"/>
                    <a:pt x="2209" y="1143"/>
                  </a:cubicBezTo>
                  <a:cubicBezTo>
                    <a:pt x="1" y="3406"/>
                    <a:pt x="1617" y="7192"/>
                    <a:pt x="4773" y="7192"/>
                  </a:cubicBezTo>
                  <a:cubicBezTo>
                    <a:pt x="4795" y="7192"/>
                    <a:pt x="4818" y="7192"/>
                    <a:pt x="4840" y="7192"/>
                  </a:cubicBezTo>
                  <a:cubicBezTo>
                    <a:pt x="8014"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52"/>
            <p:cNvSpPr/>
            <p:nvPr/>
          </p:nvSpPr>
          <p:spPr>
            <a:xfrm>
              <a:off x="3988175" y="552650"/>
              <a:ext cx="238525" cy="179800"/>
            </a:xfrm>
            <a:custGeom>
              <a:rect b="b" l="l" r="r" t="t"/>
              <a:pathLst>
                <a:path extrusionOk="0" h="7192" w="9541">
                  <a:moveTo>
                    <a:pt x="4787" y="0"/>
                  </a:moveTo>
                  <a:cubicBezTo>
                    <a:pt x="1609" y="0"/>
                    <a:pt x="1" y="3806"/>
                    <a:pt x="2217" y="6076"/>
                  </a:cubicBezTo>
                  <a:cubicBezTo>
                    <a:pt x="2905" y="6819"/>
                    <a:pt x="3836" y="7192"/>
                    <a:pt x="4768" y="7192"/>
                  </a:cubicBezTo>
                  <a:cubicBezTo>
                    <a:pt x="5674" y="7192"/>
                    <a:pt x="6580" y="6839"/>
                    <a:pt x="7262" y="6130"/>
                  </a:cubicBezTo>
                  <a:cubicBezTo>
                    <a:pt x="9541" y="3906"/>
                    <a:pt x="7995"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52"/>
            <p:cNvSpPr/>
            <p:nvPr/>
          </p:nvSpPr>
          <p:spPr>
            <a:xfrm>
              <a:off x="4006975" y="1181075"/>
              <a:ext cx="201425" cy="181050"/>
            </a:xfrm>
            <a:custGeom>
              <a:rect b="b" l="l" r="r" t="t"/>
              <a:pathLst>
                <a:path extrusionOk="0" h="7242" w="8057">
                  <a:moveTo>
                    <a:pt x="4006" y="1"/>
                  </a:moveTo>
                  <a:cubicBezTo>
                    <a:pt x="3156" y="1"/>
                    <a:pt x="2308" y="327"/>
                    <a:pt x="1601" y="983"/>
                  </a:cubicBezTo>
                  <a:cubicBezTo>
                    <a:pt x="109" y="2394"/>
                    <a:pt x="0" y="4564"/>
                    <a:pt x="1384" y="6056"/>
                  </a:cubicBezTo>
                  <a:cubicBezTo>
                    <a:pt x="2082" y="6840"/>
                    <a:pt x="3051" y="7242"/>
                    <a:pt x="4021" y="7242"/>
                  </a:cubicBezTo>
                  <a:cubicBezTo>
                    <a:pt x="4897" y="7242"/>
                    <a:pt x="5774" y="6914"/>
                    <a:pt x="6456" y="6245"/>
                  </a:cubicBezTo>
                  <a:cubicBezTo>
                    <a:pt x="7948" y="4944"/>
                    <a:pt x="8056" y="2638"/>
                    <a:pt x="6646" y="1200"/>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52"/>
            <p:cNvSpPr/>
            <p:nvPr/>
          </p:nvSpPr>
          <p:spPr>
            <a:xfrm>
              <a:off x="4617950" y="551525"/>
              <a:ext cx="238325" cy="180175"/>
            </a:xfrm>
            <a:custGeom>
              <a:rect b="b" l="l" r="r" t="t"/>
              <a:pathLst>
                <a:path extrusionOk="0" h="7207" w="9533">
                  <a:moveTo>
                    <a:pt x="4747" y="1"/>
                  </a:moveTo>
                  <a:cubicBezTo>
                    <a:pt x="3849" y="1"/>
                    <a:pt x="2954" y="347"/>
                    <a:pt x="2279" y="1049"/>
                  </a:cubicBezTo>
                  <a:cubicBezTo>
                    <a:pt x="0" y="3273"/>
                    <a:pt x="1519" y="7152"/>
                    <a:pt x="4693" y="7206"/>
                  </a:cubicBezTo>
                  <a:cubicBezTo>
                    <a:pt x="4715" y="7206"/>
                    <a:pt x="4737" y="7206"/>
                    <a:pt x="4759" y="7206"/>
                  </a:cubicBezTo>
                  <a:cubicBezTo>
                    <a:pt x="7916" y="7206"/>
                    <a:pt x="9532" y="3393"/>
                    <a:pt x="7324" y="1130"/>
                  </a:cubicBezTo>
                  <a:cubicBezTo>
                    <a:pt x="6630" y="381"/>
                    <a:pt x="5687" y="1"/>
                    <a:pt x="474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52"/>
            <p:cNvSpPr/>
            <p:nvPr/>
          </p:nvSpPr>
          <p:spPr>
            <a:xfrm>
              <a:off x="2098125" y="3073125"/>
              <a:ext cx="238525" cy="179725"/>
            </a:xfrm>
            <a:custGeom>
              <a:rect b="b" l="l" r="r" t="t"/>
              <a:pathLst>
                <a:path extrusionOk="0" h="7189" w="9541">
                  <a:moveTo>
                    <a:pt x="4759" y="0"/>
                  </a:moveTo>
                  <a:cubicBezTo>
                    <a:pt x="3849" y="0"/>
                    <a:pt x="2937" y="360"/>
                    <a:pt x="2252" y="1085"/>
                  </a:cubicBezTo>
                  <a:cubicBezTo>
                    <a:pt x="1" y="3337"/>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p52"/>
            <p:cNvSpPr/>
            <p:nvPr/>
          </p:nvSpPr>
          <p:spPr>
            <a:xfrm>
              <a:off x="2728075" y="2443400"/>
              <a:ext cx="238150" cy="180200"/>
            </a:xfrm>
            <a:custGeom>
              <a:rect b="b" l="l" r="r" t="t"/>
              <a:pathLst>
                <a:path extrusionOk="0" h="7208" w="9526">
                  <a:moveTo>
                    <a:pt x="4761" y="0"/>
                  </a:moveTo>
                  <a:cubicBezTo>
                    <a:pt x="3895" y="0"/>
                    <a:pt x="3028" y="340"/>
                    <a:pt x="2306" y="1022"/>
                  </a:cubicBezTo>
                  <a:cubicBezTo>
                    <a:pt x="1" y="3219"/>
                    <a:pt x="1493" y="7125"/>
                    <a:pt x="4693" y="7206"/>
                  </a:cubicBezTo>
                  <a:cubicBezTo>
                    <a:pt x="4727" y="7207"/>
                    <a:pt x="4760" y="7208"/>
                    <a:pt x="4793" y="7208"/>
                  </a:cubicBezTo>
                  <a:cubicBezTo>
                    <a:pt x="7902" y="7208"/>
                    <a:pt x="9525" y="3439"/>
                    <a:pt x="7351" y="1158"/>
                  </a:cubicBezTo>
                  <a:cubicBezTo>
                    <a:pt x="6609" y="387"/>
                    <a:pt x="5686"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52"/>
            <p:cNvSpPr/>
            <p:nvPr/>
          </p:nvSpPr>
          <p:spPr>
            <a:xfrm>
              <a:off x="839100" y="4963650"/>
              <a:ext cx="238525" cy="179975"/>
            </a:xfrm>
            <a:custGeom>
              <a:rect b="b" l="l" r="r" t="t"/>
              <a:pathLst>
                <a:path extrusionOk="0" h="7199" w="9541">
                  <a:moveTo>
                    <a:pt x="4760" y="0"/>
                  </a:moveTo>
                  <a:cubicBezTo>
                    <a:pt x="1582" y="0"/>
                    <a:pt x="1" y="3833"/>
                    <a:pt x="2244" y="6076"/>
                  </a:cubicBezTo>
                  <a:cubicBezTo>
                    <a:pt x="2925" y="6826"/>
                    <a:pt x="3853" y="7198"/>
                    <a:pt x="4779" y="7198"/>
                  </a:cubicBezTo>
                  <a:cubicBezTo>
                    <a:pt x="5697" y="7198"/>
                    <a:pt x="6614" y="6832"/>
                    <a:pt x="7289" y="6103"/>
                  </a:cubicBezTo>
                  <a:cubicBezTo>
                    <a:pt x="9540" y="3852"/>
                    <a:pt x="7967" y="0"/>
                    <a:pt x="4794"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52"/>
            <p:cNvSpPr/>
            <p:nvPr/>
          </p:nvSpPr>
          <p:spPr>
            <a:xfrm>
              <a:off x="1469250" y="4333675"/>
              <a:ext cx="238325" cy="180100"/>
            </a:xfrm>
            <a:custGeom>
              <a:rect b="b" l="l" r="r" t="t"/>
              <a:pathLst>
                <a:path extrusionOk="0" h="7204" w="9533">
                  <a:moveTo>
                    <a:pt x="4746" y="1"/>
                  </a:moveTo>
                  <a:cubicBezTo>
                    <a:pt x="1616" y="1"/>
                    <a:pt x="0" y="3788"/>
                    <a:pt x="2182" y="6050"/>
                  </a:cubicBezTo>
                  <a:cubicBezTo>
                    <a:pt x="2865" y="6817"/>
                    <a:pt x="3813" y="7204"/>
                    <a:pt x="4765" y="7204"/>
                  </a:cubicBezTo>
                  <a:cubicBezTo>
                    <a:pt x="5665" y="7204"/>
                    <a:pt x="6568" y="6857"/>
                    <a:pt x="7254" y="6159"/>
                  </a:cubicBezTo>
                  <a:cubicBezTo>
                    <a:pt x="9532" y="3934"/>
                    <a:pt x="8013" y="56"/>
                    <a:pt x="4813" y="1"/>
                  </a:cubicBezTo>
                  <a:cubicBezTo>
                    <a:pt x="4791"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4" name="Google Shape;854;p52"/>
            <p:cNvSpPr/>
            <p:nvPr/>
          </p:nvSpPr>
          <p:spPr>
            <a:xfrm>
              <a:off x="2098325" y="3702975"/>
              <a:ext cx="239200" cy="179825"/>
            </a:xfrm>
            <a:custGeom>
              <a:rect b="b" l="l" r="r" t="t"/>
              <a:pathLst>
                <a:path extrusionOk="0" h="7193" w="9568">
                  <a:moveTo>
                    <a:pt x="4771" y="1"/>
                  </a:moveTo>
                  <a:cubicBezTo>
                    <a:pt x="3843" y="1"/>
                    <a:pt x="2918" y="374"/>
                    <a:pt x="2244" y="1116"/>
                  </a:cubicBezTo>
                  <a:cubicBezTo>
                    <a:pt x="1" y="3387"/>
                    <a:pt x="1609" y="7192"/>
                    <a:pt x="4787" y="7192"/>
                  </a:cubicBezTo>
                  <a:cubicBezTo>
                    <a:pt x="4798" y="7192"/>
                    <a:pt x="4810" y="7192"/>
                    <a:pt x="4821" y="7192"/>
                  </a:cubicBezTo>
                  <a:cubicBezTo>
                    <a:pt x="7994" y="7165"/>
                    <a:pt x="9568" y="3286"/>
                    <a:pt x="7262" y="1062"/>
                  </a:cubicBezTo>
                  <a:cubicBezTo>
                    <a:pt x="6580" y="353"/>
                    <a:pt x="567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52"/>
            <p:cNvSpPr/>
            <p:nvPr/>
          </p:nvSpPr>
          <p:spPr>
            <a:xfrm>
              <a:off x="2747075" y="3072975"/>
              <a:ext cx="201425" cy="182050"/>
            </a:xfrm>
            <a:custGeom>
              <a:rect b="b" l="l" r="r" t="t"/>
              <a:pathLst>
                <a:path extrusionOk="0" h="7282" w="8057">
                  <a:moveTo>
                    <a:pt x="4005" y="0"/>
                  </a:moveTo>
                  <a:cubicBezTo>
                    <a:pt x="3156" y="0"/>
                    <a:pt x="2308" y="327"/>
                    <a:pt x="1601" y="983"/>
                  </a:cubicBezTo>
                  <a:cubicBezTo>
                    <a:pt x="82" y="2393"/>
                    <a:pt x="0" y="4536"/>
                    <a:pt x="1384" y="6028"/>
                  </a:cubicBezTo>
                  <a:cubicBezTo>
                    <a:pt x="2097" y="6858"/>
                    <a:pt x="3093" y="7282"/>
                    <a:pt x="4092" y="7282"/>
                  </a:cubicBezTo>
                  <a:cubicBezTo>
                    <a:pt x="4954" y="7282"/>
                    <a:pt x="5819" y="6967"/>
                    <a:pt x="6510" y="6326"/>
                  </a:cubicBezTo>
                  <a:cubicBezTo>
                    <a:pt x="8002" y="4970"/>
                    <a:pt x="8056" y="2637"/>
                    <a:pt x="6646" y="1200"/>
                  </a:cubicBezTo>
                  <a:cubicBezTo>
                    <a:pt x="5890" y="401"/>
                    <a:pt x="4947" y="0"/>
                    <a:pt x="400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52"/>
            <p:cNvSpPr/>
            <p:nvPr/>
          </p:nvSpPr>
          <p:spPr>
            <a:xfrm>
              <a:off x="3358025" y="2443400"/>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7"/>
                    <a:pt x="4738" y="7207"/>
                    <a:pt x="4761" y="7207"/>
                  </a:cubicBezTo>
                  <a:cubicBezTo>
                    <a:pt x="7917" y="7207"/>
                    <a:pt x="9533" y="3420"/>
                    <a:pt x="7324" y="1131"/>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p52"/>
            <p:cNvSpPr/>
            <p:nvPr/>
          </p:nvSpPr>
          <p:spPr>
            <a:xfrm>
              <a:off x="1468850" y="4962975"/>
              <a:ext cx="238725" cy="180400"/>
            </a:xfrm>
            <a:custGeom>
              <a:rect b="b" l="l" r="r" t="t"/>
              <a:pathLst>
                <a:path extrusionOk="0" h="7216" w="9549">
                  <a:moveTo>
                    <a:pt x="4748" y="0"/>
                  </a:moveTo>
                  <a:cubicBezTo>
                    <a:pt x="1574" y="27"/>
                    <a:pt x="1" y="3879"/>
                    <a:pt x="2252" y="6130"/>
                  </a:cubicBezTo>
                  <a:cubicBezTo>
                    <a:pt x="2937" y="6856"/>
                    <a:pt x="3849" y="7215"/>
                    <a:pt x="4763" y="7215"/>
                  </a:cubicBezTo>
                  <a:cubicBezTo>
                    <a:pt x="5693" y="7215"/>
                    <a:pt x="6626" y="6842"/>
                    <a:pt x="7324" y="6103"/>
                  </a:cubicBezTo>
                  <a:cubicBezTo>
                    <a:pt x="9548" y="3852"/>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52"/>
            <p:cNvSpPr/>
            <p:nvPr/>
          </p:nvSpPr>
          <p:spPr>
            <a:xfrm>
              <a:off x="2116450" y="4332375"/>
              <a:ext cx="202775" cy="181000"/>
            </a:xfrm>
            <a:custGeom>
              <a:rect b="b" l="l" r="r" t="t"/>
              <a:pathLst>
                <a:path extrusionOk="0" h="7240" w="8111">
                  <a:moveTo>
                    <a:pt x="4023" y="1"/>
                  </a:moveTo>
                  <a:cubicBezTo>
                    <a:pt x="3204" y="1"/>
                    <a:pt x="2389" y="303"/>
                    <a:pt x="1709" y="921"/>
                  </a:cubicBezTo>
                  <a:cubicBezTo>
                    <a:pt x="163" y="2305"/>
                    <a:pt x="0" y="4448"/>
                    <a:pt x="1356" y="5966"/>
                  </a:cubicBezTo>
                  <a:cubicBezTo>
                    <a:pt x="2109" y="6808"/>
                    <a:pt x="3087" y="7240"/>
                    <a:pt x="4067" y="7240"/>
                  </a:cubicBezTo>
                  <a:cubicBezTo>
                    <a:pt x="4887" y="7240"/>
                    <a:pt x="5709" y="6937"/>
                    <a:pt x="6401" y="6319"/>
                  </a:cubicBezTo>
                  <a:cubicBezTo>
                    <a:pt x="7920" y="4990"/>
                    <a:pt x="8110" y="2793"/>
                    <a:pt x="6754" y="1274"/>
                  </a:cubicBezTo>
                  <a:cubicBezTo>
                    <a:pt x="5986"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52"/>
            <p:cNvSpPr/>
            <p:nvPr/>
          </p:nvSpPr>
          <p:spPr>
            <a:xfrm>
              <a:off x="2747075" y="3702650"/>
              <a:ext cx="201425" cy="180725"/>
            </a:xfrm>
            <a:custGeom>
              <a:rect b="b" l="l" r="r" t="t"/>
              <a:pathLst>
                <a:path extrusionOk="0" h="7229" w="8057">
                  <a:moveTo>
                    <a:pt x="3994" y="0"/>
                  </a:moveTo>
                  <a:cubicBezTo>
                    <a:pt x="3149" y="0"/>
                    <a:pt x="2305" y="328"/>
                    <a:pt x="1601" y="994"/>
                  </a:cubicBezTo>
                  <a:cubicBezTo>
                    <a:pt x="82" y="2431"/>
                    <a:pt x="0" y="4547"/>
                    <a:pt x="1384" y="6039"/>
                  </a:cubicBezTo>
                  <a:cubicBezTo>
                    <a:pt x="2129" y="6827"/>
                    <a:pt x="3086" y="7229"/>
                    <a:pt x="4043" y="7229"/>
                  </a:cubicBezTo>
                  <a:cubicBezTo>
                    <a:pt x="4897" y="7229"/>
                    <a:pt x="5752" y="6908"/>
                    <a:pt x="6456" y="6256"/>
                  </a:cubicBezTo>
                  <a:cubicBezTo>
                    <a:pt x="7948" y="4954"/>
                    <a:pt x="8056" y="2621"/>
                    <a:pt x="6646" y="1211"/>
                  </a:cubicBezTo>
                  <a:cubicBezTo>
                    <a:pt x="5887" y="409"/>
                    <a:pt x="4939" y="0"/>
                    <a:pt x="39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52"/>
            <p:cNvSpPr/>
            <p:nvPr/>
          </p:nvSpPr>
          <p:spPr>
            <a:xfrm>
              <a:off x="3357750" y="3073100"/>
              <a:ext cx="239000" cy="179750"/>
            </a:xfrm>
            <a:custGeom>
              <a:rect b="b" l="l" r="r" t="t"/>
              <a:pathLst>
                <a:path extrusionOk="0" h="7190" w="9560">
                  <a:moveTo>
                    <a:pt x="4772" y="1"/>
                  </a:moveTo>
                  <a:cubicBezTo>
                    <a:pt x="3836" y="1"/>
                    <a:pt x="2900" y="381"/>
                    <a:pt x="2209" y="1141"/>
                  </a:cubicBezTo>
                  <a:cubicBezTo>
                    <a:pt x="0" y="3403"/>
                    <a:pt x="1616" y="7190"/>
                    <a:pt x="4773" y="7190"/>
                  </a:cubicBezTo>
                  <a:cubicBezTo>
                    <a:pt x="4795" y="7190"/>
                    <a:pt x="4818" y="7190"/>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52"/>
            <p:cNvSpPr/>
            <p:nvPr/>
          </p:nvSpPr>
          <p:spPr>
            <a:xfrm>
              <a:off x="2098125" y="4963650"/>
              <a:ext cx="238725" cy="180050"/>
            </a:xfrm>
            <a:custGeom>
              <a:rect b="b" l="l" r="r" t="t"/>
              <a:pathLst>
                <a:path extrusionOk="0" h="7202" w="9549">
                  <a:moveTo>
                    <a:pt x="4775" y="0"/>
                  </a:moveTo>
                  <a:cubicBezTo>
                    <a:pt x="1601" y="0"/>
                    <a:pt x="1" y="3852"/>
                    <a:pt x="2252" y="6103"/>
                  </a:cubicBezTo>
                  <a:cubicBezTo>
                    <a:pt x="2930" y="6836"/>
                    <a:pt x="3852" y="7202"/>
                    <a:pt x="4775" y="7202"/>
                  </a:cubicBezTo>
                  <a:cubicBezTo>
                    <a:pt x="5697" y="7202"/>
                    <a:pt x="6619" y="6836"/>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p52"/>
            <p:cNvSpPr/>
            <p:nvPr/>
          </p:nvSpPr>
          <p:spPr>
            <a:xfrm>
              <a:off x="2728475" y="4332575"/>
              <a:ext cx="238325" cy="180175"/>
            </a:xfrm>
            <a:custGeom>
              <a:rect b="b" l="l" r="r" t="t"/>
              <a:pathLst>
                <a:path extrusionOk="0" h="7207" w="9533">
                  <a:moveTo>
                    <a:pt x="4749" y="1"/>
                  </a:moveTo>
                  <a:cubicBezTo>
                    <a:pt x="3805" y="1"/>
                    <a:pt x="2862" y="381"/>
                    <a:pt x="2182" y="1130"/>
                  </a:cubicBezTo>
                  <a:cubicBezTo>
                    <a:pt x="0" y="3420"/>
                    <a:pt x="1616" y="7207"/>
                    <a:pt x="4773" y="7207"/>
                  </a:cubicBezTo>
                  <a:cubicBezTo>
                    <a:pt x="4795" y="7207"/>
                    <a:pt x="4818" y="7207"/>
                    <a:pt x="4840" y="7206"/>
                  </a:cubicBezTo>
                  <a:cubicBezTo>
                    <a:pt x="8014" y="7125"/>
                    <a:pt x="9532" y="3246"/>
                    <a:pt x="7227" y="1049"/>
                  </a:cubicBezTo>
                  <a:cubicBezTo>
                    <a:pt x="6551"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52"/>
            <p:cNvSpPr/>
            <p:nvPr/>
          </p:nvSpPr>
          <p:spPr>
            <a:xfrm>
              <a:off x="3358025" y="3702975"/>
              <a:ext cx="238325" cy="179825"/>
            </a:xfrm>
            <a:custGeom>
              <a:rect b="b" l="l" r="r" t="t"/>
              <a:pathLst>
                <a:path extrusionOk="0" h="7193" w="9533">
                  <a:moveTo>
                    <a:pt x="4768" y="0"/>
                  </a:moveTo>
                  <a:cubicBezTo>
                    <a:pt x="3870" y="0"/>
                    <a:pt x="2968" y="346"/>
                    <a:pt x="2279" y="1035"/>
                  </a:cubicBezTo>
                  <a:cubicBezTo>
                    <a:pt x="1" y="3259"/>
                    <a:pt x="1520" y="7138"/>
                    <a:pt x="4693" y="7192"/>
                  </a:cubicBezTo>
                  <a:cubicBezTo>
                    <a:pt x="4716" y="7193"/>
                    <a:pt x="4738" y="7193"/>
                    <a:pt x="4761" y="7193"/>
                  </a:cubicBezTo>
                  <a:cubicBezTo>
                    <a:pt x="7917" y="7193"/>
                    <a:pt x="9533" y="3406"/>
                    <a:pt x="7324" y="1144"/>
                  </a:cubicBezTo>
                  <a:cubicBezTo>
                    <a:pt x="6644" y="380"/>
                    <a:pt x="5709" y="0"/>
                    <a:pt x="476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52"/>
            <p:cNvSpPr/>
            <p:nvPr/>
          </p:nvSpPr>
          <p:spPr>
            <a:xfrm>
              <a:off x="2747075" y="4962125"/>
              <a:ext cx="201425" cy="181050"/>
            </a:xfrm>
            <a:custGeom>
              <a:rect b="b" l="l" r="r" t="t"/>
              <a:pathLst>
                <a:path extrusionOk="0" h="7242" w="8057">
                  <a:moveTo>
                    <a:pt x="4005" y="1"/>
                  </a:moveTo>
                  <a:cubicBezTo>
                    <a:pt x="3156" y="1"/>
                    <a:pt x="2308" y="328"/>
                    <a:pt x="1601" y="984"/>
                  </a:cubicBezTo>
                  <a:cubicBezTo>
                    <a:pt x="109" y="2394"/>
                    <a:pt x="0" y="4564"/>
                    <a:pt x="1384" y="6056"/>
                  </a:cubicBezTo>
                  <a:cubicBezTo>
                    <a:pt x="2082" y="6840"/>
                    <a:pt x="3051" y="7242"/>
                    <a:pt x="4021" y="7242"/>
                  </a:cubicBezTo>
                  <a:cubicBezTo>
                    <a:pt x="4897" y="7242"/>
                    <a:pt x="5774" y="6915"/>
                    <a:pt x="6456" y="6246"/>
                  </a:cubicBezTo>
                  <a:cubicBezTo>
                    <a:pt x="7948" y="4944"/>
                    <a:pt x="8056" y="2638"/>
                    <a:pt x="6646" y="1201"/>
                  </a:cubicBezTo>
                  <a:cubicBezTo>
                    <a:pt x="5890" y="402"/>
                    <a:pt x="4947" y="1"/>
                    <a:pt x="400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52"/>
            <p:cNvSpPr/>
            <p:nvPr/>
          </p:nvSpPr>
          <p:spPr>
            <a:xfrm>
              <a:off x="3358025" y="4332300"/>
              <a:ext cx="238150" cy="180475"/>
            </a:xfrm>
            <a:custGeom>
              <a:rect b="b" l="l" r="r" t="t"/>
              <a:pathLst>
                <a:path extrusionOk="0" h="7219" w="9526">
                  <a:moveTo>
                    <a:pt x="4750" y="1"/>
                  </a:moveTo>
                  <a:cubicBezTo>
                    <a:pt x="3888" y="1"/>
                    <a:pt x="3025" y="341"/>
                    <a:pt x="2306" y="1033"/>
                  </a:cubicBezTo>
                  <a:cubicBezTo>
                    <a:pt x="1" y="3230"/>
                    <a:pt x="1493" y="7136"/>
                    <a:pt x="4666" y="7217"/>
                  </a:cubicBezTo>
                  <a:cubicBezTo>
                    <a:pt x="4700" y="7218"/>
                    <a:pt x="4733" y="7218"/>
                    <a:pt x="4767" y="7218"/>
                  </a:cubicBezTo>
                  <a:cubicBezTo>
                    <a:pt x="7902" y="7218"/>
                    <a:pt x="9525" y="3450"/>
                    <a:pt x="7352" y="1169"/>
                  </a:cubicBezTo>
                  <a:cubicBezTo>
                    <a:pt x="6606" y="395"/>
                    <a:pt x="5678" y="1"/>
                    <a:pt x="475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52"/>
            <p:cNvSpPr/>
            <p:nvPr/>
          </p:nvSpPr>
          <p:spPr>
            <a:xfrm>
              <a:off x="3357750" y="4962275"/>
              <a:ext cx="239000" cy="179750"/>
            </a:xfrm>
            <a:custGeom>
              <a:rect b="b" l="l" r="r" t="t"/>
              <a:pathLst>
                <a:path extrusionOk="0" h="7190" w="9560">
                  <a:moveTo>
                    <a:pt x="4772" y="1"/>
                  </a:moveTo>
                  <a:cubicBezTo>
                    <a:pt x="3836" y="1"/>
                    <a:pt x="2900" y="381"/>
                    <a:pt x="2209" y="1140"/>
                  </a:cubicBezTo>
                  <a:cubicBezTo>
                    <a:pt x="0" y="3403"/>
                    <a:pt x="1616" y="7190"/>
                    <a:pt x="4773" y="7190"/>
                  </a:cubicBezTo>
                  <a:cubicBezTo>
                    <a:pt x="4795" y="7190"/>
                    <a:pt x="4818" y="7189"/>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52"/>
            <p:cNvSpPr/>
            <p:nvPr/>
          </p:nvSpPr>
          <p:spPr>
            <a:xfrm>
              <a:off x="229975" y="2443400"/>
              <a:ext cx="198700" cy="179600"/>
            </a:xfrm>
            <a:custGeom>
              <a:rect b="b" l="l" r="r" t="t"/>
              <a:pathLst>
                <a:path extrusionOk="0" h="7184" w="7948">
                  <a:moveTo>
                    <a:pt x="3927" y="0"/>
                  </a:moveTo>
                  <a:cubicBezTo>
                    <a:pt x="3061" y="0"/>
                    <a:pt x="2201" y="340"/>
                    <a:pt x="1492" y="1022"/>
                  </a:cubicBezTo>
                  <a:cubicBezTo>
                    <a:pt x="55" y="2378"/>
                    <a:pt x="1" y="4657"/>
                    <a:pt x="1357" y="6067"/>
                  </a:cubicBezTo>
                  <a:cubicBezTo>
                    <a:pt x="2058" y="6810"/>
                    <a:pt x="3005" y="7184"/>
                    <a:pt x="3956" y="7184"/>
                  </a:cubicBezTo>
                  <a:cubicBezTo>
                    <a:pt x="4844" y="7184"/>
                    <a:pt x="5735" y="6858"/>
                    <a:pt x="6429" y="6203"/>
                  </a:cubicBezTo>
                  <a:lnTo>
                    <a:pt x="6402" y="6203"/>
                  </a:lnTo>
                  <a:cubicBezTo>
                    <a:pt x="7894" y="4874"/>
                    <a:pt x="7948" y="2541"/>
                    <a:pt x="6537" y="1158"/>
                  </a:cubicBezTo>
                  <a:cubicBezTo>
                    <a:pt x="5781" y="387"/>
                    <a:pt x="4851" y="0"/>
                    <a:pt x="392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p52"/>
            <p:cNvSpPr/>
            <p:nvPr/>
          </p:nvSpPr>
          <p:spPr>
            <a:xfrm>
              <a:off x="209625" y="3073800"/>
              <a:ext cx="238725" cy="180050"/>
            </a:xfrm>
            <a:custGeom>
              <a:rect b="b" l="l" r="r" t="t"/>
              <a:pathLst>
                <a:path extrusionOk="0" h="7202" w="9549">
                  <a:moveTo>
                    <a:pt x="4775" y="0"/>
                  </a:moveTo>
                  <a:cubicBezTo>
                    <a:pt x="1574" y="0"/>
                    <a:pt x="1" y="3852"/>
                    <a:pt x="2252" y="6103"/>
                  </a:cubicBezTo>
                  <a:cubicBezTo>
                    <a:pt x="2930" y="6836"/>
                    <a:pt x="3852" y="7202"/>
                    <a:pt x="4775" y="7202"/>
                  </a:cubicBezTo>
                  <a:cubicBezTo>
                    <a:pt x="5697" y="7202"/>
                    <a:pt x="6619" y="6836"/>
                    <a:pt x="7297" y="6103"/>
                  </a:cubicBezTo>
                  <a:cubicBezTo>
                    <a:pt x="9548" y="3852"/>
                    <a:pt x="7948"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p52"/>
            <p:cNvSpPr/>
            <p:nvPr/>
          </p:nvSpPr>
          <p:spPr>
            <a:xfrm>
              <a:off x="857225" y="2443200"/>
              <a:ext cx="202100" cy="180775"/>
            </a:xfrm>
            <a:custGeom>
              <a:rect b="b" l="l" r="r" t="t"/>
              <a:pathLst>
                <a:path extrusionOk="0" h="7231" w="8084">
                  <a:moveTo>
                    <a:pt x="4034" y="1"/>
                  </a:moveTo>
                  <a:cubicBezTo>
                    <a:pt x="3217" y="1"/>
                    <a:pt x="2401" y="304"/>
                    <a:pt x="1709" y="922"/>
                  </a:cubicBezTo>
                  <a:cubicBezTo>
                    <a:pt x="190" y="2278"/>
                    <a:pt x="0" y="4448"/>
                    <a:pt x="1356" y="5967"/>
                  </a:cubicBezTo>
                  <a:cubicBezTo>
                    <a:pt x="2083" y="6797"/>
                    <a:pt x="3070" y="7231"/>
                    <a:pt x="4063" y="7231"/>
                  </a:cubicBezTo>
                  <a:cubicBezTo>
                    <a:pt x="4886" y="7231"/>
                    <a:pt x="5713" y="6934"/>
                    <a:pt x="6401" y="6319"/>
                  </a:cubicBezTo>
                  <a:cubicBezTo>
                    <a:pt x="7893" y="4990"/>
                    <a:pt x="8083" y="2766"/>
                    <a:pt x="6754" y="1274"/>
                  </a:cubicBezTo>
                  <a:cubicBezTo>
                    <a:pt x="5986" y="433"/>
                    <a:pt x="5010" y="1"/>
                    <a:pt x="403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p52"/>
            <p:cNvSpPr/>
            <p:nvPr/>
          </p:nvSpPr>
          <p:spPr>
            <a:xfrm>
              <a:off x="209625" y="3703725"/>
              <a:ext cx="238325" cy="180100"/>
            </a:xfrm>
            <a:custGeom>
              <a:rect b="b" l="l" r="r" t="t"/>
              <a:pathLst>
                <a:path extrusionOk="0" h="7204" w="9533">
                  <a:moveTo>
                    <a:pt x="4760" y="1"/>
                  </a:moveTo>
                  <a:cubicBezTo>
                    <a:pt x="4738" y="1"/>
                    <a:pt x="4716" y="1"/>
                    <a:pt x="4693" y="1"/>
                  </a:cubicBezTo>
                  <a:cubicBezTo>
                    <a:pt x="1520" y="56"/>
                    <a:pt x="1" y="3934"/>
                    <a:pt x="2279" y="6159"/>
                  </a:cubicBezTo>
                  <a:cubicBezTo>
                    <a:pt x="2952" y="6857"/>
                    <a:pt x="3848" y="7204"/>
                    <a:pt x="4745" y="7204"/>
                  </a:cubicBezTo>
                  <a:cubicBezTo>
                    <a:pt x="5693" y="7204"/>
                    <a:pt x="6641" y="6817"/>
                    <a:pt x="7324" y="6050"/>
                  </a:cubicBezTo>
                  <a:cubicBezTo>
                    <a:pt x="9533" y="3788"/>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52"/>
            <p:cNvSpPr/>
            <p:nvPr/>
          </p:nvSpPr>
          <p:spPr>
            <a:xfrm>
              <a:off x="838900" y="3073100"/>
              <a:ext cx="238150" cy="179775"/>
            </a:xfrm>
            <a:custGeom>
              <a:rect b="b" l="l" r="r" t="t"/>
              <a:pathLst>
                <a:path extrusionOk="0" h="7191" w="9526">
                  <a:moveTo>
                    <a:pt x="4788" y="1"/>
                  </a:moveTo>
                  <a:cubicBezTo>
                    <a:pt x="3886" y="1"/>
                    <a:pt x="2985" y="354"/>
                    <a:pt x="2306" y="1059"/>
                  </a:cubicBezTo>
                  <a:cubicBezTo>
                    <a:pt x="1" y="3256"/>
                    <a:pt x="1520" y="7135"/>
                    <a:pt x="4693" y="7189"/>
                  </a:cubicBezTo>
                  <a:cubicBezTo>
                    <a:pt x="4727" y="7190"/>
                    <a:pt x="4760" y="7190"/>
                    <a:pt x="4793" y="7190"/>
                  </a:cubicBezTo>
                  <a:cubicBezTo>
                    <a:pt x="7928" y="7190"/>
                    <a:pt x="9525" y="3395"/>
                    <a:pt x="7351" y="1141"/>
                  </a:cubicBezTo>
                  <a:cubicBezTo>
                    <a:pt x="6661" y="381"/>
                    <a:pt x="5724" y="1"/>
                    <a:pt x="478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52"/>
            <p:cNvSpPr/>
            <p:nvPr/>
          </p:nvSpPr>
          <p:spPr>
            <a:xfrm>
              <a:off x="1468175" y="2443250"/>
              <a:ext cx="239200" cy="180325"/>
            </a:xfrm>
            <a:custGeom>
              <a:rect b="b" l="l" r="r" t="t"/>
              <a:pathLst>
                <a:path extrusionOk="0" h="7213" w="9568">
                  <a:moveTo>
                    <a:pt x="4787" y="1"/>
                  </a:moveTo>
                  <a:cubicBezTo>
                    <a:pt x="3881" y="1"/>
                    <a:pt x="2975" y="360"/>
                    <a:pt x="2306" y="1082"/>
                  </a:cubicBezTo>
                  <a:cubicBezTo>
                    <a:pt x="1" y="3306"/>
                    <a:pt x="1574" y="7185"/>
                    <a:pt x="4747" y="7212"/>
                  </a:cubicBezTo>
                  <a:cubicBezTo>
                    <a:pt x="4759" y="7212"/>
                    <a:pt x="4770" y="7212"/>
                    <a:pt x="4781" y="7212"/>
                  </a:cubicBezTo>
                  <a:cubicBezTo>
                    <a:pt x="7959" y="7212"/>
                    <a:pt x="9567" y="3407"/>
                    <a:pt x="7324" y="1137"/>
                  </a:cubicBezTo>
                  <a:cubicBezTo>
                    <a:pt x="6650" y="380"/>
                    <a:pt x="5719"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p52"/>
            <p:cNvSpPr/>
            <p:nvPr/>
          </p:nvSpPr>
          <p:spPr>
            <a:xfrm>
              <a:off x="209825" y="4333700"/>
              <a:ext cx="238525" cy="179800"/>
            </a:xfrm>
            <a:custGeom>
              <a:rect b="b" l="l" r="r" t="t"/>
              <a:pathLst>
                <a:path extrusionOk="0" h="7192" w="9541">
                  <a:moveTo>
                    <a:pt x="4760" y="0"/>
                  </a:moveTo>
                  <a:cubicBezTo>
                    <a:pt x="1609" y="0"/>
                    <a:pt x="1" y="3806"/>
                    <a:pt x="2217" y="6076"/>
                  </a:cubicBezTo>
                  <a:cubicBezTo>
                    <a:pt x="2905" y="6819"/>
                    <a:pt x="3836" y="7192"/>
                    <a:pt x="4768" y="7192"/>
                  </a:cubicBezTo>
                  <a:cubicBezTo>
                    <a:pt x="5674" y="7192"/>
                    <a:pt x="6580" y="6839"/>
                    <a:pt x="7262" y="6130"/>
                  </a:cubicBezTo>
                  <a:cubicBezTo>
                    <a:pt x="9540" y="3906"/>
                    <a:pt x="7994" y="28"/>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52"/>
            <p:cNvSpPr/>
            <p:nvPr/>
          </p:nvSpPr>
          <p:spPr>
            <a:xfrm>
              <a:off x="839100" y="3703750"/>
              <a:ext cx="238525" cy="180325"/>
            </a:xfrm>
            <a:custGeom>
              <a:rect b="b" l="l" r="r" t="t"/>
              <a:pathLst>
                <a:path extrusionOk="0" h="7213" w="9541">
                  <a:moveTo>
                    <a:pt x="4787" y="0"/>
                  </a:moveTo>
                  <a:cubicBezTo>
                    <a:pt x="1609" y="0"/>
                    <a:pt x="1" y="3806"/>
                    <a:pt x="2217" y="6076"/>
                  </a:cubicBezTo>
                  <a:cubicBezTo>
                    <a:pt x="2904" y="6832"/>
                    <a:pt x="3843" y="7212"/>
                    <a:pt x="4778" y="7212"/>
                  </a:cubicBezTo>
                  <a:cubicBezTo>
                    <a:pt x="5687" y="7212"/>
                    <a:pt x="6593" y="6853"/>
                    <a:pt x="7262" y="6130"/>
                  </a:cubicBezTo>
                  <a:cubicBezTo>
                    <a:pt x="9540" y="3906"/>
                    <a:pt x="7994"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52"/>
            <p:cNvSpPr/>
            <p:nvPr/>
          </p:nvSpPr>
          <p:spPr>
            <a:xfrm>
              <a:off x="1487175" y="3072975"/>
              <a:ext cx="200725" cy="180925"/>
            </a:xfrm>
            <a:custGeom>
              <a:rect b="b" l="l" r="r" t="t"/>
              <a:pathLst>
                <a:path extrusionOk="0" h="7237" w="8029">
                  <a:moveTo>
                    <a:pt x="4026" y="0"/>
                  </a:moveTo>
                  <a:cubicBezTo>
                    <a:pt x="3176" y="0"/>
                    <a:pt x="2321" y="327"/>
                    <a:pt x="1600" y="983"/>
                  </a:cubicBezTo>
                  <a:cubicBezTo>
                    <a:pt x="82" y="2393"/>
                    <a:pt x="0" y="4536"/>
                    <a:pt x="1383" y="6028"/>
                  </a:cubicBezTo>
                  <a:cubicBezTo>
                    <a:pt x="2095" y="6827"/>
                    <a:pt x="3088" y="7237"/>
                    <a:pt x="4085" y="7237"/>
                  </a:cubicBezTo>
                  <a:cubicBezTo>
                    <a:pt x="4949" y="7237"/>
                    <a:pt x="5817" y="6929"/>
                    <a:pt x="6510" y="6299"/>
                  </a:cubicBezTo>
                  <a:cubicBezTo>
                    <a:pt x="7975" y="4943"/>
                    <a:pt x="8029" y="2637"/>
                    <a:pt x="6646" y="1200"/>
                  </a:cubicBezTo>
                  <a:cubicBezTo>
                    <a:pt x="5904" y="401"/>
                    <a:pt x="4968"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52"/>
            <p:cNvSpPr/>
            <p:nvPr/>
          </p:nvSpPr>
          <p:spPr>
            <a:xfrm>
              <a:off x="2098125" y="2443175"/>
              <a:ext cx="238525" cy="179725"/>
            </a:xfrm>
            <a:custGeom>
              <a:rect b="b" l="l" r="r" t="t"/>
              <a:pathLst>
                <a:path extrusionOk="0" h="7189" w="9541">
                  <a:moveTo>
                    <a:pt x="4759" y="0"/>
                  </a:moveTo>
                  <a:cubicBezTo>
                    <a:pt x="3849" y="0"/>
                    <a:pt x="2937" y="360"/>
                    <a:pt x="2252" y="1085"/>
                  </a:cubicBezTo>
                  <a:cubicBezTo>
                    <a:pt x="1" y="3309"/>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p52"/>
            <p:cNvSpPr/>
            <p:nvPr/>
          </p:nvSpPr>
          <p:spPr>
            <a:xfrm>
              <a:off x="209825" y="4962975"/>
              <a:ext cx="238525" cy="180325"/>
            </a:xfrm>
            <a:custGeom>
              <a:rect b="b" l="l" r="r" t="t"/>
              <a:pathLst>
                <a:path extrusionOk="0" h="7213" w="9541">
                  <a:moveTo>
                    <a:pt x="4760" y="0"/>
                  </a:moveTo>
                  <a:cubicBezTo>
                    <a:pt x="1609" y="0"/>
                    <a:pt x="1" y="3833"/>
                    <a:pt x="2217" y="6076"/>
                  </a:cubicBezTo>
                  <a:cubicBezTo>
                    <a:pt x="2904" y="6832"/>
                    <a:pt x="3836" y="7212"/>
                    <a:pt x="4767" y="7212"/>
                  </a:cubicBezTo>
                  <a:cubicBezTo>
                    <a:pt x="5673" y="7212"/>
                    <a:pt x="6580" y="6853"/>
                    <a:pt x="7262" y="6130"/>
                  </a:cubicBezTo>
                  <a:cubicBezTo>
                    <a:pt x="9540" y="3906"/>
                    <a:pt x="7994" y="55"/>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52"/>
            <p:cNvSpPr/>
            <p:nvPr/>
          </p:nvSpPr>
          <p:spPr>
            <a:xfrm>
              <a:off x="857225" y="4332350"/>
              <a:ext cx="201400" cy="180975"/>
            </a:xfrm>
            <a:custGeom>
              <a:rect b="b" l="l" r="r" t="t"/>
              <a:pathLst>
                <a:path extrusionOk="0" h="7239" w="8056">
                  <a:moveTo>
                    <a:pt x="4035" y="1"/>
                  </a:moveTo>
                  <a:cubicBezTo>
                    <a:pt x="3185" y="1"/>
                    <a:pt x="2336" y="334"/>
                    <a:pt x="1628" y="1004"/>
                  </a:cubicBezTo>
                  <a:cubicBezTo>
                    <a:pt x="136" y="2387"/>
                    <a:pt x="0" y="4557"/>
                    <a:pt x="1411" y="6049"/>
                  </a:cubicBezTo>
                  <a:cubicBezTo>
                    <a:pt x="2098" y="6837"/>
                    <a:pt x="3066" y="7239"/>
                    <a:pt x="4038" y="7239"/>
                  </a:cubicBezTo>
                  <a:cubicBezTo>
                    <a:pt x="4906" y="7239"/>
                    <a:pt x="5777" y="6918"/>
                    <a:pt x="6456" y="6266"/>
                  </a:cubicBezTo>
                  <a:cubicBezTo>
                    <a:pt x="7975" y="4937"/>
                    <a:pt x="8056" y="2631"/>
                    <a:pt x="6673" y="1221"/>
                  </a:cubicBezTo>
                  <a:cubicBezTo>
                    <a:pt x="5918" y="409"/>
                    <a:pt x="4975"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52"/>
            <p:cNvSpPr/>
            <p:nvPr/>
          </p:nvSpPr>
          <p:spPr>
            <a:xfrm>
              <a:off x="1468850" y="3702900"/>
              <a:ext cx="238325" cy="179900"/>
            </a:xfrm>
            <a:custGeom>
              <a:rect b="b" l="l" r="r" t="t"/>
              <a:pathLst>
                <a:path extrusionOk="0" h="7196" w="9533">
                  <a:moveTo>
                    <a:pt x="4780" y="0"/>
                  </a:moveTo>
                  <a:cubicBezTo>
                    <a:pt x="3878" y="0"/>
                    <a:pt x="2971" y="346"/>
                    <a:pt x="2279" y="1038"/>
                  </a:cubicBezTo>
                  <a:cubicBezTo>
                    <a:pt x="1" y="3262"/>
                    <a:pt x="1520" y="7141"/>
                    <a:pt x="4720" y="7195"/>
                  </a:cubicBezTo>
                  <a:cubicBezTo>
                    <a:pt x="4743" y="7196"/>
                    <a:pt x="4765" y="7196"/>
                    <a:pt x="4787" y="7196"/>
                  </a:cubicBezTo>
                  <a:cubicBezTo>
                    <a:pt x="7917" y="7196"/>
                    <a:pt x="9533" y="3409"/>
                    <a:pt x="7324" y="1119"/>
                  </a:cubicBezTo>
                  <a:cubicBezTo>
                    <a:pt x="6647" y="373"/>
                    <a:pt x="5717" y="0"/>
                    <a:pt x="478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p52"/>
            <p:cNvSpPr/>
            <p:nvPr/>
          </p:nvSpPr>
          <p:spPr>
            <a:xfrm>
              <a:off x="5247225" y="3073125"/>
              <a:ext cx="239175" cy="179725"/>
            </a:xfrm>
            <a:custGeom>
              <a:rect b="b" l="l" r="r" t="t"/>
              <a:pathLst>
                <a:path extrusionOk="0" h="7189" w="9567">
                  <a:moveTo>
                    <a:pt x="4765" y="0"/>
                  </a:moveTo>
                  <a:cubicBezTo>
                    <a:pt x="3855" y="0"/>
                    <a:pt x="2950" y="360"/>
                    <a:pt x="2278" y="1085"/>
                  </a:cubicBezTo>
                  <a:cubicBezTo>
                    <a:pt x="0" y="3337"/>
                    <a:pt x="1573" y="7188"/>
                    <a:pt x="4774" y="7188"/>
                  </a:cubicBezTo>
                  <a:cubicBezTo>
                    <a:pt x="4785" y="7188"/>
                    <a:pt x="4796" y="7188"/>
                    <a:pt x="4807" y="7188"/>
                  </a:cubicBezTo>
                  <a:cubicBezTo>
                    <a:pt x="7959" y="7188"/>
                    <a:pt x="9567"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52"/>
            <p:cNvSpPr/>
            <p:nvPr/>
          </p:nvSpPr>
          <p:spPr>
            <a:xfrm>
              <a:off x="5877175" y="2443400"/>
              <a:ext cx="238125" cy="180200"/>
            </a:xfrm>
            <a:custGeom>
              <a:rect b="b" l="l" r="r" t="t"/>
              <a:pathLst>
                <a:path extrusionOk="0" h="7208" w="9525">
                  <a:moveTo>
                    <a:pt x="4761" y="0"/>
                  </a:moveTo>
                  <a:cubicBezTo>
                    <a:pt x="3895" y="0"/>
                    <a:pt x="3027" y="340"/>
                    <a:pt x="2306" y="1022"/>
                  </a:cubicBezTo>
                  <a:cubicBezTo>
                    <a:pt x="0" y="3219"/>
                    <a:pt x="1492" y="7125"/>
                    <a:pt x="4665" y="7206"/>
                  </a:cubicBezTo>
                  <a:cubicBezTo>
                    <a:pt x="4699" y="7207"/>
                    <a:pt x="4732" y="7208"/>
                    <a:pt x="4766" y="7208"/>
                  </a:cubicBezTo>
                  <a:cubicBezTo>
                    <a:pt x="7901" y="7208"/>
                    <a:pt x="9525" y="3439"/>
                    <a:pt x="7351" y="1158"/>
                  </a:cubicBezTo>
                  <a:cubicBezTo>
                    <a:pt x="6608" y="387"/>
                    <a:pt x="5685"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52"/>
            <p:cNvSpPr/>
            <p:nvPr/>
          </p:nvSpPr>
          <p:spPr>
            <a:xfrm>
              <a:off x="3988175" y="4963650"/>
              <a:ext cx="238525" cy="179975"/>
            </a:xfrm>
            <a:custGeom>
              <a:rect b="b" l="l" r="r" t="t"/>
              <a:pathLst>
                <a:path extrusionOk="0" h="7199" w="9541">
                  <a:moveTo>
                    <a:pt x="4760" y="0"/>
                  </a:moveTo>
                  <a:cubicBezTo>
                    <a:pt x="1582" y="0"/>
                    <a:pt x="1" y="3833"/>
                    <a:pt x="2244" y="6076"/>
                  </a:cubicBezTo>
                  <a:cubicBezTo>
                    <a:pt x="2926" y="6826"/>
                    <a:pt x="3853" y="7198"/>
                    <a:pt x="4780" y="7198"/>
                  </a:cubicBezTo>
                  <a:cubicBezTo>
                    <a:pt x="5697" y="7198"/>
                    <a:pt x="6614" y="6832"/>
                    <a:pt x="7289" y="6103"/>
                  </a:cubicBezTo>
                  <a:cubicBezTo>
                    <a:pt x="9541" y="3852"/>
                    <a:pt x="7967" y="0"/>
                    <a:pt x="4794" y="0"/>
                  </a:cubicBezTo>
                  <a:cubicBezTo>
                    <a:pt x="4783" y="0"/>
                    <a:pt x="4772"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52"/>
            <p:cNvSpPr/>
            <p:nvPr/>
          </p:nvSpPr>
          <p:spPr>
            <a:xfrm>
              <a:off x="4617650" y="4333675"/>
              <a:ext cx="239000" cy="180100"/>
            </a:xfrm>
            <a:custGeom>
              <a:rect b="b" l="l" r="r" t="t"/>
              <a:pathLst>
                <a:path extrusionOk="0" h="7204" w="9560">
                  <a:moveTo>
                    <a:pt x="4773" y="1"/>
                  </a:moveTo>
                  <a:cubicBezTo>
                    <a:pt x="1643" y="1"/>
                    <a:pt x="1" y="3788"/>
                    <a:pt x="2209" y="6050"/>
                  </a:cubicBezTo>
                  <a:cubicBezTo>
                    <a:pt x="2892" y="6817"/>
                    <a:pt x="3840" y="7204"/>
                    <a:pt x="4788" y="7204"/>
                  </a:cubicBezTo>
                  <a:cubicBezTo>
                    <a:pt x="5685" y="7204"/>
                    <a:pt x="6582" y="6857"/>
                    <a:pt x="7254" y="6159"/>
                  </a:cubicBezTo>
                  <a:cubicBezTo>
                    <a:pt x="9560" y="3934"/>
                    <a:pt x="8014" y="56"/>
                    <a:pt x="4840" y="1"/>
                  </a:cubicBezTo>
                  <a:cubicBezTo>
                    <a:pt x="4818" y="1"/>
                    <a:pt x="4796"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52"/>
            <p:cNvSpPr/>
            <p:nvPr/>
          </p:nvSpPr>
          <p:spPr>
            <a:xfrm>
              <a:off x="5247400" y="3702975"/>
              <a:ext cx="238525" cy="179825"/>
            </a:xfrm>
            <a:custGeom>
              <a:rect b="b" l="l" r="r" t="t"/>
              <a:pathLst>
                <a:path extrusionOk="0" h="7193" w="9541">
                  <a:moveTo>
                    <a:pt x="4768" y="1"/>
                  </a:moveTo>
                  <a:cubicBezTo>
                    <a:pt x="3836" y="1"/>
                    <a:pt x="2905" y="374"/>
                    <a:pt x="2217" y="1116"/>
                  </a:cubicBezTo>
                  <a:cubicBezTo>
                    <a:pt x="1" y="3387"/>
                    <a:pt x="1609" y="7192"/>
                    <a:pt x="4787" y="7192"/>
                  </a:cubicBezTo>
                  <a:cubicBezTo>
                    <a:pt x="4799" y="7192"/>
                    <a:pt x="4810" y="7192"/>
                    <a:pt x="4821" y="7192"/>
                  </a:cubicBezTo>
                  <a:cubicBezTo>
                    <a:pt x="7995" y="7165"/>
                    <a:pt x="9541" y="3286"/>
                    <a:pt x="7262" y="1062"/>
                  </a:cubicBezTo>
                  <a:cubicBezTo>
                    <a:pt x="6580" y="353"/>
                    <a:pt x="5674"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p52"/>
            <p:cNvSpPr/>
            <p:nvPr/>
          </p:nvSpPr>
          <p:spPr>
            <a:xfrm>
              <a:off x="5896150" y="3072975"/>
              <a:ext cx="202775" cy="183550"/>
            </a:xfrm>
            <a:custGeom>
              <a:rect b="b" l="l" r="r" t="t"/>
              <a:pathLst>
                <a:path extrusionOk="0" h="7342" w="8111">
                  <a:moveTo>
                    <a:pt x="4006" y="0"/>
                  </a:moveTo>
                  <a:cubicBezTo>
                    <a:pt x="3156" y="0"/>
                    <a:pt x="2308" y="327"/>
                    <a:pt x="1601" y="983"/>
                  </a:cubicBezTo>
                  <a:cubicBezTo>
                    <a:pt x="82" y="2393"/>
                    <a:pt x="1" y="4536"/>
                    <a:pt x="1384" y="6028"/>
                  </a:cubicBezTo>
                  <a:cubicBezTo>
                    <a:pt x="2090" y="6896"/>
                    <a:pt x="3109" y="7341"/>
                    <a:pt x="4135" y="7341"/>
                  </a:cubicBezTo>
                  <a:cubicBezTo>
                    <a:pt x="5000" y="7341"/>
                    <a:pt x="5870" y="7025"/>
                    <a:pt x="6565" y="6380"/>
                  </a:cubicBezTo>
                  <a:cubicBezTo>
                    <a:pt x="8084" y="4997"/>
                    <a:pt x="8111" y="2637"/>
                    <a:pt x="6646" y="1200"/>
                  </a:cubicBezTo>
                  <a:cubicBezTo>
                    <a:pt x="5890" y="401"/>
                    <a:pt x="4947" y="0"/>
                    <a:pt x="400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p52"/>
            <p:cNvSpPr/>
            <p:nvPr/>
          </p:nvSpPr>
          <p:spPr>
            <a:xfrm>
              <a:off x="6506450" y="2443400"/>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7"/>
                    <a:pt x="4765" y="7207"/>
                    <a:pt x="4787" y="7207"/>
                  </a:cubicBezTo>
                  <a:cubicBezTo>
                    <a:pt x="7943" y="7207"/>
                    <a:pt x="9559" y="3420"/>
                    <a:pt x="7351" y="1131"/>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52"/>
            <p:cNvSpPr/>
            <p:nvPr/>
          </p:nvSpPr>
          <p:spPr>
            <a:xfrm>
              <a:off x="4617950" y="4962975"/>
              <a:ext cx="238700" cy="180400"/>
            </a:xfrm>
            <a:custGeom>
              <a:rect b="b" l="l" r="r" t="t"/>
              <a:pathLst>
                <a:path extrusionOk="0" h="7216" w="9548">
                  <a:moveTo>
                    <a:pt x="4747" y="0"/>
                  </a:moveTo>
                  <a:cubicBezTo>
                    <a:pt x="1573" y="27"/>
                    <a:pt x="0" y="3879"/>
                    <a:pt x="2251" y="6130"/>
                  </a:cubicBezTo>
                  <a:cubicBezTo>
                    <a:pt x="2937" y="6856"/>
                    <a:pt x="3848" y="7215"/>
                    <a:pt x="4759" y="7215"/>
                  </a:cubicBezTo>
                  <a:cubicBezTo>
                    <a:pt x="5686" y="7215"/>
                    <a:pt x="6612" y="6842"/>
                    <a:pt x="7296" y="6103"/>
                  </a:cubicBezTo>
                  <a:cubicBezTo>
                    <a:pt x="9548" y="3852"/>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52"/>
            <p:cNvSpPr/>
            <p:nvPr/>
          </p:nvSpPr>
          <p:spPr>
            <a:xfrm>
              <a:off x="5265525" y="4332375"/>
              <a:ext cx="202100" cy="181000"/>
            </a:xfrm>
            <a:custGeom>
              <a:rect b="b" l="l" r="r" t="t"/>
              <a:pathLst>
                <a:path extrusionOk="0" h="7240" w="8084">
                  <a:moveTo>
                    <a:pt x="4012" y="1"/>
                  </a:moveTo>
                  <a:cubicBezTo>
                    <a:pt x="3198" y="1"/>
                    <a:pt x="2389" y="303"/>
                    <a:pt x="1709" y="921"/>
                  </a:cubicBezTo>
                  <a:cubicBezTo>
                    <a:pt x="163" y="2305"/>
                    <a:pt x="0" y="4448"/>
                    <a:pt x="1357" y="5966"/>
                  </a:cubicBezTo>
                  <a:cubicBezTo>
                    <a:pt x="2110" y="6808"/>
                    <a:pt x="3087" y="7240"/>
                    <a:pt x="4067" y="7240"/>
                  </a:cubicBezTo>
                  <a:cubicBezTo>
                    <a:pt x="4888" y="7240"/>
                    <a:pt x="5709" y="6937"/>
                    <a:pt x="6402" y="6319"/>
                  </a:cubicBezTo>
                  <a:cubicBezTo>
                    <a:pt x="7893" y="4990"/>
                    <a:pt x="8083" y="2793"/>
                    <a:pt x="6727" y="1274"/>
                  </a:cubicBezTo>
                  <a:cubicBezTo>
                    <a:pt x="5959"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52"/>
            <p:cNvSpPr/>
            <p:nvPr/>
          </p:nvSpPr>
          <p:spPr>
            <a:xfrm>
              <a:off x="5896150" y="3702650"/>
              <a:ext cx="200750" cy="180725"/>
            </a:xfrm>
            <a:custGeom>
              <a:rect b="b" l="l" r="r" t="t"/>
              <a:pathLst>
                <a:path extrusionOk="0" h="7229" w="8030">
                  <a:moveTo>
                    <a:pt x="3995" y="0"/>
                  </a:moveTo>
                  <a:cubicBezTo>
                    <a:pt x="3149" y="0"/>
                    <a:pt x="2305" y="328"/>
                    <a:pt x="1601" y="994"/>
                  </a:cubicBezTo>
                  <a:cubicBezTo>
                    <a:pt x="82" y="2431"/>
                    <a:pt x="1" y="4547"/>
                    <a:pt x="1384" y="6039"/>
                  </a:cubicBezTo>
                  <a:cubicBezTo>
                    <a:pt x="2129" y="6827"/>
                    <a:pt x="3086" y="7229"/>
                    <a:pt x="4043" y="7229"/>
                  </a:cubicBezTo>
                  <a:cubicBezTo>
                    <a:pt x="4898" y="7229"/>
                    <a:pt x="5752" y="6908"/>
                    <a:pt x="6456" y="6256"/>
                  </a:cubicBezTo>
                  <a:cubicBezTo>
                    <a:pt x="7948" y="4954"/>
                    <a:pt x="8029" y="2648"/>
                    <a:pt x="6646" y="1211"/>
                  </a:cubicBezTo>
                  <a:cubicBezTo>
                    <a:pt x="5887" y="409"/>
                    <a:pt x="4940" y="0"/>
                    <a:pt x="399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52"/>
            <p:cNvSpPr/>
            <p:nvPr/>
          </p:nvSpPr>
          <p:spPr>
            <a:xfrm>
              <a:off x="6506825" y="3073100"/>
              <a:ext cx="239000" cy="179750"/>
            </a:xfrm>
            <a:custGeom>
              <a:rect b="b" l="l" r="r" t="t"/>
              <a:pathLst>
                <a:path extrusionOk="0" h="7190" w="9560">
                  <a:moveTo>
                    <a:pt x="4773" y="1"/>
                  </a:moveTo>
                  <a:cubicBezTo>
                    <a:pt x="3837" y="1"/>
                    <a:pt x="2900" y="381"/>
                    <a:pt x="2209" y="1141"/>
                  </a:cubicBezTo>
                  <a:cubicBezTo>
                    <a:pt x="1" y="3403"/>
                    <a:pt x="1617" y="7190"/>
                    <a:pt x="4773" y="7190"/>
                  </a:cubicBezTo>
                  <a:cubicBezTo>
                    <a:pt x="4795" y="7190"/>
                    <a:pt x="4818" y="7190"/>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p52"/>
            <p:cNvSpPr/>
            <p:nvPr/>
          </p:nvSpPr>
          <p:spPr>
            <a:xfrm>
              <a:off x="5247225" y="4963650"/>
              <a:ext cx="238700" cy="180050"/>
            </a:xfrm>
            <a:custGeom>
              <a:rect b="b" l="l" r="r" t="t"/>
              <a:pathLst>
                <a:path extrusionOk="0" h="7202" w="9548">
                  <a:moveTo>
                    <a:pt x="4774" y="0"/>
                  </a:moveTo>
                  <a:cubicBezTo>
                    <a:pt x="1600" y="0"/>
                    <a:pt x="0" y="3852"/>
                    <a:pt x="2251" y="6103"/>
                  </a:cubicBezTo>
                  <a:cubicBezTo>
                    <a:pt x="2929" y="6836"/>
                    <a:pt x="3852" y="7202"/>
                    <a:pt x="4774" y="7202"/>
                  </a:cubicBezTo>
                  <a:cubicBezTo>
                    <a:pt x="5696" y="7202"/>
                    <a:pt x="6618" y="6836"/>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2" name="Google Shape;892;p52"/>
            <p:cNvSpPr/>
            <p:nvPr/>
          </p:nvSpPr>
          <p:spPr>
            <a:xfrm>
              <a:off x="5877550" y="4332575"/>
              <a:ext cx="238325" cy="180175"/>
            </a:xfrm>
            <a:custGeom>
              <a:rect b="b" l="l" r="r" t="t"/>
              <a:pathLst>
                <a:path extrusionOk="0" h="7207" w="9533">
                  <a:moveTo>
                    <a:pt x="4749" y="1"/>
                  </a:moveTo>
                  <a:cubicBezTo>
                    <a:pt x="3805" y="1"/>
                    <a:pt x="2862" y="381"/>
                    <a:pt x="2182" y="1130"/>
                  </a:cubicBezTo>
                  <a:cubicBezTo>
                    <a:pt x="1" y="3420"/>
                    <a:pt x="1617" y="7207"/>
                    <a:pt x="4773" y="7207"/>
                  </a:cubicBezTo>
                  <a:cubicBezTo>
                    <a:pt x="4795" y="7207"/>
                    <a:pt x="4818" y="7207"/>
                    <a:pt x="4840" y="7206"/>
                  </a:cubicBezTo>
                  <a:cubicBezTo>
                    <a:pt x="8014" y="7125"/>
                    <a:pt x="9533" y="3246"/>
                    <a:pt x="7227" y="1049"/>
                  </a:cubicBezTo>
                  <a:cubicBezTo>
                    <a:pt x="6552"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p52"/>
            <p:cNvSpPr/>
            <p:nvPr/>
          </p:nvSpPr>
          <p:spPr>
            <a:xfrm>
              <a:off x="6506450" y="3702975"/>
              <a:ext cx="239000" cy="179825"/>
            </a:xfrm>
            <a:custGeom>
              <a:rect b="b" l="l" r="r" t="t"/>
              <a:pathLst>
                <a:path extrusionOk="0" h="7193" w="9560">
                  <a:moveTo>
                    <a:pt x="4794" y="0"/>
                  </a:moveTo>
                  <a:cubicBezTo>
                    <a:pt x="3897" y="0"/>
                    <a:pt x="2994" y="346"/>
                    <a:pt x="2306" y="1035"/>
                  </a:cubicBezTo>
                  <a:cubicBezTo>
                    <a:pt x="0" y="3259"/>
                    <a:pt x="1546" y="7138"/>
                    <a:pt x="4720" y="7192"/>
                  </a:cubicBezTo>
                  <a:cubicBezTo>
                    <a:pt x="4742" y="7193"/>
                    <a:pt x="4765" y="7193"/>
                    <a:pt x="4787" y="7193"/>
                  </a:cubicBezTo>
                  <a:cubicBezTo>
                    <a:pt x="7943" y="7193"/>
                    <a:pt x="9559" y="3406"/>
                    <a:pt x="7351" y="1144"/>
                  </a:cubicBezTo>
                  <a:cubicBezTo>
                    <a:pt x="6671" y="380"/>
                    <a:pt x="5735" y="0"/>
                    <a:pt x="47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p52"/>
            <p:cNvSpPr/>
            <p:nvPr/>
          </p:nvSpPr>
          <p:spPr>
            <a:xfrm>
              <a:off x="5896150" y="4962125"/>
              <a:ext cx="201425" cy="181050"/>
            </a:xfrm>
            <a:custGeom>
              <a:rect b="b" l="l" r="r" t="t"/>
              <a:pathLst>
                <a:path extrusionOk="0" h="7242" w="8057">
                  <a:moveTo>
                    <a:pt x="4006" y="1"/>
                  </a:moveTo>
                  <a:cubicBezTo>
                    <a:pt x="3156" y="1"/>
                    <a:pt x="2308" y="328"/>
                    <a:pt x="1601" y="984"/>
                  </a:cubicBezTo>
                  <a:cubicBezTo>
                    <a:pt x="109" y="2394"/>
                    <a:pt x="1" y="4564"/>
                    <a:pt x="1384" y="6056"/>
                  </a:cubicBezTo>
                  <a:cubicBezTo>
                    <a:pt x="2083" y="6840"/>
                    <a:pt x="3051" y="7242"/>
                    <a:pt x="4021" y="7242"/>
                  </a:cubicBezTo>
                  <a:cubicBezTo>
                    <a:pt x="4897" y="7242"/>
                    <a:pt x="5774" y="6915"/>
                    <a:pt x="6456" y="6246"/>
                  </a:cubicBezTo>
                  <a:cubicBezTo>
                    <a:pt x="7948" y="4944"/>
                    <a:pt x="8056" y="2638"/>
                    <a:pt x="6646" y="1201"/>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52"/>
            <p:cNvSpPr/>
            <p:nvPr/>
          </p:nvSpPr>
          <p:spPr>
            <a:xfrm>
              <a:off x="6507125" y="4332300"/>
              <a:ext cx="238125" cy="180475"/>
            </a:xfrm>
            <a:custGeom>
              <a:rect b="b" l="l" r="r" t="t"/>
              <a:pathLst>
                <a:path extrusionOk="0" h="7219" w="9525">
                  <a:moveTo>
                    <a:pt x="4739" y="1"/>
                  </a:moveTo>
                  <a:cubicBezTo>
                    <a:pt x="3881" y="1"/>
                    <a:pt x="3024" y="341"/>
                    <a:pt x="2306" y="1033"/>
                  </a:cubicBezTo>
                  <a:cubicBezTo>
                    <a:pt x="0" y="3230"/>
                    <a:pt x="1492" y="7136"/>
                    <a:pt x="4666" y="7217"/>
                  </a:cubicBezTo>
                  <a:cubicBezTo>
                    <a:pt x="4699" y="7218"/>
                    <a:pt x="4732" y="7218"/>
                    <a:pt x="4765" y="7218"/>
                  </a:cubicBezTo>
                  <a:cubicBezTo>
                    <a:pt x="7874" y="7218"/>
                    <a:pt x="9525" y="3450"/>
                    <a:pt x="7351" y="1169"/>
                  </a:cubicBezTo>
                  <a:cubicBezTo>
                    <a:pt x="6591" y="395"/>
                    <a:pt x="5664" y="1"/>
                    <a:pt x="473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p52"/>
            <p:cNvSpPr/>
            <p:nvPr/>
          </p:nvSpPr>
          <p:spPr>
            <a:xfrm>
              <a:off x="6506825" y="4962275"/>
              <a:ext cx="239000" cy="179750"/>
            </a:xfrm>
            <a:custGeom>
              <a:rect b="b" l="l" r="r" t="t"/>
              <a:pathLst>
                <a:path extrusionOk="0" h="7190" w="9560">
                  <a:moveTo>
                    <a:pt x="4773" y="1"/>
                  </a:moveTo>
                  <a:cubicBezTo>
                    <a:pt x="3837" y="1"/>
                    <a:pt x="2900" y="381"/>
                    <a:pt x="2209" y="1140"/>
                  </a:cubicBezTo>
                  <a:cubicBezTo>
                    <a:pt x="1" y="3403"/>
                    <a:pt x="1617" y="7190"/>
                    <a:pt x="4773" y="7190"/>
                  </a:cubicBezTo>
                  <a:cubicBezTo>
                    <a:pt x="4795" y="7190"/>
                    <a:pt x="4818" y="7189"/>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p52"/>
            <p:cNvSpPr/>
            <p:nvPr/>
          </p:nvSpPr>
          <p:spPr>
            <a:xfrm>
              <a:off x="4006300" y="2443200"/>
              <a:ext cx="202100" cy="180775"/>
            </a:xfrm>
            <a:custGeom>
              <a:rect b="b" l="l" r="r" t="t"/>
              <a:pathLst>
                <a:path extrusionOk="0" h="7231" w="8084">
                  <a:moveTo>
                    <a:pt x="4023" y="1"/>
                  </a:moveTo>
                  <a:cubicBezTo>
                    <a:pt x="3204" y="1"/>
                    <a:pt x="2389" y="304"/>
                    <a:pt x="1709" y="922"/>
                  </a:cubicBezTo>
                  <a:cubicBezTo>
                    <a:pt x="190" y="2278"/>
                    <a:pt x="0" y="4448"/>
                    <a:pt x="1329" y="5967"/>
                  </a:cubicBezTo>
                  <a:cubicBezTo>
                    <a:pt x="2056" y="6797"/>
                    <a:pt x="3051" y="7231"/>
                    <a:pt x="4052" y="7231"/>
                  </a:cubicBezTo>
                  <a:cubicBezTo>
                    <a:pt x="4881" y="7231"/>
                    <a:pt x="5714" y="6934"/>
                    <a:pt x="6402" y="6319"/>
                  </a:cubicBezTo>
                  <a:cubicBezTo>
                    <a:pt x="7893" y="4990"/>
                    <a:pt x="8083" y="2766"/>
                    <a:pt x="6754" y="1274"/>
                  </a:cubicBezTo>
                  <a:cubicBezTo>
                    <a:pt x="5987"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p52"/>
            <p:cNvSpPr/>
            <p:nvPr/>
          </p:nvSpPr>
          <p:spPr>
            <a:xfrm>
              <a:off x="3988000" y="3073100"/>
              <a:ext cx="238125" cy="179775"/>
            </a:xfrm>
            <a:custGeom>
              <a:rect b="b" l="l" r="r" t="t"/>
              <a:pathLst>
                <a:path extrusionOk="0" h="7191" w="9525">
                  <a:moveTo>
                    <a:pt x="4787" y="1"/>
                  </a:moveTo>
                  <a:cubicBezTo>
                    <a:pt x="3885" y="1"/>
                    <a:pt x="2984" y="354"/>
                    <a:pt x="2306" y="1059"/>
                  </a:cubicBezTo>
                  <a:cubicBezTo>
                    <a:pt x="0" y="3256"/>
                    <a:pt x="1519" y="7135"/>
                    <a:pt x="4692" y="7189"/>
                  </a:cubicBezTo>
                  <a:cubicBezTo>
                    <a:pt x="4726" y="7190"/>
                    <a:pt x="4759" y="7190"/>
                    <a:pt x="4792" y="7190"/>
                  </a:cubicBezTo>
                  <a:cubicBezTo>
                    <a:pt x="7927" y="7190"/>
                    <a:pt x="9525" y="3395"/>
                    <a:pt x="7351" y="1141"/>
                  </a:cubicBezTo>
                  <a:cubicBezTo>
                    <a:pt x="6660" y="381"/>
                    <a:pt x="5723"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52"/>
            <p:cNvSpPr/>
            <p:nvPr/>
          </p:nvSpPr>
          <p:spPr>
            <a:xfrm>
              <a:off x="4617250" y="2443250"/>
              <a:ext cx="239200" cy="180325"/>
            </a:xfrm>
            <a:custGeom>
              <a:rect b="b" l="l" r="r" t="t"/>
              <a:pathLst>
                <a:path extrusionOk="0" h="7213" w="9568">
                  <a:moveTo>
                    <a:pt x="4791" y="1"/>
                  </a:moveTo>
                  <a:cubicBezTo>
                    <a:pt x="3881" y="1"/>
                    <a:pt x="2975" y="360"/>
                    <a:pt x="2307" y="1082"/>
                  </a:cubicBezTo>
                  <a:cubicBezTo>
                    <a:pt x="1" y="3306"/>
                    <a:pt x="1574" y="7185"/>
                    <a:pt x="4748" y="7212"/>
                  </a:cubicBezTo>
                  <a:cubicBezTo>
                    <a:pt x="4759" y="7212"/>
                    <a:pt x="4770" y="7212"/>
                    <a:pt x="4781" y="7212"/>
                  </a:cubicBezTo>
                  <a:cubicBezTo>
                    <a:pt x="7960" y="7212"/>
                    <a:pt x="9568" y="3407"/>
                    <a:pt x="7352" y="1137"/>
                  </a:cubicBezTo>
                  <a:cubicBezTo>
                    <a:pt x="6664" y="380"/>
                    <a:pt x="5726" y="1"/>
                    <a:pt x="479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52"/>
            <p:cNvSpPr/>
            <p:nvPr/>
          </p:nvSpPr>
          <p:spPr>
            <a:xfrm>
              <a:off x="3988175" y="3703750"/>
              <a:ext cx="238525" cy="180325"/>
            </a:xfrm>
            <a:custGeom>
              <a:rect b="b" l="l" r="r" t="t"/>
              <a:pathLst>
                <a:path extrusionOk="0" h="7213" w="9541">
                  <a:moveTo>
                    <a:pt x="4787" y="0"/>
                  </a:moveTo>
                  <a:cubicBezTo>
                    <a:pt x="1609" y="0"/>
                    <a:pt x="1" y="3806"/>
                    <a:pt x="2217" y="6076"/>
                  </a:cubicBezTo>
                  <a:cubicBezTo>
                    <a:pt x="2905" y="6832"/>
                    <a:pt x="3836" y="7212"/>
                    <a:pt x="4767" y="7212"/>
                  </a:cubicBezTo>
                  <a:cubicBezTo>
                    <a:pt x="5674" y="7212"/>
                    <a:pt x="6580" y="6853"/>
                    <a:pt x="7262" y="6130"/>
                  </a:cubicBezTo>
                  <a:cubicBezTo>
                    <a:pt x="9541" y="3906"/>
                    <a:pt x="7995"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p52"/>
            <p:cNvSpPr/>
            <p:nvPr/>
          </p:nvSpPr>
          <p:spPr>
            <a:xfrm>
              <a:off x="4636250" y="3072975"/>
              <a:ext cx="201425" cy="180925"/>
            </a:xfrm>
            <a:custGeom>
              <a:rect b="b" l="l" r="r" t="t"/>
              <a:pathLst>
                <a:path extrusionOk="0" h="7237" w="8057">
                  <a:moveTo>
                    <a:pt x="4023" y="0"/>
                  </a:moveTo>
                  <a:cubicBezTo>
                    <a:pt x="3177" y="0"/>
                    <a:pt x="2335" y="327"/>
                    <a:pt x="1628" y="983"/>
                  </a:cubicBezTo>
                  <a:cubicBezTo>
                    <a:pt x="109" y="2393"/>
                    <a:pt x="0" y="4536"/>
                    <a:pt x="1411" y="6028"/>
                  </a:cubicBezTo>
                  <a:cubicBezTo>
                    <a:pt x="2123" y="6827"/>
                    <a:pt x="3107" y="7237"/>
                    <a:pt x="4097" y="7237"/>
                  </a:cubicBezTo>
                  <a:cubicBezTo>
                    <a:pt x="4955" y="7237"/>
                    <a:pt x="5817" y="6929"/>
                    <a:pt x="6510" y="6299"/>
                  </a:cubicBezTo>
                  <a:cubicBezTo>
                    <a:pt x="7975" y="4943"/>
                    <a:pt x="8056" y="2637"/>
                    <a:pt x="6673" y="1200"/>
                  </a:cubicBezTo>
                  <a:cubicBezTo>
                    <a:pt x="5903" y="401"/>
                    <a:pt x="4961" y="0"/>
                    <a:pt x="4023"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52"/>
            <p:cNvSpPr/>
            <p:nvPr/>
          </p:nvSpPr>
          <p:spPr>
            <a:xfrm>
              <a:off x="5247225" y="2443175"/>
              <a:ext cx="238500" cy="179725"/>
            </a:xfrm>
            <a:custGeom>
              <a:rect b="b" l="l" r="r" t="t"/>
              <a:pathLst>
                <a:path extrusionOk="0" h="7189" w="9540">
                  <a:moveTo>
                    <a:pt x="4765" y="0"/>
                  </a:moveTo>
                  <a:cubicBezTo>
                    <a:pt x="3855" y="0"/>
                    <a:pt x="2950" y="360"/>
                    <a:pt x="2278" y="1085"/>
                  </a:cubicBezTo>
                  <a:cubicBezTo>
                    <a:pt x="0" y="3309"/>
                    <a:pt x="1573" y="7188"/>
                    <a:pt x="4774" y="7188"/>
                  </a:cubicBezTo>
                  <a:cubicBezTo>
                    <a:pt x="4785" y="7188"/>
                    <a:pt x="4796" y="7188"/>
                    <a:pt x="4807" y="7188"/>
                  </a:cubicBezTo>
                  <a:cubicBezTo>
                    <a:pt x="7959" y="7188"/>
                    <a:pt x="9540"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52"/>
            <p:cNvSpPr/>
            <p:nvPr/>
          </p:nvSpPr>
          <p:spPr>
            <a:xfrm>
              <a:off x="4006975" y="4332350"/>
              <a:ext cx="201425" cy="181225"/>
            </a:xfrm>
            <a:custGeom>
              <a:rect b="b" l="l" r="r" t="t"/>
              <a:pathLst>
                <a:path extrusionOk="0" h="7249" w="8057">
                  <a:moveTo>
                    <a:pt x="4008" y="1"/>
                  </a:moveTo>
                  <a:cubicBezTo>
                    <a:pt x="3158" y="1"/>
                    <a:pt x="2309" y="334"/>
                    <a:pt x="1601" y="1004"/>
                  </a:cubicBezTo>
                  <a:cubicBezTo>
                    <a:pt x="109" y="2387"/>
                    <a:pt x="0" y="4557"/>
                    <a:pt x="1384" y="6049"/>
                  </a:cubicBezTo>
                  <a:cubicBezTo>
                    <a:pt x="2082" y="6847"/>
                    <a:pt x="3051" y="7249"/>
                    <a:pt x="4021" y="7249"/>
                  </a:cubicBezTo>
                  <a:cubicBezTo>
                    <a:pt x="4897" y="7249"/>
                    <a:pt x="5774" y="6922"/>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52"/>
            <p:cNvSpPr/>
            <p:nvPr/>
          </p:nvSpPr>
          <p:spPr>
            <a:xfrm>
              <a:off x="4617950" y="3702900"/>
              <a:ext cx="238325" cy="179900"/>
            </a:xfrm>
            <a:custGeom>
              <a:rect b="b" l="l" r="r" t="t"/>
              <a:pathLst>
                <a:path extrusionOk="0" h="7196" w="9533">
                  <a:moveTo>
                    <a:pt x="4759" y="0"/>
                  </a:moveTo>
                  <a:cubicBezTo>
                    <a:pt x="3858" y="0"/>
                    <a:pt x="2957" y="346"/>
                    <a:pt x="2279" y="1038"/>
                  </a:cubicBezTo>
                  <a:cubicBezTo>
                    <a:pt x="0" y="3262"/>
                    <a:pt x="1519" y="7141"/>
                    <a:pt x="4693" y="7195"/>
                  </a:cubicBezTo>
                  <a:cubicBezTo>
                    <a:pt x="4715" y="7196"/>
                    <a:pt x="4737" y="7196"/>
                    <a:pt x="4760" y="7196"/>
                  </a:cubicBezTo>
                  <a:cubicBezTo>
                    <a:pt x="7916" y="7196"/>
                    <a:pt x="9532" y="3409"/>
                    <a:pt x="7324" y="1119"/>
                  </a:cubicBezTo>
                  <a:cubicBezTo>
                    <a:pt x="6633" y="373"/>
                    <a:pt x="5695"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52"/>
            <p:cNvSpPr/>
            <p:nvPr/>
          </p:nvSpPr>
          <p:spPr>
            <a:xfrm>
              <a:off x="7141825" y="1811875"/>
              <a:ext cx="238700" cy="180050"/>
            </a:xfrm>
            <a:custGeom>
              <a:rect b="b" l="l" r="r" t="t"/>
              <a:pathLst>
                <a:path extrusionOk="0" h="7202" w="9548">
                  <a:moveTo>
                    <a:pt x="4774" y="0"/>
                  </a:moveTo>
                  <a:cubicBezTo>
                    <a:pt x="1600" y="0"/>
                    <a:pt x="0" y="3825"/>
                    <a:pt x="2224" y="6103"/>
                  </a:cubicBezTo>
                  <a:cubicBezTo>
                    <a:pt x="2902" y="6835"/>
                    <a:pt x="3825" y="7201"/>
                    <a:pt x="4750" y="7201"/>
                  </a:cubicBezTo>
                  <a:cubicBezTo>
                    <a:pt x="5676" y="7201"/>
                    <a:pt x="6605" y="6835"/>
                    <a:pt x="7296" y="6103"/>
                  </a:cubicBezTo>
                  <a:cubicBezTo>
                    <a:pt x="9548" y="3879"/>
                    <a:pt x="7975" y="27"/>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52"/>
            <p:cNvSpPr/>
            <p:nvPr/>
          </p:nvSpPr>
          <p:spPr>
            <a:xfrm>
              <a:off x="7142025" y="552650"/>
              <a:ext cx="238500" cy="179800"/>
            </a:xfrm>
            <a:custGeom>
              <a:rect b="b" l="l" r="r" t="t"/>
              <a:pathLst>
                <a:path extrusionOk="0" h="7192" w="9540">
                  <a:moveTo>
                    <a:pt x="4760" y="0"/>
                  </a:moveTo>
                  <a:cubicBezTo>
                    <a:pt x="1608" y="0"/>
                    <a:pt x="0" y="3806"/>
                    <a:pt x="2216" y="6076"/>
                  </a:cubicBezTo>
                  <a:cubicBezTo>
                    <a:pt x="2904" y="6819"/>
                    <a:pt x="3836" y="7192"/>
                    <a:pt x="4767" y="7192"/>
                  </a:cubicBezTo>
                  <a:cubicBezTo>
                    <a:pt x="5673" y="7192"/>
                    <a:pt x="6579" y="6839"/>
                    <a:pt x="7261" y="6130"/>
                  </a:cubicBezTo>
                  <a:cubicBezTo>
                    <a:pt x="9540" y="3906"/>
                    <a:pt x="7994" y="27"/>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p52"/>
            <p:cNvSpPr/>
            <p:nvPr/>
          </p:nvSpPr>
          <p:spPr>
            <a:xfrm>
              <a:off x="7160125" y="1181075"/>
              <a:ext cx="201425" cy="181050"/>
            </a:xfrm>
            <a:custGeom>
              <a:rect b="b" l="l" r="r" t="t"/>
              <a:pathLst>
                <a:path extrusionOk="0" h="7242" w="8057">
                  <a:moveTo>
                    <a:pt x="4033" y="1"/>
                  </a:moveTo>
                  <a:cubicBezTo>
                    <a:pt x="3183" y="1"/>
                    <a:pt x="2336" y="327"/>
                    <a:pt x="1628" y="983"/>
                  </a:cubicBezTo>
                  <a:cubicBezTo>
                    <a:pt x="136" y="2394"/>
                    <a:pt x="1" y="4564"/>
                    <a:pt x="1411" y="6056"/>
                  </a:cubicBezTo>
                  <a:cubicBezTo>
                    <a:pt x="2095" y="6840"/>
                    <a:pt x="3065" y="7242"/>
                    <a:pt x="4035" y="7242"/>
                  </a:cubicBezTo>
                  <a:cubicBezTo>
                    <a:pt x="4910" y="7242"/>
                    <a:pt x="5787" y="6914"/>
                    <a:pt x="6456" y="6245"/>
                  </a:cubicBezTo>
                  <a:cubicBezTo>
                    <a:pt x="7975" y="4944"/>
                    <a:pt x="8056" y="2638"/>
                    <a:pt x="6673" y="1200"/>
                  </a:cubicBezTo>
                  <a:cubicBezTo>
                    <a:pt x="5917" y="402"/>
                    <a:pt x="4974" y="1"/>
                    <a:pt x="403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52"/>
            <p:cNvSpPr/>
            <p:nvPr/>
          </p:nvSpPr>
          <p:spPr>
            <a:xfrm>
              <a:off x="7141825" y="4962975"/>
              <a:ext cx="238700" cy="180150"/>
            </a:xfrm>
            <a:custGeom>
              <a:rect b="b" l="l" r="r" t="t"/>
              <a:pathLst>
                <a:path extrusionOk="0" h="7206" w="9548">
                  <a:moveTo>
                    <a:pt x="4801" y="0"/>
                  </a:moveTo>
                  <a:cubicBezTo>
                    <a:pt x="1600" y="0"/>
                    <a:pt x="0" y="3852"/>
                    <a:pt x="2251" y="6103"/>
                  </a:cubicBezTo>
                  <a:cubicBezTo>
                    <a:pt x="2933" y="6839"/>
                    <a:pt x="3854" y="7205"/>
                    <a:pt x="4777" y="7205"/>
                  </a:cubicBezTo>
                  <a:cubicBezTo>
                    <a:pt x="5691" y="7205"/>
                    <a:pt x="6608" y="6846"/>
                    <a:pt x="7296" y="6130"/>
                  </a:cubicBezTo>
                  <a:cubicBezTo>
                    <a:pt x="9548" y="3879"/>
                    <a:pt x="7975"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p52"/>
            <p:cNvSpPr/>
            <p:nvPr/>
          </p:nvSpPr>
          <p:spPr>
            <a:xfrm>
              <a:off x="7160125" y="2443200"/>
              <a:ext cx="202100" cy="180775"/>
            </a:xfrm>
            <a:custGeom>
              <a:rect b="b" l="l" r="r" t="t"/>
              <a:pathLst>
                <a:path extrusionOk="0" h="7231" w="8084">
                  <a:moveTo>
                    <a:pt x="4012" y="1"/>
                  </a:moveTo>
                  <a:cubicBezTo>
                    <a:pt x="3198" y="1"/>
                    <a:pt x="2389" y="304"/>
                    <a:pt x="1709" y="922"/>
                  </a:cubicBezTo>
                  <a:cubicBezTo>
                    <a:pt x="190" y="2278"/>
                    <a:pt x="1" y="4448"/>
                    <a:pt x="1330" y="5967"/>
                  </a:cubicBezTo>
                  <a:cubicBezTo>
                    <a:pt x="2057" y="6797"/>
                    <a:pt x="3051" y="7231"/>
                    <a:pt x="4048" y="7231"/>
                  </a:cubicBezTo>
                  <a:cubicBezTo>
                    <a:pt x="4873" y="7231"/>
                    <a:pt x="5699" y="6934"/>
                    <a:pt x="6375" y="6319"/>
                  </a:cubicBezTo>
                  <a:cubicBezTo>
                    <a:pt x="7894" y="4990"/>
                    <a:pt x="8083" y="2766"/>
                    <a:pt x="6727" y="1274"/>
                  </a:cubicBezTo>
                  <a:cubicBezTo>
                    <a:pt x="5960"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52"/>
            <p:cNvSpPr/>
            <p:nvPr/>
          </p:nvSpPr>
          <p:spPr>
            <a:xfrm>
              <a:off x="7141825" y="3073100"/>
              <a:ext cx="238125" cy="179775"/>
            </a:xfrm>
            <a:custGeom>
              <a:rect b="b" l="l" r="r" t="t"/>
              <a:pathLst>
                <a:path extrusionOk="0" h="7191" w="9525">
                  <a:moveTo>
                    <a:pt x="4781" y="1"/>
                  </a:moveTo>
                  <a:cubicBezTo>
                    <a:pt x="3878" y="1"/>
                    <a:pt x="2971" y="354"/>
                    <a:pt x="2279" y="1059"/>
                  </a:cubicBezTo>
                  <a:cubicBezTo>
                    <a:pt x="0" y="3256"/>
                    <a:pt x="1519" y="7135"/>
                    <a:pt x="4693" y="7189"/>
                  </a:cubicBezTo>
                  <a:cubicBezTo>
                    <a:pt x="4726" y="7190"/>
                    <a:pt x="4759" y="7190"/>
                    <a:pt x="4792" y="7190"/>
                  </a:cubicBezTo>
                  <a:cubicBezTo>
                    <a:pt x="7927" y="7190"/>
                    <a:pt x="9525" y="3395"/>
                    <a:pt x="7324" y="1141"/>
                  </a:cubicBezTo>
                  <a:cubicBezTo>
                    <a:pt x="6647" y="381"/>
                    <a:pt x="5717" y="1"/>
                    <a:pt x="478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p52"/>
            <p:cNvSpPr/>
            <p:nvPr/>
          </p:nvSpPr>
          <p:spPr>
            <a:xfrm>
              <a:off x="7142025" y="3703750"/>
              <a:ext cx="238500" cy="180325"/>
            </a:xfrm>
            <a:custGeom>
              <a:rect b="b" l="l" r="r" t="t"/>
              <a:pathLst>
                <a:path extrusionOk="0" h="7213" w="9540">
                  <a:moveTo>
                    <a:pt x="4760" y="0"/>
                  </a:moveTo>
                  <a:cubicBezTo>
                    <a:pt x="1608" y="0"/>
                    <a:pt x="0" y="3806"/>
                    <a:pt x="2216" y="6076"/>
                  </a:cubicBezTo>
                  <a:cubicBezTo>
                    <a:pt x="2904" y="6832"/>
                    <a:pt x="3835" y="7212"/>
                    <a:pt x="4767" y="7212"/>
                  </a:cubicBezTo>
                  <a:cubicBezTo>
                    <a:pt x="5673" y="7212"/>
                    <a:pt x="6579" y="6853"/>
                    <a:pt x="7261" y="6130"/>
                  </a:cubicBezTo>
                  <a:cubicBezTo>
                    <a:pt x="9540" y="3906"/>
                    <a:pt x="7994" y="28"/>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52"/>
            <p:cNvSpPr/>
            <p:nvPr/>
          </p:nvSpPr>
          <p:spPr>
            <a:xfrm>
              <a:off x="7160125" y="4332350"/>
              <a:ext cx="201425" cy="181225"/>
            </a:xfrm>
            <a:custGeom>
              <a:rect b="b" l="l" r="r" t="t"/>
              <a:pathLst>
                <a:path extrusionOk="0" h="7249" w="8057">
                  <a:moveTo>
                    <a:pt x="4035" y="1"/>
                  </a:moveTo>
                  <a:cubicBezTo>
                    <a:pt x="3185" y="1"/>
                    <a:pt x="2336" y="334"/>
                    <a:pt x="1628" y="1004"/>
                  </a:cubicBezTo>
                  <a:cubicBezTo>
                    <a:pt x="136" y="2387"/>
                    <a:pt x="1" y="4557"/>
                    <a:pt x="1411" y="6049"/>
                  </a:cubicBezTo>
                  <a:cubicBezTo>
                    <a:pt x="2095" y="6847"/>
                    <a:pt x="3065" y="7249"/>
                    <a:pt x="4035" y="7249"/>
                  </a:cubicBezTo>
                  <a:cubicBezTo>
                    <a:pt x="4911" y="7249"/>
                    <a:pt x="5787" y="6922"/>
                    <a:pt x="6456" y="6266"/>
                  </a:cubicBezTo>
                  <a:cubicBezTo>
                    <a:pt x="7975" y="4937"/>
                    <a:pt x="8056" y="2631"/>
                    <a:pt x="6673" y="1221"/>
                  </a:cubicBezTo>
                  <a:cubicBezTo>
                    <a:pt x="5918" y="409"/>
                    <a:pt x="4976"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3" name="Google Shape;913;p52"/>
          <p:cNvGrpSpPr/>
          <p:nvPr/>
        </p:nvGrpSpPr>
        <p:grpSpPr>
          <a:xfrm rot="3959760">
            <a:off x="-1142962" y="3845429"/>
            <a:ext cx="2215428" cy="3114311"/>
            <a:chOff x="235075" y="777725"/>
            <a:chExt cx="7186900" cy="4132775"/>
          </a:xfrm>
        </p:grpSpPr>
        <p:sp>
          <p:nvSpPr>
            <p:cNvPr id="914" name="Google Shape;914;p52"/>
            <p:cNvSpPr/>
            <p:nvPr/>
          </p:nvSpPr>
          <p:spPr>
            <a:xfrm>
              <a:off x="342575" y="932875"/>
              <a:ext cx="7079400" cy="3826525"/>
            </a:xfrm>
            <a:custGeom>
              <a:rect b="b" l="l" r="r" t="t"/>
              <a:pathLst>
                <a:path extrusionOk="0" h="153061" w="283176">
                  <a:moveTo>
                    <a:pt x="168404" y="0"/>
                  </a:moveTo>
                  <a:cubicBezTo>
                    <a:pt x="157709" y="0"/>
                    <a:pt x="146666" y="1269"/>
                    <a:pt x="137470" y="1958"/>
                  </a:cubicBezTo>
                  <a:cubicBezTo>
                    <a:pt x="99769" y="4776"/>
                    <a:pt x="61970" y="14736"/>
                    <a:pt x="30657" y="36550"/>
                  </a:cubicBezTo>
                  <a:cubicBezTo>
                    <a:pt x="16422" y="46461"/>
                    <a:pt x="2915" y="60284"/>
                    <a:pt x="1336" y="77580"/>
                  </a:cubicBezTo>
                  <a:cubicBezTo>
                    <a:pt x="0" y="92204"/>
                    <a:pt x="7774" y="106560"/>
                    <a:pt x="18778" y="116301"/>
                  </a:cubicBezTo>
                  <a:cubicBezTo>
                    <a:pt x="29807" y="126043"/>
                    <a:pt x="43726" y="131800"/>
                    <a:pt x="57670" y="136415"/>
                  </a:cubicBezTo>
                  <a:cubicBezTo>
                    <a:pt x="91058" y="147472"/>
                    <a:pt x="125903" y="153060"/>
                    <a:pt x="160873" y="153060"/>
                  </a:cubicBezTo>
                  <a:cubicBezTo>
                    <a:pt x="176382" y="153060"/>
                    <a:pt x="191917" y="151961"/>
                    <a:pt x="207359" y="149752"/>
                  </a:cubicBezTo>
                  <a:cubicBezTo>
                    <a:pt x="222226" y="147614"/>
                    <a:pt x="237360" y="144286"/>
                    <a:pt x="249871" y="135929"/>
                  </a:cubicBezTo>
                  <a:cubicBezTo>
                    <a:pt x="275062" y="119095"/>
                    <a:pt x="283175" y="80398"/>
                    <a:pt x="265102" y="56057"/>
                  </a:cubicBezTo>
                  <a:cubicBezTo>
                    <a:pt x="255968" y="43789"/>
                    <a:pt x="242097" y="36137"/>
                    <a:pt x="229125" y="28024"/>
                  </a:cubicBezTo>
                  <a:cubicBezTo>
                    <a:pt x="217003" y="20420"/>
                    <a:pt x="204881" y="7643"/>
                    <a:pt x="191278" y="3027"/>
                  </a:cubicBezTo>
                  <a:cubicBezTo>
                    <a:pt x="184502" y="737"/>
                    <a:pt x="176554" y="0"/>
                    <a:pt x="168404" y="0"/>
                  </a:cubicBezTo>
                  <a:close/>
                </a:path>
              </a:pathLst>
            </a:custGeom>
            <a:solidFill>
              <a:srgbClr val="35C4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52"/>
            <p:cNvSpPr/>
            <p:nvPr/>
          </p:nvSpPr>
          <p:spPr>
            <a:xfrm>
              <a:off x="235075" y="777725"/>
              <a:ext cx="7126775" cy="4132775"/>
            </a:xfrm>
            <a:custGeom>
              <a:rect b="b" l="l" r="r" t="t"/>
              <a:pathLst>
                <a:path extrusionOk="0" h="165311" w="285071">
                  <a:moveTo>
                    <a:pt x="193683" y="2310"/>
                  </a:moveTo>
                  <a:lnTo>
                    <a:pt x="194120" y="2431"/>
                  </a:lnTo>
                  <a:lnTo>
                    <a:pt x="194557" y="2553"/>
                  </a:lnTo>
                  <a:lnTo>
                    <a:pt x="195456" y="2820"/>
                  </a:lnTo>
                  <a:lnTo>
                    <a:pt x="196198" y="3047"/>
                  </a:lnTo>
                  <a:lnTo>
                    <a:pt x="196198" y="3047"/>
                  </a:lnTo>
                  <a:cubicBezTo>
                    <a:pt x="196113" y="3020"/>
                    <a:pt x="196027" y="2993"/>
                    <a:pt x="195942" y="2966"/>
                  </a:cubicBezTo>
                  <a:lnTo>
                    <a:pt x="194825" y="2626"/>
                  </a:lnTo>
                  <a:cubicBezTo>
                    <a:pt x="194436" y="2504"/>
                    <a:pt x="194072" y="2383"/>
                    <a:pt x="193683" y="2310"/>
                  </a:cubicBezTo>
                  <a:close/>
                  <a:moveTo>
                    <a:pt x="196198" y="3047"/>
                  </a:moveTo>
                  <a:cubicBezTo>
                    <a:pt x="196309" y="3081"/>
                    <a:pt x="196421" y="3115"/>
                    <a:pt x="196532" y="3149"/>
                  </a:cubicBezTo>
                  <a:lnTo>
                    <a:pt x="196532" y="3149"/>
                  </a:lnTo>
                  <a:lnTo>
                    <a:pt x="196198" y="3047"/>
                  </a:lnTo>
                  <a:close/>
                  <a:moveTo>
                    <a:pt x="196532" y="3149"/>
                  </a:moveTo>
                  <a:lnTo>
                    <a:pt x="197205" y="3354"/>
                  </a:lnTo>
                  <a:cubicBezTo>
                    <a:pt x="197213" y="3356"/>
                    <a:pt x="197220" y="3358"/>
                    <a:pt x="197228" y="3360"/>
                  </a:cubicBezTo>
                  <a:lnTo>
                    <a:pt x="197228" y="3360"/>
                  </a:lnTo>
                  <a:cubicBezTo>
                    <a:pt x="196996" y="3288"/>
                    <a:pt x="196764" y="3219"/>
                    <a:pt x="196532" y="3149"/>
                  </a:cubicBezTo>
                  <a:close/>
                  <a:moveTo>
                    <a:pt x="197228" y="3360"/>
                  </a:moveTo>
                  <a:lnTo>
                    <a:pt x="197228" y="3360"/>
                  </a:lnTo>
                  <a:cubicBezTo>
                    <a:pt x="197350" y="3398"/>
                    <a:pt x="197472" y="3437"/>
                    <a:pt x="197593" y="3477"/>
                  </a:cubicBezTo>
                  <a:lnTo>
                    <a:pt x="197593" y="3477"/>
                  </a:lnTo>
                  <a:cubicBezTo>
                    <a:pt x="197473" y="3434"/>
                    <a:pt x="197353" y="3392"/>
                    <a:pt x="197228" y="3360"/>
                  </a:cubicBezTo>
                  <a:close/>
                  <a:moveTo>
                    <a:pt x="197593" y="3477"/>
                  </a:moveTo>
                  <a:lnTo>
                    <a:pt x="197593" y="3477"/>
                  </a:lnTo>
                  <a:cubicBezTo>
                    <a:pt x="197745" y="3533"/>
                    <a:pt x="197897" y="3593"/>
                    <a:pt x="198055" y="3646"/>
                  </a:cubicBezTo>
                  <a:lnTo>
                    <a:pt x="198930" y="3986"/>
                  </a:lnTo>
                  <a:cubicBezTo>
                    <a:pt x="199513" y="4205"/>
                    <a:pt x="200096" y="4423"/>
                    <a:pt x="200655" y="4666"/>
                  </a:cubicBezTo>
                  <a:cubicBezTo>
                    <a:pt x="200971" y="4803"/>
                    <a:pt x="201287" y="4943"/>
                    <a:pt x="201601" y="5085"/>
                  </a:cubicBezTo>
                  <a:lnTo>
                    <a:pt x="201601" y="5085"/>
                  </a:lnTo>
                  <a:lnTo>
                    <a:pt x="200412" y="4545"/>
                  </a:lnTo>
                  <a:lnTo>
                    <a:pt x="198201" y="3694"/>
                  </a:lnTo>
                  <a:cubicBezTo>
                    <a:pt x="197999" y="3616"/>
                    <a:pt x="197796" y="3545"/>
                    <a:pt x="197593" y="3477"/>
                  </a:cubicBezTo>
                  <a:close/>
                  <a:moveTo>
                    <a:pt x="201601" y="5085"/>
                  </a:moveTo>
                  <a:lnTo>
                    <a:pt x="201792" y="5172"/>
                  </a:lnTo>
                  <a:lnTo>
                    <a:pt x="201792" y="5172"/>
                  </a:lnTo>
                  <a:cubicBezTo>
                    <a:pt x="201728" y="5143"/>
                    <a:pt x="201665" y="5114"/>
                    <a:pt x="201601" y="5085"/>
                  </a:cubicBezTo>
                  <a:close/>
                  <a:moveTo>
                    <a:pt x="201792" y="5172"/>
                  </a:moveTo>
                  <a:cubicBezTo>
                    <a:pt x="202347" y="5425"/>
                    <a:pt x="202898" y="5687"/>
                    <a:pt x="203447" y="5957"/>
                  </a:cubicBezTo>
                  <a:lnTo>
                    <a:pt x="203447" y="5957"/>
                  </a:lnTo>
                  <a:cubicBezTo>
                    <a:pt x="203149" y="5808"/>
                    <a:pt x="202850" y="5661"/>
                    <a:pt x="202550" y="5516"/>
                  </a:cubicBezTo>
                  <a:lnTo>
                    <a:pt x="201792" y="5172"/>
                  </a:lnTo>
                  <a:close/>
                  <a:moveTo>
                    <a:pt x="203447" y="5957"/>
                  </a:moveTo>
                  <a:cubicBezTo>
                    <a:pt x="205025" y="6746"/>
                    <a:pt x="206570" y="7594"/>
                    <a:pt x="208082" y="8506"/>
                  </a:cubicBezTo>
                  <a:lnTo>
                    <a:pt x="208082" y="8506"/>
                  </a:lnTo>
                  <a:cubicBezTo>
                    <a:pt x="207745" y="8301"/>
                    <a:pt x="207407" y="8098"/>
                    <a:pt x="207068" y="7897"/>
                  </a:cubicBezTo>
                  <a:cubicBezTo>
                    <a:pt x="205877" y="7204"/>
                    <a:pt x="204670" y="6559"/>
                    <a:pt x="203447" y="5957"/>
                  </a:cubicBezTo>
                  <a:close/>
                  <a:moveTo>
                    <a:pt x="208082" y="8506"/>
                  </a:moveTo>
                  <a:cubicBezTo>
                    <a:pt x="208378" y="8686"/>
                    <a:pt x="208674" y="8868"/>
                    <a:pt x="208969" y="9051"/>
                  </a:cubicBezTo>
                  <a:lnTo>
                    <a:pt x="208969" y="9051"/>
                  </a:lnTo>
                  <a:cubicBezTo>
                    <a:pt x="208675" y="8867"/>
                    <a:pt x="208379" y="8685"/>
                    <a:pt x="208082" y="8506"/>
                  </a:cubicBezTo>
                  <a:close/>
                  <a:moveTo>
                    <a:pt x="274827" y="94613"/>
                  </a:moveTo>
                  <a:cubicBezTo>
                    <a:pt x="274825" y="94672"/>
                    <a:pt x="274822" y="94731"/>
                    <a:pt x="274819" y="94790"/>
                  </a:cubicBezTo>
                  <a:lnTo>
                    <a:pt x="274827" y="94613"/>
                  </a:lnTo>
                  <a:close/>
                  <a:moveTo>
                    <a:pt x="182036" y="164515"/>
                  </a:moveTo>
                  <a:cubicBezTo>
                    <a:pt x="182009" y="164557"/>
                    <a:pt x="182151" y="164591"/>
                    <a:pt x="182606" y="164606"/>
                  </a:cubicBezTo>
                  <a:cubicBezTo>
                    <a:pt x="182112" y="164589"/>
                    <a:pt x="181975" y="164562"/>
                    <a:pt x="182036" y="164515"/>
                  </a:cubicBezTo>
                  <a:close/>
                  <a:moveTo>
                    <a:pt x="171889" y="1"/>
                  </a:moveTo>
                  <a:cubicBezTo>
                    <a:pt x="169431" y="1"/>
                    <a:pt x="166985" y="62"/>
                    <a:pt x="164556" y="148"/>
                  </a:cubicBezTo>
                  <a:cubicBezTo>
                    <a:pt x="156370" y="512"/>
                    <a:pt x="148378" y="1314"/>
                    <a:pt x="140483" y="1872"/>
                  </a:cubicBezTo>
                  <a:cubicBezTo>
                    <a:pt x="132321" y="2456"/>
                    <a:pt x="124183" y="3379"/>
                    <a:pt x="116020" y="4666"/>
                  </a:cubicBezTo>
                  <a:lnTo>
                    <a:pt x="112960" y="5128"/>
                  </a:lnTo>
                  <a:cubicBezTo>
                    <a:pt x="111964" y="5298"/>
                    <a:pt x="110943" y="5516"/>
                    <a:pt x="109923" y="5686"/>
                  </a:cubicBezTo>
                  <a:lnTo>
                    <a:pt x="106887" y="6269"/>
                  </a:lnTo>
                  <a:lnTo>
                    <a:pt x="105380" y="6537"/>
                  </a:lnTo>
                  <a:lnTo>
                    <a:pt x="103850" y="6877"/>
                  </a:lnTo>
                  <a:cubicBezTo>
                    <a:pt x="101834" y="7314"/>
                    <a:pt x="99817" y="7727"/>
                    <a:pt x="97777" y="8188"/>
                  </a:cubicBezTo>
                  <a:lnTo>
                    <a:pt x="91704" y="9719"/>
                  </a:lnTo>
                  <a:cubicBezTo>
                    <a:pt x="90878" y="9913"/>
                    <a:pt x="90052" y="10180"/>
                    <a:pt x="89226" y="10423"/>
                  </a:cubicBezTo>
                  <a:lnTo>
                    <a:pt x="86797" y="11128"/>
                  </a:lnTo>
                  <a:lnTo>
                    <a:pt x="84416" y="11857"/>
                  </a:lnTo>
                  <a:cubicBezTo>
                    <a:pt x="83615" y="12099"/>
                    <a:pt x="82861" y="12391"/>
                    <a:pt x="82108" y="12634"/>
                  </a:cubicBezTo>
                  <a:lnTo>
                    <a:pt x="77614" y="14213"/>
                  </a:lnTo>
                  <a:cubicBezTo>
                    <a:pt x="76157" y="14747"/>
                    <a:pt x="74748" y="15355"/>
                    <a:pt x="73363" y="15889"/>
                  </a:cubicBezTo>
                  <a:lnTo>
                    <a:pt x="71323" y="16739"/>
                  </a:lnTo>
                  <a:lnTo>
                    <a:pt x="70327" y="17152"/>
                  </a:lnTo>
                  <a:lnTo>
                    <a:pt x="69331" y="17590"/>
                  </a:lnTo>
                  <a:lnTo>
                    <a:pt x="65517" y="19363"/>
                  </a:lnTo>
                  <a:lnTo>
                    <a:pt x="63671" y="20213"/>
                  </a:lnTo>
                  <a:lnTo>
                    <a:pt x="61922" y="21136"/>
                  </a:lnTo>
                  <a:lnTo>
                    <a:pt x="58521" y="22910"/>
                  </a:lnTo>
                  <a:lnTo>
                    <a:pt x="62772" y="21088"/>
                  </a:lnTo>
                  <a:lnTo>
                    <a:pt x="63841" y="20650"/>
                  </a:lnTo>
                  <a:lnTo>
                    <a:pt x="64909" y="20213"/>
                  </a:lnTo>
                  <a:lnTo>
                    <a:pt x="67072" y="19387"/>
                  </a:lnTo>
                  <a:lnTo>
                    <a:pt x="69234" y="18561"/>
                  </a:lnTo>
                  <a:cubicBezTo>
                    <a:pt x="69962" y="18270"/>
                    <a:pt x="70691" y="17978"/>
                    <a:pt x="71420" y="17735"/>
                  </a:cubicBezTo>
                  <a:lnTo>
                    <a:pt x="75817" y="16229"/>
                  </a:lnTo>
                  <a:cubicBezTo>
                    <a:pt x="76545" y="15962"/>
                    <a:pt x="77274" y="15695"/>
                    <a:pt x="78027" y="15476"/>
                  </a:cubicBezTo>
                  <a:lnTo>
                    <a:pt x="80238" y="14796"/>
                  </a:lnTo>
                  <a:cubicBezTo>
                    <a:pt x="81720" y="14334"/>
                    <a:pt x="83202" y="13873"/>
                    <a:pt x="84708" y="13411"/>
                  </a:cubicBezTo>
                  <a:lnTo>
                    <a:pt x="89202" y="12172"/>
                  </a:lnTo>
                  <a:lnTo>
                    <a:pt x="91461" y="11565"/>
                  </a:lnTo>
                  <a:lnTo>
                    <a:pt x="93744" y="11031"/>
                  </a:lnTo>
                  <a:lnTo>
                    <a:pt x="98287" y="9913"/>
                  </a:lnTo>
                  <a:cubicBezTo>
                    <a:pt x="99817" y="9597"/>
                    <a:pt x="101372" y="9282"/>
                    <a:pt x="102878" y="8942"/>
                  </a:cubicBezTo>
                  <a:lnTo>
                    <a:pt x="105186" y="8480"/>
                  </a:lnTo>
                  <a:cubicBezTo>
                    <a:pt x="105963" y="8310"/>
                    <a:pt x="106716" y="8188"/>
                    <a:pt x="107494" y="8043"/>
                  </a:cubicBezTo>
                  <a:lnTo>
                    <a:pt x="112134" y="7217"/>
                  </a:lnTo>
                  <a:cubicBezTo>
                    <a:pt x="118328" y="6197"/>
                    <a:pt x="124547" y="5322"/>
                    <a:pt x="130839" y="4715"/>
                  </a:cubicBezTo>
                  <a:lnTo>
                    <a:pt x="133195" y="4472"/>
                  </a:lnTo>
                  <a:lnTo>
                    <a:pt x="134361" y="4350"/>
                  </a:lnTo>
                  <a:lnTo>
                    <a:pt x="135551" y="4277"/>
                  </a:lnTo>
                  <a:lnTo>
                    <a:pt x="140264" y="3913"/>
                  </a:lnTo>
                  <a:lnTo>
                    <a:pt x="141454" y="3816"/>
                  </a:lnTo>
                  <a:lnTo>
                    <a:pt x="142596" y="3743"/>
                  </a:lnTo>
                  <a:lnTo>
                    <a:pt x="144928" y="3573"/>
                  </a:lnTo>
                  <a:lnTo>
                    <a:pt x="149568" y="3209"/>
                  </a:lnTo>
                  <a:cubicBezTo>
                    <a:pt x="155811" y="2747"/>
                    <a:pt x="162151" y="2261"/>
                    <a:pt x="168589" y="2140"/>
                  </a:cubicBezTo>
                  <a:lnTo>
                    <a:pt x="171018" y="2115"/>
                  </a:lnTo>
                  <a:cubicBezTo>
                    <a:pt x="171419" y="2103"/>
                    <a:pt x="171820" y="2097"/>
                    <a:pt x="172224" y="2097"/>
                  </a:cubicBezTo>
                  <a:cubicBezTo>
                    <a:pt x="172628" y="2097"/>
                    <a:pt x="173034" y="2103"/>
                    <a:pt x="173447" y="2115"/>
                  </a:cubicBezTo>
                  <a:lnTo>
                    <a:pt x="175877" y="2164"/>
                  </a:lnTo>
                  <a:cubicBezTo>
                    <a:pt x="176678" y="2188"/>
                    <a:pt x="177504" y="2237"/>
                    <a:pt x="178330" y="2261"/>
                  </a:cubicBezTo>
                  <a:lnTo>
                    <a:pt x="179545" y="2334"/>
                  </a:lnTo>
                  <a:cubicBezTo>
                    <a:pt x="179958" y="2358"/>
                    <a:pt x="180346" y="2407"/>
                    <a:pt x="180759" y="2431"/>
                  </a:cubicBezTo>
                  <a:lnTo>
                    <a:pt x="183237" y="2650"/>
                  </a:lnTo>
                  <a:lnTo>
                    <a:pt x="185691" y="2941"/>
                  </a:lnTo>
                  <a:cubicBezTo>
                    <a:pt x="186104" y="2990"/>
                    <a:pt x="186517" y="3039"/>
                    <a:pt x="186930" y="3111"/>
                  </a:cubicBezTo>
                  <a:lnTo>
                    <a:pt x="188168" y="3330"/>
                  </a:lnTo>
                  <a:lnTo>
                    <a:pt x="189407" y="3549"/>
                  </a:lnTo>
                  <a:cubicBezTo>
                    <a:pt x="189820" y="3622"/>
                    <a:pt x="190233" y="3694"/>
                    <a:pt x="190646" y="3792"/>
                  </a:cubicBezTo>
                  <a:lnTo>
                    <a:pt x="193124" y="4350"/>
                  </a:lnTo>
                  <a:cubicBezTo>
                    <a:pt x="193537" y="4447"/>
                    <a:pt x="193950" y="4569"/>
                    <a:pt x="194363" y="4690"/>
                  </a:cubicBezTo>
                  <a:lnTo>
                    <a:pt x="195602" y="5079"/>
                  </a:lnTo>
                  <a:lnTo>
                    <a:pt x="196841" y="5443"/>
                  </a:lnTo>
                  <a:lnTo>
                    <a:pt x="198055" y="5905"/>
                  </a:lnTo>
                  <a:cubicBezTo>
                    <a:pt x="201238" y="7144"/>
                    <a:pt x="204299" y="8650"/>
                    <a:pt x="207189" y="10448"/>
                  </a:cubicBezTo>
                  <a:cubicBezTo>
                    <a:pt x="212898" y="13921"/>
                    <a:pt x="217975" y="17954"/>
                    <a:pt x="222955" y="21865"/>
                  </a:cubicBezTo>
                  <a:cubicBezTo>
                    <a:pt x="225433" y="23808"/>
                    <a:pt x="227911" y="25752"/>
                    <a:pt x="230388" y="27574"/>
                  </a:cubicBezTo>
                  <a:cubicBezTo>
                    <a:pt x="231020" y="28035"/>
                    <a:pt x="231627" y="28472"/>
                    <a:pt x="232259" y="28910"/>
                  </a:cubicBezTo>
                  <a:lnTo>
                    <a:pt x="233206" y="29566"/>
                  </a:lnTo>
                  <a:lnTo>
                    <a:pt x="234154" y="30173"/>
                  </a:lnTo>
                  <a:cubicBezTo>
                    <a:pt x="235368" y="30999"/>
                    <a:pt x="236753" y="31849"/>
                    <a:pt x="238065" y="32675"/>
                  </a:cubicBezTo>
                  <a:cubicBezTo>
                    <a:pt x="240761" y="34351"/>
                    <a:pt x="243482" y="36027"/>
                    <a:pt x="246178" y="37752"/>
                  </a:cubicBezTo>
                  <a:cubicBezTo>
                    <a:pt x="248875" y="39477"/>
                    <a:pt x="251571" y="41250"/>
                    <a:pt x="254243" y="43145"/>
                  </a:cubicBezTo>
                  <a:cubicBezTo>
                    <a:pt x="256891" y="45040"/>
                    <a:pt x="259491" y="47032"/>
                    <a:pt x="262017" y="49194"/>
                  </a:cubicBezTo>
                  <a:cubicBezTo>
                    <a:pt x="264543" y="51356"/>
                    <a:pt x="266924" y="53712"/>
                    <a:pt x="269135" y="56214"/>
                  </a:cubicBezTo>
                  <a:lnTo>
                    <a:pt x="269961" y="57161"/>
                  </a:lnTo>
                  <a:cubicBezTo>
                    <a:pt x="270228" y="57477"/>
                    <a:pt x="270495" y="57817"/>
                    <a:pt x="270762" y="58133"/>
                  </a:cubicBezTo>
                  <a:lnTo>
                    <a:pt x="272317" y="60125"/>
                  </a:lnTo>
                  <a:lnTo>
                    <a:pt x="273774" y="62239"/>
                  </a:lnTo>
                  <a:cubicBezTo>
                    <a:pt x="274017" y="62579"/>
                    <a:pt x="274236" y="62943"/>
                    <a:pt x="274455" y="63307"/>
                  </a:cubicBezTo>
                  <a:lnTo>
                    <a:pt x="275111" y="64401"/>
                  </a:lnTo>
                  <a:cubicBezTo>
                    <a:pt x="276811" y="67340"/>
                    <a:pt x="278269" y="70401"/>
                    <a:pt x="279410" y="73607"/>
                  </a:cubicBezTo>
                  <a:cubicBezTo>
                    <a:pt x="280528" y="76790"/>
                    <a:pt x="281354" y="80069"/>
                    <a:pt x="281864" y="83397"/>
                  </a:cubicBezTo>
                  <a:lnTo>
                    <a:pt x="282082" y="84636"/>
                  </a:lnTo>
                  <a:cubicBezTo>
                    <a:pt x="282155" y="85049"/>
                    <a:pt x="282180" y="85462"/>
                    <a:pt x="282228" y="85875"/>
                  </a:cubicBezTo>
                  <a:lnTo>
                    <a:pt x="282350" y="87138"/>
                  </a:lnTo>
                  <a:cubicBezTo>
                    <a:pt x="282398" y="87551"/>
                    <a:pt x="282447" y="87964"/>
                    <a:pt x="282471" y="88377"/>
                  </a:cubicBezTo>
                  <a:lnTo>
                    <a:pt x="282617" y="90879"/>
                  </a:lnTo>
                  <a:lnTo>
                    <a:pt x="282641" y="93381"/>
                  </a:lnTo>
                  <a:cubicBezTo>
                    <a:pt x="282593" y="100037"/>
                    <a:pt x="281524" y="106620"/>
                    <a:pt x="279459" y="112961"/>
                  </a:cubicBezTo>
                  <a:lnTo>
                    <a:pt x="279094" y="114127"/>
                  </a:lnTo>
                  <a:cubicBezTo>
                    <a:pt x="278973" y="114515"/>
                    <a:pt x="278803" y="114904"/>
                    <a:pt x="278657" y="115293"/>
                  </a:cubicBezTo>
                  <a:lnTo>
                    <a:pt x="278220" y="116459"/>
                  </a:lnTo>
                  <a:cubicBezTo>
                    <a:pt x="278074" y="116847"/>
                    <a:pt x="277928" y="117236"/>
                    <a:pt x="277758" y="117600"/>
                  </a:cubicBezTo>
                  <a:lnTo>
                    <a:pt x="276787" y="119884"/>
                  </a:lnTo>
                  <a:lnTo>
                    <a:pt x="275718" y="122094"/>
                  </a:lnTo>
                  <a:cubicBezTo>
                    <a:pt x="274236" y="125058"/>
                    <a:pt x="272536" y="127876"/>
                    <a:pt x="270616" y="130572"/>
                  </a:cubicBezTo>
                  <a:cubicBezTo>
                    <a:pt x="277224" y="121171"/>
                    <a:pt x="281208" y="110191"/>
                    <a:pt x="282204" y="98774"/>
                  </a:cubicBezTo>
                  <a:cubicBezTo>
                    <a:pt x="282447" y="95835"/>
                    <a:pt x="282495" y="92895"/>
                    <a:pt x="282350" y="89980"/>
                  </a:cubicBezTo>
                  <a:cubicBezTo>
                    <a:pt x="282180" y="87017"/>
                    <a:pt x="281815" y="84077"/>
                    <a:pt x="281208" y="81162"/>
                  </a:cubicBezTo>
                  <a:cubicBezTo>
                    <a:pt x="280601" y="78247"/>
                    <a:pt x="279775" y="75381"/>
                    <a:pt x="278706" y="72587"/>
                  </a:cubicBezTo>
                  <a:cubicBezTo>
                    <a:pt x="277637" y="69769"/>
                    <a:pt x="276325" y="67073"/>
                    <a:pt x="274770" y="64498"/>
                  </a:cubicBezTo>
                  <a:cubicBezTo>
                    <a:pt x="274357" y="63842"/>
                    <a:pt x="273993" y="63186"/>
                    <a:pt x="273580" y="62579"/>
                  </a:cubicBezTo>
                  <a:lnTo>
                    <a:pt x="272293" y="60708"/>
                  </a:lnTo>
                  <a:cubicBezTo>
                    <a:pt x="272171" y="60562"/>
                    <a:pt x="272074" y="60417"/>
                    <a:pt x="271953" y="60271"/>
                  </a:cubicBezTo>
                  <a:lnTo>
                    <a:pt x="271612" y="59809"/>
                  </a:lnTo>
                  <a:lnTo>
                    <a:pt x="270932" y="58935"/>
                  </a:lnTo>
                  <a:lnTo>
                    <a:pt x="270228" y="58060"/>
                  </a:lnTo>
                  <a:cubicBezTo>
                    <a:pt x="270009" y="57769"/>
                    <a:pt x="269742" y="57502"/>
                    <a:pt x="269523" y="57210"/>
                  </a:cubicBezTo>
                  <a:cubicBezTo>
                    <a:pt x="267604" y="54951"/>
                    <a:pt x="265539" y="52837"/>
                    <a:pt x="263353" y="50845"/>
                  </a:cubicBezTo>
                  <a:cubicBezTo>
                    <a:pt x="259005" y="46910"/>
                    <a:pt x="254341" y="43534"/>
                    <a:pt x="249652" y="40424"/>
                  </a:cubicBezTo>
                  <a:cubicBezTo>
                    <a:pt x="244964" y="37339"/>
                    <a:pt x="240251" y="34448"/>
                    <a:pt x="235708" y="31558"/>
                  </a:cubicBezTo>
                  <a:cubicBezTo>
                    <a:pt x="231312" y="28764"/>
                    <a:pt x="227230" y="25533"/>
                    <a:pt x="223125" y="22254"/>
                  </a:cubicBezTo>
                  <a:cubicBezTo>
                    <a:pt x="220186" y="19922"/>
                    <a:pt x="217222" y="17565"/>
                    <a:pt x="214161" y="15330"/>
                  </a:cubicBezTo>
                  <a:cubicBezTo>
                    <a:pt x="211076" y="13023"/>
                    <a:pt x="207845" y="10933"/>
                    <a:pt x="204469" y="9039"/>
                  </a:cubicBezTo>
                  <a:lnTo>
                    <a:pt x="203181" y="8359"/>
                  </a:lnTo>
                  <a:cubicBezTo>
                    <a:pt x="202744" y="8140"/>
                    <a:pt x="202307" y="7897"/>
                    <a:pt x="201869" y="7703"/>
                  </a:cubicBezTo>
                  <a:lnTo>
                    <a:pt x="200509" y="7095"/>
                  </a:lnTo>
                  <a:cubicBezTo>
                    <a:pt x="200072" y="6901"/>
                    <a:pt x="199634" y="6658"/>
                    <a:pt x="199149" y="6488"/>
                  </a:cubicBezTo>
                  <a:lnTo>
                    <a:pt x="197764" y="5954"/>
                  </a:lnTo>
                  <a:cubicBezTo>
                    <a:pt x="197278" y="5784"/>
                    <a:pt x="196817" y="5589"/>
                    <a:pt x="196355" y="5468"/>
                  </a:cubicBezTo>
                  <a:lnTo>
                    <a:pt x="193513" y="4593"/>
                  </a:lnTo>
                  <a:cubicBezTo>
                    <a:pt x="189796" y="3670"/>
                    <a:pt x="186031" y="3014"/>
                    <a:pt x="182217" y="2698"/>
                  </a:cubicBezTo>
                  <a:cubicBezTo>
                    <a:pt x="178826" y="2386"/>
                    <a:pt x="175435" y="2258"/>
                    <a:pt x="172044" y="2258"/>
                  </a:cubicBezTo>
                  <a:cubicBezTo>
                    <a:pt x="171743" y="2258"/>
                    <a:pt x="171441" y="2259"/>
                    <a:pt x="171140" y="2261"/>
                  </a:cubicBezTo>
                  <a:cubicBezTo>
                    <a:pt x="167496" y="2285"/>
                    <a:pt x="163876" y="2480"/>
                    <a:pt x="160305" y="2674"/>
                  </a:cubicBezTo>
                  <a:cubicBezTo>
                    <a:pt x="156734" y="2868"/>
                    <a:pt x="153212" y="3184"/>
                    <a:pt x="149738" y="3476"/>
                  </a:cubicBezTo>
                  <a:lnTo>
                    <a:pt x="139341" y="4326"/>
                  </a:lnTo>
                  <a:lnTo>
                    <a:pt x="134094" y="4763"/>
                  </a:lnTo>
                  <a:lnTo>
                    <a:pt x="128847" y="5322"/>
                  </a:lnTo>
                  <a:cubicBezTo>
                    <a:pt x="127122" y="5492"/>
                    <a:pt x="125373" y="5735"/>
                    <a:pt x="123648" y="5954"/>
                  </a:cubicBezTo>
                  <a:cubicBezTo>
                    <a:pt x="121923" y="6197"/>
                    <a:pt x="120199" y="6391"/>
                    <a:pt x="118474" y="6682"/>
                  </a:cubicBezTo>
                  <a:lnTo>
                    <a:pt x="113300" y="7508"/>
                  </a:lnTo>
                  <a:cubicBezTo>
                    <a:pt x="111599" y="7824"/>
                    <a:pt x="109899" y="8164"/>
                    <a:pt x="108174" y="8456"/>
                  </a:cubicBezTo>
                  <a:lnTo>
                    <a:pt x="105623" y="8942"/>
                  </a:lnTo>
                  <a:lnTo>
                    <a:pt x="103073" y="9500"/>
                  </a:lnTo>
                  <a:lnTo>
                    <a:pt x="100546" y="10059"/>
                  </a:lnTo>
                  <a:cubicBezTo>
                    <a:pt x="99696" y="10253"/>
                    <a:pt x="98846" y="10399"/>
                    <a:pt x="97996" y="10618"/>
                  </a:cubicBezTo>
                  <a:lnTo>
                    <a:pt x="92967" y="11881"/>
                  </a:lnTo>
                  <a:lnTo>
                    <a:pt x="91704" y="12172"/>
                  </a:lnTo>
                  <a:lnTo>
                    <a:pt x="90441" y="12537"/>
                  </a:lnTo>
                  <a:lnTo>
                    <a:pt x="87963" y="13241"/>
                  </a:lnTo>
                  <a:cubicBezTo>
                    <a:pt x="84611" y="14116"/>
                    <a:pt x="81331" y="15233"/>
                    <a:pt x="78027" y="16253"/>
                  </a:cubicBezTo>
                  <a:cubicBezTo>
                    <a:pt x="76400" y="16812"/>
                    <a:pt x="74772" y="17395"/>
                    <a:pt x="73120" y="17978"/>
                  </a:cubicBezTo>
                  <a:cubicBezTo>
                    <a:pt x="72343" y="18270"/>
                    <a:pt x="71517" y="18537"/>
                    <a:pt x="70691" y="18828"/>
                  </a:cubicBezTo>
                  <a:lnTo>
                    <a:pt x="68262" y="19776"/>
                  </a:lnTo>
                  <a:lnTo>
                    <a:pt x="65833" y="20723"/>
                  </a:lnTo>
                  <a:cubicBezTo>
                    <a:pt x="65055" y="21063"/>
                    <a:pt x="64229" y="21355"/>
                    <a:pt x="63452" y="21719"/>
                  </a:cubicBezTo>
                  <a:lnTo>
                    <a:pt x="58666" y="23784"/>
                  </a:lnTo>
                  <a:lnTo>
                    <a:pt x="57646" y="24221"/>
                  </a:lnTo>
                  <a:cubicBezTo>
                    <a:pt x="57306" y="24367"/>
                    <a:pt x="56966" y="24537"/>
                    <a:pt x="56626" y="24707"/>
                  </a:cubicBezTo>
                  <a:lnTo>
                    <a:pt x="54585" y="25679"/>
                  </a:lnTo>
                  <a:lnTo>
                    <a:pt x="52520" y="26651"/>
                  </a:lnTo>
                  <a:lnTo>
                    <a:pt x="51500" y="27136"/>
                  </a:lnTo>
                  <a:cubicBezTo>
                    <a:pt x="51160" y="27282"/>
                    <a:pt x="50820" y="27452"/>
                    <a:pt x="50480" y="27622"/>
                  </a:cubicBezTo>
                  <a:lnTo>
                    <a:pt x="45791" y="30732"/>
                  </a:lnTo>
                  <a:cubicBezTo>
                    <a:pt x="45427" y="30975"/>
                    <a:pt x="45063" y="31217"/>
                    <a:pt x="44698" y="31460"/>
                  </a:cubicBezTo>
                  <a:lnTo>
                    <a:pt x="43678" y="32213"/>
                  </a:lnTo>
                  <a:lnTo>
                    <a:pt x="41710" y="33671"/>
                  </a:lnTo>
                  <a:lnTo>
                    <a:pt x="39961" y="35031"/>
                  </a:lnTo>
                  <a:lnTo>
                    <a:pt x="39160" y="35687"/>
                  </a:lnTo>
                  <a:cubicBezTo>
                    <a:pt x="38892" y="35882"/>
                    <a:pt x="38650" y="36124"/>
                    <a:pt x="38382" y="36343"/>
                  </a:cubicBezTo>
                  <a:cubicBezTo>
                    <a:pt x="37411" y="37218"/>
                    <a:pt x="36560" y="37995"/>
                    <a:pt x="35880" y="38699"/>
                  </a:cubicBezTo>
                  <a:cubicBezTo>
                    <a:pt x="34520" y="40084"/>
                    <a:pt x="33791" y="41056"/>
                    <a:pt x="34034" y="41396"/>
                  </a:cubicBezTo>
                  <a:cubicBezTo>
                    <a:pt x="34094" y="41474"/>
                    <a:pt x="34212" y="41515"/>
                    <a:pt x="34392" y="41515"/>
                  </a:cubicBezTo>
                  <a:cubicBezTo>
                    <a:pt x="34934" y="41515"/>
                    <a:pt x="36041" y="41142"/>
                    <a:pt x="37848" y="40303"/>
                  </a:cubicBezTo>
                  <a:cubicBezTo>
                    <a:pt x="38455" y="40011"/>
                    <a:pt x="39135" y="39671"/>
                    <a:pt x="39913" y="39282"/>
                  </a:cubicBezTo>
                  <a:cubicBezTo>
                    <a:pt x="40301" y="39112"/>
                    <a:pt x="40690" y="38894"/>
                    <a:pt x="41127" y="38675"/>
                  </a:cubicBezTo>
                  <a:lnTo>
                    <a:pt x="42488" y="38019"/>
                  </a:lnTo>
                  <a:cubicBezTo>
                    <a:pt x="43435" y="37558"/>
                    <a:pt x="44480" y="37023"/>
                    <a:pt x="45597" y="36440"/>
                  </a:cubicBezTo>
                  <a:lnTo>
                    <a:pt x="47370" y="35541"/>
                  </a:lnTo>
                  <a:lnTo>
                    <a:pt x="49338" y="34618"/>
                  </a:lnTo>
                  <a:lnTo>
                    <a:pt x="51500" y="33404"/>
                  </a:lnTo>
                  <a:lnTo>
                    <a:pt x="52715" y="32748"/>
                  </a:lnTo>
                  <a:cubicBezTo>
                    <a:pt x="53152" y="32529"/>
                    <a:pt x="53565" y="32286"/>
                    <a:pt x="54002" y="32068"/>
                  </a:cubicBezTo>
                  <a:lnTo>
                    <a:pt x="59274" y="29444"/>
                  </a:lnTo>
                  <a:lnTo>
                    <a:pt x="59881" y="29128"/>
                  </a:lnTo>
                  <a:lnTo>
                    <a:pt x="60488" y="28861"/>
                  </a:lnTo>
                  <a:lnTo>
                    <a:pt x="61654" y="28351"/>
                  </a:lnTo>
                  <a:lnTo>
                    <a:pt x="63598" y="27452"/>
                  </a:lnTo>
                  <a:lnTo>
                    <a:pt x="65395" y="26651"/>
                  </a:lnTo>
                  <a:cubicBezTo>
                    <a:pt x="65757" y="26575"/>
                    <a:pt x="66038" y="26542"/>
                    <a:pt x="66253" y="26542"/>
                  </a:cubicBezTo>
                  <a:cubicBezTo>
                    <a:pt x="66730" y="26542"/>
                    <a:pt x="66871" y="26707"/>
                    <a:pt x="66804" y="26942"/>
                  </a:cubicBezTo>
                  <a:cubicBezTo>
                    <a:pt x="66707" y="27258"/>
                    <a:pt x="66197" y="27817"/>
                    <a:pt x="65687" y="28375"/>
                  </a:cubicBezTo>
                  <a:cubicBezTo>
                    <a:pt x="83323" y="20820"/>
                    <a:pt x="102077" y="15986"/>
                    <a:pt x="121098" y="13241"/>
                  </a:cubicBezTo>
                  <a:lnTo>
                    <a:pt x="128239" y="12318"/>
                  </a:lnTo>
                  <a:cubicBezTo>
                    <a:pt x="130644" y="12075"/>
                    <a:pt x="133025" y="11808"/>
                    <a:pt x="135430" y="11565"/>
                  </a:cubicBezTo>
                  <a:lnTo>
                    <a:pt x="149908" y="10448"/>
                  </a:lnTo>
                  <a:cubicBezTo>
                    <a:pt x="154742" y="10059"/>
                    <a:pt x="159552" y="9695"/>
                    <a:pt x="164338" y="9476"/>
                  </a:cubicBezTo>
                  <a:cubicBezTo>
                    <a:pt x="166718" y="9354"/>
                    <a:pt x="169093" y="9294"/>
                    <a:pt x="171468" y="9294"/>
                  </a:cubicBezTo>
                  <a:cubicBezTo>
                    <a:pt x="173842" y="9294"/>
                    <a:pt x="176217" y="9354"/>
                    <a:pt x="178597" y="9476"/>
                  </a:cubicBezTo>
                  <a:cubicBezTo>
                    <a:pt x="179326" y="9500"/>
                    <a:pt x="180055" y="9573"/>
                    <a:pt x="180784" y="9646"/>
                  </a:cubicBezTo>
                  <a:lnTo>
                    <a:pt x="181877" y="9719"/>
                  </a:lnTo>
                  <a:cubicBezTo>
                    <a:pt x="182241" y="9743"/>
                    <a:pt x="182606" y="9767"/>
                    <a:pt x="182970" y="9840"/>
                  </a:cubicBezTo>
                  <a:lnTo>
                    <a:pt x="185132" y="10108"/>
                  </a:lnTo>
                  <a:lnTo>
                    <a:pt x="185666" y="10156"/>
                  </a:lnTo>
                  <a:cubicBezTo>
                    <a:pt x="185861" y="10180"/>
                    <a:pt x="186031" y="10229"/>
                    <a:pt x="186201" y="10253"/>
                  </a:cubicBezTo>
                  <a:lnTo>
                    <a:pt x="187270" y="10448"/>
                  </a:lnTo>
                  <a:lnTo>
                    <a:pt x="188339" y="10618"/>
                  </a:lnTo>
                  <a:cubicBezTo>
                    <a:pt x="188509" y="10666"/>
                    <a:pt x="188703" y="10691"/>
                    <a:pt x="188873" y="10715"/>
                  </a:cubicBezTo>
                  <a:lnTo>
                    <a:pt x="189407" y="10836"/>
                  </a:lnTo>
                  <a:lnTo>
                    <a:pt x="191472" y="11322"/>
                  </a:lnTo>
                  <a:cubicBezTo>
                    <a:pt x="191837" y="11419"/>
                    <a:pt x="192152" y="11541"/>
                    <a:pt x="192493" y="11638"/>
                  </a:cubicBezTo>
                  <a:lnTo>
                    <a:pt x="193513" y="11929"/>
                  </a:lnTo>
                  <a:lnTo>
                    <a:pt x="194533" y="12245"/>
                  </a:lnTo>
                  <a:cubicBezTo>
                    <a:pt x="194849" y="12367"/>
                    <a:pt x="195165" y="12488"/>
                    <a:pt x="195505" y="12610"/>
                  </a:cubicBezTo>
                  <a:cubicBezTo>
                    <a:pt x="196817" y="13071"/>
                    <a:pt x="198080" y="13678"/>
                    <a:pt x="199367" y="14286"/>
                  </a:cubicBezTo>
                  <a:lnTo>
                    <a:pt x="201262" y="15282"/>
                  </a:lnTo>
                  <a:cubicBezTo>
                    <a:pt x="201894" y="15622"/>
                    <a:pt x="202501" y="16011"/>
                    <a:pt x="203133" y="16351"/>
                  </a:cubicBezTo>
                  <a:cubicBezTo>
                    <a:pt x="205610" y="17832"/>
                    <a:pt x="208015" y="19460"/>
                    <a:pt x="210396" y="21209"/>
                  </a:cubicBezTo>
                  <a:cubicBezTo>
                    <a:pt x="215157" y="24707"/>
                    <a:pt x="219773" y="28545"/>
                    <a:pt x="224655" y="32238"/>
                  </a:cubicBezTo>
                  <a:cubicBezTo>
                    <a:pt x="225870" y="33137"/>
                    <a:pt x="227109" y="34060"/>
                    <a:pt x="228396" y="34934"/>
                  </a:cubicBezTo>
                  <a:lnTo>
                    <a:pt x="229344" y="35614"/>
                  </a:lnTo>
                  <a:lnTo>
                    <a:pt x="230316" y="36270"/>
                  </a:lnTo>
                  <a:cubicBezTo>
                    <a:pt x="230971" y="36683"/>
                    <a:pt x="231627" y="37145"/>
                    <a:pt x="232259" y="37533"/>
                  </a:cubicBezTo>
                  <a:lnTo>
                    <a:pt x="239838" y="42295"/>
                  </a:lnTo>
                  <a:cubicBezTo>
                    <a:pt x="242365" y="43898"/>
                    <a:pt x="244818" y="45477"/>
                    <a:pt x="247223" y="47129"/>
                  </a:cubicBezTo>
                  <a:cubicBezTo>
                    <a:pt x="248438" y="47955"/>
                    <a:pt x="249652" y="48781"/>
                    <a:pt x="250794" y="49631"/>
                  </a:cubicBezTo>
                  <a:cubicBezTo>
                    <a:pt x="251960" y="50505"/>
                    <a:pt x="253102" y="51356"/>
                    <a:pt x="254219" y="52254"/>
                  </a:cubicBezTo>
                  <a:cubicBezTo>
                    <a:pt x="258713" y="55825"/>
                    <a:pt x="262746" y="59761"/>
                    <a:pt x="266025" y="64158"/>
                  </a:cubicBezTo>
                  <a:cubicBezTo>
                    <a:pt x="267629" y="66344"/>
                    <a:pt x="269037" y="68676"/>
                    <a:pt x="270228" y="71105"/>
                  </a:cubicBezTo>
                  <a:cubicBezTo>
                    <a:pt x="271370" y="73559"/>
                    <a:pt x="272341" y="76109"/>
                    <a:pt x="273070" y="78709"/>
                  </a:cubicBezTo>
                  <a:cubicBezTo>
                    <a:pt x="274386" y="83525"/>
                    <a:pt x="274985" y="88486"/>
                    <a:pt x="274868" y="93457"/>
                  </a:cubicBezTo>
                  <a:lnTo>
                    <a:pt x="274868" y="93457"/>
                  </a:lnTo>
                  <a:lnTo>
                    <a:pt x="274868" y="91170"/>
                  </a:lnTo>
                  <a:lnTo>
                    <a:pt x="274843" y="90660"/>
                  </a:lnTo>
                  <a:lnTo>
                    <a:pt x="274746" y="88571"/>
                  </a:lnTo>
                  <a:lnTo>
                    <a:pt x="274528" y="86531"/>
                  </a:lnTo>
                  <a:cubicBezTo>
                    <a:pt x="274212" y="83786"/>
                    <a:pt x="273677" y="81089"/>
                    <a:pt x="272924" y="78417"/>
                  </a:cubicBezTo>
                  <a:cubicBezTo>
                    <a:pt x="272147" y="75794"/>
                    <a:pt x="271151" y="73243"/>
                    <a:pt x="269936" y="70789"/>
                  </a:cubicBezTo>
                  <a:lnTo>
                    <a:pt x="269013" y="68967"/>
                  </a:lnTo>
                  <a:lnTo>
                    <a:pt x="267944" y="67194"/>
                  </a:lnTo>
                  <a:lnTo>
                    <a:pt x="267701" y="66757"/>
                  </a:lnTo>
                  <a:lnTo>
                    <a:pt x="267386" y="66344"/>
                  </a:lnTo>
                  <a:lnTo>
                    <a:pt x="266778" y="65494"/>
                  </a:lnTo>
                  <a:lnTo>
                    <a:pt x="266195" y="64643"/>
                  </a:lnTo>
                  <a:lnTo>
                    <a:pt x="265564" y="63818"/>
                  </a:lnTo>
                  <a:lnTo>
                    <a:pt x="264932" y="62992"/>
                  </a:lnTo>
                  <a:cubicBezTo>
                    <a:pt x="264738" y="62724"/>
                    <a:pt x="264519" y="62457"/>
                    <a:pt x="264300" y="62190"/>
                  </a:cubicBezTo>
                  <a:lnTo>
                    <a:pt x="262940" y="60587"/>
                  </a:lnTo>
                  <a:cubicBezTo>
                    <a:pt x="261993" y="59566"/>
                    <a:pt x="261045" y="58522"/>
                    <a:pt x="260025" y="57550"/>
                  </a:cubicBezTo>
                  <a:cubicBezTo>
                    <a:pt x="257984" y="55582"/>
                    <a:pt x="255822" y="53712"/>
                    <a:pt x="253588" y="51963"/>
                  </a:cubicBezTo>
                  <a:cubicBezTo>
                    <a:pt x="249069" y="48416"/>
                    <a:pt x="244138" y="45210"/>
                    <a:pt x="239134" y="42027"/>
                  </a:cubicBezTo>
                  <a:lnTo>
                    <a:pt x="231554" y="37266"/>
                  </a:lnTo>
                  <a:cubicBezTo>
                    <a:pt x="228907" y="35566"/>
                    <a:pt x="226429" y="33768"/>
                    <a:pt x="224000" y="31922"/>
                  </a:cubicBezTo>
                  <a:cubicBezTo>
                    <a:pt x="219165" y="28229"/>
                    <a:pt x="214598" y="24440"/>
                    <a:pt x="209886" y="20990"/>
                  </a:cubicBezTo>
                  <a:cubicBezTo>
                    <a:pt x="207578" y="19290"/>
                    <a:pt x="205173" y="17687"/>
                    <a:pt x="202695" y="16205"/>
                  </a:cubicBezTo>
                  <a:cubicBezTo>
                    <a:pt x="201481" y="15476"/>
                    <a:pt x="200242" y="14845"/>
                    <a:pt x="199003" y="14189"/>
                  </a:cubicBezTo>
                  <a:lnTo>
                    <a:pt x="197108" y="13314"/>
                  </a:lnTo>
                  <a:cubicBezTo>
                    <a:pt x="196792" y="13168"/>
                    <a:pt x="196476" y="13071"/>
                    <a:pt x="196136" y="12925"/>
                  </a:cubicBezTo>
                  <a:lnTo>
                    <a:pt x="195189" y="12561"/>
                  </a:lnTo>
                  <a:cubicBezTo>
                    <a:pt x="194557" y="12318"/>
                    <a:pt x="193901" y="12099"/>
                    <a:pt x="193221" y="11905"/>
                  </a:cubicBezTo>
                  <a:lnTo>
                    <a:pt x="192225" y="11614"/>
                  </a:lnTo>
                  <a:lnTo>
                    <a:pt x="191739" y="11444"/>
                  </a:lnTo>
                  <a:lnTo>
                    <a:pt x="191229" y="11322"/>
                  </a:lnTo>
                  <a:lnTo>
                    <a:pt x="189189" y="10836"/>
                  </a:lnTo>
                  <a:cubicBezTo>
                    <a:pt x="188849" y="10763"/>
                    <a:pt x="188484" y="10691"/>
                    <a:pt x="188144" y="10642"/>
                  </a:cubicBezTo>
                  <a:lnTo>
                    <a:pt x="187100" y="10448"/>
                  </a:lnTo>
                  <a:cubicBezTo>
                    <a:pt x="185715" y="10180"/>
                    <a:pt x="184282" y="10035"/>
                    <a:pt x="182873" y="9840"/>
                  </a:cubicBezTo>
                  <a:cubicBezTo>
                    <a:pt x="182144" y="9767"/>
                    <a:pt x="181440" y="9719"/>
                    <a:pt x="180711" y="9646"/>
                  </a:cubicBezTo>
                  <a:cubicBezTo>
                    <a:pt x="180006" y="9597"/>
                    <a:pt x="179278" y="9500"/>
                    <a:pt x="178549" y="9500"/>
                  </a:cubicBezTo>
                  <a:cubicBezTo>
                    <a:pt x="176287" y="9385"/>
                    <a:pt x="174025" y="9330"/>
                    <a:pt x="171763" y="9330"/>
                  </a:cubicBezTo>
                  <a:cubicBezTo>
                    <a:pt x="169264" y="9330"/>
                    <a:pt x="166764" y="9397"/>
                    <a:pt x="164265" y="9525"/>
                  </a:cubicBezTo>
                  <a:cubicBezTo>
                    <a:pt x="159479" y="9767"/>
                    <a:pt x="154621" y="10156"/>
                    <a:pt x="149762" y="10569"/>
                  </a:cubicBezTo>
                  <a:cubicBezTo>
                    <a:pt x="147333" y="10788"/>
                    <a:pt x="144880" y="10982"/>
                    <a:pt x="142402" y="11176"/>
                  </a:cubicBezTo>
                  <a:lnTo>
                    <a:pt x="135163" y="11784"/>
                  </a:lnTo>
                  <a:lnTo>
                    <a:pt x="127924" y="12561"/>
                  </a:lnTo>
                  <a:lnTo>
                    <a:pt x="120709" y="13557"/>
                  </a:lnTo>
                  <a:cubicBezTo>
                    <a:pt x="101518" y="16424"/>
                    <a:pt x="82546" y="21476"/>
                    <a:pt x="64739" y="29347"/>
                  </a:cubicBezTo>
                  <a:cubicBezTo>
                    <a:pt x="64352" y="29816"/>
                    <a:pt x="64239" y="30165"/>
                    <a:pt x="64800" y="30165"/>
                  </a:cubicBezTo>
                  <a:cubicBezTo>
                    <a:pt x="64908" y="30165"/>
                    <a:pt x="65040" y="30152"/>
                    <a:pt x="65201" y="30124"/>
                  </a:cubicBezTo>
                  <a:cubicBezTo>
                    <a:pt x="66027" y="29979"/>
                    <a:pt x="66829" y="29760"/>
                    <a:pt x="67630" y="29468"/>
                  </a:cubicBezTo>
                  <a:cubicBezTo>
                    <a:pt x="68796" y="29128"/>
                    <a:pt x="70302" y="28618"/>
                    <a:pt x="72294" y="27914"/>
                  </a:cubicBezTo>
                  <a:lnTo>
                    <a:pt x="73436" y="27549"/>
                  </a:lnTo>
                  <a:cubicBezTo>
                    <a:pt x="73825" y="27404"/>
                    <a:pt x="74238" y="27258"/>
                    <a:pt x="74699" y="27112"/>
                  </a:cubicBezTo>
                  <a:cubicBezTo>
                    <a:pt x="75622" y="26821"/>
                    <a:pt x="76618" y="26480"/>
                    <a:pt x="77712" y="26116"/>
                  </a:cubicBezTo>
                  <a:cubicBezTo>
                    <a:pt x="78780" y="25752"/>
                    <a:pt x="79946" y="25339"/>
                    <a:pt x="81210" y="24926"/>
                  </a:cubicBezTo>
                  <a:lnTo>
                    <a:pt x="85194" y="23687"/>
                  </a:lnTo>
                  <a:lnTo>
                    <a:pt x="87356" y="22982"/>
                  </a:lnTo>
                  <a:lnTo>
                    <a:pt x="89590" y="22326"/>
                  </a:lnTo>
                  <a:cubicBezTo>
                    <a:pt x="91145" y="21889"/>
                    <a:pt x="92724" y="21428"/>
                    <a:pt x="94352" y="20966"/>
                  </a:cubicBezTo>
                  <a:lnTo>
                    <a:pt x="99405" y="19654"/>
                  </a:lnTo>
                  <a:lnTo>
                    <a:pt x="100716" y="19314"/>
                  </a:lnTo>
                  <a:lnTo>
                    <a:pt x="102028" y="19023"/>
                  </a:lnTo>
                  <a:lnTo>
                    <a:pt x="104700" y="18415"/>
                  </a:lnTo>
                  <a:lnTo>
                    <a:pt x="107421" y="17808"/>
                  </a:lnTo>
                  <a:lnTo>
                    <a:pt x="110166" y="17249"/>
                  </a:lnTo>
                  <a:lnTo>
                    <a:pt x="112935" y="16691"/>
                  </a:lnTo>
                  <a:lnTo>
                    <a:pt x="114320" y="16424"/>
                  </a:lnTo>
                  <a:lnTo>
                    <a:pt x="115705" y="16181"/>
                  </a:lnTo>
                  <a:lnTo>
                    <a:pt x="121292" y="15233"/>
                  </a:lnTo>
                  <a:lnTo>
                    <a:pt x="126831" y="14456"/>
                  </a:lnTo>
                  <a:lnTo>
                    <a:pt x="128191" y="14261"/>
                  </a:lnTo>
                  <a:lnTo>
                    <a:pt x="129551" y="14116"/>
                  </a:lnTo>
                  <a:lnTo>
                    <a:pt x="132248" y="13800"/>
                  </a:lnTo>
                  <a:lnTo>
                    <a:pt x="134871" y="13508"/>
                  </a:lnTo>
                  <a:cubicBezTo>
                    <a:pt x="135746" y="13411"/>
                    <a:pt x="136620" y="13338"/>
                    <a:pt x="137471" y="13266"/>
                  </a:cubicBezTo>
                  <a:lnTo>
                    <a:pt x="142426" y="12853"/>
                  </a:lnTo>
                  <a:lnTo>
                    <a:pt x="147163" y="12512"/>
                  </a:lnTo>
                  <a:cubicBezTo>
                    <a:pt x="151317" y="12245"/>
                    <a:pt x="155423" y="11929"/>
                    <a:pt x="159528" y="11711"/>
                  </a:cubicBezTo>
                  <a:cubicBezTo>
                    <a:pt x="163335" y="11486"/>
                    <a:pt x="167122" y="11344"/>
                    <a:pt x="170888" y="11344"/>
                  </a:cubicBezTo>
                  <a:cubicBezTo>
                    <a:pt x="171182" y="11344"/>
                    <a:pt x="171477" y="11345"/>
                    <a:pt x="171771" y="11346"/>
                  </a:cubicBezTo>
                  <a:cubicBezTo>
                    <a:pt x="175779" y="11346"/>
                    <a:pt x="179788" y="11589"/>
                    <a:pt x="183772" y="12075"/>
                  </a:cubicBezTo>
                  <a:cubicBezTo>
                    <a:pt x="187585" y="12512"/>
                    <a:pt x="191326" y="13411"/>
                    <a:pt x="194922" y="14747"/>
                  </a:cubicBezTo>
                  <a:cubicBezTo>
                    <a:pt x="198371" y="16083"/>
                    <a:pt x="201796" y="18002"/>
                    <a:pt x="205149" y="20262"/>
                  </a:cubicBezTo>
                  <a:cubicBezTo>
                    <a:pt x="208477" y="22497"/>
                    <a:pt x="211781" y="25047"/>
                    <a:pt x="215133" y="27671"/>
                  </a:cubicBezTo>
                  <a:cubicBezTo>
                    <a:pt x="218510" y="30319"/>
                    <a:pt x="221910" y="33064"/>
                    <a:pt x="225554" y="35711"/>
                  </a:cubicBezTo>
                  <a:cubicBezTo>
                    <a:pt x="226502" y="36343"/>
                    <a:pt x="227401" y="37023"/>
                    <a:pt x="228372" y="37655"/>
                  </a:cubicBezTo>
                  <a:lnTo>
                    <a:pt x="229805" y="38602"/>
                  </a:lnTo>
                  <a:lnTo>
                    <a:pt x="230534" y="39088"/>
                  </a:lnTo>
                  <a:lnTo>
                    <a:pt x="231214" y="39501"/>
                  </a:lnTo>
                  <a:lnTo>
                    <a:pt x="236729" y="42951"/>
                  </a:lnTo>
                  <a:cubicBezTo>
                    <a:pt x="240373" y="45234"/>
                    <a:pt x="243944" y="47493"/>
                    <a:pt x="247369" y="49850"/>
                  </a:cubicBezTo>
                  <a:cubicBezTo>
                    <a:pt x="250721" y="52157"/>
                    <a:pt x="253928" y="54659"/>
                    <a:pt x="256940" y="57356"/>
                  </a:cubicBezTo>
                  <a:cubicBezTo>
                    <a:pt x="259855" y="59955"/>
                    <a:pt x="262503" y="62846"/>
                    <a:pt x="264811" y="65980"/>
                  </a:cubicBezTo>
                  <a:cubicBezTo>
                    <a:pt x="266997" y="69040"/>
                    <a:pt x="268770" y="72368"/>
                    <a:pt x="270082" y="75891"/>
                  </a:cubicBezTo>
                  <a:lnTo>
                    <a:pt x="270349" y="76547"/>
                  </a:lnTo>
                  <a:cubicBezTo>
                    <a:pt x="270422" y="76765"/>
                    <a:pt x="270495" y="76984"/>
                    <a:pt x="270568" y="77202"/>
                  </a:cubicBezTo>
                  <a:lnTo>
                    <a:pt x="270981" y="78539"/>
                  </a:lnTo>
                  <a:cubicBezTo>
                    <a:pt x="271151" y="79000"/>
                    <a:pt x="271248" y="79462"/>
                    <a:pt x="271370" y="79899"/>
                  </a:cubicBezTo>
                  <a:lnTo>
                    <a:pt x="271734" y="81284"/>
                  </a:lnTo>
                  <a:lnTo>
                    <a:pt x="272050" y="82668"/>
                  </a:lnTo>
                  <a:cubicBezTo>
                    <a:pt x="272123" y="83130"/>
                    <a:pt x="272244" y="83591"/>
                    <a:pt x="272317" y="84053"/>
                  </a:cubicBezTo>
                  <a:lnTo>
                    <a:pt x="272536" y="85462"/>
                  </a:lnTo>
                  <a:lnTo>
                    <a:pt x="272633" y="86166"/>
                  </a:lnTo>
                  <a:cubicBezTo>
                    <a:pt x="272681" y="86385"/>
                    <a:pt x="272706" y="86628"/>
                    <a:pt x="272730" y="86871"/>
                  </a:cubicBezTo>
                  <a:cubicBezTo>
                    <a:pt x="273143" y="90636"/>
                    <a:pt x="273167" y="94426"/>
                    <a:pt x="272778" y="98215"/>
                  </a:cubicBezTo>
                  <a:cubicBezTo>
                    <a:pt x="272754" y="98677"/>
                    <a:pt x="272681" y="99138"/>
                    <a:pt x="272608" y="99624"/>
                  </a:cubicBezTo>
                  <a:lnTo>
                    <a:pt x="272414" y="101009"/>
                  </a:lnTo>
                  <a:cubicBezTo>
                    <a:pt x="272268" y="101956"/>
                    <a:pt x="272074" y="102879"/>
                    <a:pt x="271928" y="103802"/>
                  </a:cubicBezTo>
                  <a:cubicBezTo>
                    <a:pt x="271710" y="104750"/>
                    <a:pt x="271515" y="105649"/>
                    <a:pt x="271272" y="106572"/>
                  </a:cubicBezTo>
                  <a:lnTo>
                    <a:pt x="270884" y="107932"/>
                  </a:lnTo>
                  <a:cubicBezTo>
                    <a:pt x="270762" y="108369"/>
                    <a:pt x="270641" y="108831"/>
                    <a:pt x="270471" y="109268"/>
                  </a:cubicBezTo>
                  <a:cubicBezTo>
                    <a:pt x="269353" y="112815"/>
                    <a:pt x="267871" y="116264"/>
                    <a:pt x="266050" y="119519"/>
                  </a:cubicBezTo>
                  <a:lnTo>
                    <a:pt x="265564" y="120394"/>
                  </a:lnTo>
                  <a:lnTo>
                    <a:pt x="265029" y="121244"/>
                  </a:lnTo>
                  <a:lnTo>
                    <a:pt x="264495" y="122119"/>
                  </a:lnTo>
                  <a:lnTo>
                    <a:pt x="264252" y="122532"/>
                  </a:lnTo>
                  <a:lnTo>
                    <a:pt x="263960" y="122945"/>
                  </a:lnTo>
                  <a:lnTo>
                    <a:pt x="262843" y="124596"/>
                  </a:lnTo>
                  <a:lnTo>
                    <a:pt x="261628" y="126200"/>
                  </a:lnTo>
                  <a:cubicBezTo>
                    <a:pt x="260001" y="128289"/>
                    <a:pt x="258203" y="130257"/>
                    <a:pt x="256284" y="132054"/>
                  </a:cubicBezTo>
                  <a:cubicBezTo>
                    <a:pt x="254341" y="133828"/>
                    <a:pt x="252276" y="135431"/>
                    <a:pt x="250089" y="136864"/>
                  </a:cubicBezTo>
                  <a:lnTo>
                    <a:pt x="248389" y="137933"/>
                  </a:lnTo>
                  <a:lnTo>
                    <a:pt x="246616" y="138929"/>
                  </a:lnTo>
                  <a:lnTo>
                    <a:pt x="246178" y="139196"/>
                  </a:lnTo>
                  <a:lnTo>
                    <a:pt x="245741" y="139415"/>
                  </a:lnTo>
                  <a:lnTo>
                    <a:pt x="244818" y="139876"/>
                  </a:lnTo>
                  <a:lnTo>
                    <a:pt x="243919" y="140338"/>
                  </a:lnTo>
                  <a:lnTo>
                    <a:pt x="242996" y="140775"/>
                  </a:lnTo>
                  <a:lnTo>
                    <a:pt x="242049" y="141188"/>
                  </a:lnTo>
                  <a:lnTo>
                    <a:pt x="241587" y="141407"/>
                  </a:lnTo>
                  <a:lnTo>
                    <a:pt x="241126" y="141601"/>
                  </a:lnTo>
                  <a:lnTo>
                    <a:pt x="239231" y="142403"/>
                  </a:lnTo>
                  <a:lnTo>
                    <a:pt x="237287" y="143131"/>
                  </a:lnTo>
                  <a:cubicBezTo>
                    <a:pt x="236656" y="143399"/>
                    <a:pt x="235976" y="143593"/>
                    <a:pt x="235344" y="143836"/>
                  </a:cubicBezTo>
                  <a:cubicBezTo>
                    <a:pt x="232721" y="144735"/>
                    <a:pt x="230000" y="145512"/>
                    <a:pt x="227255" y="146192"/>
                  </a:cubicBezTo>
                  <a:cubicBezTo>
                    <a:pt x="224485" y="146872"/>
                    <a:pt x="221692" y="147455"/>
                    <a:pt x="218850" y="147990"/>
                  </a:cubicBezTo>
                  <a:cubicBezTo>
                    <a:pt x="216007" y="148500"/>
                    <a:pt x="213117" y="148986"/>
                    <a:pt x="210226" y="149374"/>
                  </a:cubicBezTo>
                  <a:cubicBezTo>
                    <a:pt x="194787" y="151592"/>
                    <a:pt x="179230" y="152704"/>
                    <a:pt x="163670" y="152704"/>
                  </a:cubicBezTo>
                  <a:cubicBezTo>
                    <a:pt x="155702" y="152704"/>
                    <a:pt x="147733" y="152412"/>
                    <a:pt x="139778" y="151828"/>
                  </a:cubicBezTo>
                  <a:lnTo>
                    <a:pt x="136742" y="151634"/>
                  </a:lnTo>
                  <a:lnTo>
                    <a:pt x="133705" y="151342"/>
                  </a:lnTo>
                  <a:lnTo>
                    <a:pt x="127608" y="150735"/>
                  </a:lnTo>
                  <a:cubicBezTo>
                    <a:pt x="125567" y="150492"/>
                    <a:pt x="123551" y="150225"/>
                    <a:pt x="121510" y="149958"/>
                  </a:cubicBezTo>
                  <a:lnTo>
                    <a:pt x="118450" y="149569"/>
                  </a:lnTo>
                  <a:cubicBezTo>
                    <a:pt x="117454" y="149423"/>
                    <a:pt x="116433" y="149253"/>
                    <a:pt x="115413" y="149107"/>
                  </a:cubicBezTo>
                  <a:lnTo>
                    <a:pt x="109316" y="148111"/>
                  </a:lnTo>
                  <a:cubicBezTo>
                    <a:pt x="107275" y="147747"/>
                    <a:pt x="105235" y="147358"/>
                    <a:pt x="103218" y="146970"/>
                  </a:cubicBezTo>
                  <a:lnTo>
                    <a:pt x="100182" y="146387"/>
                  </a:lnTo>
                  <a:cubicBezTo>
                    <a:pt x="99162" y="146192"/>
                    <a:pt x="98141" y="145949"/>
                    <a:pt x="97145" y="145731"/>
                  </a:cubicBezTo>
                  <a:lnTo>
                    <a:pt x="91072" y="144370"/>
                  </a:lnTo>
                  <a:cubicBezTo>
                    <a:pt x="89056" y="143884"/>
                    <a:pt x="87040" y="143374"/>
                    <a:pt x="85048" y="142864"/>
                  </a:cubicBezTo>
                  <a:lnTo>
                    <a:pt x="82036" y="142087"/>
                  </a:lnTo>
                  <a:cubicBezTo>
                    <a:pt x="81040" y="141820"/>
                    <a:pt x="80044" y="141528"/>
                    <a:pt x="79048" y="141237"/>
                  </a:cubicBezTo>
                  <a:lnTo>
                    <a:pt x="73096" y="139536"/>
                  </a:lnTo>
                  <a:cubicBezTo>
                    <a:pt x="71128" y="138929"/>
                    <a:pt x="69161" y="138273"/>
                    <a:pt x="67193" y="137666"/>
                  </a:cubicBezTo>
                  <a:cubicBezTo>
                    <a:pt x="63258" y="136451"/>
                    <a:pt x="59395" y="135115"/>
                    <a:pt x="55630" y="133682"/>
                  </a:cubicBezTo>
                  <a:cubicBezTo>
                    <a:pt x="51865" y="132249"/>
                    <a:pt x="48221" y="130694"/>
                    <a:pt x="44698" y="128993"/>
                  </a:cubicBezTo>
                  <a:cubicBezTo>
                    <a:pt x="41249" y="127342"/>
                    <a:pt x="37921" y="125471"/>
                    <a:pt x="34714" y="123358"/>
                  </a:cubicBezTo>
                  <a:cubicBezTo>
                    <a:pt x="33937" y="122847"/>
                    <a:pt x="33159" y="122337"/>
                    <a:pt x="32406" y="121779"/>
                  </a:cubicBezTo>
                  <a:lnTo>
                    <a:pt x="31289" y="120953"/>
                  </a:lnTo>
                  <a:cubicBezTo>
                    <a:pt x="30925" y="120685"/>
                    <a:pt x="30560" y="120394"/>
                    <a:pt x="30196" y="120127"/>
                  </a:cubicBezTo>
                  <a:cubicBezTo>
                    <a:pt x="29831" y="119835"/>
                    <a:pt x="29467" y="119568"/>
                    <a:pt x="29103" y="119252"/>
                  </a:cubicBezTo>
                  <a:lnTo>
                    <a:pt x="28058" y="118378"/>
                  </a:lnTo>
                  <a:cubicBezTo>
                    <a:pt x="27354" y="117795"/>
                    <a:pt x="26722" y="117187"/>
                    <a:pt x="26066" y="116580"/>
                  </a:cubicBezTo>
                  <a:cubicBezTo>
                    <a:pt x="23491" y="114151"/>
                    <a:pt x="21159" y="111479"/>
                    <a:pt x="19143" y="108588"/>
                  </a:cubicBezTo>
                  <a:cubicBezTo>
                    <a:pt x="17199" y="105770"/>
                    <a:pt x="15572" y="102782"/>
                    <a:pt x="14309" y="99624"/>
                  </a:cubicBezTo>
                  <a:cubicBezTo>
                    <a:pt x="13094" y="96612"/>
                    <a:pt x="12317" y="93478"/>
                    <a:pt x="11928" y="90247"/>
                  </a:cubicBezTo>
                  <a:lnTo>
                    <a:pt x="11807" y="89081"/>
                  </a:lnTo>
                  <a:cubicBezTo>
                    <a:pt x="11782" y="88887"/>
                    <a:pt x="11782" y="88693"/>
                    <a:pt x="11782" y="88523"/>
                  </a:cubicBezTo>
                  <a:lnTo>
                    <a:pt x="11758" y="87940"/>
                  </a:lnTo>
                  <a:lnTo>
                    <a:pt x="11734" y="86774"/>
                  </a:lnTo>
                  <a:cubicBezTo>
                    <a:pt x="11709" y="86385"/>
                    <a:pt x="11758" y="86021"/>
                    <a:pt x="11758" y="85632"/>
                  </a:cubicBezTo>
                  <a:cubicBezTo>
                    <a:pt x="11807" y="84101"/>
                    <a:pt x="11977" y="82571"/>
                    <a:pt x="12268" y="81065"/>
                  </a:cubicBezTo>
                  <a:cubicBezTo>
                    <a:pt x="13361" y="75065"/>
                    <a:pt x="16228" y="69478"/>
                    <a:pt x="19823" y="64571"/>
                  </a:cubicBezTo>
                  <a:cubicBezTo>
                    <a:pt x="21305" y="62530"/>
                    <a:pt x="22884" y="60562"/>
                    <a:pt x="24584" y="58692"/>
                  </a:cubicBezTo>
                  <a:cubicBezTo>
                    <a:pt x="26139" y="56967"/>
                    <a:pt x="27621" y="55485"/>
                    <a:pt x="28981" y="54149"/>
                  </a:cubicBezTo>
                  <a:cubicBezTo>
                    <a:pt x="31678" y="51501"/>
                    <a:pt x="33864" y="49534"/>
                    <a:pt x="35394" y="48100"/>
                  </a:cubicBezTo>
                  <a:cubicBezTo>
                    <a:pt x="36147" y="47372"/>
                    <a:pt x="36730" y="46789"/>
                    <a:pt x="37168" y="46327"/>
                  </a:cubicBezTo>
                  <a:cubicBezTo>
                    <a:pt x="37484" y="45987"/>
                    <a:pt x="37751" y="45623"/>
                    <a:pt x="37969" y="45210"/>
                  </a:cubicBezTo>
                  <a:cubicBezTo>
                    <a:pt x="38077" y="44940"/>
                    <a:pt x="37975" y="44805"/>
                    <a:pt x="37672" y="44805"/>
                  </a:cubicBezTo>
                  <a:cubicBezTo>
                    <a:pt x="37429" y="44805"/>
                    <a:pt x="37057" y="44891"/>
                    <a:pt x="36560" y="45064"/>
                  </a:cubicBezTo>
                  <a:cubicBezTo>
                    <a:pt x="34836" y="45720"/>
                    <a:pt x="33184" y="46546"/>
                    <a:pt x="31605" y="47517"/>
                  </a:cubicBezTo>
                  <a:cubicBezTo>
                    <a:pt x="28860" y="49145"/>
                    <a:pt x="26260" y="50967"/>
                    <a:pt x="23783" y="52983"/>
                  </a:cubicBezTo>
                  <a:cubicBezTo>
                    <a:pt x="20333" y="55753"/>
                    <a:pt x="17199" y="58886"/>
                    <a:pt x="14454" y="62311"/>
                  </a:cubicBezTo>
                  <a:cubicBezTo>
                    <a:pt x="12778" y="64352"/>
                    <a:pt x="11272" y="66538"/>
                    <a:pt x="9960" y="68822"/>
                  </a:cubicBezTo>
                  <a:cubicBezTo>
                    <a:pt x="9620" y="69429"/>
                    <a:pt x="9280" y="70061"/>
                    <a:pt x="8989" y="70692"/>
                  </a:cubicBezTo>
                  <a:cubicBezTo>
                    <a:pt x="8673" y="71324"/>
                    <a:pt x="8381" y="71980"/>
                    <a:pt x="8066" y="72636"/>
                  </a:cubicBezTo>
                  <a:cubicBezTo>
                    <a:pt x="7458" y="73996"/>
                    <a:pt x="6948" y="75381"/>
                    <a:pt x="6511" y="76814"/>
                  </a:cubicBezTo>
                  <a:lnTo>
                    <a:pt x="5466" y="76498"/>
                  </a:lnTo>
                  <a:cubicBezTo>
                    <a:pt x="5879" y="75065"/>
                    <a:pt x="6365" y="73680"/>
                    <a:pt x="6924" y="72295"/>
                  </a:cubicBezTo>
                  <a:cubicBezTo>
                    <a:pt x="7483" y="71008"/>
                    <a:pt x="8017" y="69769"/>
                    <a:pt x="8600" y="68652"/>
                  </a:cubicBezTo>
                  <a:cubicBezTo>
                    <a:pt x="9669" y="66611"/>
                    <a:pt x="10835" y="64643"/>
                    <a:pt x="12098" y="62749"/>
                  </a:cubicBezTo>
                  <a:cubicBezTo>
                    <a:pt x="13896" y="60149"/>
                    <a:pt x="15815" y="57623"/>
                    <a:pt x="17880" y="55218"/>
                  </a:cubicBezTo>
                  <a:cubicBezTo>
                    <a:pt x="19386" y="53420"/>
                    <a:pt x="20455" y="52206"/>
                    <a:pt x="21135" y="51356"/>
                  </a:cubicBezTo>
                  <a:cubicBezTo>
                    <a:pt x="21791" y="50505"/>
                    <a:pt x="22058" y="50020"/>
                    <a:pt x="22058" y="49728"/>
                  </a:cubicBezTo>
                  <a:cubicBezTo>
                    <a:pt x="22068" y="49503"/>
                    <a:pt x="21894" y="49429"/>
                    <a:pt x="21629" y="49429"/>
                  </a:cubicBezTo>
                  <a:cubicBezTo>
                    <a:pt x="21263" y="49429"/>
                    <a:pt x="20725" y="49571"/>
                    <a:pt x="20260" y="49655"/>
                  </a:cubicBezTo>
                  <a:cubicBezTo>
                    <a:pt x="20065" y="49697"/>
                    <a:pt x="19883" y="49725"/>
                    <a:pt x="19731" y="49725"/>
                  </a:cubicBezTo>
                  <a:cubicBezTo>
                    <a:pt x="19262" y="49725"/>
                    <a:pt x="19095" y="49451"/>
                    <a:pt x="19774" y="48441"/>
                  </a:cubicBezTo>
                  <a:lnTo>
                    <a:pt x="19774" y="48441"/>
                  </a:lnTo>
                  <a:cubicBezTo>
                    <a:pt x="15159" y="52789"/>
                    <a:pt x="10859" y="57672"/>
                    <a:pt x="7385" y="63283"/>
                  </a:cubicBezTo>
                  <a:cubicBezTo>
                    <a:pt x="6511" y="64692"/>
                    <a:pt x="5685" y="66125"/>
                    <a:pt x="4956" y="67631"/>
                  </a:cubicBezTo>
                  <a:cubicBezTo>
                    <a:pt x="4227" y="69162"/>
                    <a:pt x="3547" y="70668"/>
                    <a:pt x="2964" y="72271"/>
                  </a:cubicBezTo>
                  <a:cubicBezTo>
                    <a:pt x="2357" y="73850"/>
                    <a:pt x="1847" y="75478"/>
                    <a:pt x="1434" y="77130"/>
                  </a:cubicBezTo>
                  <a:cubicBezTo>
                    <a:pt x="1215" y="77956"/>
                    <a:pt x="997" y="78781"/>
                    <a:pt x="875" y="79632"/>
                  </a:cubicBezTo>
                  <a:cubicBezTo>
                    <a:pt x="729" y="80458"/>
                    <a:pt x="559" y="81308"/>
                    <a:pt x="462" y="82158"/>
                  </a:cubicBezTo>
                  <a:cubicBezTo>
                    <a:pt x="49" y="85583"/>
                    <a:pt x="1" y="89033"/>
                    <a:pt x="365" y="92458"/>
                  </a:cubicBezTo>
                  <a:cubicBezTo>
                    <a:pt x="754" y="95835"/>
                    <a:pt x="1507" y="99187"/>
                    <a:pt x="2576" y="102418"/>
                  </a:cubicBezTo>
                  <a:cubicBezTo>
                    <a:pt x="3620" y="105600"/>
                    <a:pt x="4980" y="108685"/>
                    <a:pt x="6608" y="111624"/>
                  </a:cubicBezTo>
                  <a:cubicBezTo>
                    <a:pt x="8211" y="114564"/>
                    <a:pt x="10033" y="117357"/>
                    <a:pt x="12098" y="120005"/>
                  </a:cubicBezTo>
                  <a:cubicBezTo>
                    <a:pt x="12608" y="120661"/>
                    <a:pt x="13264" y="121341"/>
                    <a:pt x="13920" y="122094"/>
                  </a:cubicBezTo>
                  <a:cubicBezTo>
                    <a:pt x="14576" y="122872"/>
                    <a:pt x="15353" y="123649"/>
                    <a:pt x="16155" y="124451"/>
                  </a:cubicBezTo>
                  <a:lnTo>
                    <a:pt x="16762" y="125058"/>
                  </a:lnTo>
                  <a:lnTo>
                    <a:pt x="17418" y="125665"/>
                  </a:lnTo>
                  <a:lnTo>
                    <a:pt x="18730" y="126880"/>
                  </a:lnTo>
                  <a:cubicBezTo>
                    <a:pt x="19191" y="127293"/>
                    <a:pt x="19653" y="127682"/>
                    <a:pt x="20115" y="128070"/>
                  </a:cubicBezTo>
                  <a:cubicBezTo>
                    <a:pt x="20576" y="128459"/>
                    <a:pt x="21038" y="128872"/>
                    <a:pt x="21523" y="129261"/>
                  </a:cubicBezTo>
                  <a:cubicBezTo>
                    <a:pt x="24900" y="131957"/>
                    <a:pt x="28471" y="134386"/>
                    <a:pt x="32212" y="136548"/>
                  </a:cubicBezTo>
                  <a:cubicBezTo>
                    <a:pt x="36245" y="138856"/>
                    <a:pt x="40399" y="140921"/>
                    <a:pt x="44674" y="142743"/>
                  </a:cubicBezTo>
                  <a:cubicBezTo>
                    <a:pt x="48901" y="144540"/>
                    <a:pt x="53152" y="146119"/>
                    <a:pt x="57379" y="147577"/>
                  </a:cubicBezTo>
                  <a:cubicBezTo>
                    <a:pt x="58423" y="147917"/>
                    <a:pt x="59492" y="148306"/>
                    <a:pt x="60561" y="148621"/>
                  </a:cubicBezTo>
                  <a:lnTo>
                    <a:pt x="63743" y="149642"/>
                  </a:lnTo>
                  <a:lnTo>
                    <a:pt x="66926" y="150638"/>
                  </a:lnTo>
                  <a:cubicBezTo>
                    <a:pt x="67970" y="150953"/>
                    <a:pt x="69039" y="151318"/>
                    <a:pt x="70108" y="151609"/>
                  </a:cubicBezTo>
                  <a:cubicBezTo>
                    <a:pt x="74383" y="152824"/>
                    <a:pt x="78635" y="154087"/>
                    <a:pt x="82934" y="155107"/>
                  </a:cubicBezTo>
                  <a:lnTo>
                    <a:pt x="86141" y="155909"/>
                  </a:lnTo>
                  <a:lnTo>
                    <a:pt x="87769" y="156346"/>
                  </a:lnTo>
                  <a:lnTo>
                    <a:pt x="89372" y="156711"/>
                  </a:lnTo>
                  <a:lnTo>
                    <a:pt x="95834" y="158144"/>
                  </a:lnTo>
                  <a:cubicBezTo>
                    <a:pt x="96392" y="158241"/>
                    <a:pt x="96927" y="158387"/>
                    <a:pt x="97461" y="158484"/>
                  </a:cubicBezTo>
                  <a:lnTo>
                    <a:pt x="99089" y="158800"/>
                  </a:lnTo>
                  <a:lnTo>
                    <a:pt x="102320" y="159407"/>
                  </a:lnTo>
                  <a:cubicBezTo>
                    <a:pt x="104506" y="159796"/>
                    <a:pt x="106644" y="160257"/>
                    <a:pt x="108830" y="160573"/>
                  </a:cubicBezTo>
                  <a:lnTo>
                    <a:pt x="115340" y="161618"/>
                  </a:lnTo>
                  <a:cubicBezTo>
                    <a:pt x="116409" y="161812"/>
                    <a:pt x="117502" y="161934"/>
                    <a:pt x="118595" y="162079"/>
                  </a:cubicBezTo>
                  <a:lnTo>
                    <a:pt x="121851" y="162492"/>
                  </a:lnTo>
                  <a:lnTo>
                    <a:pt x="125106" y="162930"/>
                  </a:lnTo>
                  <a:lnTo>
                    <a:pt x="125932" y="163027"/>
                  </a:lnTo>
                  <a:lnTo>
                    <a:pt x="126758" y="163124"/>
                  </a:lnTo>
                  <a:lnTo>
                    <a:pt x="128385" y="163270"/>
                  </a:lnTo>
                  <a:lnTo>
                    <a:pt x="134920" y="163950"/>
                  </a:lnTo>
                  <a:cubicBezTo>
                    <a:pt x="137082" y="164144"/>
                    <a:pt x="139268" y="164290"/>
                    <a:pt x="141454" y="164436"/>
                  </a:cubicBezTo>
                  <a:lnTo>
                    <a:pt x="144734" y="164679"/>
                  </a:lnTo>
                  <a:cubicBezTo>
                    <a:pt x="145827" y="164751"/>
                    <a:pt x="146920" y="164800"/>
                    <a:pt x="147989" y="164849"/>
                  </a:cubicBezTo>
                  <a:lnTo>
                    <a:pt x="154548" y="165140"/>
                  </a:lnTo>
                  <a:lnTo>
                    <a:pt x="161083" y="165262"/>
                  </a:lnTo>
                  <a:lnTo>
                    <a:pt x="164338" y="165310"/>
                  </a:lnTo>
                  <a:lnTo>
                    <a:pt x="167617" y="165262"/>
                  </a:lnTo>
                  <a:lnTo>
                    <a:pt x="174152" y="165189"/>
                  </a:lnTo>
                  <a:lnTo>
                    <a:pt x="180662" y="164897"/>
                  </a:lnTo>
                  <a:cubicBezTo>
                    <a:pt x="181755" y="164849"/>
                    <a:pt x="182824" y="164824"/>
                    <a:pt x="183917" y="164776"/>
                  </a:cubicBezTo>
                  <a:lnTo>
                    <a:pt x="187173" y="164533"/>
                  </a:lnTo>
                  <a:cubicBezTo>
                    <a:pt x="189335" y="164363"/>
                    <a:pt x="191497" y="164241"/>
                    <a:pt x="193659" y="164071"/>
                  </a:cubicBezTo>
                  <a:lnTo>
                    <a:pt x="200145" y="163415"/>
                  </a:lnTo>
                  <a:cubicBezTo>
                    <a:pt x="201213" y="163294"/>
                    <a:pt x="202307" y="163197"/>
                    <a:pt x="203375" y="163075"/>
                  </a:cubicBezTo>
                  <a:lnTo>
                    <a:pt x="206606" y="162662"/>
                  </a:lnTo>
                  <a:cubicBezTo>
                    <a:pt x="208744" y="162371"/>
                    <a:pt x="210882" y="162104"/>
                    <a:pt x="213044" y="161812"/>
                  </a:cubicBezTo>
                  <a:cubicBezTo>
                    <a:pt x="217344" y="161156"/>
                    <a:pt x="221668" y="160427"/>
                    <a:pt x="225992" y="159504"/>
                  </a:cubicBezTo>
                  <a:cubicBezTo>
                    <a:pt x="230364" y="158581"/>
                    <a:pt x="234688" y="157415"/>
                    <a:pt x="238915" y="155982"/>
                  </a:cubicBezTo>
                  <a:cubicBezTo>
                    <a:pt x="243263" y="154524"/>
                    <a:pt x="247466" y="152727"/>
                    <a:pt x="251523" y="150613"/>
                  </a:cubicBezTo>
                  <a:cubicBezTo>
                    <a:pt x="251766" y="150468"/>
                    <a:pt x="252033" y="150346"/>
                    <a:pt x="252276" y="150200"/>
                  </a:cubicBezTo>
                  <a:lnTo>
                    <a:pt x="253029" y="149763"/>
                  </a:lnTo>
                  <a:lnTo>
                    <a:pt x="254559" y="148913"/>
                  </a:lnTo>
                  <a:cubicBezTo>
                    <a:pt x="255555" y="148306"/>
                    <a:pt x="256527" y="147674"/>
                    <a:pt x="257499" y="147042"/>
                  </a:cubicBezTo>
                  <a:lnTo>
                    <a:pt x="258956" y="146022"/>
                  </a:lnTo>
                  <a:lnTo>
                    <a:pt x="259685" y="145488"/>
                  </a:lnTo>
                  <a:lnTo>
                    <a:pt x="260049" y="145245"/>
                  </a:lnTo>
                  <a:lnTo>
                    <a:pt x="260389" y="144953"/>
                  </a:lnTo>
                  <a:lnTo>
                    <a:pt x="261774" y="143860"/>
                  </a:lnTo>
                  <a:lnTo>
                    <a:pt x="262479" y="143301"/>
                  </a:lnTo>
                  <a:cubicBezTo>
                    <a:pt x="262697" y="143107"/>
                    <a:pt x="262916" y="142913"/>
                    <a:pt x="263134" y="142718"/>
                  </a:cubicBezTo>
                  <a:cubicBezTo>
                    <a:pt x="266657" y="139609"/>
                    <a:pt x="269839" y="136111"/>
                    <a:pt x="272560" y="132297"/>
                  </a:cubicBezTo>
                  <a:cubicBezTo>
                    <a:pt x="272924" y="131836"/>
                    <a:pt x="273240" y="131350"/>
                    <a:pt x="273556" y="130864"/>
                  </a:cubicBezTo>
                  <a:lnTo>
                    <a:pt x="274528" y="129406"/>
                  </a:lnTo>
                  <a:cubicBezTo>
                    <a:pt x="275159" y="128410"/>
                    <a:pt x="275718" y="127414"/>
                    <a:pt x="276325" y="126418"/>
                  </a:cubicBezTo>
                  <a:lnTo>
                    <a:pt x="277151" y="124864"/>
                  </a:lnTo>
                  <a:cubicBezTo>
                    <a:pt x="277418" y="124354"/>
                    <a:pt x="277710" y="123843"/>
                    <a:pt x="277953" y="123309"/>
                  </a:cubicBezTo>
                  <a:lnTo>
                    <a:pt x="278706" y="121754"/>
                  </a:lnTo>
                  <a:lnTo>
                    <a:pt x="279094" y="120953"/>
                  </a:lnTo>
                  <a:lnTo>
                    <a:pt x="279435" y="120151"/>
                  </a:lnTo>
                  <a:cubicBezTo>
                    <a:pt x="281256" y="115900"/>
                    <a:pt x="282665" y="111454"/>
                    <a:pt x="283637" y="106912"/>
                  </a:cubicBezTo>
                  <a:cubicBezTo>
                    <a:pt x="283686" y="106645"/>
                    <a:pt x="283759" y="106353"/>
                    <a:pt x="283807" y="106062"/>
                  </a:cubicBezTo>
                  <a:lnTo>
                    <a:pt x="283953" y="105211"/>
                  </a:lnTo>
                  <a:lnTo>
                    <a:pt x="284269" y="103487"/>
                  </a:lnTo>
                  <a:cubicBezTo>
                    <a:pt x="284439" y="102345"/>
                    <a:pt x="284560" y="101179"/>
                    <a:pt x="284730" y="100037"/>
                  </a:cubicBezTo>
                  <a:cubicBezTo>
                    <a:pt x="284803" y="98871"/>
                    <a:pt x="284925" y="97729"/>
                    <a:pt x="284973" y="96563"/>
                  </a:cubicBezTo>
                  <a:lnTo>
                    <a:pt x="285046" y="94814"/>
                  </a:lnTo>
                  <a:lnTo>
                    <a:pt x="285070" y="93940"/>
                  </a:lnTo>
                  <a:lnTo>
                    <a:pt x="285070" y="93065"/>
                  </a:lnTo>
                  <a:cubicBezTo>
                    <a:pt x="285070" y="88377"/>
                    <a:pt x="284536" y="83688"/>
                    <a:pt x="283491" y="79122"/>
                  </a:cubicBezTo>
                  <a:cubicBezTo>
                    <a:pt x="282423" y="74482"/>
                    <a:pt x="280771" y="70012"/>
                    <a:pt x="278560" y="65809"/>
                  </a:cubicBezTo>
                  <a:lnTo>
                    <a:pt x="277710" y="64230"/>
                  </a:lnTo>
                  <a:cubicBezTo>
                    <a:pt x="277443" y="63720"/>
                    <a:pt x="277127" y="63210"/>
                    <a:pt x="276811" y="62700"/>
                  </a:cubicBezTo>
                  <a:cubicBezTo>
                    <a:pt x="276495" y="62190"/>
                    <a:pt x="276179" y="61680"/>
                    <a:pt x="275864" y="61170"/>
                  </a:cubicBezTo>
                  <a:lnTo>
                    <a:pt x="274819" y="59712"/>
                  </a:lnTo>
                  <a:cubicBezTo>
                    <a:pt x="273459" y="57793"/>
                    <a:pt x="272001" y="55947"/>
                    <a:pt x="270422" y="54198"/>
                  </a:cubicBezTo>
                  <a:cubicBezTo>
                    <a:pt x="267313" y="50797"/>
                    <a:pt x="263936" y="47688"/>
                    <a:pt x="260292" y="44870"/>
                  </a:cubicBezTo>
                  <a:cubicBezTo>
                    <a:pt x="253199" y="39307"/>
                    <a:pt x="245668" y="34813"/>
                    <a:pt x="238502" y="30343"/>
                  </a:cubicBezTo>
                  <a:lnTo>
                    <a:pt x="237166" y="29517"/>
                  </a:lnTo>
                  <a:lnTo>
                    <a:pt x="236486" y="29104"/>
                  </a:lnTo>
                  <a:lnTo>
                    <a:pt x="235879" y="28691"/>
                  </a:lnTo>
                  <a:lnTo>
                    <a:pt x="234640" y="27889"/>
                  </a:lnTo>
                  <a:cubicBezTo>
                    <a:pt x="234227" y="27622"/>
                    <a:pt x="233838" y="27331"/>
                    <a:pt x="233425" y="27039"/>
                  </a:cubicBezTo>
                  <a:cubicBezTo>
                    <a:pt x="233012" y="26748"/>
                    <a:pt x="232599" y="26456"/>
                    <a:pt x="232186" y="26165"/>
                  </a:cubicBezTo>
                  <a:lnTo>
                    <a:pt x="230947" y="25242"/>
                  </a:lnTo>
                  <a:cubicBezTo>
                    <a:pt x="230121" y="24659"/>
                    <a:pt x="229295" y="24003"/>
                    <a:pt x="228469" y="23395"/>
                  </a:cubicBezTo>
                  <a:cubicBezTo>
                    <a:pt x="225166" y="20869"/>
                    <a:pt x="221813" y="18173"/>
                    <a:pt x="218315" y="15525"/>
                  </a:cubicBezTo>
                  <a:cubicBezTo>
                    <a:pt x="215309" y="13209"/>
                    <a:pt x="212185" y="11047"/>
                    <a:pt x="208969" y="9051"/>
                  </a:cubicBezTo>
                  <a:lnTo>
                    <a:pt x="208969" y="9051"/>
                  </a:lnTo>
                  <a:cubicBezTo>
                    <a:pt x="209456" y="9356"/>
                    <a:pt x="209940" y="9668"/>
                    <a:pt x="210420" y="9986"/>
                  </a:cubicBezTo>
                  <a:cubicBezTo>
                    <a:pt x="210736" y="10180"/>
                    <a:pt x="211028" y="10375"/>
                    <a:pt x="211343" y="10593"/>
                  </a:cubicBezTo>
                  <a:lnTo>
                    <a:pt x="212242" y="11201"/>
                  </a:lnTo>
                  <a:cubicBezTo>
                    <a:pt x="212849" y="11614"/>
                    <a:pt x="213457" y="12002"/>
                    <a:pt x="214040" y="12415"/>
                  </a:cubicBezTo>
                  <a:cubicBezTo>
                    <a:pt x="215206" y="13266"/>
                    <a:pt x="216372" y="14091"/>
                    <a:pt x="217489" y="14966"/>
                  </a:cubicBezTo>
                  <a:cubicBezTo>
                    <a:pt x="219748" y="16642"/>
                    <a:pt x="221910" y="18367"/>
                    <a:pt x="224072" y="20067"/>
                  </a:cubicBezTo>
                  <a:cubicBezTo>
                    <a:pt x="226210" y="21743"/>
                    <a:pt x="228299" y="23395"/>
                    <a:pt x="230413" y="24974"/>
                  </a:cubicBezTo>
                  <a:cubicBezTo>
                    <a:pt x="232526" y="26553"/>
                    <a:pt x="234591" y="27987"/>
                    <a:pt x="236729" y="29371"/>
                  </a:cubicBezTo>
                  <a:cubicBezTo>
                    <a:pt x="241271" y="32213"/>
                    <a:pt x="245911" y="35056"/>
                    <a:pt x="250551" y="38092"/>
                  </a:cubicBezTo>
                  <a:cubicBezTo>
                    <a:pt x="252883" y="39647"/>
                    <a:pt x="255191" y="41226"/>
                    <a:pt x="257450" y="42902"/>
                  </a:cubicBezTo>
                  <a:cubicBezTo>
                    <a:pt x="258592" y="43728"/>
                    <a:pt x="259709" y="44627"/>
                    <a:pt x="260827" y="45501"/>
                  </a:cubicBezTo>
                  <a:cubicBezTo>
                    <a:pt x="261385" y="45963"/>
                    <a:pt x="261944" y="46424"/>
                    <a:pt x="262503" y="46886"/>
                  </a:cubicBezTo>
                  <a:lnTo>
                    <a:pt x="263329" y="47566"/>
                  </a:lnTo>
                  <a:lnTo>
                    <a:pt x="264130" y="48295"/>
                  </a:lnTo>
                  <a:cubicBezTo>
                    <a:pt x="266317" y="50214"/>
                    <a:pt x="268382" y="52279"/>
                    <a:pt x="270325" y="54441"/>
                  </a:cubicBezTo>
                  <a:lnTo>
                    <a:pt x="271782" y="56117"/>
                  </a:lnTo>
                  <a:cubicBezTo>
                    <a:pt x="272244" y="56676"/>
                    <a:pt x="272706" y="57283"/>
                    <a:pt x="273167" y="57866"/>
                  </a:cubicBezTo>
                  <a:lnTo>
                    <a:pt x="273847" y="58740"/>
                  </a:lnTo>
                  <a:cubicBezTo>
                    <a:pt x="274066" y="59032"/>
                    <a:pt x="274260" y="59348"/>
                    <a:pt x="274503" y="59664"/>
                  </a:cubicBezTo>
                  <a:lnTo>
                    <a:pt x="275766" y="61510"/>
                  </a:lnTo>
                  <a:cubicBezTo>
                    <a:pt x="276544" y="62797"/>
                    <a:pt x="277370" y="64060"/>
                    <a:pt x="278050" y="65396"/>
                  </a:cubicBezTo>
                  <a:lnTo>
                    <a:pt x="278560" y="66392"/>
                  </a:lnTo>
                  <a:lnTo>
                    <a:pt x="278827" y="66903"/>
                  </a:lnTo>
                  <a:cubicBezTo>
                    <a:pt x="278900" y="67073"/>
                    <a:pt x="278997" y="67243"/>
                    <a:pt x="279070" y="67413"/>
                  </a:cubicBezTo>
                  <a:lnTo>
                    <a:pt x="279993" y="69453"/>
                  </a:lnTo>
                  <a:cubicBezTo>
                    <a:pt x="280309" y="70133"/>
                    <a:pt x="280552" y="70838"/>
                    <a:pt x="280844" y="71518"/>
                  </a:cubicBezTo>
                  <a:lnTo>
                    <a:pt x="281232" y="72563"/>
                  </a:lnTo>
                  <a:cubicBezTo>
                    <a:pt x="281378" y="72927"/>
                    <a:pt x="281475" y="73267"/>
                    <a:pt x="281597" y="73632"/>
                  </a:cubicBezTo>
                  <a:cubicBezTo>
                    <a:pt x="281815" y="74336"/>
                    <a:pt x="282058" y="75040"/>
                    <a:pt x="282277" y="75745"/>
                  </a:cubicBezTo>
                  <a:lnTo>
                    <a:pt x="282884" y="77907"/>
                  </a:lnTo>
                  <a:cubicBezTo>
                    <a:pt x="283589" y="80773"/>
                    <a:pt x="284099" y="83688"/>
                    <a:pt x="284390" y="86628"/>
                  </a:cubicBezTo>
                  <a:lnTo>
                    <a:pt x="284536" y="87721"/>
                  </a:lnTo>
                  <a:lnTo>
                    <a:pt x="284609" y="88838"/>
                  </a:lnTo>
                  <a:cubicBezTo>
                    <a:pt x="284657" y="89567"/>
                    <a:pt x="284706" y="90296"/>
                    <a:pt x="284730" y="91025"/>
                  </a:cubicBezTo>
                  <a:cubicBezTo>
                    <a:pt x="284755" y="92507"/>
                    <a:pt x="284779" y="93964"/>
                    <a:pt x="284706" y="95422"/>
                  </a:cubicBezTo>
                  <a:cubicBezTo>
                    <a:pt x="284682" y="96903"/>
                    <a:pt x="284512" y="98337"/>
                    <a:pt x="284414" y="99794"/>
                  </a:cubicBezTo>
                  <a:cubicBezTo>
                    <a:pt x="284317" y="100523"/>
                    <a:pt x="284220" y="101252"/>
                    <a:pt x="284123" y="101980"/>
                  </a:cubicBezTo>
                  <a:lnTo>
                    <a:pt x="284002" y="103074"/>
                  </a:lnTo>
                  <a:lnTo>
                    <a:pt x="283807" y="104142"/>
                  </a:lnTo>
                  <a:cubicBezTo>
                    <a:pt x="283321" y="107009"/>
                    <a:pt x="282641" y="109851"/>
                    <a:pt x="281791" y="112645"/>
                  </a:cubicBezTo>
                  <a:lnTo>
                    <a:pt x="281135" y="114734"/>
                  </a:lnTo>
                  <a:cubicBezTo>
                    <a:pt x="280892" y="115414"/>
                    <a:pt x="280625" y="116094"/>
                    <a:pt x="280382" y="116799"/>
                  </a:cubicBezTo>
                  <a:lnTo>
                    <a:pt x="279993" y="117819"/>
                  </a:lnTo>
                  <a:cubicBezTo>
                    <a:pt x="279872" y="118159"/>
                    <a:pt x="279726" y="118499"/>
                    <a:pt x="279580" y="118839"/>
                  </a:cubicBezTo>
                  <a:cubicBezTo>
                    <a:pt x="279289" y="119495"/>
                    <a:pt x="279022" y="120175"/>
                    <a:pt x="278706" y="120856"/>
                  </a:cubicBezTo>
                  <a:cubicBezTo>
                    <a:pt x="278074" y="122167"/>
                    <a:pt x="277491" y="123503"/>
                    <a:pt x="276762" y="124767"/>
                  </a:cubicBezTo>
                  <a:lnTo>
                    <a:pt x="276252" y="125738"/>
                  </a:lnTo>
                  <a:lnTo>
                    <a:pt x="275985" y="126224"/>
                  </a:lnTo>
                  <a:lnTo>
                    <a:pt x="275694" y="126710"/>
                  </a:lnTo>
                  <a:lnTo>
                    <a:pt x="274576" y="128580"/>
                  </a:lnTo>
                  <a:cubicBezTo>
                    <a:pt x="271442" y="133609"/>
                    <a:pt x="267604" y="138152"/>
                    <a:pt x="263159" y="142063"/>
                  </a:cubicBezTo>
                  <a:lnTo>
                    <a:pt x="262333" y="142816"/>
                  </a:lnTo>
                  <a:cubicBezTo>
                    <a:pt x="262041" y="143059"/>
                    <a:pt x="261750" y="143277"/>
                    <a:pt x="261458" y="143520"/>
                  </a:cubicBezTo>
                  <a:cubicBezTo>
                    <a:pt x="260875" y="144006"/>
                    <a:pt x="260292" y="144443"/>
                    <a:pt x="259709" y="144905"/>
                  </a:cubicBezTo>
                  <a:cubicBezTo>
                    <a:pt x="258495" y="145755"/>
                    <a:pt x="257280" y="146678"/>
                    <a:pt x="256017" y="147431"/>
                  </a:cubicBezTo>
                  <a:lnTo>
                    <a:pt x="255094" y="148014"/>
                  </a:lnTo>
                  <a:lnTo>
                    <a:pt x="254632" y="148330"/>
                  </a:lnTo>
                  <a:lnTo>
                    <a:pt x="254195" y="148621"/>
                  </a:lnTo>
                  <a:lnTo>
                    <a:pt x="252276" y="149715"/>
                  </a:lnTo>
                  <a:cubicBezTo>
                    <a:pt x="251644" y="150079"/>
                    <a:pt x="250988" y="150395"/>
                    <a:pt x="250357" y="150735"/>
                  </a:cubicBezTo>
                  <a:lnTo>
                    <a:pt x="249385" y="151245"/>
                  </a:lnTo>
                  <a:lnTo>
                    <a:pt x="248389" y="151707"/>
                  </a:lnTo>
                  <a:cubicBezTo>
                    <a:pt x="243166" y="154160"/>
                    <a:pt x="237749" y="156103"/>
                    <a:pt x="232162" y="157561"/>
                  </a:cubicBezTo>
                  <a:cubicBezTo>
                    <a:pt x="229417" y="158290"/>
                    <a:pt x="226672" y="158921"/>
                    <a:pt x="223902" y="159480"/>
                  </a:cubicBezTo>
                  <a:cubicBezTo>
                    <a:pt x="221133" y="160039"/>
                    <a:pt x="218364" y="160525"/>
                    <a:pt x="215619" y="160962"/>
                  </a:cubicBezTo>
                  <a:lnTo>
                    <a:pt x="213554" y="161278"/>
                  </a:lnTo>
                  <a:cubicBezTo>
                    <a:pt x="212849" y="161399"/>
                    <a:pt x="212169" y="161496"/>
                    <a:pt x="211465" y="161569"/>
                  </a:cubicBezTo>
                  <a:lnTo>
                    <a:pt x="207335" y="162128"/>
                  </a:lnTo>
                  <a:lnTo>
                    <a:pt x="203181" y="162662"/>
                  </a:lnTo>
                  <a:cubicBezTo>
                    <a:pt x="201796" y="162808"/>
                    <a:pt x="200412" y="162954"/>
                    <a:pt x="199027" y="163100"/>
                  </a:cubicBezTo>
                  <a:cubicBezTo>
                    <a:pt x="196234" y="163367"/>
                    <a:pt x="193464" y="163707"/>
                    <a:pt x="190646" y="163853"/>
                  </a:cubicBezTo>
                  <a:lnTo>
                    <a:pt x="186444" y="164168"/>
                  </a:lnTo>
                  <a:cubicBezTo>
                    <a:pt x="185059" y="164266"/>
                    <a:pt x="183650" y="164387"/>
                    <a:pt x="182241" y="164436"/>
                  </a:cubicBezTo>
                  <a:cubicBezTo>
                    <a:pt x="182897" y="164217"/>
                    <a:pt x="184816" y="163901"/>
                    <a:pt x="181561" y="163901"/>
                  </a:cubicBezTo>
                  <a:lnTo>
                    <a:pt x="183699" y="163804"/>
                  </a:lnTo>
                  <a:lnTo>
                    <a:pt x="185812" y="163610"/>
                  </a:lnTo>
                  <a:lnTo>
                    <a:pt x="190063" y="163270"/>
                  </a:lnTo>
                  <a:lnTo>
                    <a:pt x="192201" y="163075"/>
                  </a:lnTo>
                  <a:lnTo>
                    <a:pt x="193246" y="163002"/>
                  </a:lnTo>
                  <a:lnTo>
                    <a:pt x="194314" y="162881"/>
                  </a:lnTo>
                  <a:lnTo>
                    <a:pt x="198541" y="162419"/>
                  </a:lnTo>
                  <a:lnTo>
                    <a:pt x="202768" y="161958"/>
                  </a:lnTo>
                  <a:lnTo>
                    <a:pt x="206971" y="161375"/>
                  </a:lnTo>
                  <a:cubicBezTo>
                    <a:pt x="209764" y="160986"/>
                    <a:pt x="212558" y="160597"/>
                    <a:pt x="215352" y="160160"/>
                  </a:cubicBezTo>
                  <a:cubicBezTo>
                    <a:pt x="218145" y="159699"/>
                    <a:pt x="220939" y="159213"/>
                    <a:pt x="223732" y="158630"/>
                  </a:cubicBezTo>
                  <a:cubicBezTo>
                    <a:pt x="226526" y="158047"/>
                    <a:pt x="229320" y="157415"/>
                    <a:pt x="232089" y="156662"/>
                  </a:cubicBezTo>
                  <a:cubicBezTo>
                    <a:pt x="234858" y="155909"/>
                    <a:pt x="237603" y="155059"/>
                    <a:pt x="240324" y="154087"/>
                  </a:cubicBezTo>
                  <a:cubicBezTo>
                    <a:pt x="241028" y="153844"/>
                    <a:pt x="241684" y="153553"/>
                    <a:pt x="242365" y="153310"/>
                  </a:cubicBezTo>
                  <a:lnTo>
                    <a:pt x="243385" y="152921"/>
                  </a:lnTo>
                  <a:cubicBezTo>
                    <a:pt x="243725" y="152775"/>
                    <a:pt x="244065" y="152630"/>
                    <a:pt x="244381" y="152484"/>
                  </a:cubicBezTo>
                  <a:cubicBezTo>
                    <a:pt x="245061" y="152217"/>
                    <a:pt x="245717" y="151925"/>
                    <a:pt x="246397" y="151634"/>
                  </a:cubicBezTo>
                  <a:lnTo>
                    <a:pt x="248389" y="150711"/>
                  </a:lnTo>
                  <a:cubicBezTo>
                    <a:pt x="249045" y="150395"/>
                    <a:pt x="249677" y="150055"/>
                    <a:pt x="250332" y="149715"/>
                  </a:cubicBezTo>
                  <a:cubicBezTo>
                    <a:pt x="250988" y="149374"/>
                    <a:pt x="251644" y="149034"/>
                    <a:pt x="252276" y="148670"/>
                  </a:cubicBezTo>
                  <a:lnTo>
                    <a:pt x="254195" y="147553"/>
                  </a:lnTo>
                  <a:lnTo>
                    <a:pt x="256041" y="146387"/>
                  </a:lnTo>
                  <a:cubicBezTo>
                    <a:pt x="258543" y="144759"/>
                    <a:pt x="260924" y="142937"/>
                    <a:pt x="263134" y="140945"/>
                  </a:cubicBezTo>
                  <a:lnTo>
                    <a:pt x="263960" y="140192"/>
                  </a:lnTo>
                  <a:lnTo>
                    <a:pt x="264762" y="139415"/>
                  </a:lnTo>
                  <a:cubicBezTo>
                    <a:pt x="265272" y="138905"/>
                    <a:pt x="265831" y="138394"/>
                    <a:pt x="266341" y="137836"/>
                  </a:cubicBezTo>
                  <a:lnTo>
                    <a:pt x="267847" y="136208"/>
                  </a:lnTo>
                  <a:lnTo>
                    <a:pt x="268212" y="135795"/>
                  </a:lnTo>
                  <a:lnTo>
                    <a:pt x="268552" y="135358"/>
                  </a:lnTo>
                  <a:lnTo>
                    <a:pt x="269256" y="134508"/>
                  </a:lnTo>
                  <a:cubicBezTo>
                    <a:pt x="270228" y="133390"/>
                    <a:pt x="271078" y="132176"/>
                    <a:pt x="271953" y="130985"/>
                  </a:cubicBezTo>
                  <a:cubicBezTo>
                    <a:pt x="272778" y="129771"/>
                    <a:pt x="273629" y="128556"/>
                    <a:pt x="274382" y="127293"/>
                  </a:cubicBezTo>
                  <a:lnTo>
                    <a:pt x="274916" y="126346"/>
                  </a:lnTo>
                  <a:lnTo>
                    <a:pt x="275208" y="125860"/>
                  </a:lnTo>
                  <a:lnTo>
                    <a:pt x="275451" y="125374"/>
                  </a:lnTo>
                  <a:lnTo>
                    <a:pt x="276519" y="123455"/>
                  </a:lnTo>
                  <a:cubicBezTo>
                    <a:pt x="276860" y="122799"/>
                    <a:pt x="277151" y="122119"/>
                    <a:pt x="277491" y="121463"/>
                  </a:cubicBezTo>
                  <a:lnTo>
                    <a:pt x="277953" y="120467"/>
                  </a:lnTo>
                  <a:lnTo>
                    <a:pt x="278390" y="119471"/>
                  </a:lnTo>
                  <a:cubicBezTo>
                    <a:pt x="279556" y="116774"/>
                    <a:pt x="280552" y="114005"/>
                    <a:pt x="281378" y="111187"/>
                  </a:cubicBezTo>
                  <a:lnTo>
                    <a:pt x="281961" y="109074"/>
                  </a:lnTo>
                  <a:cubicBezTo>
                    <a:pt x="282131" y="108369"/>
                    <a:pt x="282277" y="107641"/>
                    <a:pt x="282447" y="106936"/>
                  </a:cubicBezTo>
                  <a:lnTo>
                    <a:pt x="282690" y="105867"/>
                  </a:lnTo>
                  <a:lnTo>
                    <a:pt x="282884" y="104774"/>
                  </a:lnTo>
                  <a:cubicBezTo>
                    <a:pt x="283006" y="104045"/>
                    <a:pt x="283151" y="103341"/>
                    <a:pt x="283248" y="102612"/>
                  </a:cubicBezTo>
                  <a:cubicBezTo>
                    <a:pt x="283686" y="99697"/>
                    <a:pt x="283929" y="96758"/>
                    <a:pt x="283977" y="93818"/>
                  </a:cubicBezTo>
                  <a:cubicBezTo>
                    <a:pt x="284026" y="90879"/>
                    <a:pt x="283856" y="87915"/>
                    <a:pt x="283491" y="85000"/>
                  </a:cubicBezTo>
                  <a:cubicBezTo>
                    <a:pt x="283394" y="84247"/>
                    <a:pt x="283273" y="83518"/>
                    <a:pt x="283151" y="82790"/>
                  </a:cubicBezTo>
                  <a:lnTo>
                    <a:pt x="282981" y="81697"/>
                  </a:lnTo>
                  <a:lnTo>
                    <a:pt x="282763" y="80603"/>
                  </a:lnTo>
                  <a:cubicBezTo>
                    <a:pt x="282593" y="79875"/>
                    <a:pt x="282471" y="79146"/>
                    <a:pt x="282277" y="78417"/>
                  </a:cubicBezTo>
                  <a:lnTo>
                    <a:pt x="281694" y="76255"/>
                  </a:lnTo>
                  <a:cubicBezTo>
                    <a:pt x="281621" y="75891"/>
                    <a:pt x="281499" y="75551"/>
                    <a:pt x="281378" y="75186"/>
                  </a:cubicBezTo>
                  <a:lnTo>
                    <a:pt x="281038" y="74117"/>
                  </a:lnTo>
                  <a:lnTo>
                    <a:pt x="280698" y="73049"/>
                  </a:lnTo>
                  <a:cubicBezTo>
                    <a:pt x="280576" y="72708"/>
                    <a:pt x="280431" y="72344"/>
                    <a:pt x="280285" y="72004"/>
                  </a:cubicBezTo>
                  <a:cubicBezTo>
                    <a:pt x="280018" y="71324"/>
                    <a:pt x="279750" y="70595"/>
                    <a:pt x="279483" y="69915"/>
                  </a:cubicBezTo>
                  <a:lnTo>
                    <a:pt x="278536" y="67874"/>
                  </a:lnTo>
                  <a:cubicBezTo>
                    <a:pt x="278244" y="67170"/>
                    <a:pt x="277880" y="66514"/>
                    <a:pt x="277515" y="65858"/>
                  </a:cubicBezTo>
                  <a:cubicBezTo>
                    <a:pt x="277175" y="65178"/>
                    <a:pt x="276835" y="64498"/>
                    <a:pt x="276447" y="63866"/>
                  </a:cubicBezTo>
                  <a:lnTo>
                    <a:pt x="275256" y="61923"/>
                  </a:lnTo>
                  <a:cubicBezTo>
                    <a:pt x="274843" y="61291"/>
                    <a:pt x="274406" y="60684"/>
                    <a:pt x="273993" y="60052"/>
                  </a:cubicBezTo>
                  <a:cubicBezTo>
                    <a:pt x="273774" y="59736"/>
                    <a:pt x="273556" y="59445"/>
                    <a:pt x="273337" y="59129"/>
                  </a:cubicBezTo>
                  <a:lnTo>
                    <a:pt x="272657" y="58255"/>
                  </a:lnTo>
                  <a:cubicBezTo>
                    <a:pt x="272171" y="57672"/>
                    <a:pt x="271758" y="57064"/>
                    <a:pt x="271272" y="56506"/>
                  </a:cubicBezTo>
                  <a:lnTo>
                    <a:pt x="269815" y="54805"/>
                  </a:lnTo>
                  <a:cubicBezTo>
                    <a:pt x="269572" y="54514"/>
                    <a:pt x="269329" y="54246"/>
                    <a:pt x="269062" y="53979"/>
                  </a:cubicBezTo>
                  <a:lnTo>
                    <a:pt x="268309" y="53178"/>
                  </a:lnTo>
                  <a:cubicBezTo>
                    <a:pt x="267313" y="52084"/>
                    <a:pt x="266244" y="51113"/>
                    <a:pt x="265199" y="50068"/>
                  </a:cubicBezTo>
                  <a:cubicBezTo>
                    <a:pt x="264106" y="49096"/>
                    <a:pt x="263037" y="48100"/>
                    <a:pt x="261920" y="47202"/>
                  </a:cubicBezTo>
                  <a:cubicBezTo>
                    <a:pt x="257474" y="43461"/>
                    <a:pt x="252762" y="40230"/>
                    <a:pt x="248049" y="37193"/>
                  </a:cubicBezTo>
                  <a:cubicBezTo>
                    <a:pt x="245693" y="35687"/>
                    <a:pt x="243361" y="34230"/>
                    <a:pt x="241004" y="32772"/>
                  </a:cubicBezTo>
                  <a:lnTo>
                    <a:pt x="237506" y="30610"/>
                  </a:lnTo>
                  <a:lnTo>
                    <a:pt x="236656" y="30076"/>
                  </a:lnTo>
                  <a:lnTo>
                    <a:pt x="236219" y="29784"/>
                  </a:lnTo>
                  <a:lnTo>
                    <a:pt x="235806" y="29541"/>
                  </a:lnTo>
                  <a:lnTo>
                    <a:pt x="234178" y="28472"/>
                  </a:lnTo>
                  <a:cubicBezTo>
                    <a:pt x="229878" y="25557"/>
                    <a:pt x="225627" y="22156"/>
                    <a:pt x="221206" y="18731"/>
                  </a:cubicBezTo>
                  <a:cubicBezTo>
                    <a:pt x="218971" y="17031"/>
                    <a:pt x="216712" y="15306"/>
                    <a:pt x="214331" y="13630"/>
                  </a:cubicBezTo>
                  <a:cubicBezTo>
                    <a:pt x="213190" y="12804"/>
                    <a:pt x="211951" y="12002"/>
                    <a:pt x="210736" y="11176"/>
                  </a:cubicBezTo>
                  <a:cubicBezTo>
                    <a:pt x="209473" y="10399"/>
                    <a:pt x="208210" y="9622"/>
                    <a:pt x="206898" y="8844"/>
                  </a:cubicBezTo>
                  <a:cubicBezTo>
                    <a:pt x="205610" y="8067"/>
                    <a:pt x="204226" y="7387"/>
                    <a:pt x="202865" y="6707"/>
                  </a:cubicBezTo>
                  <a:cubicBezTo>
                    <a:pt x="201456" y="6051"/>
                    <a:pt x="200072" y="5395"/>
                    <a:pt x="198541" y="4885"/>
                  </a:cubicBezTo>
                  <a:lnTo>
                    <a:pt x="197424" y="4472"/>
                  </a:lnTo>
                  <a:cubicBezTo>
                    <a:pt x="197059" y="4326"/>
                    <a:pt x="196695" y="4229"/>
                    <a:pt x="196306" y="4132"/>
                  </a:cubicBezTo>
                  <a:lnTo>
                    <a:pt x="194047" y="3476"/>
                  </a:lnTo>
                  <a:cubicBezTo>
                    <a:pt x="193318" y="3257"/>
                    <a:pt x="192541" y="3111"/>
                    <a:pt x="191812" y="2941"/>
                  </a:cubicBezTo>
                  <a:cubicBezTo>
                    <a:pt x="191059" y="2796"/>
                    <a:pt x="190306" y="2601"/>
                    <a:pt x="189553" y="2504"/>
                  </a:cubicBezTo>
                  <a:lnTo>
                    <a:pt x="189747" y="1435"/>
                  </a:lnTo>
                  <a:lnTo>
                    <a:pt x="188144" y="1168"/>
                  </a:lnTo>
                  <a:cubicBezTo>
                    <a:pt x="187610" y="1071"/>
                    <a:pt x="187051" y="949"/>
                    <a:pt x="186541" y="901"/>
                  </a:cubicBezTo>
                  <a:lnTo>
                    <a:pt x="183334" y="512"/>
                  </a:lnTo>
                  <a:lnTo>
                    <a:pt x="180152" y="245"/>
                  </a:lnTo>
                  <a:cubicBezTo>
                    <a:pt x="179107" y="172"/>
                    <a:pt x="178063" y="148"/>
                    <a:pt x="176994" y="99"/>
                  </a:cubicBezTo>
                  <a:cubicBezTo>
                    <a:pt x="175288" y="30"/>
                    <a:pt x="173586" y="1"/>
                    <a:pt x="171889" y="1"/>
                  </a:cubicBezTo>
                  <a:close/>
                </a:path>
              </a:pathLst>
            </a:custGeom>
            <a:solidFill>
              <a:srgbClr val="35C4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6" name="Google Shape;916;p52"/>
          <p:cNvGrpSpPr/>
          <p:nvPr/>
        </p:nvGrpSpPr>
        <p:grpSpPr>
          <a:xfrm rot="3959244">
            <a:off x="-1240055" y="-872657"/>
            <a:ext cx="2836346" cy="2990614"/>
            <a:chOff x="235075" y="777725"/>
            <a:chExt cx="7186900" cy="4132775"/>
          </a:xfrm>
        </p:grpSpPr>
        <p:sp>
          <p:nvSpPr>
            <p:cNvPr id="917" name="Google Shape;917;p52"/>
            <p:cNvSpPr/>
            <p:nvPr/>
          </p:nvSpPr>
          <p:spPr>
            <a:xfrm>
              <a:off x="342575" y="932875"/>
              <a:ext cx="7079400" cy="3826525"/>
            </a:xfrm>
            <a:custGeom>
              <a:rect b="b" l="l" r="r" t="t"/>
              <a:pathLst>
                <a:path extrusionOk="0" h="153061" w="283176">
                  <a:moveTo>
                    <a:pt x="168404" y="0"/>
                  </a:moveTo>
                  <a:cubicBezTo>
                    <a:pt x="157709" y="0"/>
                    <a:pt x="146666" y="1269"/>
                    <a:pt x="137470" y="1958"/>
                  </a:cubicBezTo>
                  <a:cubicBezTo>
                    <a:pt x="99769" y="4776"/>
                    <a:pt x="61970" y="14736"/>
                    <a:pt x="30657" y="36550"/>
                  </a:cubicBezTo>
                  <a:cubicBezTo>
                    <a:pt x="16422" y="46461"/>
                    <a:pt x="2915" y="60284"/>
                    <a:pt x="1336" y="77580"/>
                  </a:cubicBezTo>
                  <a:cubicBezTo>
                    <a:pt x="0" y="92204"/>
                    <a:pt x="7774" y="106560"/>
                    <a:pt x="18778" y="116301"/>
                  </a:cubicBezTo>
                  <a:cubicBezTo>
                    <a:pt x="29807" y="126043"/>
                    <a:pt x="43726" y="131800"/>
                    <a:pt x="57670" y="136415"/>
                  </a:cubicBezTo>
                  <a:cubicBezTo>
                    <a:pt x="91058" y="147472"/>
                    <a:pt x="125903" y="153060"/>
                    <a:pt x="160873" y="153060"/>
                  </a:cubicBezTo>
                  <a:cubicBezTo>
                    <a:pt x="176382" y="153060"/>
                    <a:pt x="191917" y="151961"/>
                    <a:pt x="207359" y="149752"/>
                  </a:cubicBezTo>
                  <a:cubicBezTo>
                    <a:pt x="222226" y="147614"/>
                    <a:pt x="237360" y="144286"/>
                    <a:pt x="249871" y="135929"/>
                  </a:cubicBezTo>
                  <a:cubicBezTo>
                    <a:pt x="275062" y="119095"/>
                    <a:pt x="283175" y="80398"/>
                    <a:pt x="265102" y="56057"/>
                  </a:cubicBezTo>
                  <a:cubicBezTo>
                    <a:pt x="255968" y="43789"/>
                    <a:pt x="242097" y="36137"/>
                    <a:pt x="229125" y="28024"/>
                  </a:cubicBezTo>
                  <a:cubicBezTo>
                    <a:pt x="217003" y="20420"/>
                    <a:pt x="204881" y="7643"/>
                    <a:pt x="191278" y="3027"/>
                  </a:cubicBezTo>
                  <a:cubicBezTo>
                    <a:pt x="184502" y="737"/>
                    <a:pt x="176554" y="0"/>
                    <a:pt x="168404"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52"/>
            <p:cNvSpPr/>
            <p:nvPr/>
          </p:nvSpPr>
          <p:spPr>
            <a:xfrm>
              <a:off x="235075" y="777725"/>
              <a:ext cx="7126775" cy="4132775"/>
            </a:xfrm>
            <a:custGeom>
              <a:rect b="b" l="l" r="r" t="t"/>
              <a:pathLst>
                <a:path extrusionOk="0" h="165311" w="285071">
                  <a:moveTo>
                    <a:pt x="193683" y="2310"/>
                  </a:moveTo>
                  <a:lnTo>
                    <a:pt x="194120" y="2431"/>
                  </a:lnTo>
                  <a:lnTo>
                    <a:pt x="194557" y="2553"/>
                  </a:lnTo>
                  <a:lnTo>
                    <a:pt x="195456" y="2820"/>
                  </a:lnTo>
                  <a:lnTo>
                    <a:pt x="196198" y="3047"/>
                  </a:lnTo>
                  <a:lnTo>
                    <a:pt x="196198" y="3047"/>
                  </a:lnTo>
                  <a:cubicBezTo>
                    <a:pt x="196113" y="3020"/>
                    <a:pt x="196027" y="2993"/>
                    <a:pt x="195942" y="2966"/>
                  </a:cubicBezTo>
                  <a:lnTo>
                    <a:pt x="194825" y="2626"/>
                  </a:lnTo>
                  <a:cubicBezTo>
                    <a:pt x="194436" y="2504"/>
                    <a:pt x="194072" y="2383"/>
                    <a:pt x="193683" y="2310"/>
                  </a:cubicBezTo>
                  <a:close/>
                  <a:moveTo>
                    <a:pt x="196198" y="3047"/>
                  </a:moveTo>
                  <a:cubicBezTo>
                    <a:pt x="196309" y="3081"/>
                    <a:pt x="196421" y="3115"/>
                    <a:pt x="196532" y="3149"/>
                  </a:cubicBezTo>
                  <a:lnTo>
                    <a:pt x="196532" y="3149"/>
                  </a:lnTo>
                  <a:lnTo>
                    <a:pt x="196198" y="3047"/>
                  </a:lnTo>
                  <a:close/>
                  <a:moveTo>
                    <a:pt x="196532" y="3149"/>
                  </a:moveTo>
                  <a:lnTo>
                    <a:pt x="197205" y="3354"/>
                  </a:lnTo>
                  <a:cubicBezTo>
                    <a:pt x="197213" y="3356"/>
                    <a:pt x="197220" y="3358"/>
                    <a:pt x="197228" y="3360"/>
                  </a:cubicBezTo>
                  <a:lnTo>
                    <a:pt x="197228" y="3360"/>
                  </a:lnTo>
                  <a:cubicBezTo>
                    <a:pt x="196996" y="3288"/>
                    <a:pt x="196764" y="3219"/>
                    <a:pt x="196532" y="3149"/>
                  </a:cubicBezTo>
                  <a:close/>
                  <a:moveTo>
                    <a:pt x="197228" y="3360"/>
                  </a:moveTo>
                  <a:lnTo>
                    <a:pt x="197228" y="3360"/>
                  </a:lnTo>
                  <a:cubicBezTo>
                    <a:pt x="197350" y="3398"/>
                    <a:pt x="197472" y="3437"/>
                    <a:pt x="197593" y="3477"/>
                  </a:cubicBezTo>
                  <a:lnTo>
                    <a:pt x="197593" y="3477"/>
                  </a:lnTo>
                  <a:cubicBezTo>
                    <a:pt x="197473" y="3434"/>
                    <a:pt x="197353" y="3392"/>
                    <a:pt x="197228" y="3360"/>
                  </a:cubicBezTo>
                  <a:close/>
                  <a:moveTo>
                    <a:pt x="197593" y="3477"/>
                  </a:moveTo>
                  <a:lnTo>
                    <a:pt x="197593" y="3477"/>
                  </a:lnTo>
                  <a:cubicBezTo>
                    <a:pt x="197745" y="3533"/>
                    <a:pt x="197897" y="3593"/>
                    <a:pt x="198055" y="3646"/>
                  </a:cubicBezTo>
                  <a:lnTo>
                    <a:pt x="198930" y="3986"/>
                  </a:lnTo>
                  <a:cubicBezTo>
                    <a:pt x="199513" y="4205"/>
                    <a:pt x="200096" y="4423"/>
                    <a:pt x="200655" y="4666"/>
                  </a:cubicBezTo>
                  <a:cubicBezTo>
                    <a:pt x="200971" y="4803"/>
                    <a:pt x="201287" y="4943"/>
                    <a:pt x="201601" y="5085"/>
                  </a:cubicBezTo>
                  <a:lnTo>
                    <a:pt x="201601" y="5085"/>
                  </a:lnTo>
                  <a:lnTo>
                    <a:pt x="200412" y="4545"/>
                  </a:lnTo>
                  <a:lnTo>
                    <a:pt x="198201" y="3694"/>
                  </a:lnTo>
                  <a:cubicBezTo>
                    <a:pt x="197999" y="3616"/>
                    <a:pt x="197796" y="3545"/>
                    <a:pt x="197593" y="3477"/>
                  </a:cubicBezTo>
                  <a:close/>
                  <a:moveTo>
                    <a:pt x="201601" y="5085"/>
                  </a:moveTo>
                  <a:lnTo>
                    <a:pt x="201792" y="5172"/>
                  </a:lnTo>
                  <a:lnTo>
                    <a:pt x="201792" y="5172"/>
                  </a:lnTo>
                  <a:cubicBezTo>
                    <a:pt x="201728" y="5143"/>
                    <a:pt x="201665" y="5114"/>
                    <a:pt x="201601" y="5085"/>
                  </a:cubicBezTo>
                  <a:close/>
                  <a:moveTo>
                    <a:pt x="201792" y="5172"/>
                  </a:moveTo>
                  <a:cubicBezTo>
                    <a:pt x="202347" y="5425"/>
                    <a:pt x="202898" y="5687"/>
                    <a:pt x="203447" y="5957"/>
                  </a:cubicBezTo>
                  <a:lnTo>
                    <a:pt x="203447" y="5957"/>
                  </a:lnTo>
                  <a:cubicBezTo>
                    <a:pt x="203149" y="5808"/>
                    <a:pt x="202850" y="5661"/>
                    <a:pt x="202550" y="5516"/>
                  </a:cubicBezTo>
                  <a:lnTo>
                    <a:pt x="201792" y="5172"/>
                  </a:lnTo>
                  <a:close/>
                  <a:moveTo>
                    <a:pt x="203447" y="5957"/>
                  </a:moveTo>
                  <a:cubicBezTo>
                    <a:pt x="205025" y="6746"/>
                    <a:pt x="206570" y="7594"/>
                    <a:pt x="208082" y="8506"/>
                  </a:cubicBezTo>
                  <a:lnTo>
                    <a:pt x="208082" y="8506"/>
                  </a:lnTo>
                  <a:cubicBezTo>
                    <a:pt x="207745" y="8301"/>
                    <a:pt x="207407" y="8098"/>
                    <a:pt x="207068" y="7897"/>
                  </a:cubicBezTo>
                  <a:cubicBezTo>
                    <a:pt x="205877" y="7204"/>
                    <a:pt x="204670" y="6559"/>
                    <a:pt x="203447" y="5957"/>
                  </a:cubicBezTo>
                  <a:close/>
                  <a:moveTo>
                    <a:pt x="208082" y="8506"/>
                  </a:moveTo>
                  <a:cubicBezTo>
                    <a:pt x="208378" y="8686"/>
                    <a:pt x="208674" y="8868"/>
                    <a:pt x="208969" y="9051"/>
                  </a:cubicBezTo>
                  <a:lnTo>
                    <a:pt x="208969" y="9051"/>
                  </a:lnTo>
                  <a:cubicBezTo>
                    <a:pt x="208675" y="8867"/>
                    <a:pt x="208379" y="8685"/>
                    <a:pt x="208082" y="8506"/>
                  </a:cubicBezTo>
                  <a:close/>
                  <a:moveTo>
                    <a:pt x="274827" y="94613"/>
                  </a:moveTo>
                  <a:cubicBezTo>
                    <a:pt x="274825" y="94672"/>
                    <a:pt x="274822" y="94731"/>
                    <a:pt x="274819" y="94790"/>
                  </a:cubicBezTo>
                  <a:lnTo>
                    <a:pt x="274827" y="94613"/>
                  </a:lnTo>
                  <a:close/>
                  <a:moveTo>
                    <a:pt x="182036" y="164515"/>
                  </a:moveTo>
                  <a:cubicBezTo>
                    <a:pt x="182009" y="164557"/>
                    <a:pt x="182151" y="164591"/>
                    <a:pt x="182606" y="164606"/>
                  </a:cubicBezTo>
                  <a:cubicBezTo>
                    <a:pt x="182112" y="164589"/>
                    <a:pt x="181975" y="164562"/>
                    <a:pt x="182036" y="164515"/>
                  </a:cubicBezTo>
                  <a:close/>
                  <a:moveTo>
                    <a:pt x="171889" y="1"/>
                  </a:moveTo>
                  <a:cubicBezTo>
                    <a:pt x="169431" y="1"/>
                    <a:pt x="166985" y="62"/>
                    <a:pt x="164556" y="148"/>
                  </a:cubicBezTo>
                  <a:cubicBezTo>
                    <a:pt x="156370" y="512"/>
                    <a:pt x="148378" y="1314"/>
                    <a:pt x="140483" y="1872"/>
                  </a:cubicBezTo>
                  <a:cubicBezTo>
                    <a:pt x="132321" y="2456"/>
                    <a:pt x="124183" y="3379"/>
                    <a:pt x="116020" y="4666"/>
                  </a:cubicBezTo>
                  <a:lnTo>
                    <a:pt x="112960" y="5128"/>
                  </a:lnTo>
                  <a:cubicBezTo>
                    <a:pt x="111964" y="5298"/>
                    <a:pt x="110943" y="5516"/>
                    <a:pt x="109923" y="5686"/>
                  </a:cubicBezTo>
                  <a:lnTo>
                    <a:pt x="106887" y="6269"/>
                  </a:lnTo>
                  <a:lnTo>
                    <a:pt x="105380" y="6537"/>
                  </a:lnTo>
                  <a:lnTo>
                    <a:pt x="103850" y="6877"/>
                  </a:lnTo>
                  <a:cubicBezTo>
                    <a:pt x="101834" y="7314"/>
                    <a:pt x="99817" y="7727"/>
                    <a:pt x="97777" y="8188"/>
                  </a:cubicBezTo>
                  <a:lnTo>
                    <a:pt x="91704" y="9719"/>
                  </a:lnTo>
                  <a:cubicBezTo>
                    <a:pt x="90878" y="9913"/>
                    <a:pt x="90052" y="10180"/>
                    <a:pt x="89226" y="10423"/>
                  </a:cubicBezTo>
                  <a:lnTo>
                    <a:pt x="86797" y="11128"/>
                  </a:lnTo>
                  <a:lnTo>
                    <a:pt x="84416" y="11857"/>
                  </a:lnTo>
                  <a:cubicBezTo>
                    <a:pt x="83615" y="12099"/>
                    <a:pt x="82861" y="12391"/>
                    <a:pt x="82108" y="12634"/>
                  </a:cubicBezTo>
                  <a:lnTo>
                    <a:pt x="77614" y="14213"/>
                  </a:lnTo>
                  <a:cubicBezTo>
                    <a:pt x="76157" y="14747"/>
                    <a:pt x="74748" y="15355"/>
                    <a:pt x="73363" y="15889"/>
                  </a:cubicBezTo>
                  <a:lnTo>
                    <a:pt x="71323" y="16739"/>
                  </a:lnTo>
                  <a:lnTo>
                    <a:pt x="70327" y="17152"/>
                  </a:lnTo>
                  <a:lnTo>
                    <a:pt x="69331" y="17590"/>
                  </a:lnTo>
                  <a:lnTo>
                    <a:pt x="65517" y="19363"/>
                  </a:lnTo>
                  <a:lnTo>
                    <a:pt x="63671" y="20213"/>
                  </a:lnTo>
                  <a:lnTo>
                    <a:pt x="61922" y="21136"/>
                  </a:lnTo>
                  <a:lnTo>
                    <a:pt x="58521" y="22910"/>
                  </a:lnTo>
                  <a:lnTo>
                    <a:pt x="62772" y="21088"/>
                  </a:lnTo>
                  <a:lnTo>
                    <a:pt x="63841" y="20650"/>
                  </a:lnTo>
                  <a:lnTo>
                    <a:pt x="64909" y="20213"/>
                  </a:lnTo>
                  <a:lnTo>
                    <a:pt x="67072" y="19387"/>
                  </a:lnTo>
                  <a:lnTo>
                    <a:pt x="69234" y="18561"/>
                  </a:lnTo>
                  <a:cubicBezTo>
                    <a:pt x="69962" y="18270"/>
                    <a:pt x="70691" y="17978"/>
                    <a:pt x="71420" y="17735"/>
                  </a:cubicBezTo>
                  <a:lnTo>
                    <a:pt x="75817" y="16229"/>
                  </a:lnTo>
                  <a:cubicBezTo>
                    <a:pt x="76545" y="15962"/>
                    <a:pt x="77274" y="15695"/>
                    <a:pt x="78027" y="15476"/>
                  </a:cubicBezTo>
                  <a:lnTo>
                    <a:pt x="80238" y="14796"/>
                  </a:lnTo>
                  <a:cubicBezTo>
                    <a:pt x="81720" y="14334"/>
                    <a:pt x="83202" y="13873"/>
                    <a:pt x="84708" y="13411"/>
                  </a:cubicBezTo>
                  <a:lnTo>
                    <a:pt x="89202" y="12172"/>
                  </a:lnTo>
                  <a:lnTo>
                    <a:pt x="91461" y="11565"/>
                  </a:lnTo>
                  <a:lnTo>
                    <a:pt x="93744" y="11031"/>
                  </a:lnTo>
                  <a:lnTo>
                    <a:pt x="98287" y="9913"/>
                  </a:lnTo>
                  <a:cubicBezTo>
                    <a:pt x="99817" y="9597"/>
                    <a:pt x="101372" y="9282"/>
                    <a:pt x="102878" y="8942"/>
                  </a:cubicBezTo>
                  <a:lnTo>
                    <a:pt x="105186" y="8480"/>
                  </a:lnTo>
                  <a:cubicBezTo>
                    <a:pt x="105963" y="8310"/>
                    <a:pt x="106716" y="8188"/>
                    <a:pt x="107494" y="8043"/>
                  </a:cubicBezTo>
                  <a:lnTo>
                    <a:pt x="112134" y="7217"/>
                  </a:lnTo>
                  <a:cubicBezTo>
                    <a:pt x="118328" y="6197"/>
                    <a:pt x="124547" y="5322"/>
                    <a:pt x="130839" y="4715"/>
                  </a:cubicBezTo>
                  <a:lnTo>
                    <a:pt x="133195" y="4472"/>
                  </a:lnTo>
                  <a:lnTo>
                    <a:pt x="134361" y="4350"/>
                  </a:lnTo>
                  <a:lnTo>
                    <a:pt x="135551" y="4277"/>
                  </a:lnTo>
                  <a:lnTo>
                    <a:pt x="140264" y="3913"/>
                  </a:lnTo>
                  <a:lnTo>
                    <a:pt x="141454" y="3816"/>
                  </a:lnTo>
                  <a:lnTo>
                    <a:pt x="142596" y="3743"/>
                  </a:lnTo>
                  <a:lnTo>
                    <a:pt x="144928" y="3573"/>
                  </a:lnTo>
                  <a:lnTo>
                    <a:pt x="149568" y="3209"/>
                  </a:lnTo>
                  <a:cubicBezTo>
                    <a:pt x="155811" y="2747"/>
                    <a:pt x="162151" y="2261"/>
                    <a:pt x="168589" y="2140"/>
                  </a:cubicBezTo>
                  <a:lnTo>
                    <a:pt x="171018" y="2115"/>
                  </a:lnTo>
                  <a:cubicBezTo>
                    <a:pt x="171419" y="2103"/>
                    <a:pt x="171820" y="2097"/>
                    <a:pt x="172224" y="2097"/>
                  </a:cubicBezTo>
                  <a:cubicBezTo>
                    <a:pt x="172628" y="2097"/>
                    <a:pt x="173034" y="2103"/>
                    <a:pt x="173447" y="2115"/>
                  </a:cubicBezTo>
                  <a:lnTo>
                    <a:pt x="175877" y="2164"/>
                  </a:lnTo>
                  <a:cubicBezTo>
                    <a:pt x="176678" y="2188"/>
                    <a:pt x="177504" y="2237"/>
                    <a:pt x="178330" y="2261"/>
                  </a:cubicBezTo>
                  <a:lnTo>
                    <a:pt x="179545" y="2334"/>
                  </a:lnTo>
                  <a:cubicBezTo>
                    <a:pt x="179958" y="2358"/>
                    <a:pt x="180346" y="2407"/>
                    <a:pt x="180759" y="2431"/>
                  </a:cubicBezTo>
                  <a:lnTo>
                    <a:pt x="183237" y="2650"/>
                  </a:lnTo>
                  <a:lnTo>
                    <a:pt x="185691" y="2941"/>
                  </a:lnTo>
                  <a:cubicBezTo>
                    <a:pt x="186104" y="2990"/>
                    <a:pt x="186517" y="3039"/>
                    <a:pt x="186930" y="3111"/>
                  </a:cubicBezTo>
                  <a:lnTo>
                    <a:pt x="188168" y="3330"/>
                  </a:lnTo>
                  <a:lnTo>
                    <a:pt x="189407" y="3549"/>
                  </a:lnTo>
                  <a:cubicBezTo>
                    <a:pt x="189820" y="3622"/>
                    <a:pt x="190233" y="3694"/>
                    <a:pt x="190646" y="3792"/>
                  </a:cubicBezTo>
                  <a:lnTo>
                    <a:pt x="193124" y="4350"/>
                  </a:lnTo>
                  <a:cubicBezTo>
                    <a:pt x="193537" y="4447"/>
                    <a:pt x="193950" y="4569"/>
                    <a:pt x="194363" y="4690"/>
                  </a:cubicBezTo>
                  <a:lnTo>
                    <a:pt x="195602" y="5079"/>
                  </a:lnTo>
                  <a:lnTo>
                    <a:pt x="196841" y="5443"/>
                  </a:lnTo>
                  <a:lnTo>
                    <a:pt x="198055" y="5905"/>
                  </a:lnTo>
                  <a:cubicBezTo>
                    <a:pt x="201238" y="7144"/>
                    <a:pt x="204299" y="8650"/>
                    <a:pt x="207189" y="10448"/>
                  </a:cubicBezTo>
                  <a:cubicBezTo>
                    <a:pt x="212898" y="13921"/>
                    <a:pt x="217975" y="17954"/>
                    <a:pt x="222955" y="21865"/>
                  </a:cubicBezTo>
                  <a:cubicBezTo>
                    <a:pt x="225433" y="23808"/>
                    <a:pt x="227911" y="25752"/>
                    <a:pt x="230388" y="27574"/>
                  </a:cubicBezTo>
                  <a:cubicBezTo>
                    <a:pt x="231020" y="28035"/>
                    <a:pt x="231627" y="28472"/>
                    <a:pt x="232259" y="28910"/>
                  </a:cubicBezTo>
                  <a:lnTo>
                    <a:pt x="233206" y="29566"/>
                  </a:lnTo>
                  <a:lnTo>
                    <a:pt x="234154" y="30173"/>
                  </a:lnTo>
                  <a:cubicBezTo>
                    <a:pt x="235368" y="30999"/>
                    <a:pt x="236753" y="31849"/>
                    <a:pt x="238065" y="32675"/>
                  </a:cubicBezTo>
                  <a:cubicBezTo>
                    <a:pt x="240761" y="34351"/>
                    <a:pt x="243482" y="36027"/>
                    <a:pt x="246178" y="37752"/>
                  </a:cubicBezTo>
                  <a:cubicBezTo>
                    <a:pt x="248875" y="39477"/>
                    <a:pt x="251571" y="41250"/>
                    <a:pt x="254243" y="43145"/>
                  </a:cubicBezTo>
                  <a:cubicBezTo>
                    <a:pt x="256891" y="45040"/>
                    <a:pt x="259491" y="47032"/>
                    <a:pt x="262017" y="49194"/>
                  </a:cubicBezTo>
                  <a:cubicBezTo>
                    <a:pt x="264543" y="51356"/>
                    <a:pt x="266924" y="53712"/>
                    <a:pt x="269135" y="56214"/>
                  </a:cubicBezTo>
                  <a:lnTo>
                    <a:pt x="269961" y="57161"/>
                  </a:lnTo>
                  <a:cubicBezTo>
                    <a:pt x="270228" y="57477"/>
                    <a:pt x="270495" y="57817"/>
                    <a:pt x="270762" y="58133"/>
                  </a:cubicBezTo>
                  <a:lnTo>
                    <a:pt x="272317" y="60125"/>
                  </a:lnTo>
                  <a:lnTo>
                    <a:pt x="273774" y="62239"/>
                  </a:lnTo>
                  <a:cubicBezTo>
                    <a:pt x="274017" y="62579"/>
                    <a:pt x="274236" y="62943"/>
                    <a:pt x="274455" y="63307"/>
                  </a:cubicBezTo>
                  <a:lnTo>
                    <a:pt x="275111" y="64401"/>
                  </a:lnTo>
                  <a:cubicBezTo>
                    <a:pt x="276811" y="67340"/>
                    <a:pt x="278269" y="70401"/>
                    <a:pt x="279410" y="73607"/>
                  </a:cubicBezTo>
                  <a:cubicBezTo>
                    <a:pt x="280528" y="76790"/>
                    <a:pt x="281354" y="80069"/>
                    <a:pt x="281864" y="83397"/>
                  </a:cubicBezTo>
                  <a:lnTo>
                    <a:pt x="282082" y="84636"/>
                  </a:lnTo>
                  <a:cubicBezTo>
                    <a:pt x="282155" y="85049"/>
                    <a:pt x="282180" y="85462"/>
                    <a:pt x="282228" y="85875"/>
                  </a:cubicBezTo>
                  <a:lnTo>
                    <a:pt x="282350" y="87138"/>
                  </a:lnTo>
                  <a:cubicBezTo>
                    <a:pt x="282398" y="87551"/>
                    <a:pt x="282447" y="87964"/>
                    <a:pt x="282471" y="88377"/>
                  </a:cubicBezTo>
                  <a:lnTo>
                    <a:pt x="282617" y="90879"/>
                  </a:lnTo>
                  <a:lnTo>
                    <a:pt x="282641" y="93381"/>
                  </a:lnTo>
                  <a:cubicBezTo>
                    <a:pt x="282593" y="100037"/>
                    <a:pt x="281524" y="106620"/>
                    <a:pt x="279459" y="112961"/>
                  </a:cubicBezTo>
                  <a:lnTo>
                    <a:pt x="279094" y="114127"/>
                  </a:lnTo>
                  <a:cubicBezTo>
                    <a:pt x="278973" y="114515"/>
                    <a:pt x="278803" y="114904"/>
                    <a:pt x="278657" y="115293"/>
                  </a:cubicBezTo>
                  <a:lnTo>
                    <a:pt x="278220" y="116459"/>
                  </a:lnTo>
                  <a:cubicBezTo>
                    <a:pt x="278074" y="116847"/>
                    <a:pt x="277928" y="117236"/>
                    <a:pt x="277758" y="117600"/>
                  </a:cubicBezTo>
                  <a:lnTo>
                    <a:pt x="276787" y="119884"/>
                  </a:lnTo>
                  <a:lnTo>
                    <a:pt x="275718" y="122094"/>
                  </a:lnTo>
                  <a:cubicBezTo>
                    <a:pt x="274236" y="125058"/>
                    <a:pt x="272536" y="127876"/>
                    <a:pt x="270616" y="130572"/>
                  </a:cubicBezTo>
                  <a:cubicBezTo>
                    <a:pt x="277224" y="121171"/>
                    <a:pt x="281208" y="110191"/>
                    <a:pt x="282204" y="98774"/>
                  </a:cubicBezTo>
                  <a:cubicBezTo>
                    <a:pt x="282447" y="95835"/>
                    <a:pt x="282495" y="92895"/>
                    <a:pt x="282350" y="89980"/>
                  </a:cubicBezTo>
                  <a:cubicBezTo>
                    <a:pt x="282180" y="87017"/>
                    <a:pt x="281815" y="84077"/>
                    <a:pt x="281208" y="81162"/>
                  </a:cubicBezTo>
                  <a:cubicBezTo>
                    <a:pt x="280601" y="78247"/>
                    <a:pt x="279775" y="75381"/>
                    <a:pt x="278706" y="72587"/>
                  </a:cubicBezTo>
                  <a:cubicBezTo>
                    <a:pt x="277637" y="69769"/>
                    <a:pt x="276325" y="67073"/>
                    <a:pt x="274770" y="64498"/>
                  </a:cubicBezTo>
                  <a:cubicBezTo>
                    <a:pt x="274357" y="63842"/>
                    <a:pt x="273993" y="63186"/>
                    <a:pt x="273580" y="62579"/>
                  </a:cubicBezTo>
                  <a:lnTo>
                    <a:pt x="272293" y="60708"/>
                  </a:lnTo>
                  <a:cubicBezTo>
                    <a:pt x="272171" y="60562"/>
                    <a:pt x="272074" y="60417"/>
                    <a:pt x="271953" y="60271"/>
                  </a:cubicBezTo>
                  <a:lnTo>
                    <a:pt x="271612" y="59809"/>
                  </a:lnTo>
                  <a:lnTo>
                    <a:pt x="270932" y="58935"/>
                  </a:lnTo>
                  <a:lnTo>
                    <a:pt x="270228" y="58060"/>
                  </a:lnTo>
                  <a:cubicBezTo>
                    <a:pt x="270009" y="57769"/>
                    <a:pt x="269742" y="57502"/>
                    <a:pt x="269523" y="57210"/>
                  </a:cubicBezTo>
                  <a:cubicBezTo>
                    <a:pt x="267604" y="54951"/>
                    <a:pt x="265539" y="52837"/>
                    <a:pt x="263353" y="50845"/>
                  </a:cubicBezTo>
                  <a:cubicBezTo>
                    <a:pt x="259005" y="46910"/>
                    <a:pt x="254341" y="43534"/>
                    <a:pt x="249652" y="40424"/>
                  </a:cubicBezTo>
                  <a:cubicBezTo>
                    <a:pt x="244964" y="37339"/>
                    <a:pt x="240251" y="34448"/>
                    <a:pt x="235708" y="31558"/>
                  </a:cubicBezTo>
                  <a:cubicBezTo>
                    <a:pt x="231312" y="28764"/>
                    <a:pt x="227230" y="25533"/>
                    <a:pt x="223125" y="22254"/>
                  </a:cubicBezTo>
                  <a:cubicBezTo>
                    <a:pt x="220186" y="19922"/>
                    <a:pt x="217222" y="17565"/>
                    <a:pt x="214161" y="15330"/>
                  </a:cubicBezTo>
                  <a:cubicBezTo>
                    <a:pt x="211076" y="13023"/>
                    <a:pt x="207845" y="10933"/>
                    <a:pt x="204469" y="9039"/>
                  </a:cubicBezTo>
                  <a:lnTo>
                    <a:pt x="203181" y="8359"/>
                  </a:lnTo>
                  <a:cubicBezTo>
                    <a:pt x="202744" y="8140"/>
                    <a:pt x="202307" y="7897"/>
                    <a:pt x="201869" y="7703"/>
                  </a:cubicBezTo>
                  <a:lnTo>
                    <a:pt x="200509" y="7095"/>
                  </a:lnTo>
                  <a:cubicBezTo>
                    <a:pt x="200072" y="6901"/>
                    <a:pt x="199634" y="6658"/>
                    <a:pt x="199149" y="6488"/>
                  </a:cubicBezTo>
                  <a:lnTo>
                    <a:pt x="197764" y="5954"/>
                  </a:lnTo>
                  <a:cubicBezTo>
                    <a:pt x="197278" y="5784"/>
                    <a:pt x="196817" y="5589"/>
                    <a:pt x="196355" y="5468"/>
                  </a:cubicBezTo>
                  <a:lnTo>
                    <a:pt x="193513" y="4593"/>
                  </a:lnTo>
                  <a:cubicBezTo>
                    <a:pt x="189796" y="3670"/>
                    <a:pt x="186031" y="3014"/>
                    <a:pt x="182217" y="2698"/>
                  </a:cubicBezTo>
                  <a:cubicBezTo>
                    <a:pt x="178826" y="2386"/>
                    <a:pt x="175435" y="2258"/>
                    <a:pt x="172044" y="2258"/>
                  </a:cubicBezTo>
                  <a:cubicBezTo>
                    <a:pt x="171743" y="2258"/>
                    <a:pt x="171441" y="2259"/>
                    <a:pt x="171140" y="2261"/>
                  </a:cubicBezTo>
                  <a:cubicBezTo>
                    <a:pt x="167496" y="2285"/>
                    <a:pt x="163876" y="2480"/>
                    <a:pt x="160305" y="2674"/>
                  </a:cubicBezTo>
                  <a:cubicBezTo>
                    <a:pt x="156734" y="2868"/>
                    <a:pt x="153212" y="3184"/>
                    <a:pt x="149738" y="3476"/>
                  </a:cubicBezTo>
                  <a:lnTo>
                    <a:pt x="139341" y="4326"/>
                  </a:lnTo>
                  <a:lnTo>
                    <a:pt x="134094" y="4763"/>
                  </a:lnTo>
                  <a:lnTo>
                    <a:pt x="128847" y="5322"/>
                  </a:lnTo>
                  <a:cubicBezTo>
                    <a:pt x="127122" y="5492"/>
                    <a:pt x="125373" y="5735"/>
                    <a:pt x="123648" y="5954"/>
                  </a:cubicBezTo>
                  <a:cubicBezTo>
                    <a:pt x="121923" y="6197"/>
                    <a:pt x="120199" y="6391"/>
                    <a:pt x="118474" y="6682"/>
                  </a:cubicBezTo>
                  <a:lnTo>
                    <a:pt x="113300" y="7508"/>
                  </a:lnTo>
                  <a:cubicBezTo>
                    <a:pt x="111599" y="7824"/>
                    <a:pt x="109899" y="8164"/>
                    <a:pt x="108174" y="8456"/>
                  </a:cubicBezTo>
                  <a:lnTo>
                    <a:pt x="105623" y="8942"/>
                  </a:lnTo>
                  <a:lnTo>
                    <a:pt x="103073" y="9500"/>
                  </a:lnTo>
                  <a:lnTo>
                    <a:pt x="100546" y="10059"/>
                  </a:lnTo>
                  <a:cubicBezTo>
                    <a:pt x="99696" y="10253"/>
                    <a:pt x="98846" y="10399"/>
                    <a:pt x="97996" y="10618"/>
                  </a:cubicBezTo>
                  <a:lnTo>
                    <a:pt x="92967" y="11881"/>
                  </a:lnTo>
                  <a:lnTo>
                    <a:pt x="91704" y="12172"/>
                  </a:lnTo>
                  <a:lnTo>
                    <a:pt x="90441" y="12537"/>
                  </a:lnTo>
                  <a:lnTo>
                    <a:pt x="87963" y="13241"/>
                  </a:lnTo>
                  <a:cubicBezTo>
                    <a:pt x="84611" y="14116"/>
                    <a:pt x="81331" y="15233"/>
                    <a:pt x="78027" y="16253"/>
                  </a:cubicBezTo>
                  <a:cubicBezTo>
                    <a:pt x="76400" y="16812"/>
                    <a:pt x="74772" y="17395"/>
                    <a:pt x="73120" y="17978"/>
                  </a:cubicBezTo>
                  <a:cubicBezTo>
                    <a:pt x="72343" y="18270"/>
                    <a:pt x="71517" y="18537"/>
                    <a:pt x="70691" y="18828"/>
                  </a:cubicBezTo>
                  <a:lnTo>
                    <a:pt x="68262" y="19776"/>
                  </a:lnTo>
                  <a:lnTo>
                    <a:pt x="65833" y="20723"/>
                  </a:lnTo>
                  <a:cubicBezTo>
                    <a:pt x="65055" y="21063"/>
                    <a:pt x="64229" y="21355"/>
                    <a:pt x="63452" y="21719"/>
                  </a:cubicBezTo>
                  <a:lnTo>
                    <a:pt x="58666" y="23784"/>
                  </a:lnTo>
                  <a:lnTo>
                    <a:pt x="57646" y="24221"/>
                  </a:lnTo>
                  <a:cubicBezTo>
                    <a:pt x="57306" y="24367"/>
                    <a:pt x="56966" y="24537"/>
                    <a:pt x="56626" y="24707"/>
                  </a:cubicBezTo>
                  <a:lnTo>
                    <a:pt x="54585" y="25679"/>
                  </a:lnTo>
                  <a:lnTo>
                    <a:pt x="52520" y="26651"/>
                  </a:lnTo>
                  <a:lnTo>
                    <a:pt x="51500" y="27136"/>
                  </a:lnTo>
                  <a:cubicBezTo>
                    <a:pt x="51160" y="27282"/>
                    <a:pt x="50820" y="27452"/>
                    <a:pt x="50480" y="27622"/>
                  </a:cubicBezTo>
                  <a:lnTo>
                    <a:pt x="45791" y="30732"/>
                  </a:lnTo>
                  <a:cubicBezTo>
                    <a:pt x="45427" y="30975"/>
                    <a:pt x="45063" y="31217"/>
                    <a:pt x="44698" y="31460"/>
                  </a:cubicBezTo>
                  <a:lnTo>
                    <a:pt x="43678" y="32213"/>
                  </a:lnTo>
                  <a:lnTo>
                    <a:pt x="41710" y="33671"/>
                  </a:lnTo>
                  <a:lnTo>
                    <a:pt x="39961" y="35031"/>
                  </a:lnTo>
                  <a:lnTo>
                    <a:pt x="39160" y="35687"/>
                  </a:lnTo>
                  <a:cubicBezTo>
                    <a:pt x="38892" y="35882"/>
                    <a:pt x="38650" y="36124"/>
                    <a:pt x="38382" y="36343"/>
                  </a:cubicBezTo>
                  <a:cubicBezTo>
                    <a:pt x="37411" y="37218"/>
                    <a:pt x="36560" y="37995"/>
                    <a:pt x="35880" y="38699"/>
                  </a:cubicBezTo>
                  <a:cubicBezTo>
                    <a:pt x="34520" y="40084"/>
                    <a:pt x="33791" y="41056"/>
                    <a:pt x="34034" y="41396"/>
                  </a:cubicBezTo>
                  <a:cubicBezTo>
                    <a:pt x="34094" y="41474"/>
                    <a:pt x="34212" y="41515"/>
                    <a:pt x="34392" y="41515"/>
                  </a:cubicBezTo>
                  <a:cubicBezTo>
                    <a:pt x="34934" y="41515"/>
                    <a:pt x="36041" y="41142"/>
                    <a:pt x="37848" y="40303"/>
                  </a:cubicBezTo>
                  <a:cubicBezTo>
                    <a:pt x="38455" y="40011"/>
                    <a:pt x="39135" y="39671"/>
                    <a:pt x="39913" y="39282"/>
                  </a:cubicBezTo>
                  <a:cubicBezTo>
                    <a:pt x="40301" y="39112"/>
                    <a:pt x="40690" y="38894"/>
                    <a:pt x="41127" y="38675"/>
                  </a:cubicBezTo>
                  <a:lnTo>
                    <a:pt x="42488" y="38019"/>
                  </a:lnTo>
                  <a:cubicBezTo>
                    <a:pt x="43435" y="37558"/>
                    <a:pt x="44480" y="37023"/>
                    <a:pt x="45597" y="36440"/>
                  </a:cubicBezTo>
                  <a:lnTo>
                    <a:pt x="47370" y="35541"/>
                  </a:lnTo>
                  <a:lnTo>
                    <a:pt x="49338" y="34618"/>
                  </a:lnTo>
                  <a:lnTo>
                    <a:pt x="51500" y="33404"/>
                  </a:lnTo>
                  <a:lnTo>
                    <a:pt x="52715" y="32748"/>
                  </a:lnTo>
                  <a:cubicBezTo>
                    <a:pt x="53152" y="32529"/>
                    <a:pt x="53565" y="32286"/>
                    <a:pt x="54002" y="32068"/>
                  </a:cubicBezTo>
                  <a:lnTo>
                    <a:pt x="59274" y="29444"/>
                  </a:lnTo>
                  <a:lnTo>
                    <a:pt x="59881" y="29128"/>
                  </a:lnTo>
                  <a:lnTo>
                    <a:pt x="60488" y="28861"/>
                  </a:lnTo>
                  <a:lnTo>
                    <a:pt x="61654" y="28351"/>
                  </a:lnTo>
                  <a:lnTo>
                    <a:pt x="63598" y="27452"/>
                  </a:lnTo>
                  <a:lnTo>
                    <a:pt x="65395" y="26651"/>
                  </a:lnTo>
                  <a:cubicBezTo>
                    <a:pt x="65757" y="26575"/>
                    <a:pt x="66038" y="26542"/>
                    <a:pt x="66253" y="26542"/>
                  </a:cubicBezTo>
                  <a:cubicBezTo>
                    <a:pt x="66730" y="26542"/>
                    <a:pt x="66871" y="26707"/>
                    <a:pt x="66804" y="26942"/>
                  </a:cubicBezTo>
                  <a:cubicBezTo>
                    <a:pt x="66707" y="27258"/>
                    <a:pt x="66197" y="27817"/>
                    <a:pt x="65687" y="28375"/>
                  </a:cubicBezTo>
                  <a:cubicBezTo>
                    <a:pt x="83323" y="20820"/>
                    <a:pt x="102077" y="15986"/>
                    <a:pt x="121098" y="13241"/>
                  </a:cubicBezTo>
                  <a:lnTo>
                    <a:pt x="128239" y="12318"/>
                  </a:lnTo>
                  <a:cubicBezTo>
                    <a:pt x="130644" y="12075"/>
                    <a:pt x="133025" y="11808"/>
                    <a:pt x="135430" y="11565"/>
                  </a:cubicBezTo>
                  <a:lnTo>
                    <a:pt x="149908" y="10448"/>
                  </a:lnTo>
                  <a:cubicBezTo>
                    <a:pt x="154742" y="10059"/>
                    <a:pt x="159552" y="9695"/>
                    <a:pt x="164338" y="9476"/>
                  </a:cubicBezTo>
                  <a:cubicBezTo>
                    <a:pt x="166718" y="9354"/>
                    <a:pt x="169093" y="9294"/>
                    <a:pt x="171468" y="9294"/>
                  </a:cubicBezTo>
                  <a:cubicBezTo>
                    <a:pt x="173842" y="9294"/>
                    <a:pt x="176217" y="9354"/>
                    <a:pt x="178597" y="9476"/>
                  </a:cubicBezTo>
                  <a:cubicBezTo>
                    <a:pt x="179326" y="9500"/>
                    <a:pt x="180055" y="9573"/>
                    <a:pt x="180784" y="9646"/>
                  </a:cubicBezTo>
                  <a:lnTo>
                    <a:pt x="181877" y="9719"/>
                  </a:lnTo>
                  <a:cubicBezTo>
                    <a:pt x="182241" y="9743"/>
                    <a:pt x="182606" y="9767"/>
                    <a:pt x="182970" y="9840"/>
                  </a:cubicBezTo>
                  <a:lnTo>
                    <a:pt x="185132" y="10108"/>
                  </a:lnTo>
                  <a:lnTo>
                    <a:pt x="185666" y="10156"/>
                  </a:lnTo>
                  <a:cubicBezTo>
                    <a:pt x="185861" y="10180"/>
                    <a:pt x="186031" y="10229"/>
                    <a:pt x="186201" y="10253"/>
                  </a:cubicBezTo>
                  <a:lnTo>
                    <a:pt x="187270" y="10448"/>
                  </a:lnTo>
                  <a:lnTo>
                    <a:pt x="188339" y="10618"/>
                  </a:lnTo>
                  <a:cubicBezTo>
                    <a:pt x="188509" y="10666"/>
                    <a:pt x="188703" y="10691"/>
                    <a:pt x="188873" y="10715"/>
                  </a:cubicBezTo>
                  <a:lnTo>
                    <a:pt x="189407" y="10836"/>
                  </a:lnTo>
                  <a:lnTo>
                    <a:pt x="191472" y="11322"/>
                  </a:lnTo>
                  <a:cubicBezTo>
                    <a:pt x="191837" y="11419"/>
                    <a:pt x="192152" y="11541"/>
                    <a:pt x="192493" y="11638"/>
                  </a:cubicBezTo>
                  <a:lnTo>
                    <a:pt x="193513" y="11929"/>
                  </a:lnTo>
                  <a:lnTo>
                    <a:pt x="194533" y="12245"/>
                  </a:lnTo>
                  <a:cubicBezTo>
                    <a:pt x="194849" y="12367"/>
                    <a:pt x="195165" y="12488"/>
                    <a:pt x="195505" y="12610"/>
                  </a:cubicBezTo>
                  <a:cubicBezTo>
                    <a:pt x="196817" y="13071"/>
                    <a:pt x="198080" y="13678"/>
                    <a:pt x="199367" y="14286"/>
                  </a:cubicBezTo>
                  <a:lnTo>
                    <a:pt x="201262" y="15282"/>
                  </a:lnTo>
                  <a:cubicBezTo>
                    <a:pt x="201894" y="15622"/>
                    <a:pt x="202501" y="16011"/>
                    <a:pt x="203133" y="16351"/>
                  </a:cubicBezTo>
                  <a:cubicBezTo>
                    <a:pt x="205610" y="17832"/>
                    <a:pt x="208015" y="19460"/>
                    <a:pt x="210396" y="21209"/>
                  </a:cubicBezTo>
                  <a:cubicBezTo>
                    <a:pt x="215157" y="24707"/>
                    <a:pt x="219773" y="28545"/>
                    <a:pt x="224655" y="32238"/>
                  </a:cubicBezTo>
                  <a:cubicBezTo>
                    <a:pt x="225870" y="33137"/>
                    <a:pt x="227109" y="34060"/>
                    <a:pt x="228396" y="34934"/>
                  </a:cubicBezTo>
                  <a:lnTo>
                    <a:pt x="229344" y="35614"/>
                  </a:lnTo>
                  <a:lnTo>
                    <a:pt x="230316" y="36270"/>
                  </a:lnTo>
                  <a:cubicBezTo>
                    <a:pt x="230971" y="36683"/>
                    <a:pt x="231627" y="37145"/>
                    <a:pt x="232259" y="37533"/>
                  </a:cubicBezTo>
                  <a:lnTo>
                    <a:pt x="239838" y="42295"/>
                  </a:lnTo>
                  <a:cubicBezTo>
                    <a:pt x="242365" y="43898"/>
                    <a:pt x="244818" y="45477"/>
                    <a:pt x="247223" y="47129"/>
                  </a:cubicBezTo>
                  <a:cubicBezTo>
                    <a:pt x="248438" y="47955"/>
                    <a:pt x="249652" y="48781"/>
                    <a:pt x="250794" y="49631"/>
                  </a:cubicBezTo>
                  <a:cubicBezTo>
                    <a:pt x="251960" y="50505"/>
                    <a:pt x="253102" y="51356"/>
                    <a:pt x="254219" y="52254"/>
                  </a:cubicBezTo>
                  <a:cubicBezTo>
                    <a:pt x="258713" y="55825"/>
                    <a:pt x="262746" y="59761"/>
                    <a:pt x="266025" y="64158"/>
                  </a:cubicBezTo>
                  <a:cubicBezTo>
                    <a:pt x="267629" y="66344"/>
                    <a:pt x="269037" y="68676"/>
                    <a:pt x="270228" y="71105"/>
                  </a:cubicBezTo>
                  <a:cubicBezTo>
                    <a:pt x="271370" y="73559"/>
                    <a:pt x="272341" y="76109"/>
                    <a:pt x="273070" y="78709"/>
                  </a:cubicBezTo>
                  <a:cubicBezTo>
                    <a:pt x="274386" y="83525"/>
                    <a:pt x="274985" y="88486"/>
                    <a:pt x="274868" y="93457"/>
                  </a:cubicBezTo>
                  <a:lnTo>
                    <a:pt x="274868" y="93457"/>
                  </a:lnTo>
                  <a:lnTo>
                    <a:pt x="274868" y="91170"/>
                  </a:lnTo>
                  <a:lnTo>
                    <a:pt x="274843" y="90660"/>
                  </a:lnTo>
                  <a:lnTo>
                    <a:pt x="274746" y="88571"/>
                  </a:lnTo>
                  <a:lnTo>
                    <a:pt x="274528" y="86531"/>
                  </a:lnTo>
                  <a:cubicBezTo>
                    <a:pt x="274212" y="83786"/>
                    <a:pt x="273677" y="81089"/>
                    <a:pt x="272924" y="78417"/>
                  </a:cubicBezTo>
                  <a:cubicBezTo>
                    <a:pt x="272147" y="75794"/>
                    <a:pt x="271151" y="73243"/>
                    <a:pt x="269936" y="70789"/>
                  </a:cubicBezTo>
                  <a:lnTo>
                    <a:pt x="269013" y="68967"/>
                  </a:lnTo>
                  <a:lnTo>
                    <a:pt x="267944" y="67194"/>
                  </a:lnTo>
                  <a:lnTo>
                    <a:pt x="267701" y="66757"/>
                  </a:lnTo>
                  <a:lnTo>
                    <a:pt x="267386" y="66344"/>
                  </a:lnTo>
                  <a:lnTo>
                    <a:pt x="266778" y="65494"/>
                  </a:lnTo>
                  <a:lnTo>
                    <a:pt x="266195" y="64643"/>
                  </a:lnTo>
                  <a:lnTo>
                    <a:pt x="265564" y="63818"/>
                  </a:lnTo>
                  <a:lnTo>
                    <a:pt x="264932" y="62992"/>
                  </a:lnTo>
                  <a:cubicBezTo>
                    <a:pt x="264738" y="62724"/>
                    <a:pt x="264519" y="62457"/>
                    <a:pt x="264300" y="62190"/>
                  </a:cubicBezTo>
                  <a:lnTo>
                    <a:pt x="262940" y="60587"/>
                  </a:lnTo>
                  <a:cubicBezTo>
                    <a:pt x="261993" y="59566"/>
                    <a:pt x="261045" y="58522"/>
                    <a:pt x="260025" y="57550"/>
                  </a:cubicBezTo>
                  <a:cubicBezTo>
                    <a:pt x="257984" y="55582"/>
                    <a:pt x="255822" y="53712"/>
                    <a:pt x="253588" y="51963"/>
                  </a:cubicBezTo>
                  <a:cubicBezTo>
                    <a:pt x="249069" y="48416"/>
                    <a:pt x="244138" y="45210"/>
                    <a:pt x="239134" y="42027"/>
                  </a:cubicBezTo>
                  <a:lnTo>
                    <a:pt x="231554" y="37266"/>
                  </a:lnTo>
                  <a:cubicBezTo>
                    <a:pt x="228907" y="35566"/>
                    <a:pt x="226429" y="33768"/>
                    <a:pt x="224000" y="31922"/>
                  </a:cubicBezTo>
                  <a:cubicBezTo>
                    <a:pt x="219165" y="28229"/>
                    <a:pt x="214598" y="24440"/>
                    <a:pt x="209886" y="20990"/>
                  </a:cubicBezTo>
                  <a:cubicBezTo>
                    <a:pt x="207578" y="19290"/>
                    <a:pt x="205173" y="17687"/>
                    <a:pt x="202695" y="16205"/>
                  </a:cubicBezTo>
                  <a:cubicBezTo>
                    <a:pt x="201481" y="15476"/>
                    <a:pt x="200242" y="14845"/>
                    <a:pt x="199003" y="14189"/>
                  </a:cubicBezTo>
                  <a:lnTo>
                    <a:pt x="197108" y="13314"/>
                  </a:lnTo>
                  <a:cubicBezTo>
                    <a:pt x="196792" y="13168"/>
                    <a:pt x="196476" y="13071"/>
                    <a:pt x="196136" y="12925"/>
                  </a:cubicBezTo>
                  <a:lnTo>
                    <a:pt x="195189" y="12561"/>
                  </a:lnTo>
                  <a:cubicBezTo>
                    <a:pt x="194557" y="12318"/>
                    <a:pt x="193901" y="12099"/>
                    <a:pt x="193221" y="11905"/>
                  </a:cubicBezTo>
                  <a:lnTo>
                    <a:pt x="192225" y="11614"/>
                  </a:lnTo>
                  <a:lnTo>
                    <a:pt x="191739" y="11444"/>
                  </a:lnTo>
                  <a:lnTo>
                    <a:pt x="191229" y="11322"/>
                  </a:lnTo>
                  <a:lnTo>
                    <a:pt x="189189" y="10836"/>
                  </a:lnTo>
                  <a:cubicBezTo>
                    <a:pt x="188849" y="10763"/>
                    <a:pt x="188484" y="10691"/>
                    <a:pt x="188144" y="10642"/>
                  </a:cubicBezTo>
                  <a:lnTo>
                    <a:pt x="187100" y="10448"/>
                  </a:lnTo>
                  <a:cubicBezTo>
                    <a:pt x="185715" y="10180"/>
                    <a:pt x="184282" y="10035"/>
                    <a:pt x="182873" y="9840"/>
                  </a:cubicBezTo>
                  <a:cubicBezTo>
                    <a:pt x="182144" y="9767"/>
                    <a:pt x="181440" y="9719"/>
                    <a:pt x="180711" y="9646"/>
                  </a:cubicBezTo>
                  <a:cubicBezTo>
                    <a:pt x="180006" y="9597"/>
                    <a:pt x="179278" y="9500"/>
                    <a:pt x="178549" y="9500"/>
                  </a:cubicBezTo>
                  <a:cubicBezTo>
                    <a:pt x="176287" y="9385"/>
                    <a:pt x="174025" y="9330"/>
                    <a:pt x="171763" y="9330"/>
                  </a:cubicBezTo>
                  <a:cubicBezTo>
                    <a:pt x="169264" y="9330"/>
                    <a:pt x="166764" y="9397"/>
                    <a:pt x="164265" y="9525"/>
                  </a:cubicBezTo>
                  <a:cubicBezTo>
                    <a:pt x="159479" y="9767"/>
                    <a:pt x="154621" y="10156"/>
                    <a:pt x="149762" y="10569"/>
                  </a:cubicBezTo>
                  <a:cubicBezTo>
                    <a:pt x="147333" y="10788"/>
                    <a:pt x="144880" y="10982"/>
                    <a:pt x="142402" y="11176"/>
                  </a:cubicBezTo>
                  <a:lnTo>
                    <a:pt x="135163" y="11784"/>
                  </a:lnTo>
                  <a:lnTo>
                    <a:pt x="127924" y="12561"/>
                  </a:lnTo>
                  <a:lnTo>
                    <a:pt x="120709" y="13557"/>
                  </a:lnTo>
                  <a:cubicBezTo>
                    <a:pt x="101518" y="16424"/>
                    <a:pt x="82546" y="21476"/>
                    <a:pt x="64739" y="29347"/>
                  </a:cubicBezTo>
                  <a:cubicBezTo>
                    <a:pt x="64352" y="29816"/>
                    <a:pt x="64239" y="30165"/>
                    <a:pt x="64800" y="30165"/>
                  </a:cubicBezTo>
                  <a:cubicBezTo>
                    <a:pt x="64908" y="30165"/>
                    <a:pt x="65040" y="30152"/>
                    <a:pt x="65201" y="30124"/>
                  </a:cubicBezTo>
                  <a:cubicBezTo>
                    <a:pt x="66027" y="29979"/>
                    <a:pt x="66829" y="29760"/>
                    <a:pt x="67630" y="29468"/>
                  </a:cubicBezTo>
                  <a:cubicBezTo>
                    <a:pt x="68796" y="29128"/>
                    <a:pt x="70302" y="28618"/>
                    <a:pt x="72294" y="27914"/>
                  </a:cubicBezTo>
                  <a:lnTo>
                    <a:pt x="73436" y="27549"/>
                  </a:lnTo>
                  <a:cubicBezTo>
                    <a:pt x="73825" y="27404"/>
                    <a:pt x="74238" y="27258"/>
                    <a:pt x="74699" y="27112"/>
                  </a:cubicBezTo>
                  <a:cubicBezTo>
                    <a:pt x="75622" y="26821"/>
                    <a:pt x="76618" y="26480"/>
                    <a:pt x="77712" y="26116"/>
                  </a:cubicBezTo>
                  <a:cubicBezTo>
                    <a:pt x="78780" y="25752"/>
                    <a:pt x="79946" y="25339"/>
                    <a:pt x="81210" y="24926"/>
                  </a:cubicBezTo>
                  <a:lnTo>
                    <a:pt x="85194" y="23687"/>
                  </a:lnTo>
                  <a:lnTo>
                    <a:pt x="87356" y="22982"/>
                  </a:lnTo>
                  <a:lnTo>
                    <a:pt x="89590" y="22326"/>
                  </a:lnTo>
                  <a:cubicBezTo>
                    <a:pt x="91145" y="21889"/>
                    <a:pt x="92724" y="21428"/>
                    <a:pt x="94352" y="20966"/>
                  </a:cubicBezTo>
                  <a:lnTo>
                    <a:pt x="99405" y="19654"/>
                  </a:lnTo>
                  <a:lnTo>
                    <a:pt x="100716" y="19314"/>
                  </a:lnTo>
                  <a:lnTo>
                    <a:pt x="102028" y="19023"/>
                  </a:lnTo>
                  <a:lnTo>
                    <a:pt x="104700" y="18415"/>
                  </a:lnTo>
                  <a:lnTo>
                    <a:pt x="107421" y="17808"/>
                  </a:lnTo>
                  <a:lnTo>
                    <a:pt x="110166" y="17249"/>
                  </a:lnTo>
                  <a:lnTo>
                    <a:pt x="112935" y="16691"/>
                  </a:lnTo>
                  <a:lnTo>
                    <a:pt x="114320" y="16424"/>
                  </a:lnTo>
                  <a:lnTo>
                    <a:pt x="115705" y="16181"/>
                  </a:lnTo>
                  <a:lnTo>
                    <a:pt x="121292" y="15233"/>
                  </a:lnTo>
                  <a:lnTo>
                    <a:pt x="126831" y="14456"/>
                  </a:lnTo>
                  <a:lnTo>
                    <a:pt x="128191" y="14261"/>
                  </a:lnTo>
                  <a:lnTo>
                    <a:pt x="129551" y="14116"/>
                  </a:lnTo>
                  <a:lnTo>
                    <a:pt x="132248" y="13800"/>
                  </a:lnTo>
                  <a:lnTo>
                    <a:pt x="134871" y="13508"/>
                  </a:lnTo>
                  <a:cubicBezTo>
                    <a:pt x="135746" y="13411"/>
                    <a:pt x="136620" y="13338"/>
                    <a:pt x="137471" y="13266"/>
                  </a:cubicBezTo>
                  <a:lnTo>
                    <a:pt x="142426" y="12853"/>
                  </a:lnTo>
                  <a:lnTo>
                    <a:pt x="147163" y="12512"/>
                  </a:lnTo>
                  <a:cubicBezTo>
                    <a:pt x="151317" y="12245"/>
                    <a:pt x="155423" y="11929"/>
                    <a:pt x="159528" y="11711"/>
                  </a:cubicBezTo>
                  <a:cubicBezTo>
                    <a:pt x="163335" y="11486"/>
                    <a:pt x="167122" y="11344"/>
                    <a:pt x="170888" y="11344"/>
                  </a:cubicBezTo>
                  <a:cubicBezTo>
                    <a:pt x="171182" y="11344"/>
                    <a:pt x="171477" y="11345"/>
                    <a:pt x="171771" y="11346"/>
                  </a:cubicBezTo>
                  <a:cubicBezTo>
                    <a:pt x="175779" y="11346"/>
                    <a:pt x="179788" y="11589"/>
                    <a:pt x="183772" y="12075"/>
                  </a:cubicBezTo>
                  <a:cubicBezTo>
                    <a:pt x="187585" y="12512"/>
                    <a:pt x="191326" y="13411"/>
                    <a:pt x="194922" y="14747"/>
                  </a:cubicBezTo>
                  <a:cubicBezTo>
                    <a:pt x="198371" y="16083"/>
                    <a:pt x="201796" y="18002"/>
                    <a:pt x="205149" y="20262"/>
                  </a:cubicBezTo>
                  <a:cubicBezTo>
                    <a:pt x="208477" y="22497"/>
                    <a:pt x="211781" y="25047"/>
                    <a:pt x="215133" y="27671"/>
                  </a:cubicBezTo>
                  <a:cubicBezTo>
                    <a:pt x="218510" y="30319"/>
                    <a:pt x="221910" y="33064"/>
                    <a:pt x="225554" y="35711"/>
                  </a:cubicBezTo>
                  <a:cubicBezTo>
                    <a:pt x="226502" y="36343"/>
                    <a:pt x="227401" y="37023"/>
                    <a:pt x="228372" y="37655"/>
                  </a:cubicBezTo>
                  <a:lnTo>
                    <a:pt x="229805" y="38602"/>
                  </a:lnTo>
                  <a:lnTo>
                    <a:pt x="230534" y="39088"/>
                  </a:lnTo>
                  <a:lnTo>
                    <a:pt x="231214" y="39501"/>
                  </a:lnTo>
                  <a:lnTo>
                    <a:pt x="236729" y="42951"/>
                  </a:lnTo>
                  <a:cubicBezTo>
                    <a:pt x="240373" y="45234"/>
                    <a:pt x="243944" y="47493"/>
                    <a:pt x="247369" y="49850"/>
                  </a:cubicBezTo>
                  <a:cubicBezTo>
                    <a:pt x="250721" y="52157"/>
                    <a:pt x="253928" y="54659"/>
                    <a:pt x="256940" y="57356"/>
                  </a:cubicBezTo>
                  <a:cubicBezTo>
                    <a:pt x="259855" y="59955"/>
                    <a:pt x="262503" y="62846"/>
                    <a:pt x="264811" y="65980"/>
                  </a:cubicBezTo>
                  <a:cubicBezTo>
                    <a:pt x="266997" y="69040"/>
                    <a:pt x="268770" y="72368"/>
                    <a:pt x="270082" y="75891"/>
                  </a:cubicBezTo>
                  <a:lnTo>
                    <a:pt x="270349" y="76547"/>
                  </a:lnTo>
                  <a:cubicBezTo>
                    <a:pt x="270422" y="76765"/>
                    <a:pt x="270495" y="76984"/>
                    <a:pt x="270568" y="77202"/>
                  </a:cubicBezTo>
                  <a:lnTo>
                    <a:pt x="270981" y="78539"/>
                  </a:lnTo>
                  <a:cubicBezTo>
                    <a:pt x="271151" y="79000"/>
                    <a:pt x="271248" y="79462"/>
                    <a:pt x="271370" y="79899"/>
                  </a:cubicBezTo>
                  <a:lnTo>
                    <a:pt x="271734" y="81284"/>
                  </a:lnTo>
                  <a:lnTo>
                    <a:pt x="272050" y="82668"/>
                  </a:lnTo>
                  <a:cubicBezTo>
                    <a:pt x="272123" y="83130"/>
                    <a:pt x="272244" y="83591"/>
                    <a:pt x="272317" y="84053"/>
                  </a:cubicBezTo>
                  <a:lnTo>
                    <a:pt x="272536" y="85462"/>
                  </a:lnTo>
                  <a:lnTo>
                    <a:pt x="272633" y="86166"/>
                  </a:lnTo>
                  <a:cubicBezTo>
                    <a:pt x="272681" y="86385"/>
                    <a:pt x="272706" y="86628"/>
                    <a:pt x="272730" y="86871"/>
                  </a:cubicBezTo>
                  <a:cubicBezTo>
                    <a:pt x="273143" y="90636"/>
                    <a:pt x="273167" y="94426"/>
                    <a:pt x="272778" y="98215"/>
                  </a:cubicBezTo>
                  <a:cubicBezTo>
                    <a:pt x="272754" y="98677"/>
                    <a:pt x="272681" y="99138"/>
                    <a:pt x="272608" y="99624"/>
                  </a:cubicBezTo>
                  <a:lnTo>
                    <a:pt x="272414" y="101009"/>
                  </a:lnTo>
                  <a:cubicBezTo>
                    <a:pt x="272268" y="101956"/>
                    <a:pt x="272074" y="102879"/>
                    <a:pt x="271928" y="103802"/>
                  </a:cubicBezTo>
                  <a:cubicBezTo>
                    <a:pt x="271710" y="104750"/>
                    <a:pt x="271515" y="105649"/>
                    <a:pt x="271272" y="106572"/>
                  </a:cubicBezTo>
                  <a:lnTo>
                    <a:pt x="270884" y="107932"/>
                  </a:lnTo>
                  <a:cubicBezTo>
                    <a:pt x="270762" y="108369"/>
                    <a:pt x="270641" y="108831"/>
                    <a:pt x="270471" y="109268"/>
                  </a:cubicBezTo>
                  <a:cubicBezTo>
                    <a:pt x="269353" y="112815"/>
                    <a:pt x="267871" y="116264"/>
                    <a:pt x="266050" y="119519"/>
                  </a:cubicBezTo>
                  <a:lnTo>
                    <a:pt x="265564" y="120394"/>
                  </a:lnTo>
                  <a:lnTo>
                    <a:pt x="265029" y="121244"/>
                  </a:lnTo>
                  <a:lnTo>
                    <a:pt x="264495" y="122119"/>
                  </a:lnTo>
                  <a:lnTo>
                    <a:pt x="264252" y="122532"/>
                  </a:lnTo>
                  <a:lnTo>
                    <a:pt x="263960" y="122945"/>
                  </a:lnTo>
                  <a:lnTo>
                    <a:pt x="262843" y="124596"/>
                  </a:lnTo>
                  <a:lnTo>
                    <a:pt x="261628" y="126200"/>
                  </a:lnTo>
                  <a:cubicBezTo>
                    <a:pt x="260001" y="128289"/>
                    <a:pt x="258203" y="130257"/>
                    <a:pt x="256284" y="132054"/>
                  </a:cubicBezTo>
                  <a:cubicBezTo>
                    <a:pt x="254341" y="133828"/>
                    <a:pt x="252276" y="135431"/>
                    <a:pt x="250089" y="136864"/>
                  </a:cubicBezTo>
                  <a:lnTo>
                    <a:pt x="248389" y="137933"/>
                  </a:lnTo>
                  <a:lnTo>
                    <a:pt x="246616" y="138929"/>
                  </a:lnTo>
                  <a:lnTo>
                    <a:pt x="246178" y="139196"/>
                  </a:lnTo>
                  <a:lnTo>
                    <a:pt x="245741" y="139415"/>
                  </a:lnTo>
                  <a:lnTo>
                    <a:pt x="244818" y="139876"/>
                  </a:lnTo>
                  <a:lnTo>
                    <a:pt x="243919" y="140338"/>
                  </a:lnTo>
                  <a:lnTo>
                    <a:pt x="242996" y="140775"/>
                  </a:lnTo>
                  <a:lnTo>
                    <a:pt x="242049" y="141188"/>
                  </a:lnTo>
                  <a:lnTo>
                    <a:pt x="241587" y="141407"/>
                  </a:lnTo>
                  <a:lnTo>
                    <a:pt x="241126" y="141601"/>
                  </a:lnTo>
                  <a:lnTo>
                    <a:pt x="239231" y="142403"/>
                  </a:lnTo>
                  <a:lnTo>
                    <a:pt x="237287" y="143131"/>
                  </a:lnTo>
                  <a:cubicBezTo>
                    <a:pt x="236656" y="143399"/>
                    <a:pt x="235976" y="143593"/>
                    <a:pt x="235344" y="143836"/>
                  </a:cubicBezTo>
                  <a:cubicBezTo>
                    <a:pt x="232721" y="144735"/>
                    <a:pt x="230000" y="145512"/>
                    <a:pt x="227255" y="146192"/>
                  </a:cubicBezTo>
                  <a:cubicBezTo>
                    <a:pt x="224485" y="146872"/>
                    <a:pt x="221692" y="147455"/>
                    <a:pt x="218850" y="147990"/>
                  </a:cubicBezTo>
                  <a:cubicBezTo>
                    <a:pt x="216007" y="148500"/>
                    <a:pt x="213117" y="148986"/>
                    <a:pt x="210226" y="149374"/>
                  </a:cubicBezTo>
                  <a:cubicBezTo>
                    <a:pt x="194787" y="151592"/>
                    <a:pt x="179230" y="152704"/>
                    <a:pt x="163670" y="152704"/>
                  </a:cubicBezTo>
                  <a:cubicBezTo>
                    <a:pt x="155702" y="152704"/>
                    <a:pt x="147733" y="152412"/>
                    <a:pt x="139778" y="151828"/>
                  </a:cubicBezTo>
                  <a:lnTo>
                    <a:pt x="136742" y="151634"/>
                  </a:lnTo>
                  <a:lnTo>
                    <a:pt x="133705" y="151342"/>
                  </a:lnTo>
                  <a:lnTo>
                    <a:pt x="127608" y="150735"/>
                  </a:lnTo>
                  <a:cubicBezTo>
                    <a:pt x="125567" y="150492"/>
                    <a:pt x="123551" y="150225"/>
                    <a:pt x="121510" y="149958"/>
                  </a:cubicBezTo>
                  <a:lnTo>
                    <a:pt x="118450" y="149569"/>
                  </a:lnTo>
                  <a:cubicBezTo>
                    <a:pt x="117454" y="149423"/>
                    <a:pt x="116433" y="149253"/>
                    <a:pt x="115413" y="149107"/>
                  </a:cubicBezTo>
                  <a:lnTo>
                    <a:pt x="109316" y="148111"/>
                  </a:lnTo>
                  <a:cubicBezTo>
                    <a:pt x="107275" y="147747"/>
                    <a:pt x="105235" y="147358"/>
                    <a:pt x="103218" y="146970"/>
                  </a:cubicBezTo>
                  <a:lnTo>
                    <a:pt x="100182" y="146387"/>
                  </a:lnTo>
                  <a:cubicBezTo>
                    <a:pt x="99162" y="146192"/>
                    <a:pt x="98141" y="145949"/>
                    <a:pt x="97145" y="145731"/>
                  </a:cubicBezTo>
                  <a:lnTo>
                    <a:pt x="91072" y="144370"/>
                  </a:lnTo>
                  <a:cubicBezTo>
                    <a:pt x="89056" y="143884"/>
                    <a:pt x="87040" y="143374"/>
                    <a:pt x="85048" y="142864"/>
                  </a:cubicBezTo>
                  <a:lnTo>
                    <a:pt x="82036" y="142087"/>
                  </a:lnTo>
                  <a:cubicBezTo>
                    <a:pt x="81040" y="141820"/>
                    <a:pt x="80044" y="141528"/>
                    <a:pt x="79048" y="141237"/>
                  </a:cubicBezTo>
                  <a:lnTo>
                    <a:pt x="73096" y="139536"/>
                  </a:lnTo>
                  <a:cubicBezTo>
                    <a:pt x="71128" y="138929"/>
                    <a:pt x="69161" y="138273"/>
                    <a:pt x="67193" y="137666"/>
                  </a:cubicBezTo>
                  <a:cubicBezTo>
                    <a:pt x="63258" y="136451"/>
                    <a:pt x="59395" y="135115"/>
                    <a:pt x="55630" y="133682"/>
                  </a:cubicBezTo>
                  <a:cubicBezTo>
                    <a:pt x="51865" y="132249"/>
                    <a:pt x="48221" y="130694"/>
                    <a:pt x="44698" y="128993"/>
                  </a:cubicBezTo>
                  <a:cubicBezTo>
                    <a:pt x="41249" y="127342"/>
                    <a:pt x="37921" y="125471"/>
                    <a:pt x="34714" y="123358"/>
                  </a:cubicBezTo>
                  <a:cubicBezTo>
                    <a:pt x="33937" y="122847"/>
                    <a:pt x="33159" y="122337"/>
                    <a:pt x="32406" y="121779"/>
                  </a:cubicBezTo>
                  <a:lnTo>
                    <a:pt x="31289" y="120953"/>
                  </a:lnTo>
                  <a:cubicBezTo>
                    <a:pt x="30925" y="120685"/>
                    <a:pt x="30560" y="120394"/>
                    <a:pt x="30196" y="120127"/>
                  </a:cubicBezTo>
                  <a:cubicBezTo>
                    <a:pt x="29831" y="119835"/>
                    <a:pt x="29467" y="119568"/>
                    <a:pt x="29103" y="119252"/>
                  </a:cubicBezTo>
                  <a:lnTo>
                    <a:pt x="28058" y="118378"/>
                  </a:lnTo>
                  <a:cubicBezTo>
                    <a:pt x="27354" y="117795"/>
                    <a:pt x="26722" y="117187"/>
                    <a:pt x="26066" y="116580"/>
                  </a:cubicBezTo>
                  <a:cubicBezTo>
                    <a:pt x="23491" y="114151"/>
                    <a:pt x="21159" y="111479"/>
                    <a:pt x="19143" y="108588"/>
                  </a:cubicBezTo>
                  <a:cubicBezTo>
                    <a:pt x="17199" y="105770"/>
                    <a:pt x="15572" y="102782"/>
                    <a:pt x="14309" y="99624"/>
                  </a:cubicBezTo>
                  <a:cubicBezTo>
                    <a:pt x="13094" y="96612"/>
                    <a:pt x="12317" y="93478"/>
                    <a:pt x="11928" y="90247"/>
                  </a:cubicBezTo>
                  <a:lnTo>
                    <a:pt x="11807" y="89081"/>
                  </a:lnTo>
                  <a:cubicBezTo>
                    <a:pt x="11782" y="88887"/>
                    <a:pt x="11782" y="88693"/>
                    <a:pt x="11782" y="88523"/>
                  </a:cubicBezTo>
                  <a:lnTo>
                    <a:pt x="11758" y="87940"/>
                  </a:lnTo>
                  <a:lnTo>
                    <a:pt x="11734" y="86774"/>
                  </a:lnTo>
                  <a:cubicBezTo>
                    <a:pt x="11709" y="86385"/>
                    <a:pt x="11758" y="86021"/>
                    <a:pt x="11758" y="85632"/>
                  </a:cubicBezTo>
                  <a:cubicBezTo>
                    <a:pt x="11807" y="84101"/>
                    <a:pt x="11977" y="82571"/>
                    <a:pt x="12268" y="81065"/>
                  </a:cubicBezTo>
                  <a:cubicBezTo>
                    <a:pt x="13361" y="75065"/>
                    <a:pt x="16228" y="69478"/>
                    <a:pt x="19823" y="64571"/>
                  </a:cubicBezTo>
                  <a:cubicBezTo>
                    <a:pt x="21305" y="62530"/>
                    <a:pt x="22884" y="60562"/>
                    <a:pt x="24584" y="58692"/>
                  </a:cubicBezTo>
                  <a:cubicBezTo>
                    <a:pt x="26139" y="56967"/>
                    <a:pt x="27621" y="55485"/>
                    <a:pt x="28981" y="54149"/>
                  </a:cubicBezTo>
                  <a:cubicBezTo>
                    <a:pt x="31678" y="51501"/>
                    <a:pt x="33864" y="49534"/>
                    <a:pt x="35394" y="48100"/>
                  </a:cubicBezTo>
                  <a:cubicBezTo>
                    <a:pt x="36147" y="47372"/>
                    <a:pt x="36730" y="46789"/>
                    <a:pt x="37168" y="46327"/>
                  </a:cubicBezTo>
                  <a:cubicBezTo>
                    <a:pt x="37484" y="45987"/>
                    <a:pt x="37751" y="45623"/>
                    <a:pt x="37969" y="45210"/>
                  </a:cubicBezTo>
                  <a:cubicBezTo>
                    <a:pt x="38077" y="44940"/>
                    <a:pt x="37975" y="44805"/>
                    <a:pt x="37672" y="44805"/>
                  </a:cubicBezTo>
                  <a:cubicBezTo>
                    <a:pt x="37429" y="44805"/>
                    <a:pt x="37057" y="44891"/>
                    <a:pt x="36560" y="45064"/>
                  </a:cubicBezTo>
                  <a:cubicBezTo>
                    <a:pt x="34836" y="45720"/>
                    <a:pt x="33184" y="46546"/>
                    <a:pt x="31605" y="47517"/>
                  </a:cubicBezTo>
                  <a:cubicBezTo>
                    <a:pt x="28860" y="49145"/>
                    <a:pt x="26260" y="50967"/>
                    <a:pt x="23783" y="52983"/>
                  </a:cubicBezTo>
                  <a:cubicBezTo>
                    <a:pt x="20333" y="55753"/>
                    <a:pt x="17199" y="58886"/>
                    <a:pt x="14454" y="62311"/>
                  </a:cubicBezTo>
                  <a:cubicBezTo>
                    <a:pt x="12778" y="64352"/>
                    <a:pt x="11272" y="66538"/>
                    <a:pt x="9960" y="68822"/>
                  </a:cubicBezTo>
                  <a:cubicBezTo>
                    <a:pt x="9620" y="69429"/>
                    <a:pt x="9280" y="70061"/>
                    <a:pt x="8989" y="70692"/>
                  </a:cubicBezTo>
                  <a:cubicBezTo>
                    <a:pt x="8673" y="71324"/>
                    <a:pt x="8381" y="71980"/>
                    <a:pt x="8066" y="72636"/>
                  </a:cubicBezTo>
                  <a:cubicBezTo>
                    <a:pt x="7458" y="73996"/>
                    <a:pt x="6948" y="75381"/>
                    <a:pt x="6511" y="76814"/>
                  </a:cubicBezTo>
                  <a:lnTo>
                    <a:pt x="5466" y="76498"/>
                  </a:lnTo>
                  <a:cubicBezTo>
                    <a:pt x="5879" y="75065"/>
                    <a:pt x="6365" y="73680"/>
                    <a:pt x="6924" y="72295"/>
                  </a:cubicBezTo>
                  <a:cubicBezTo>
                    <a:pt x="7483" y="71008"/>
                    <a:pt x="8017" y="69769"/>
                    <a:pt x="8600" y="68652"/>
                  </a:cubicBezTo>
                  <a:cubicBezTo>
                    <a:pt x="9669" y="66611"/>
                    <a:pt x="10835" y="64643"/>
                    <a:pt x="12098" y="62749"/>
                  </a:cubicBezTo>
                  <a:cubicBezTo>
                    <a:pt x="13896" y="60149"/>
                    <a:pt x="15815" y="57623"/>
                    <a:pt x="17880" y="55218"/>
                  </a:cubicBezTo>
                  <a:cubicBezTo>
                    <a:pt x="19386" y="53420"/>
                    <a:pt x="20455" y="52206"/>
                    <a:pt x="21135" y="51356"/>
                  </a:cubicBezTo>
                  <a:cubicBezTo>
                    <a:pt x="21791" y="50505"/>
                    <a:pt x="22058" y="50020"/>
                    <a:pt x="22058" y="49728"/>
                  </a:cubicBezTo>
                  <a:cubicBezTo>
                    <a:pt x="22068" y="49503"/>
                    <a:pt x="21894" y="49429"/>
                    <a:pt x="21629" y="49429"/>
                  </a:cubicBezTo>
                  <a:cubicBezTo>
                    <a:pt x="21263" y="49429"/>
                    <a:pt x="20725" y="49571"/>
                    <a:pt x="20260" y="49655"/>
                  </a:cubicBezTo>
                  <a:cubicBezTo>
                    <a:pt x="20065" y="49697"/>
                    <a:pt x="19883" y="49725"/>
                    <a:pt x="19731" y="49725"/>
                  </a:cubicBezTo>
                  <a:cubicBezTo>
                    <a:pt x="19262" y="49725"/>
                    <a:pt x="19095" y="49451"/>
                    <a:pt x="19774" y="48441"/>
                  </a:cubicBezTo>
                  <a:lnTo>
                    <a:pt x="19774" y="48441"/>
                  </a:lnTo>
                  <a:cubicBezTo>
                    <a:pt x="15159" y="52789"/>
                    <a:pt x="10859" y="57672"/>
                    <a:pt x="7385" y="63283"/>
                  </a:cubicBezTo>
                  <a:cubicBezTo>
                    <a:pt x="6511" y="64692"/>
                    <a:pt x="5685" y="66125"/>
                    <a:pt x="4956" y="67631"/>
                  </a:cubicBezTo>
                  <a:cubicBezTo>
                    <a:pt x="4227" y="69162"/>
                    <a:pt x="3547" y="70668"/>
                    <a:pt x="2964" y="72271"/>
                  </a:cubicBezTo>
                  <a:cubicBezTo>
                    <a:pt x="2357" y="73850"/>
                    <a:pt x="1847" y="75478"/>
                    <a:pt x="1434" y="77130"/>
                  </a:cubicBezTo>
                  <a:cubicBezTo>
                    <a:pt x="1215" y="77956"/>
                    <a:pt x="997" y="78781"/>
                    <a:pt x="875" y="79632"/>
                  </a:cubicBezTo>
                  <a:cubicBezTo>
                    <a:pt x="729" y="80458"/>
                    <a:pt x="559" y="81308"/>
                    <a:pt x="462" y="82158"/>
                  </a:cubicBezTo>
                  <a:cubicBezTo>
                    <a:pt x="49" y="85583"/>
                    <a:pt x="1" y="89033"/>
                    <a:pt x="365" y="92458"/>
                  </a:cubicBezTo>
                  <a:cubicBezTo>
                    <a:pt x="754" y="95835"/>
                    <a:pt x="1507" y="99187"/>
                    <a:pt x="2576" y="102418"/>
                  </a:cubicBezTo>
                  <a:cubicBezTo>
                    <a:pt x="3620" y="105600"/>
                    <a:pt x="4980" y="108685"/>
                    <a:pt x="6608" y="111624"/>
                  </a:cubicBezTo>
                  <a:cubicBezTo>
                    <a:pt x="8211" y="114564"/>
                    <a:pt x="10033" y="117357"/>
                    <a:pt x="12098" y="120005"/>
                  </a:cubicBezTo>
                  <a:cubicBezTo>
                    <a:pt x="12608" y="120661"/>
                    <a:pt x="13264" y="121341"/>
                    <a:pt x="13920" y="122094"/>
                  </a:cubicBezTo>
                  <a:cubicBezTo>
                    <a:pt x="14576" y="122872"/>
                    <a:pt x="15353" y="123649"/>
                    <a:pt x="16155" y="124451"/>
                  </a:cubicBezTo>
                  <a:lnTo>
                    <a:pt x="16762" y="125058"/>
                  </a:lnTo>
                  <a:lnTo>
                    <a:pt x="17418" y="125665"/>
                  </a:lnTo>
                  <a:lnTo>
                    <a:pt x="18730" y="126880"/>
                  </a:lnTo>
                  <a:cubicBezTo>
                    <a:pt x="19191" y="127293"/>
                    <a:pt x="19653" y="127682"/>
                    <a:pt x="20115" y="128070"/>
                  </a:cubicBezTo>
                  <a:cubicBezTo>
                    <a:pt x="20576" y="128459"/>
                    <a:pt x="21038" y="128872"/>
                    <a:pt x="21523" y="129261"/>
                  </a:cubicBezTo>
                  <a:cubicBezTo>
                    <a:pt x="24900" y="131957"/>
                    <a:pt x="28471" y="134386"/>
                    <a:pt x="32212" y="136548"/>
                  </a:cubicBezTo>
                  <a:cubicBezTo>
                    <a:pt x="36245" y="138856"/>
                    <a:pt x="40399" y="140921"/>
                    <a:pt x="44674" y="142743"/>
                  </a:cubicBezTo>
                  <a:cubicBezTo>
                    <a:pt x="48901" y="144540"/>
                    <a:pt x="53152" y="146119"/>
                    <a:pt x="57379" y="147577"/>
                  </a:cubicBezTo>
                  <a:cubicBezTo>
                    <a:pt x="58423" y="147917"/>
                    <a:pt x="59492" y="148306"/>
                    <a:pt x="60561" y="148621"/>
                  </a:cubicBezTo>
                  <a:lnTo>
                    <a:pt x="63743" y="149642"/>
                  </a:lnTo>
                  <a:lnTo>
                    <a:pt x="66926" y="150638"/>
                  </a:lnTo>
                  <a:cubicBezTo>
                    <a:pt x="67970" y="150953"/>
                    <a:pt x="69039" y="151318"/>
                    <a:pt x="70108" y="151609"/>
                  </a:cubicBezTo>
                  <a:cubicBezTo>
                    <a:pt x="74383" y="152824"/>
                    <a:pt x="78635" y="154087"/>
                    <a:pt x="82934" y="155107"/>
                  </a:cubicBezTo>
                  <a:lnTo>
                    <a:pt x="86141" y="155909"/>
                  </a:lnTo>
                  <a:lnTo>
                    <a:pt x="87769" y="156346"/>
                  </a:lnTo>
                  <a:lnTo>
                    <a:pt x="89372" y="156711"/>
                  </a:lnTo>
                  <a:lnTo>
                    <a:pt x="95834" y="158144"/>
                  </a:lnTo>
                  <a:cubicBezTo>
                    <a:pt x="96392" y="158241"/>
                    <a:pt x="96927" y="158387"/>
                    <a:pt x="97461" y="158484"/>
                  </a:cubicBezTo>
                  <a:lnTo>
                    <a:pt x="99089" y="158800"/>
                  </a:lnTo>
                  <a:lnTo>
                    <a:pt x="102320" y="159407"/>
                  </a:lnTo>
                  <a:cubicBezTo>
                    <a:pt x="104506" y="159796"/>
                    <a:pt x="106644" y="160257"/>
                    <a:pt x="108830" y="160573"/>
                  </a:cubicBezTo>
                  <a:lnTo>
                    <a:pt x="115340" y="161618"/>
                  </a:lnTo>
                  <a:cubicBezTo>
                    <a:pt x="116409" y="161812"/>
                    <a:pt x="117502" y="161934"/>
                    <a:pt x="118595" y="162079"/>
                  </a:cubicBezTo>
                  <a:lnTo>
                    <a:pt x="121851" y="162492"/>
                  </a:lnTo>
                  <a:lnTo>
                    <a:pt x="125106" y="162930"/>
                  </a:lnTo>
                  <a:lnTo>
                    <a:pt x="125932" y="163027"/>
                  </a:lnTo>
                  <a:lnTo>
                    <a:pt x="126758" y="163124"/>
                  </a:lnTo>
                  <a:lnTo>
                    <a:pt x="128385" y="163270"/>
                  </a:lnTo>
                  <a:lnTo>
                    <a:pt x="134920" y="163950"/>
                  </a:lnTo>
                  <a:cubicBezTo>
                    <a:pt x="137082" y="164144"/>
                    <a:pt x="139268" y="164290"/>
                    <a:pt x="141454" y="164436"/>
                  </a:cubicBezTo>
                  <a:lnTo>
                    <a:pt x="144734" y="164679"/>
                  </a:lnTo>
                  <a:cubicBezTo>
                    <a:pt x="145827" y="164751"/>
                    <a:pt x="146920" y="164800"/>
                    <a:pt x="147989" y="164849"/>
                  </a:cubicBezTo>
                  <a:lnTo>
                    <a:pt x="154548" y="165140"/>
                  </a:lnTo>
                  <a:lnTo>
                    <a:pt x="161083" y="165262"/>
                  </a:lnTo>
                  <a:lnTo>
                    <a:pt x="164338" y="165310"/>
                  </a:lnTo>
                  <a:lnTo>
                    <a:pt x="167617" y="165262"/>
                  </a:lnTo>
                  <a:lnTo>
                    <a:pt x="174152" y="165189"/>
                  </a:lnTo>
                  <a:lnTo>
                    <a:pt x="180662" y="164897"/>
                  </a:lnTo>
                  <a:cubicBezTo>
                    <a:pt x="181755" y="164849"/>
                    <a:pt x="182824" y="164824"/>
                    <a:pt x="183917" y="164776"/>
                  </a:cubicBezTo>
                  <a:lnTo>
                    <a:pt x="187173" y="164533"/>
                  </a:lnTo>
                  <a:cubicBezTo>
                    <a:pt x="189335" y="164363"/>
                    <a:pt x="191497" y="164241"/>
                    <a:pt x="193659" y="164071"/>
                  </a:cubicBezTo>
                  <a:lnTo>
                    <a:pt x="200145" y="163415"/>
                  </a:lnTo>
                  <a:cubicBezTo>
                    <a:pt x="201213" y="163294"/>
                    <a:pt x="202307" y="163197"/>
                    <a:pt x="203375" y="163075"/>
                  </a:cubicBezTo>
                  <a:lnTo>
                    <a:pt x="206606" y="162662"/>
                  </a:lnTo>
                  <a:cubicBezTo>
                    <a:pt x="208744" y="162371"/>
                    <a:pt x="210882" y="162104"/>
                    <a:pt x="213044" y="161812"/>
                  </a:cubicBezTo>
                  <a:cubicBezTo>
                    <a:pt x="217344" y="161156"/>
                    <a:pt x="221668" y="160427"/>
                    <a:pt x="225992" y="159504"/>
                  </a:cubicBezTo>
                  <a:cubicBezTo>
                    <a:pt x="230364" y="158581"/>
                    <a:pt x="234688" y="157415"/>
                    <a:pt x="238915" y="155982"/>
                  </a:cubicBezTo>
                  <a:cubicBezTo>
                    <a:pt x="243263" y="154524"/>
                    <a:pt x="247466" y="152727"/>
                    <a:pt x="251523" y="150613"/>
                  </a:cubicBezTo>
                  <a:cubicBezTo>
                    <a:pt x="251766" y="150468"/>
                    <a:pt x="252033" y="150346"/>
                    <a:pt x="252276" y="150200"/>
                  </a:cubicBezTo>
                  <a:lnTo>
                    <a:pt x="253029" y="149763"/>
                  </a:lnTo>
                  <a:lnTo>
                    <a:pt x="254559" y="148913"/>
                  </a:lnTo>
                  <a:cubicBezTo>
                    <a:pt x="255555" y="148306"/>
                    <a:pt x="256527" y="147674"/>
                    <a:pt x="257499" y="147042"/>
                  </a:cubicBezTo>
                  <a:lnTo>
                    <a:pt x="258956" y="146022"/>
                  </a:lnTo>
                  <a:lnTo>
                    <a:pt x="259685" y="145488"/>
                  </a:lnTo>
                  <a:lnTo>
                    <a:pt x="260049" y="145245"/>
                  </a:lnTo>
                  <a:lnTo>
                    <a:pt x="260389" y="144953"/>
                  </a:lnTo>
                  <a:lnTo>
                    <a:pt x="261774" y="143860"/>
                  </a:lnTo>
                  <a:lnTo>
                    <a:pt x="262479" y="143301"/>
                  </a:lnTo>
                  <a:cubicBezTo>
                    <a:pt x="262697" y="143107"/>
                    <a:pt x="262916" y="142913"/>
                    <a:pt x="263134" y="142718"/>
                  </a:cubicBezTo>
                  <a:cubicBezTo>
                    <a:pt x="266657" y="139609"/>
                    <a:pt x="269839" y="136111"/>
                    <a:pt x="272560" y="132297"/>
                  </a:cubicBezTo>
                  <a:cubicBezTo>
                    <a:pt x="272924" y="131836"/>
                    <a:pt x="273240" y="131350"/>
                    <a:pt x="273556" y="130864"/>
                  </a:cubicBezTo>
                  <a:lnTo>
                    <a:pt x="274528" y="129406"/>
                  </a:lnTo>
                  <a:cubicBezTo>
                    <a:pt x="275159" y="128410"/>
                    <a:pt x="275718" y="127414"/>
                    <a:pt x="276325" y="126418"/>
                  </a:cubicBezTo>
                  <a:lnTo>
                    <a:pt x="277151" y="124864"/>
                  </a:lnTo>
                  <a:cubicBezTo>
                    <a:pt x="277418" y="124354"/>
                    <a:pt x="277710" y="123843"/>
                    <a:pt x="277953" y="123309"/>
                  </a:cubicBezTo>
                  <a:lnTo>
                    <a:pt x="278706" y="121754"/>
                  </a:lnTo>
                  <a:lnTo>
                    <a:pt x="279094" y="120953"/>
                  </a:lnTo>
                  <a:lnTo>
                    <a:pt x="279435" y="120151"/>
                  </a:lnTo>
                  <a:cubicBezTo>
                    <a:pt x="281256" y="115900"/>
                    <a:pt x="282665" y="111454"/>
                    <a:pt x="283637" y="106912"/>
                  </a:cubicBezTo>
                  <a:cubicBezTo>
                    <a:pt x="283686" y="106645"/>
                    <a:pt x="283759" y="106353"/>
                    <a:pt x="283807" y="106062"/>
                  </a:cubicBezTo>
                  <a:lnTo>
                    <a:pt x="283953" y="105211"/>
                  </a:lnTo>
                  <a:lnTo>
                    <a:pt x="284269" y="103487"/>
                  </a:lnTo>
                  <a:cubicBezTo>
                    <a:pt x="284439" y="102345"/>
                    <a:pt x="284560" y="101179"/>
                    <a:pt x="284730" y="100037"/>
                  </a:cubicBezTo>
                  <a:cubicBezTo>
                    <a:pt x="284803" y="98871"/>
                    <a:pt x="284925" y="97729"/>
                    <a:pt x="284973" y="96563"/>
                  </a:cubicBezTo>
                  <a:lnTo>
                    <a:pt x="285046" y="94814"/>
                  </a:lnTo>
                  <a:lnTo>
                    <a:pt x="285070" y="93940"/>
                  </a:lnTo>
                  <a:lnTo>
                    <a:pt x="285070" y="93065"/>
                  </a:lnTo>
                  <a:cubicBezTo>
                    <a:pt x="285070" y="88377"/>
                    <a:pt x="284536" y="83688"/>
                    <a:pt x="283491" y="79122"/>
                  </a:cubicBezTo>
                  <a:cubicBezTo>
                    <a:pt x="282423" y="74482"/>
                    <a:pt x="280771" y="70012"/>
                    <a:pt x="278560" y="65809"/>
                  </a:cubicBezTo>
                  <a:lnTo>
                    <a:pt x="277710" y="64230"/>
                  </a:lnTo>
                  <a:cubicBezTo>
                    <a:pt x="277443" y="63720"/>
                    <a:pt x="277127" y="63210"/>
                    <a:pt x="276811" y="62700"/>
                  </a:cubicBezTo>
                  <a:cubicBezTo>
                    <a:pt x="276495" y="62190"/>
                    <a:pt x="276179" y="61680"/>
                    <a:pt x="275864" y="61170"/>
                  </a:cubicBezTo>
                  <a:lnTo>
                    <a:pt x="274819" y="59712"/>
                  </a:lnTo>
                  <a:cubicBezTo>
                    <a:pt x="273459" y="57793"/>
                    <a:pt x="272001" y="55947"/>
                    <a:pt x="270422" y="54198"/>
                  </a:cubicBezTo>
                  <a:cubicBezTo>
                    <a:pt x="267313" y="50797"/>
                    <a:pt x="263936" y="47688"/>
                    <a:pt x="260292" y="44870"/>
                  </a:cubicBezTo>
                  <a:cubicBezTo>
                    <a:pt x="253199" y="39307"/>
                    <a:pt x="245668" y="34813"/>
                    <a:pt x="238502" y="30343"/>
                  </a:cubicBezTo>
                  <a:lnTo>
                    <a:pt x="237166" y="29517"/>
                  </a:lnTo>
                  <a:lnTo>
                    <a:pt x="236486" y="29104"/>
                  </a:lnTo>
                  <a:lnTo>
                    <a:pt x="235879" y="28691"/>
                  </a:lnTo>
                  <a:lnTo>
                    <a:pt x="234640" y="27889"/>
                  </a:lnTo>
                  <a:cubicBezTo>
                    <a:pt x="234227" y="27622"/>
                    <a:pt x="233838" y="27331"/>
                    <a:pt x="233425" y="27039"/>
                  </a:cubicBezTo>
                  <a:cubicBezTo>
                    <a:pt x="233012" y="26748"/>
                    <a:pt x="232599" y="26456"/>
                    <a:pt x="232186" y="26165"/>
                  </a:cubicBezTo>
                  <a:lnTo>
                    <a:pt x="230947" y="25242"/>
                  </a:lnTo>
                  <a:cubicBezTo>
                    <a:pt x="230121" y="24659"/>
                    <a:pt x="229295" y="24003"/>
                    <a:pt x="228469" y="23395"/>
                  </a:cubicBezTo>
                  <a:cubicBezTo>
                    <a:pt x="225166" y="20869"/>
                    <a:pt x="221813" y="18173"/>
                    <a:pt x="218315" y="15525"/>
                  </a:cubicBezTo>
                  <a:cubicBezTo>
                    <a:pt x="215309" y="13209"/>
                    <a:pt x="212185" y="11047"/>
                    <a:pt x="208969" y="9051"/>
                  </a:cubicBezTo>
                  <a:lnTo>
                    <a:pt x="208969" y="9051"/>
                  </a:lnTo>
                  <a:cubicBezTo>
                    <a:pt x="209456" y="9356"/>
                    <a:pt x="209940" y="9668"/>
                    <a:pt x="210420" y="9986"/>
                  </a:cubicBezTo>
                  <a:cubicBezTo>
                    <a:pt x="210736" y="10180"/>
                    <a:pt x="211028" y="10375"/>
                    <a:pt x="211343" y="10593"/>
                  </a:cubicBezTo>
                  <a:lnTo>
                    <a:pt x="212242" y="11201"/>
                  </a:lnTo>
                  <a:cubicBezTo>
                    <a:pt x="212849" y="11614"/>
                    <a:pt x="213457" y="12002"/>
                    <a:pt x="214040" y="12415"/>
                  </a:cubicBezTo>
                  <a:cubicBezTo>
                    <a:pt x="215206" y="13266"/>
                    <a:pt x="216372" y="14091"/>
                    <a:pt x="217489" y="14966"/>
                  </a:cubicBezTo>
                  <a:cubicBezTo>
                    <a:pt x="219748" y="16642"/>
                    <a:pt x="221910" y="18367"/>
                    <a:pt x="224072" y="20067"/>
                  </a:cubicBezTo>
                  <a:cubicBezTo>
                    <a:pt x="226210" y="21743"/>
                    <a:pt x="228299" y="23395"/>
                    <a:pt x="230413" y="24974"/>
                  </a:cubicBezTo>
                  <a:cubicBezTo>
                    <a:pt x="232526" y="26553"/>
                    <a:pt x="234591" y="27987"/>
                    <a:pt x="236729" y="29371"/>
                  </a:cubicBezTo>
                  <a:cubicBezTo>
                    <a:pt x="241271" y="32213"/>
                    <a:pt x="245911" y="35056"/>
                    <a:pt x="250551" y="38092"/>
                  </a:cubicBezTo>
                  <a:cubicBezTo>
                    <a:pt x="252883" y="39647"/>
                    <a:pt x="255191" y="41226"/>
                    <a:pt x="257450" y="42902"/>
                  </a:cubicBezTo>
                  <a:cubicBezTo>
                    <a:pt x="258592" y="43728"/>
                    <a:pt x="259709" y="44627"/>
                    <a:pt x="260827" y="45501"/>
                  </a:cubicBezTo>
                  <a:cubicBezTo>
                    <a:pt x="261385" y="45963"/>
                    <a:pt x="261944" y="46424"/>
                    <a:pt x="262503" y="46886"/>
                  </a:cubicBezTo>
                  <a:lnTo>
                    <a:pt x="263329" y="47566"/>
                  </a:lnTo>
                  <a:lnTo>
                    <a:pt x="264130" y="48295"/>
                  </a:lnTo>
                  <a:cubicBezTo>
                    <a:pt x="266317" y="50214"/>
                    <a:pt x="268382" y="52279"/>
                    <a:pt x="270325" y="54441"/>
                  </a:cubicBezTo>
                  <a:lnTo>
                    <a:pt x="271782" y="56117"/>
                  </a:lnTo>
                  <a:cubicBezTo>
                    <a:pt x="272244" y="56676"/>
                    <a:pt x="272706" y="57283"/>
                    <a:pt x="273167" y="57866"/>
                  </a:cubicBezTo>
                  <a:lnTo>
                    <a:pt x="273847" y="58740"/>
                  </a:lnTo>
                  <a:cubicBezTo>
                    <a:pt x="274066" y="59032"/>
                    <a:pt x="274260" y="59348"/>
                    <a:pt x="274503" y="59664"/>
                  </a:cubicBezTo>
                  <a:lnTo>
                    <a:pt x="275766" y="61510"/>
                  </a:lnTo>
                  <a:cubicBezTo>
                    <a:pt x="276544" y="62797"/>
                    <a:pt x="277370" y="64060"/>
                    <a:pt x="278050" y="65396"/>
                  </a:cubicBezTo>
                  <a:lnTo>
                    <a:pt x="278560" y="66392"/>
                  </a:lnTo>
                  <a:lnTo>
                    <a:pt x="278827" y="66903"/>
                  </a:lnTo>
                  <a:cubicBezTo>
                    <a:pt x="278900" y="67073"/>
                    <a:pt x="278997" y="67243"/>
                    <a:pt x="279070" y="67413"/>
                  </a:cubicBezTo>
                  <a:lnTo>
                    <a:pt x="279993" y="69453"/>
                  </a:lnTo>
                  <a:cubicBezTo>
                    <a:pt x="280309" y="70133"/>
                    <a:pt x="280552" y="70838"/>
                    <a:pt x="280844" y="71518"/>
                  </a:cubicBezTo>
                  <a:lnTo>
                    <a:pt x="281232" y="72563"/>
                  </a:lnTo>
                  <a:cubicBezTo>
                    <a:pt x="281378" y="72927"/>
                    <a:pt x="281475" y="73267"/>
                    <a:pt x="281597" y="73632"/>
                  </a:cubicBezTo>
                  <a:cubicBezTo>
                    <a:pt x="281815" y="74336"/>
                    <a:pt x="282058" y="75040"/>
                    <a:pt x="282277" y="75745"/>
                  </a:cubicBezTo>
                  <a:lnTo>
                    <a:pt x="282884" y="77907"/>
                  </a:lnTo>
                  <a:cubicBezTo>
                    <a:pt x="283589" y="80773"/>
                    <a:pt x="284099" y="83688"/>
                    <a:pt x="284390" y="86628"/>
                  </a:cubicBezTo>
                  <a:lnTo>
                    <a:pt x="284536" y="87721"/>
                  </a:lnTo>
                  <a:lnTo>
                    <a:pt x="284609" y="88838"/>
                  </a:lnTo>
                  <a:cubicBezTo>
                    <a:pt x="284657" y="89567"/>
                    <a:pt x="284706" y="90296"/>
                    <a:pt x="284730" y="91025"/>
                  </a:cubicBezTo>
                  <a:cubicBezTo>
                    <a:pt x="284755" y="92507"/>
                    <a:pt x="284779" y="93964"/>
                    <a:pt x="284706" y="95422"/>
                  </a:cubicBezTo>
                  <a:cubicBezTo>
                    <a:pt x="284682" y="96903"/>
                    <a:pt x="284512" y="98337"/>
                    <a:pt x="284414" y="99794"/>
                  </a:cubicBezTo>
                  <a:cubicBezTo>
                    <a:pt x="284317" y="100523"/>
                    <a:pt x="284220" y="101252"/>
                    <a:pt x="284123" y="101980"/>
                  </a:cubicBezTo>
                  <a:lnTo>
                    <a:pt x="284002" y="103074"/>
                  </a:lnTo>
                  <a:lnTo>
                    <a:pt x="283807" y="104142"/>
                  </a:lnTo>
                  <a:cubicBezTo>
                    <a:pt x="283321" y="107009"/>
                    <a:pt x="282641" y="109851"/>
                    <a:pt x="281791" y="112645"/>
                  </a:cubicBezTo>
                  <a:lnTo>
                    <a:pt x="281135" y="114734"/>
                  </a:lnTo>
                  <a:cubicBezTo>
                    <a:pt x="280892" y="115414"/>
                    <a:pt x="280625" y="116094"/>
                    <a:pt x="280382" y="116799"/>
                  </a:cubicBezTo>
                  <a:lnTo>
                    <a:pt x="279993" y="117819"/>
                  </a:lnTo>
                  <a:cubicBezTo>
                    <a:pt x="279872" y="118159"/>
                    <a:pt x="279726" y="118499"/>
                    <a:pt x="279580" y="118839"/>
                  </a:cubicBezTo>
                  <a:cubicBezTo>
                    <a:pt x="279289" y="119495"/>
                    <a:pt x="279022" y="120175"/>
                    <a:pt x="278706" y="120856"/>
                  </a:cubicBezTo>
                  <a:cubicBezTo>
                    <a:pt x="278074" y="122167"/>
                    <a:pt x="277491" y="123503"/>
                    <a:pt x="276762" y="124767"/>
                  </a:cubicBezTo>
                  <a:lnTo>
                    <a:pt x="276252" y="125738"/>
                  </a:lnTo>
                  <a:lnTo>
                    <a:pt x="275985" y="126224"/>
                  </a:lnTo>
                  <a:lnTo>
                    <a:pt x="275694" y="126710"/>
                  </a:lnTo>
                  <a:lnTo>
                    <a:pt x="274576" y="128580"/>
                  </a:lnTo>
                  <a:cubicBezTo>
                    <a:pt x="271442" y="133609"/>
                    <a:pt x="267604" y="138152"/>
                    <a:pt x="263159" y="142063"/>
                  </a:cubicBezTo>
                  <a:lnTo>
                    <a:pt x="262333" y="142816"/>
                  </a:lnTo>
                  <a:cubicBezTo>
                    <a:pt x="262041" y="143059"/>
                    <a:pt x="261750" y="143277"/>
                    <a:pt x="261458" y="143520"/>
                  </a:cubicBezTo>
                  <a:cubicBezTo>
                    <a:pt x="260875" y="144006"/>
                    <a:pt x="260292" y="144443"/>
                    <a:pt x="259709" y="144905"/>
                  </a:cubicBezTo>
                  <a:cubicBezTo>
                    <a:pt x="258495" y="145755"/>
                    <a:pt x="257280" y="146678"/>
                    <a:pt x="256017" y="147431"/>
                  </a:cubicBezTo>
                  <a:lnTo>
                    <a:pt x="255094" y="148014"/>
                  </a:lnTo>
                  <a:lnTo>
                    <a:pt x="254632" y="148330"/>
                  </a:lnTo>
                  <a:lnTo>
                    <a:pt x="254195" y="148621"/>
                  </a:lnTo>
                  <a:lnTo>
                    <a:pt x="252276" y="149715"/>
                  </a:lnTo>
                  <a:cubicBezTo>
                    <a:pt x="251644" y="150079"/>
                    <a:pt x="250988" y="150395"/>
                    <a:pt x="250357" y="150735"/>
                  </a:cubicBezTo>
                  <a:lnTo>
                    <a:pt x="249385" y="151245"/>
                  </a:lnTo>
                  <a:lnTo>
                    <a:pt x="248389" y="151707"/>
                  </a:lnTo>
                  <a:cubicBezTo>
                    <a:pt x="243166" y="154160"/>
                    <a:pt x="237749" y="156103"/>
                    <a:pt x="232162" y="157561"/>
                  </a:cubicBezTo>
                  <a:cubicBezTo>
                    <a:pt x="229417" y="158290"/>
                    <a:pt x="226672" y="158921"/>
                    <a:pt x="223902" y="159480"/>
                  </a:cubicBezTo>
                  <a:cubicBezTo>
                    <a:pt x="221133" y="160039"/>
                    <a:pt x="218364" y="160525"/>
                    <a:pt x="215619" y="160962"/>
                  </a:cubicBezTo>
                  <a:lnTo>
                    <a:pt x="213554" y="161278"/>
                  </a:lnTo>
                  <a:cubicBezTo>
                    <a:pt x="212849" y="161399"/>
                    <a:pt x="212169" y="161496"/>
                    <a:pt x="211465" y="161569"/>
                  </a:cubicBezTo>
                  <a:lnTo>
                    <a:pt x="207335" y="162128"/>
                  </a:lnTo>
                  <a:lnTo>
                    <a:pt x="203181" y="162662"/>
                  </a:lnTo>
                  <a:cubicBezTo>
                    <a:pt x="201796" y="162808"/>
                    <a:pt x="200412" y="162954"/>
                    <a:pt x="199027" y="163100"/>
                  </a:cubicBezTo>
                  <a:cubicBezTo>
                    <a:pt x="196234" y="163367"/>
                    <a:pt x="193464" y="163707"/>
                    <a:pt x="190646" y="163853"/>
                  </a:cubicBezTo>
                  <a:lnTo>
                    <a:pt x="186444" y="164168"/>
                  </a:lnTo>
                  <a:cubicBezTo>
                    <a:pt x="185059" y="164266"/>
                    <a:pt x="183650" y="164387"/>
                    <a:pt x="182241" y="164436"/>
                  </a:cubicBezTo>
                  <a:cubicBezTo>
                    <a:pt x="182897" y="164217"/>
                    <a:pt x="184816" y="163901"/>
                    <a:pt x="181561" y="163901"/>
                  </a:cubicBezTo>
                  <a:lnTo>
                    <a:pt x="183699" y="163804"/>
                  </a:lnTo>
                  <a:lnTo>
                    <a:pt x="185812" y="163610"/>
                  </a:lnTo>
                  <a:lnTo>
                    <a:pt x="190063" y="163270"/>
                  </a:lnTo>
                  <a:lnTo>
                    <a:pt x="192201" y="163075"/>
                  </a:lnTo>
                  <a:lnTo>
                    <a:pt x="193246" y="163002"/>
                  </a:lnTo>
                  <a:lnTo>
                    <a:pt x="194314" y="162881"/>
                  </a:lnTo>
                  <a:lnTo>
                    <a:pt x="198541" y="162419"/>
                  </a:lnTo>
                  <a:lnTo>
                    <a:pt x="202768" y="161958"/>
                  </a:lnTo>
                  <a:lnTo>
                    <a:pt x="206971" y="161375"/>
                  </a:lnTo>
                  <a:cubicBezTo>
                    <a:pt x="209764" y="160986"/>
                    <a:pt x="212558" y="160597"/>
                    <a:pt x="215352" y="160160"/>
                  </a:cubicBezTo>
                  <a:cubicBezTo>
                    <a:pt x="218145" y="159699"/>
                    <a:pt x="220939" y="159213"/>
                    <a:pt x="223732" y="158630"/>
                  </a:cubicBezTo>
                  <a:cubicBezTo>
                    <a:pt x="226526" y="158047"/>
                    <a:pt x="229320" y="157415"/>
                    <a:pt x="232089" y="156662"/>
                  </a:cubicBezTo>
                  <a:cubicBezTo>
                    <a:pt x="234858" y="155909"/>
                    <a:pt x="237603" y="155059"/>
                    <a:pt x="240324" y="154087"/>
                  </a:cubicBezTo>
                  <a:cubicBezTo>
                    <a:pt x="241028" y="153844"/>
                    <a:pt x="241684" y="153553"/>
                    <a:pt x="242365" y="153310"/>
                  </a:cubicBezTo>
                  <a:lnTo>
                    <a:pt x="243385" y="152921"/>
                  </a:lnTo>
                  <a:cubicBezTo>
                    <a:pt x="243725" y="152775"/>
                    <a:pt x="244065" y="152630"/>
                    <a:pt x="244381" y="152484"/>
                  </a:cubicBezTo>
                  <a:cubicBezTo>
                    <a:pt x="245061" y="152217"/>
                    <a:pt x="245717" y="151925"/>
                    <a:pt x="246397" y="151634"/>
                  </a:cubicBezTo>
                  <a:lnTo>
                    <a:pt x="248389" y="150711"/>
                  </a:lnTo>
                  <a:cubicBezTo>
                    <a:pt x="249045" y="150395"/>
                    <a:pt x="249677" y="150055"/>
                    <a:pt x="250332" y="149715"/>
                  </a:cubicBezTo>
                  <a:cubicBezTo>
                    <a:pt x="250988" y="149374"/>
                    <a:pt x="251644" y="149034"/>
                    <a:pt x="252276" y="148670"/>
                  </a:cubicBezTo>
                  <a:lnTo>
                    <a:pt x="254195" y="147553"/>
                  </a:lnTo>
                  <a:lnTo>
                    <a:pt x="256041" y="146387"/>
                  </a:lnTo>
                  <a:cubicBezTo>
                    <a:pt x="258543" y="144759"/>
                    <a:pt x="260924" y="142937"/>
                    <a:pt x="263134" y="140945"/>
                  </a:cubicBezTo>
                  <a:lnTo>
                    <a:pt x="263960" y="140192"/>
                  </a:lnTo>
                  <a:lnTo>
                    <a:pt x="264762" y="139415"/>
                  </a:lnTo>
                  <a:cubicBezTo>
                    <a:pt x="265272" y="138905"/>
                    <a:pt x="265831" y="138394"/>
                    <a:pt x="266341" y="137836"/>
                  </a:cubicBezTo>
                  <a:lnTo>
                    <a:pt x="267847" y="136208"/>
                  </a:lnTo>
                  <a:lnTo>
                    <a:pt x="268212" y="135795"/>
                  </a:lnTo>
                  <a:lnTo>
                    <a:pt x="268552" y="135358"/>
                  </a:lnTo>
                  <a:lnTo>
                    <a:pt x="269256" y="134508"/>
                  </a:lnTo>
                  <a:cubicBezTo>
                    <a:pt x="270228" y="133390"/>
                    <a:pt x="271078" y="132176"/>
                    <a:pt x="271953" y="130985"/>
                  </a:cubicBezTo>
                  <a:cubicBezTo>
                    <a:pt x="272778" y="129771"/>
                    <a:pt x="273629" y="128556"/>
                    <a:pt x="274382" y="127293"/>
                  </a:cubicBezTo>
                  <a:lnTo>
                    <a:pt x="274916" y="126346"/>
                  </a:lnTo>
                  <a:lnTo>
                    <a:pt x="275208" y="125860"/>
                  </a:lnTo>
                  <a:lnTo>
                    <a:pt x="275451" y="125374"/>
                  </a:lnTo>
                  <a:lnTo>
                    <a:pt x="276519" y="123455"/>
                  </a:lnTo>
                  <a:cubicBezTo>
                    <a:pt x="276860" y="122799"/>
                    <a:pt x="277151" y="122119"/>
                    <a:pt x="277491" y="121463"/>
                  </a:cubicBezTo>
                  <a:lnTo>
                    <a:pt x="277953" y="120467"/>
                  </a:lnTo>
                  <a:lnTo>
                    <a:pt x="278390" y="119471"/>
                  </a:lnTo>
                  <a:cubicBezTo>
                    <a:pt x="279556" y="116774"/>
                    <a:pt x="280552" y="114005"/>
                    <a:pt x="281378" y="111187"/>
                  </a:cubicBezTo>
                  <a:lnTo>
                    <a:pt x="281961" y="109074"/>
                  </a:lnTo>
                  <a:cubicBezTo>
                    <a:pt x="282131" y="108369"/>
                    <a:pt x="282277" y="107641"/>
                    <a:pt x="282447" y="106936"/>
                  </a:cubicBezTo>
                  <a:lnTo>
                    <a:pt x="282690" y="105867"/>
                  </a:lnTo>
                  <a:lnTo>
                    <a:pt x="282884" y="104774"/>
                  </a:lnTo>
                  <a:cubicBezTo>
                    <a:pt x="283006" y="104045"/>
                    <a:pt x="283151" y="103341"/>
                    <a:pt x="283248" y="102612"/>
                  </a:cubicBezTo>
                  <a:cubicBezTo>
                    <a:pt x="283686" y="99697"/>
                    <a:pt x="283929" y="96758"/>
                    <a:pt x="283977" y="93818"/>
                  </a:cubicBezTo>
                  <a:cubicBezTo>
                    <a:pt x="284026" y="90879"/>
                    <a:pt x="283856" y="87915"/>
                    <a:pt x="283491" y="85000"/>
                  </a:cubicBezTo>
                  <a:cubicBezTo>
                    <a:pt x="283394" y="84247"/>
                    <a:pt x="283273" y="83518"/>
                    <a:pt x="283151" y="82790"/>
                  </a:cubicBezTo>
                  <a:lnTo>
                    <a:pt x="282981" y="81697"/>
                  </a:lnTo>
                  <a:lnTo>
                    <a:pt x="282763" y="80603"/>
                  </a:lnTo>
                  <a:cubicBezTo>
                    <a:pt x="282593" y="79875"/>
                    <a:pt x="282471" y="79146"/>
                    <a:pt x="282277" y="78417"/>
                  </a:cubicBezTo>
                  <a:lnTo>
                    <a:pt x="281694" y="76255"/>
                  </a:lnTo>
                  <a:cubicBezTo>
                    <a:pt x="281621" y="75891"/>
                    <a:pt x="281499" y="75551"/>
                    <a:pt x="281378" y="75186"/>
                  </a:cubicBezTo>
                  <a:lnTo>
                    <a:pt x="281038" y="74117"/>
                  </a:lnTo>
                  <a:lnTo>
                    <a:pt x="280698" y="73049"/>
                  </a:lnTo>
                  <a:cubicBezTo>
                    <a:pt x="280576" y="72708"/>
                    <a:pt x="280431" y="72344"/>
                    <a:pt x="280285" y="72004"/>
                  </a:cubicBezTo>
                  <a:cubicBezTo>
                    <a:pt x="280018" y="71324"/>
                    <a:pt x="279750" y="70595"/>
                    <a:pt x="279483" y="69915"/>
                  </a:cubicBezTo>
                  <a:lnTo>
                    <a:pt x="278536" y="67874"/>
                  </a:lnTo>
                  <a:cubicBezTo>
                    <a:pt x="278244" y="67170"/>
                    <a:pt x="277880" y="66514"/>
                    <a:pt x="277515" y="65858"/>
                  </a:cubicBezTo>
                  <a:cubicBezTo>
                    <a:pt x="277175" y="65178"/>
                    <a:pt x="276835" y="64498"/>
                    <a:pt x="276447" y="63866"/>
                  </a:cubicBezTo>
                  <a:lnTo>
                    <a:pt x="275256" y="61923"/>
                  </a:lnTo>
                  <a:cubicBezTo>
                    <a:pt x="274843" y="61291"/>
                    <a:pt x="274406" y="60684"/>
                    <a:pt x="273993" y="60052"/>
                  </a:cubicBezTo>
                  <a:cubicBezTo>
                    <a:pt x="273774" y="59736"/>
                    <a:pt x="273556" y="59445"/>
                    <a:pt x="273337" y="59129"/>
                  </a:cubicBezTo>
                  <a:lnTo>
                    <a:pt x="272657" y="58255"/>
                  </a:lnTo>
                  <a:cubicBezTo>
                    <a:pt x="272171" y="57672"/>
                    <a:pt x="271758" y="57064"/>
                    <a:pt x="271272" y="56506"/>
                  </a:cubicBezTo>
                  <a:lnTo>
                    <a:pt x="269815" y="54805"/>
                  </a:lnTo>
                  <a:cubicBezTo>
                    <a:pt x="269572" y="54514"/>
                    <a:pt x="269329" y="54246"/>
                    <a:pt x="269062" y="53979"/>
                  </a:cubicBezTo>
                  <a:lnTo>
                    <a:pt x="268309" y="53178"/>
                  </a:lnTo>
                  <a:cubicBezTo>
                    <a:pt x="267313" y="52084"/>
                    <a:pt x="266244" y="51113"/>
                    <a:pt x="265199" y="50068"/>
                  </a:cubicBezTo>
                  <a:cubicBezTo>
                    <a:pt x="264106" y="49096"/>
                    <a:pt x="263037" y="48100"/>
                    <a:pt x="261920" y="47202"/>
                  </a:cubicBezTo>
                  <a:cubicBezTo>
                    <a:pt x="257474" y="43461"/>
                    <a:pt x="252762" y="40230"/>
                    <a:pt x="248049" y="37193"/>
                  </a:cubicBezTo>
                  <a:cubicBezTo>
                    <a:pt x="245693" y="35687"/>
                    <a:pt x="243361" y="34230"/>
                    <a:pt x="241004" y="32772"/>
                  </a:cubicBezTo>
                  <a:lnTo>
                    <a:pt x="237506" y="30610"/>
                  </a:lnTo>
                  <a:lnTo>
                    <a:pt x="236656" y="30076"/>
                  </a:lnTo>
                  <a:lnTo>
                    <a:pt x="236219" y="29784"/>
                  </a:lnTo>
                  <a:lnTo>
                    <a:pt x="235806" y="29541"/>
                  </a:lnTo>
                  <a:lnTo>
                    <a:pt x="234178" y="28472"/>
                  </a:lnTo>
                  <a:cubicBezTo>
                    <a:pt x="229878" y="25557"/>
                    <a:pt x="225627" y="22156"/>
                    <a:pt x="221206" y="18731"/>
                  </a:cubicBezTo>
                  <a:cubicBezTo>
                    <a:pt x="218971" y="17031"/>
                    <a:pt x="216712" y="15306"/>
                    <a:pt x="214331" y="13630"/>
                  </a:cubicBezTo>
                  <a:cubicBezTo>
                    <a:pt x="213190" y="12804"/>
                    <a:pt x="211951" y="12002"/>
                    <a:pt x="210736" y="11176"/>
                  </a:cubicBezTo>
                  <a:cubicBezTo>
                    <a:pt x="209473" y="10399"/>
                    <a:pt x="208210" y="9622"/>
                    <a:pt x="206898" y="8844"/>
                  </a:cubicBezTo>
                  <a:cubicBezTo>
                    <a:pt x="205610" y="8067"/>
                    <a:pt x="204226" y="7387"/>
                    <a:pt x="202865" y="6707"/>
                  </a:cubicBezTo>
                  <a:cubicBezTo>
                    <a:pt x="201456" y="6051"/>
                    <a:pt x="200072" y="5395"/>
                    <a:pt x="198541" y="4885"/>
                  </a:cubicBezTo>
                  <a:lnTo>
                    <a:pt x="197424" y="4472"/>
                  </a:lnTo>
                  <a:cubicBezTo>
                    <a:pt x="197059" y="4326"/>
                    <a:pt x="196695" y="4229"/>
                    <a:pt x="196306" y="4132"/>
                  </a:cubicBezTo>
                  <a:lnTo>
                    <a:pt x="194047" y="3476"/>
                  </a:lnTo>
                  <a:cubicBezTo>
                    <a:pt x="193318" y="3257"/>
                    <a:pt x="192541" y="3111"/>
                    <a:pt x="191812" y="2941"/>
                  </a:cubicBezTo>
                  <a:cubicBezTo>
                    <a:pt x="191059" y="2796"/>
                    <a:pt x="190306" y="2601"/>
                    <a:pt x="189553" y="2504"/>
                  </a:cubicBezTo>
                  <a:lnTo>
                    <a:pt x="189747" y="1435"/>
                  </a:lnTo>
                  <a:lnTo>
                    <a:pt x="188144" y="1168"/>
                  </a:lnTo>
                  <a:cubicBezTo>
                    <a:pt x="187610" y="1071"/>
                    <a:pt x="187051" y="949"/>
                    <a:pt x="186541" y="901"/>
                  </a:cubicBezTo>
                  <a:lnTo>
                    <a:pt x="183334" y="512"/>
                  </a:lnTo>
                  <a:lnTo>
                    <a:pt x="180152" y="245"/>
                  </a:lnTo>
                  <a:cubicBezTo>
                    <a:pt x="179107" y="172"/>
                    <a:pt x="178063" y="148"/>
                    <a:pt x="176994" y="99"/>
                  </a:cubicBezTo>
                  <a:cubicBezTo>
                    <a:pt x="175288" y="30"/>
                    <a:pt x="173586" y="1"/>
                    <a:pt x="17188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9" name="Google Shape;919;p52"/>
          <p:cNvGrpSpPr/>
          <p:nvPr/>
        </p:nvGrpSpPr>
        <p:grpSpPr>
          <a:xfrm rot="3959709">
            <a:off x="6946686" y="3355002"/>
            <a:ext cx="3158736" cy="3752484"/>
            <a:chOff x="235075" y="777725"/>
            <a:chExt cx="7186900" cy="4132775"/>
          </a:xfrm>
        </p:grpSpPr>
        <p:sp>
          <p:nvSpPr>
            <p:cNvPr id="920" name="Google Shape;920;p52"/>
            <p:cNvSpPr/>
            <p:nvPr/>
          </p:nvSpPr>
          <p:spPr>
            <a:xfrm>
              <a:off x="342575" y="932875"/>
              <a:ext cx="7079400" cy="3826525"/>
            </a:xfrm>
            <a:custGeom>
              <a:rect b="b" l="l" r="r" t="t"/>
              <a:pathLst>
                <a:path extrusionOk="0" h="153061" w="283176">
                  <a:moveTo>
                    <a:pt x="168404" y="0"/>
                  </a:moveTo>
                  <a:cubicBezTo>
                    <a:pt x="157709" y="0"/>
                    <a:pt x="146666" y="1269"/>
                    <a:pt x="137470" y="1958"/>
                  </a:cubicBezTo>
                  <a:cubicBezTo>
                    <a:pt x="99769" y="4776"/>
                    <a:pt x="61970" y="14736"/>
                    <a:pt x="30657" y="36550"/>
                  </a:cubicBezTo>
                  <a:cubicBezTo>
                    <a:pt x="16422" y="46461"/>
                    <a:pt x="2915" y="60284"/>
                    <a:pt x="1336" y="77580"/>
                  </a:cubicBezTo>
                  <a:cubicBezTo>
                    <a:pt x="0" y="92204"/>
                    <a:pt x="7774" y="106560"/>
                    <a:pt x="18778" y="116301"/>
                  </a:cubicBezTo>
                  <a:cubicBezTo>
                    <a:pt x="29807" y="126043"/>
                    <a:pt x="43726" y="131800"/>
                    <a:pt x="57670" y="136415"/>
                  </a:cubicBezTo>
                  <a:cubicBezTo>
                    <a:pt x="91058" y="147472"/>
                    <a:pt x="125903" y="153060"/>
                    <a:pt x="160873" y="153060"/>
                  </a:cubicBezTo>
                  <a:cubicBezTo>
                    <a:pt x="176382" y="153060"/>
                    <a:pt x="191917" y="151961"/>
                    <a:pt x="207359" y="149752"/>
                  </a:cubicBezTo>
                  <a:cubicBezTo>
                    <a:pt x="222226" y="147614"/>
                    <a:pt x="237360" y="144286"/>
                    <a:pt x="249871" y="135929"/>
                  </a:cubicBezTo>
                  <a:cubicBezTo>
                    <a:pt x="275062" y="119095"/>
                    <a:pt x="283175" y="80398"/>
                    <a:pt x="265102" y="56057"/>
                  </a:cubicBezTo>
                  <a:cubicBezTo>
                    <a:pt x="255968" y="43789"/>
                    <a:pt x="242097" y="36137"/>
                    <a:pt x="229125" y="28024"/>
                  </a:cubicBezTo>
                  <a:cubicBezTo>
                    <a:pt x="217003" y="20420"/>
                    <a:pt x="204881" y="7643"/>
                    <a:pt x="191278" y="3027"/>
                  </a:cubicBezTo>
                  <a:cubicBezTo>
                    <a:pt x="184502" y="737"/>
                    <a:pt x="176554" y="0"/>
                    <a:pt x="168404" y="0"/>
                  </a:cubicBezTo>
                  <a:close/>
                </a:path>
              </a:pathLst>
            </a:custGeom>
            <a:solidFill>
              <a:srgbClr val="FDB32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52"/>
            <p:cNvSpPr/>
            <p:nvPr/>
          </p:nvSpPr>
          <p:spPr>
            <a:xfrm>
              <a:off x="235075" y="777725"/>
              <a:ext cx="7126775" cy="4132775"/>
            </a:xfrm>
            <a:custGeom>
              <a:rect b="b" l="l" r="r" t="t"/>
              <a:pathLst>
                <a:path extrusionOk="0" h="165311" w="285071">
                  <a:moveTo>
                    <a:pt x="193683" y="2310"/>
                  </a:moveTo>
                  <a:lnTo>
                    <a:pt x="194120" y="2431"/>
                  </a:lnTo>
                  <a:lnTo>
                    <a:pt x="194557" y="2553"/>
                  </a:lnTo>
                  <a:lnTo>
                    <a:pt x="195456" y="2820"/>
                  </a:lnTo>
                  <a:lnTo>
                    <a:pt x="196198" y="3047"/>
                  </a:lnTo>
                  <a:lnTo>
                    <a:pt x="196198" y="3047"/>
                  </a:lnTo>
                  <a:cubicBezTo>
                    <a:pt x="196113" y="3020"/>
                    <a:pt x="196027" y="2993"/>
                    <a:pt x="195942" y="2966"/>
                  </a:cubicBezTo>
                  <a:lnTo>
                    <a:pt x="194825" y="2626"/>
                  </a:lnTo>
                  <a:cubicBezTo>
                    <a:pt x="194436" y="2504"/>
                    <a:pt x="194072" y="2383"/>
                    <a:pt x="193683" y="2310"/>
                  </a:cubicBezTo>
                  <a:close/>
                  <a:moveTo>
                    <a:pt x="196198" y="3047"/>
                  </a:moveTo>
                  <a:cubicBezTo>
                    <a:pt x="196309" y="3081"/>
                    <a:pt x="196421" y="3115"/>
                    <a:pt x="196532" y="3149"/>
                  </a:cubicBezTo>
                  <a:lnTo>
                    <a:pt x="196532" y="3149"/>
                  </a:lnTo>
                  <a:lnTo>
                    <a:pt x="196198" y="3047"/>
                  </a:lnTo>
                  <a:close/>
                  <a:moveTo>
                    <a:pt x="196532" y="3149"/>
                  </a:moveTo>
                  <a:lnTo>
                    <a:pt x="197205" y="3354"/>
                  </a:lnTo>
                  <a:cubicBezTo>
                    <a:pt x="197213" y="3356"/>
                    <a:pt x="197220" y="3358"/>
                    <a:pt x="197228" y="3360"/>
                  </a:cubicBezTo>
                  <a:lnTo>
                    <a:pt x="197228" y="3360"/>
                  </a:lnTo>
                  <a:cubicBezTo>
                    <a:pt x="196996" y="3288"/>
                    <a:pt x="196764" y="3219"/>
                    <a:pt x="196532" y="3149"/>
                  </a:cubicBezTo>
                  <a:close/>
                  <a:moveTo>
                    <a:pt x="197228" y="3360"/>
                  </a:moveTo>
                  <a:lnTo>
                    <a:pt x="197228" y="3360"/>
                  </a:lnTo>
                  <a:cubicBezTo>
                    <a:pt x="197350" y="3398"/>
                    <a:pt x="197472" y="3437"/>
                    <a:pt x="197593" y="3477"/>
                  </a:cubicBezTo>
                  <a:lnTo>
                    <a:pt x="197593" y="3477"/>
                  </a:lnTo>
                  <a:cubicBezTo>
                    <a:pt x="197473" y="3434"/>
                    <a:pt x="197353" y="3392"/>
                    <a:pt x="197228" y="3360"/>
                  </a:cubicBezTo>
                  <a:close/>
                  <a:moveTo>
                    <a:pt x="197593" y="3477"/>
                  </a:moveTo>
                  <a:lnTo>
                    <a:pt x="197593" y="3477"/>
                  </a:lnTo>
                  <a:cubicBezTo>
                    <a:pt x="197745" y="3533"/>
                    <a:pt x="197897" y="3593"/>
                    <a:pt x="198055" y="3646"/>
                  </a:cubicBezTo>
                  <a:lnTo>
                    <a:pt x="198930" y="3986"/>
                  </a:lnTo>
                  <a:cubicBezTo>
                    <a:pt x="199513" y="4205"/>
                    <a:pt x="200096" y="4423"/>
                    <a:pt x="200655" y="4666"/>
                  </a:cubicBezTo>
                  <a:cubicBezTo>
                    <a:pt x="200971" y="4803"/>
                    <a:pt x="201287" y="4943"/>
                    <a:pt x="201601" y="5085"/>
                  </a:cubicBezTo>
                  <a:lnTo>
                    <a:pt x="201601" y="5085"/>
                  </a:lnTo>
                  <a:lnTo>
                    <a:pt x="200412" y="4545"/>
                  </a:lnTo>
                  <a:lnTo>
                    <a:pt x="198201" y="3694"/>
                  </a:lnTo>
                  <a:cubicBezTo>
                    <a:pt x="197999" y="3616"/>
                    <a:pt x="197796" y="3545"/>
                    <a:pt x="197593" y="3477"/>
                  </a:cubicBezTo>
                  <a:close/>
                  <a:moveTo>
                    <a:pt x="201601" y="5085"/>
                  </a:moveTo>
                  <a:lnTo>
                    <a:pt x="201792" y="5172"/>
                  </a:lnTo>
                  <a:lnTo>
                    <a:pt x="201792" y="5172"/>
                  </a:lnTo>
                  <a:cubicBezTo>
                    <a:pt x="201728" y="5143"/>
                    <a:pt x="201665" y="5114"/>
                    <a:pt x="201601" y="5085"/>
                  </a:cubicBezTo>
                  <a:close/>
                  <a:moveTo>
                    <a:pt x="201792" y="5172"/>
                  </a:moveTo>
                  <a:cubicBezTo>
                    <a:pt x="202347" y="5425"/>
                    <a:pt x="202898" y="5687"/>
                    <a:pt x="203447" y="5957"/>
                  </a:cubicBezTo>
                  <a:lnTo>
                    <a:pt x="203447" y="5957"/>
                  </a:lnTo>
                  <a:cubicBezTo>
                    <a:pt x="203149" y="5808"/>
                    <a:pt x="202850" y="5661"/>
                    <a:pt x="202550" y="5516"/>
                  </a:cubicBezTo>
                  <a:lnTo>
                    <a:pt x="201792" y="5172"/>
                  </a:lnTo>
                  <a:close/>
                  <a:moveTo>
                    <a:pt x="203447" y="5957"/>
                  </a:moveTo>
                  <a:cubicBezTo>
                    <a:pt x="205025" y="6746"/>
                    <a:pt x="206570" y="7594"/>
                    <a:pt x="208082" y="8506"/>
                  </a:cubicBezTo>
                  <a:lnTo>
                    <a:pt x="208082" y="8506"/>
                  </a:lnTo>
                  <a:cubicBezTo>
                    <a:pt x="207745" y="8301"/>
                    <a:pt x="207407" y="8098"/>
                    <a:pt x="207068" y="7897"/>
                  </a:cubicBezTo>
                  <a:cubicBezTo>
                    <a:pt x="205877" y="7204"/>
                    <a:pt x="204670" y="6559"/>
                    <a:pt x="203447" y="5957"/>
                  </a:cubicBezTo>
                  <a:close/>
                  <a:moveTo>
                    <a:pt x="208082" y="8506"/>
                  </a:moveTo>
                  <a:cubicBezTo>
                    <a:pt x="208378" y="8686"/>
                    <a:pt x="208674" y="8868"/>
                    <a:pt x="208969" y="9051"/>
                  </a:cubicBezTo>
                  <a:lnTo>
                    <a:pt x="208969" y="9051"/>
                  </a:lnTo>
                  <a:cubicBezTo>
                    <a:pt x="208675" y="8867"/>
                    <a:pt x="208379" y="8685"/>
                    <a:pt x="208082" y="8506"/>
                  </a:cubicBezTo>
                  <a:close/>
                  <a:moveTo>
                    <a:pt x="274827" y="94613"/>
                  </a:moveTo>
                  <a:cubicBezTo>
                    <a:pt x="274825" y="94672"/>
                    <a:pt x="274822" y="94731"/>
                    <a:pt x="274819" y="94790"/>
                  </a:cubicBezTo>
                  <a:lnTo>
                    <a:pt x="274827" y="94613"/>
                  </a:lnTo>
                  <a:close/>
                  <a:moveTo>
                    <a:pt x="182036" y="164515"/>
                  </a:moveTo>
                  <a:cubicBezTo>
                    <a:pt x="182009" y="164557"/>
                    <a:pt x="182151" y="164591"/>
                    <a:pt x="182606" y="164606"/>
                  </a:cubicBezTo>
                  <a:cubicBezTo>
                    <a:pt x="182112" y="164589"/>
                    <a:pt x="181975" y="164562"/>
                    <a:pt x="182036" y="164515"/>
                  </a:cubicBezTo>
                  <a:close/>
                  <a:moveTo>
                    <a:pt x="171889" y="1"/>
                  </a:moveTo>
                  <a:cubicBezTo>
                    <a:pt x="169431" y="1"/>
                    <a:pt x="166985" y="62"/>
                    <a:pt x="164556" y="148"/>
                  </a:cubicBezTo>
                  <a:cubicBezTo>
                    <a:pt x="156370" y="512"/>
                    <a:pt x="148378" y="1314"/>
                    <a:pt x="140483" y="1872"/>
                  </a:cubicBezTo>
                  <a:cubicBezTo>
                    <a:pt x="132321" y="2456"/>
                    <a:pt x="124183" y="3379"/>
                    <a:pt x="116020" y="4666"/>
                  </a:cubicBezTo>
                  <a:lnTo>
                    <a:pt x="112960" y="5128"/>
                  </a:lnTo>
                  <a:cubicBezTo>
                    <a:pt x="111964" y="5298"/>
                    <a:pt x="110943" y="5516"/>
                    <a:pt x="109923" y="5686"/>
                  </a:cubicBezTo>
                  <a:lnTo>
                    <a:pt x="106887" y="6269"/>
                  </a:lnTo>
                  <a:lnTo>
                    <a:pt x="105380" y="6537"/>
                  </a:lnTo>
                  <a:lnTo>
                    <a:pt x="103850" y="6877"/>
                  </a:lnTo>
                  <a:cubicBezTo>
                    <a:pt x="101834" y="7314"/>
                    <a:pt x="99817" y="7727"/>
                    <a:pt x="97777" y="8188"/>
                  </a:cubicBezTo>
                  <a:lnTo>
                    <a:pt x="91704" y="9719"/>
                  </a:lnTo>
                  <a:cubicBezTo>
                    <a:pt x="90878" y="9913"/>
                    <a:pt x="90052" y="10180"/>
                    <a:pt x="89226" y="10423"/>
                  </a:cubicBezTo>
                  <a:lnTo>
                    <a:pt x="86797" y="11128"/>
                  </a:lnTo>
                  <a:lnTo>
                    <a:pt x="84416" y="11857"/>
                  </a:lnTo>
                  <a:cubicBezTo>
                    <a:pt x="83615" y="12099"/>
                    <a:pt x="82861" y="12391"/>
                    <a:pt x="82108" y="12634"/>
                  </a:cubicBezTo>
                  <a:lnTo>
                    <a:pt x="77614" y="14213"/>
                  </a:lnTo>
                  <a:cubicBezTo>
                    <a:pt x="76157" y="14747"/>
                    <a:pt x="74748" y="15355"/>
                    <a:pt x="73363" y="15889"/>
                  </a:cubicBezTo>
                  <a:lnTo>
                    <a:pt x="71323" y="16739"/>
                  </a:lnTo>
                  <a:lnTo>
                    <a:pt x="70327" y="17152"/>
                  </a:lnTo>
                  <a:lnTo>
                    <a:pt x="69331" y="17590"/>
                  </a:lnTo>
                  <a:lnTo>
                    <a:pt x="65517" y="19363"/>
                  </a:lnTo>
                  <a:lnTo>
                    <a:pt x="63671" y="20213"/>
                  </a:lnTo>
                  <a:lnTo>
                    <a:pt x="61922" y="21136"/>
                  </a:lnTo>
                  <a:lnTo>
                    <a:pt x="58521" y="22910"/>
                  </a:lnTo>
                  <a:lnTo>
                    <a:pt x="62772" y="21088"/>
                  </a:lnTo>
                  <a:lnTo>
                    <a:pt x="63841" y="20650"/>
                  </a:lnTo>
                  <a:lnTo>
                    <a:pt x="64909" y="20213"/>
                  </a:lnTo>
                  <a:lnTo>
                    <a:pt x="67072" y="19387"/>
                  </a:lnTo>
                  <a:lnTo>
                    <a:pt x="69234" y="18561"/>
                  </a:lnTo>
                  <a:cubicBezTo>
                    <a:pt x="69962" y="18270"/>
                    <a:pt x="70691" y="17978"/>
                    <a:pt x="71420" y="17735"/>
                  </a:cubicBezTo>
                  <a:lnTo>
                    <a:pt x="75817" y="16229"/>
                  </a:lnTo>
                  <a:cubicBezTo>
                    <a:pt x="76545" y="15962"/>
                    <a:pt x="77274" y="15695"/>
                    <a:pt x="78027" y="15476"/>
                  </a:cubicBezTo>
                  <a:lnTo>
                    <a:pt x="80238" y="14796"/>
                  </a:lnTo>
                  <a:cubicBezTo>
                    <a:pt x="81720" y="14334"/>
                    <a:pt x="83202" y="13873"/>
                    <a:pt x="84708" y="13411"/>
                  </a:cubicBezTo>
                  <a:lnTo>
                    <a:pt x="89202" y="12172"/>
                  </a:lnTo>
                  <a:lnTo>
                    <a:pt x="91461" y="11565"/>
                  </a:lnTo>
                  <a:lnTo>
                    <a:pt x="93744" y="11031"/>
                  </a:lnTo>
                  <a:lnTo>
                    <a:pt x="98287" y="9913"/>
                  </a:lnTo>
                  <a:cubicBezTo>
                    <a:pt x="99817" y="9597"/>
                    <a:pt x="101372" y="9282"/>
                    <a:pt x="102878" y="8942"/>
                  </a:cubicBezTo>
                  <a:lnTo>
                    <a:pt x="105186" y="8480"/>
                  </a:lnTo>
                  <a:cubicBezTo>
                    <a:pt x="105963" y="8310"/>
                    <a:pt x="106716" y="8188"/>
                    <a:pt x="107494" y="8043"/>
                  </a:cubicBezTo>
                  <a:lnTo>
                    <a:pt x="112134" y="7217"/>
                  </a:lnTo>
                  <a:cubicBezTo>
                    <a:pt x="118328" y="6197"/>
                    <a:pt x="124547" y="5322"/>
                    <a:pt x="130839" y="4715"/>
                  </a:cubicBezTo>
                  <a:lnTo>
                    <a:pt x="133195" y="4472"/>
                  </a:lnTo>
                  <a:lnTo>
                    <a:pt x="134361" y="4350"/>
                  </a:lnTo>
                  <a:lnTo>
                    <a:pt x="135551" y="4277"/>
                  </a:lnTo>
                  <a:lnTo>
                    <a:pt x="140264" y="3913"/>
                  </a:lnTo>
                  <a:lnTo>
                    <a:pt x="141454" y="3816"/>
                  </a:lnTo>
                  <a:lnTo>
                    <a:pt x="142596" y="3743"/>
                  </a:lnTo>
                  <a:lnTo>
                    <a:pt x="144928" y="3573"/>
                  </a:lnTo>
                  <a:lnTo>
                    <a:pt x="149568" y="3209"/>
                  </a:lnTo>
                  <a:cubicBezTo>
                    <a:pt x="155811" y="2747"/>
                    <a:pt x="162151" y="2261"/>
                    <a:pt x="168589" y="2140"/>
                  </a:cubicBezTo>
                  <a:lnTo>
                    <a:pt x="171018" y="2115"/>
                  </a:lnTo>
                  <a:cubicBezTo>
                    <a:pt x="171419" y="2103"/>
                    <a:pt x="171820" y="2097"/>
                    <a:pt x="172224" y="2097"/>
                  </a:cubicBezTo>
                  <a:cubicBezTo>
                    <a:pt x="172628" y="2097"/>
                    <a:pt x="173034" y="2103"/>
                    <a:pt x="173447" y="2115"/>
                  </a:cubicBezTo>
                  <a:lnTo>
                    <a:pt x="175877" y="2164"/>
                  </a:lnTo>
                  <a:cubicBezTo>
                    <a:pt x="176678" y="2188"/>
                    <a:pt x="177504" y="2237"/>
                    <a:pt x="178330" y="2261"/>
                  </a:cubicBezTo>
                  <a:lnTo>
                    <a:pt x="179545" y="2334"/>
                  </a:lnTo>
                  <a:cubicBezTo>
                    <a:pt x="179958" y="2358"/>
                    <a:pt x="180346" y="2407"/>
                    <a:pt x="180759" y="2431"/>
                  </a:cubicBezTo>
                  <a:lnTo>
                    <a:pt x="183237" y="2650"/>
                  </a:lnTo>
                  <a:lnTo>
                    <a:pt x="185691" y="2941"/>
                  </a:lnTo>
                  <a:cubicBezTo>
                    <a:pt x="186104" y="2990"/>
                    <a:pt x="186517" y="3039"/>
                    <a:pt x="186930" y="3111"/>
                  </a:cubicBezTo>
                  <a:lnTo>
                    <a:pt x="188168" y="3330"/>
                  </a:lnTo>
                  <a:lnTo>
                    <a:pt x="189407" y="3549"/>
                  </a:lnTo>
                  <a:cubicBezTo>
                    <a:pt x="189820" y="3622"/>
                    <a:pt x="190233" y="3694"/>
                    <a:pt x="190646" y="3792"/>
                  </a:cubicBezTo>
                  <a:lnTo>
                    <a:pt x="193124" y="4350"/>
                  </a:lnTo>
                  <a:cubicBezTo>
                    <a:pt x="193537" y="4447"/>
                    <a:pt x="193950" y="4569"/>
                    <a:pt x="194363" y="4690"/>
                  </a:cubicBezTo>
                  <a:lnTo>
                    <a:pt x="195602" y="5079"/>
                  </a:lnTo>
                  <a:lnTo>
                    <a:pt x="196841" y="5443"/>
                  </a:lnTo>
                  <a:lnTo>
                    <a:pt x="198055" y="5905"/>
                  </a:lnTo>
                  <a:cubicBezTo>
                    <a:pt x="201238" y="7144"/>
                    <a:pt x="204299" y="8650"/>
                    <a:pt x="207189" y="10448"/>
                  </a:cubicBezTo>
                  <a:cubicBezTo>
                    <a:pt x="212898" y="13921"/>
                    <a:pt x="217975" y="17954"/>
                    <a:pt x="222955" y="21865"/>
                  </a:cubicBezTo>
                  <a:cubicBezTo>
                    <a:pt x="225433" y="23808"/>
                    <a:pt x="227911" y="25752"/>
                    <a:pt x="230388" y="27574"/>
                  </a:cubicBezTo>
                  <a:cubicBezTo>
                    <a:pt x="231020" y="28035"/>
                    <a:pt x="231627" y="28472"/>
                    <a:pt x="232259" y="28910"/>
                  </a:cubicBezTo>
                  <a:lnTo>
                    <a:pt x="233206" y="29566"/>
                  </a:lnTo>
                  <a:lnTo>
                    <a:pt x="234154" y="30173"/>
                  </a:lnTo>
                  <a:cubicBezTo>
                    <a:pt x="235368" y="30999"/>
                    <a:pt x="236753" y="31849"/>
                    <a:pt x="238065" y="32675"/>
                  </a:cubicBezTo>
                  <a:cubicBezTo>
                    <a:pt x="240761" y="34351"/>
                    <a:pt x="243482" y="36027"/>
                    <a:pt x="246178" y="37752"/>
                  </a:cubicBezTo>
                  <a:cubicBezTo>
                    <a:pt x="248875" y="39477"/>
                    <a:pt x="251571" y="41250"/>
                    <a:pt x="254243" y="43145"/>
                  </a:cubicBezTo>
                  <a:cubicBezTo>
                    <a:pt x="256891" y="45040"/>
                    <a:pt x="259491" y="47032"/>
                    <a:pt x="262017" y="49194"/>
                  </a:cubicBezTo>
                  <a:cubicBezTo>
                    <a:pt x="264543" y="51356"/>
                    <a:pt x="266924" y="53712"/>
                    <a:pt x="269135" y="56214"/>
                  </a:cubicBezTo>
                  <a:lnTo>
                    <a:pt x="269961" y="57161"/>
                  </a:lnTo>
                  <a:cubicBezTo>
                    <a:pt x="270228" y="57477"/>
                    <a:pt x="270495" y="57817"/>
                    <a:pt x="270762" y="58133"/>
                  </a:cubicBezTo>
                  <a:lnTo>
                    <a:pt x="272317" y="60125"/>
                  </a:lnTo>
                  <a:lnTo>
                    <a:pt x="273774" y="62239"/>
                  </a:lnTo>
                  <a:cubicBezTo>
                    <a:pt x="274017" y="62579"/>
                    <a:pt x="274236" y="62943"/>
                    <a:pt x="274455" y="63307"/>
                  </a:cubicBezTo>
                  <a:lnTo>
                    <a:pt x="275111" y="64401"/>
                  </a:lnTo>
                  <a:cubicBezTo>
                    <a:pt x="276811" y="67340"/>
                    <a:pt x="278269" y="70401"/>
                    <a:pt x="279410" y="73607"/>
                  </a:cubicBezTo>
                  <a:cubicBezTo>
                    <a:pt x="280528" y="76790"/>
                    <a:pt x="281354" y="80069"/>
                    <a:pt x="281864" y="83397"/>
                  </a:cubicBezTo>
                  <a:lnTo>
                    <a:pt x="282082" y="84636"/>
                  </a:lnTo>
                  <a:cubicBezTo>
                    <a:pt x="282155" y="85049"/>
                    <a:pt x="282180" y="85462"/>
                    <a:pt x="282228" y="85875"/>
                  </a:cubicBezTo>
                  <a:lnTo>
                    <a:pt x="282350" y="87138"/>
                  </a:lnTo>
                  <a:cubicBezTo>
                    <a:pt x="282398" y="87551"/>
                    <a:pt x="282447" y="87964"/>
                    <a:pt x="282471" y="88377"/>
                  </a:cubicBezTo>
                  <a:lnTo>
                    <a:pt x="282617" y="90879"/>
                  </a:lnTo>
                  <a:lnTo>
                    <a:pt x="282641" y="93381"/>
                  </a:lnTo>
                  <a:cubicBezTo>
                    <a:pt x="282593" y="100037"/>
                    <a:pt x="281524" y="106620"/>
                    <a:pt x="279459" y="112961"/>
                  </a:cubicBezTo>
                  <a:lnTo>
                    <a:pt x="279094" y="114127"/>
                  </a:lnTo>
                  <a:cubicBezTo>
                    <a:pt x="278973" y="114515"/>
                    <a:pt x="278803" y="114904"/>
                    <a:pt x="278657" y="115293"/>
                  </a:cubicBezTo>
                  <a:lnTo>
                    <a:pt x="278220" y="116459"/>
                  </a:lnTo>
                  <a:cubicBezTo>
                    <a:pt x="278074" y="116847"/>
                    <a:pt x="277928" y="117236"/>
                    <a:pt x="277758" y="117600"/>
                  </a:cubicBezTo>
                  <a:lnTo>
                    <a:pt x="276787" y="119884"/>
                  </a:lnTo>
                  <a:lnTo>
                    <a:pt x="275718" y="122094"/>
                  </a:lnTo>
                  <a:cubicBezTo>
                    <a:pt x="274236" y="125058"/>
                    <a:pt x="272536" y="127876"/>
                    <a:pt x="270616" y="130572"/>
                  </a:cubicBezTo>
                  <a:cubicBezTo>
                    <a:pt x="277224" y="121171"/>
                    <a:pt x="281208" y="110191"/>
                    <a:pt x="282204" y="98774"/>
                  </a:cubicBezTo>
                  <a:cubicBezTo>
                    <a:pt x="282447" y="95835"/>
                    <a:pt x="282495" y="92895"/>
                    <a:pt x="282350" y="89980"/>
                  </a:cubicBezTo>
                  <a:cubicBezTo>
                    <a:pt x="282180" y="87017"/>
                    <a:pt x="281815" y="84077"/>
                    <a:pt x="281208" y="81162"/>
                  </a:cubicBezTo>
                  <a:cubicBezTo>
                    <a:pt x="280601" y="78247"/>
                    <a:pt x="279775" y="75381"/>
                    <a:pt x="278706" y="72587"/>
                  </a:cubicBezTo>
                  <a:cubicBezTo>
                    <a:pt x="277637" y="69769"/>
                    <a:pt x="276325" y="67073"/>
                    <a:pt x="274770" y="64498"/>
                  </a:cubicBezTo>
                  <a:cubicBezTo>
                    <a:pt x="274357" y="63842"/>
                    <a:pt x="273993" y="63186"/>
                    <a:pt x="273580" y="62579"/>
                  </a:cubicBezTo>
                  <a:lnTo>
                    <a:pt x="272293" y="60708"/>
                  </a:lnTo>
                  <a:cubicBezTo>
                    <a:pt x="272171" y="60562"/>
                    <a:pt x="272074" y="60417"/>
                    <a:pt x="271953" y="60271"/>
                  </a:cubicBezTo>
                  <a:lnTo>
                    <a:pt x="271612" y="59809"/>
                  </a:lnTo>
                  <a:lnTo>
                    <a:pt x="270932" y="58935"/>
                  </a:lnTo>
                  <a:lnTo>
                    <a:pt x="270228" y="58060"/>
                  </a:lnTo>
                  <a:cubicBezTo>
                    <a:pt x="270009" y="57769"/>
                    <a:pt x="269742" y="57502"/>
                    <a:pt x="269523" y="57210"/>
                  </a:cubicBezTo>
                  <a:cubicBezTo>
                    <a:pt x="267604" y="54951"/>
                    <a:pt x="265539" y="52837"/>
                    <a:pt x="263353" y="50845"/>
                  </a:cubicBezTo>
                  <a:cubicBezTo>
                    <a:pt x="259005" y="46910"/>
                    <a:pt x="254341" y="43534"/>
                    <a:pt x="249652" y="40424"/>
                  </a:cubicBezTo>
                  <a:cubicBezTo>
                    <a:pt x="244964" y="37339"/>
                    <a:pt x="240251" y="34448"/>
                    <a:pt x="235708" y="31558"/>
                  </a:cubicBezTo>
                  <a:cubicBezTo>
                    <a:pt x="231312" y="28764"/>
                    <a:pt x="227230" y="25533"/>
                    <a:pt x="223125" y="22254"/>
                  </a:cubicBezTo>
                  <a:cubicBezTo>
                    <a:pt x="220186" y="19922"/>
                    <a:pt x="217222" y="17565"/>
                    <a:pt x="214161" y="15330"/>
                  </a:cubicBezTo>
                  <a:cubicBezTo>
                    <a:pt x="211076" y="13023"/>
                    <a:pt x="207845" y="10933"/>
                    <a:pt x="204469" y="9039"/>
                  </a:cubicBezTo>
                  <a:lnTo>
                    <a:pt x="203181" y="8359"/>
                  </a:lnTo>
                  <a:cubicBezTo>
                    <a:pt x="202744" y="8140"/>
                    <a:pt x="202307" y="7897"/>
                    <a:pt x="201869" y="7703"/>
                  </a:cubicBezTo>
                  <a:lnTo>
                    <a:pt x="200509" y="7095"/>
                  </a:lnTo>
                  <a:cubicBezTo>
                    <a:pt x="200072" y="6901"/>
                    <a:pt x="199634" y="6658"/>
                    <a:pt x="199149" y="6488"/>
                  </a:cubicBezTo>
                  <a:lnTo>
                    <a:pt x="197764" y="5954"/>
                  </a:lnTo>
                  <a:cubicBezTo>
                    <a:pt x="197278" y="5784"/>
                    <a:pt x="196817" y="5589"/>
                    <a:pt x="196355" y="5468"/>
                  </a:cubicBezTo>
                  <a:lnTo>
                    <a:pt x="193513" y="4593"/>
                  </a:lnTo>
                  <a:cubicBezTo>
                    <a:pt x="189796" y="3670"/>
                    <a:pt x="186031" y="3014"/>
                    <a:pt x="182217" y="2698"/>
                  </a:cubicBezTo>
                  <a:cubicBezTo>
                    <a:pt x="178826" y="2386"/>
                    <a:pt x="175435" y="2258"/>
                    <a:pt x="172044" y="2258"/>
                  </a:cubicBezTo>
                  <a:cubicBezTo>
                    <a:pt x="171743" y="2258"/>
                    <a:pt x="171441" y="2259"/>
                    <a:pt x="171140" y="2261"/>
                  </a:cubicBezTo>
                  <a:cubicBezTo>
                    <a:pt x="167496" y="2285"/>
                    <a:pt x="163876" y="2480"/>
                    <a:pt x="160305" y="2674"/>
                  </a:cubicBezTo>
                  <a:cubicBezTo>
                    <a:pt x="156734" y="2868"/>
                    <a:pt x="153212" y="3184"/>
                    <a:pt x="149738" y="3476"/>
                  </a:cubicBezTo>
                  <a:lnTo>
                    <a:pt x="139341" y="4326"/>
                  </a:lnTo>
                  <a:lnTo>
                    <a:pt x="134094" y="4763"/>
                  </a:lnTo>
                  <a:lnTo>
                    <a:pt x="128847" y="5322"/>
                  </a:lnTo>
                  <a:cubicBezTo>
                    <a:pt x="127122" y="5492"/>
                    <a:pt x="125373" y="5735"/>
                    <a:pt x="123648" y="5954"/>
                  </a:cubicBezTo>
                  <a:cubicBezTo>
                    <a:pt x="121923" y="6197"/>
                    <a:pt x="120199" y="6391"/>
                    <a:pt x="118474" y="6682"/>
                  </a:cubicBezTo>
                  <a:lnTo>
                    <a:pt x="113300" y="7508"/>
                  </a:lnTo>
                  <a:cubicBezTo>
                    <a:pt x="111599" y="7824"/>
                    <a:pt x="109899" y="8164"/>
                    <a:pt x="108174" y="8456"/>
                  </a:cubicBezTo>
                  <a:lnTo>
                    <a:pt x="105623" y="8942"/>
                  </a:lnTo>
                  <a:lnTo>
                    <a:pt x="103073" y="9500"/>
                  </a:lnTo>
                  <a:lnTo>
                    <a:pt x="100546" y="10059"/>
                  </a:lnTo>
                  <a:cubicBezTo>
                    <a:pt x="99696" y="10253"/>
                    <a:pt x="98846" y="10399"/>
                    <a:pt x="97996" y="10618"/>
                  </a:cubicBezTo>
                  <a:lnTo>
                    <a:pt x="92967" y="11881"/>
                  </a:lnTo>
                  <a:lnTo>
                    <a:pt x="91704" y="12172"/>
                  </a:lnTo>
                  <a:lnTo>
                    <a:pt x="90441" y="12537"/>
                  </a:lnTo>
                  <a:lnTo>
                    <a:pt x="87963" y="13241"/>
                  </a:lnTo>
                  <a:cubicBezTo>
                    <a:pt x="84611" y="14116"/>
                    <a:pt x="81331" y="15233"/>
                    <a:pt x="78027" y="16253"/>
                  </a:cubicBezTo>
                  <a:cubicBezTo>
                    <a:pt x="76400" y="16812"/>
                    <a:pt x="74772" y="17395"/>
                    <a:pt x="73120" y="17978"/>
                  </a:cubicBezTo>
                  <a:cubicBezTo>
                    <a:pt x="72343" y="18270"/>
                    <a:pt x="71517" y="18537"/>
                    <a:pt x="70691" y="18828"/>
                  </a:cubicBezTo>
                  <a:lnTo>
                    <a:pt x="68262" y="19776"/>
                  </a:lnTo>
                  <a:lnTo>
                    <a:pt x="65833" y="20723"/>
                  </a:lnTo>
                  <a:cubicBezTo>
                    <a:pt x="65055" y="21063"/>
                    <a:pt x="64229" y="21355"/>
                    <a:pt x="63452" y="21719"/>
                  </a:cubicBezTo>
                  <a:lnTo>
                    <a:pt x="58666" y="23784"/>
                  </a:lnTo>
                  <a:lnTo>
                    <a:pt x="57646" y="24221"/>
                  </a:lnTo>
                  <a:cubicBezTo>
                    <a:pt x="57306" y="24367"/>
                    <a:pt x="56966" y="24537"/>
                    <a:pt x="56626" y="24707"/>
                  </a:cubicBezTo>
                  <a:lnTo>
                    <a:pt x="54585" y="25679"/>
                  </a:lnTo>
                  <a:lnTo>
                    <a:pt x="52520" y="26651"/>
                  </a:lnTo>
                  <a:lnTo>
                    <a:pt x="51500" y="27136"/>
                  </a:lnTo>
                  <a:cubicBezTo>
                    <a:pt x="51160" y="27282"/>
                    <a:pt x="50820" y="27452"/>
                    <a:pt x="50480" y="27622"/>
                  </a:cubicBezTo>
                  <a:lnTo>
                    <a:pt x="45791" y="30732"/>
                  </a:lnTo>
                  <a:cubicBezTo>
                    <a:pt x="45427" y="30975"/>
                    <a:pt x="45063" y="31217"/>
                    <a:pt x="44698" y="31460"/>
                  </a:cubicBezTo>
                  <a:lnTo>
                    <a:pt x="43678" y="32213"/>
                  </a:lnTo>
                  <a:lnTo>
                    <a:pt x="41710" y="33671"/>
                  </a:lnTo>
                  <a:lnTo>
                    <a:pt x="39961" y="35031"/>
                  </a:lnTo>
                  <a:lnTo>
                    <a:pt x="39160" y="35687"/>
                  </a:lnTo>
                  <a:cubicBezTo>
                    <a:pt x="38892" y="35882"/>
                    <a:pt x="38650" y="36124"/>
                    <a:pt x="38382" y="36343"/>
                  </a:cubicBezTo>
                  <a:cubicBezTo>
                    <a:pt x="37411" y="37218"/>
                    <a:pt x="36560" y="37995"/>
                    <a:pt x="35880" y="38699"/>
                  </a:cubicBezTo>
                  <a:cubicBezTo>
                    <a:pt x="34520" y="40084"/>
                    <a:pt x="33791" y="41056"/>
                    <a:pt x="34034" y="41396"/>
                  </a:cubicBezTo>
                  <a:cubicBezTo>
                    <a:pt x="34094" y="41474"/>
                    <a:pt x="34212" y="41515"/>
                    <a:pt x="34392" y="41515"/>
                  </a:cubicBezTo>
                  <a:cubicBezTo>
                    <a:pt x="34934" y="41515"/>
                    <a:pt x="36041" y="41142"/>
                    <a:pt x="37848" y="40303"/>
                  </a:cubicBezTo>
                  <a:cubicBezTo>
                    <a:pt x="38455" y="40011"/>
                    <a:pt x="39135" y="39671"/>
                    <a:pt x="39913" y="39282"/>
                  </a:cubicBezTo>
                  <a:cubicBezTo>
                    <a:pt x="40301" y="39112"/>
                    <a:pt x="40690" y="38894"/>
                    <a:pt x="41127" y="38675"/>
                  </a:cubicBezTo>
                  <a:lnTo>
                    <a:pt x="42488" y="38019"/>
                  </a:lnTo>
                  <a:cubicBezTo>
                    <a:pt x="43435" y="37558"/>
                    <a:pt x="44480" y="37023"/>
                    <a:pt x="45597" y="36440"/>
                  </a:cubicBezTo>
                  <a:lnTo>
                    <a:pt x="47370" y="35541"/>
                  </a:lnTo>
                  <a:lnTo>
                    <a:pt x="49338" y="34618"/>
                  </a:lnTo>
                  <a:lnTo>
                    <a:pt x="51500" y="33404"/>
                  </a:lnTo>
                  <a:lnTo>
                    <a:pt x="52715" y="32748"/>
                  </a:lnTo>
                  <a:cubicBezTo>
                    <a:pt x="53152" y="32529"/>
                    <a:pt x="53565" y="32286"/>
                    <a:pt x="54002" y="32068"/>
                  </a:cubicBezTo>
                  <a:lnTo>
                    <a:pt x="59274" y="29444"/>
                  </a:lnTo>
                  <a:lnTo>
                    <a:pt x="59881" y="29128"/>
                  </a:lnTo>
                  <a:lnTo>
                    <a:pt x="60488" y="28861"/>
                  </a:lnTo>
                  <a:lnTo>
                    <a:pt x="61654" y="28351"/>
                  </a:lnTo>
                  <a:lnTo>
                    <a:pt x="63598" y="27452"/>
                  </a:lnTo>
                  <a:lnTo>
                    <a:pt x="65395" y="26651"/>
                  </a:lnTo>
                  <a:cubicBezTo>
                    <a:pt x="65757" y="26575"/>
                    <a:pt x="66038" y="26542"/>
                    <a:pt x="66253" y="26542"/>
                  </a:cubicBezTo>
                  <a:cubicBezTo>
                    <a:pt x="66730" y="26542"/>
                    <a:pt x="66871" y="26707"/>
                    <a:pt x="66804" y="26942"/>
                  </a:cubicBezTo>
                  <a:cubicBezTo>
                    <a:pt x="66707" y="27258"/>
                    <a:pt x="66197" y="27817"/>
                    <a:pt x="65687" y="28375"/>
                  </a:cubicBezTo>
                  <a:cubicBezTo>
                    <a:pt x="83323" y="20820"/>
                    <a:pt x="102077" y="15986"/>
                    <a:pt x="121098" y="13241"/>
                  </a:cubicBezTo>
                  <a:lnTo>
                    <a:pt x="128239" y="12318"/>
                  </a:lnTo>
                  <a:cubicBezTo>
                    <a:pt x="130644" y="12075"/>
                    <a:pt x="133025" y="11808"/>
                    <a:pt x="135430" y="11565"/>
                  </a:cubicBezTo>
                  <a:lnTo>
                    <a:pt x="149908" y="10448"/>
                  </a:lnTo>
                  <a:cubicBezTo>
                    <a:pt x="154742" y="10059"/>
                    <a:pt x="159552" y="9695"/>
                    <a:pt x="164338" y="9476"/>
                  </a:cubicBezTo>
                  <a:cubicBezTo>
                    <a:pt x="166718" y="9354"/>
                    <a:pt x="169093" y="9294"/>
                    <a:pt x="171468" y="9294"/>
                  </a:cubicBezTo>
                  <a:cubicBezTo>
                    <a:pt x="173842" y="9294"/>
                    <a:pt x="176217" y="9354"/>
                    <a:pt x="178597" y="9476"/>
                  </a:cubicBezTo>
                  <a:cubicBezTo>
                    <a:pt x="179326" y="9500"/>
                    <a:pt x="180055" y="9573"/>
                    <a:pt x="180784" y="9646"/>
                  </a:cubicBezTo>
                  <a:lnTo>
                    <a:pt x="181877" y="9719"/>
                  </a:lnTo>
                  <a:cubicBezTo>
                    <a:pt x="182241" y="9743"/>
                    <a:pt x="182606" y="9767"/>
                    <a:pt x="182970" y="9840"/>
                  </a:cubicBezTo>
                  <a:lnTo>
                    <a:pt x="185132" y="10108"/>
                  </a:lnTo>
                  <a:lnTo>
                    <a:pt x="185666" y="10156"/>
                  </a:lnTo>
                  <a:cubicBezTo>
                    <a:pt x="185861" y="10180"/>
                    <a:pt x="186031" y="10229"/>
                    <a:pt x="186201" y="10253"/>
                  </a:cubicBezTo>
                  <a:lnTo>
                    <a:pt x="187270" y="10448"/>
                  </a:lnTo>
                  <a:lnTo>
                    <a:pt x="188339" y="10618"/>
                  </a:lnTo>
                  <a:cubicBezTo>
                    <a:pt x="188509" y="10666"/>
                    <a:pt x="188703" y="10691"/>
                    <a:pt x="188873" y="10715"/>
                  </a:cubicBezTo>
                  <a:lnTo>
                    <a:pt x="189407" y="10836"/>
                  </a:lnTo>
                  <a:lnTo>
                    <a:pt x="191472" y="11322"/>
                  </a:lnTo>
                  <a:cubicBezTo>
                    <a:pt x="191837" y="11419"/>
                    <a:pt x="192152" y="11541"/>
                    <a:pt x="192493" y="11638"/>
                  </a:cubicBezTo>
                  <a:lnTo>
                    <a:pt x="193513" y="11929"/>
                  </a:lnTo>
                  <a:lnTo>
                    <a:pt x="194533" y="12245"/>
                  </a:lnTo>
                  <a:cubicBezTo>
                    <a:pt x="194849" y="12367"/>
                    <a:pt x="195165" y="12488"/>
                    <a:pt x="195505" y="12610"/>
                  </a:cubicBezTo>
                  <a:cubicBezTo>
                    <a:pt x="196817" y="13071"/>
                    <a:pt x="198080" y="13678"/>
                    <a:pt x="199367" y="14286"/>
                  </a:cubicBezTo>
                  <a:lnTo>
                    <a:pt x="201262" y="15282"/>
                  </a:lnTo>
                  <a:cubicBezTo>
                    <a:pt x="201894" y="15622"/>
                    <a:pt x="202501" y="16011"/>
                    <a:pt x="203133" y="16351"/>
                  </a:cubicBezTo>
                  <a:cubicBezTo>
                    <a:pt x="205610" y="17832"/>
                    <a:pt x="208015" y="19460"/>
                    <a:pt x="210396" y="21209"/>
                  </a:cubicBezTo>
                  <a:cubicBezTo>
                    <a:pt x="215157" y="24707"/>
                    <a:pt x="219773" y="28545"/>
                    <a:pt x="224655" y="32238"/>
                  </a:cubicBezTo>
                  <a:cubicBezTo>
                    <a:pt x="225870" y="33137"/>
                    <a:pt x="227109" y="34060"/>
                    <a:pt x="228396" y="34934"/>
                  </a:cubicBezTo>
                  <a:lnTo>
                    <a:pt x="229344" y="35614"/>
                  </a:lnTo>
                  <a:lnTo>
                    <a:pt x="230316" y="36270"/>
                  </a:lnTo>
                  <a:cubicBezTo>
                    <a:pt x="230971" y="36683"/>
                    <a:pt x="231627" y="37145"/>
                    <a:pt x="232259" y="37533"/>
                  </a:cubicBezTo>
                  <a:lnTo>
                    <a:pt x="239838" y="42295"/>
                  </a:lnTo>
                  <a:cubicBezTo>
                    <a:pt x="242365" y="43898"/>
                    <a:pt x="244818" y="45477"/>
                    <a:pt x="247223" y="47129"/>
                  </a:cubicBezTo>
                  <a:cubicBezTo>
                    <a:pt x="248438" y="47955"/>
                    <a:pt x="249652" y="48781"/>
                    <a:pt x="250794" y="49631"/>
                  </a:cubicBezTo>
                  <a:cubicBezTo>
                    <a:pt x="251960" y="50505"/>
                    <a:pt x="253102" y="51356"/>
                    <a:pt x="254219" y="52254"/>
                  </a:cubicBezTo>
                  <a:cubicBezTo>
                    <a:pt x="258713" y="55825"/>
                    <a:pt x="262746" y="59761"/>
                    <a:pt x="266025" y="64158"/>
                  </a:cubicBezTo>
                  <a:cubicBezTo>
                    <a:pt x="267629" y="66344"/>
                    <a:pt x="269037" y="68676"/>
                    <a:pt x="270228" y="71105"/>
                  </a:cubicBezTo>
                  <a:cubicBezTo>
                    <a:pt x="271370" y="73559"/>
                    <a:pt x="272341" y="76109"/>
                    <a:pt x="273070" y="78709"/>
                  </a:cubicBezTo>
                  <a:cubicBezTo>
                    <a:pt x="274386" y="83525"/>
                    <a:pt x="274985" y="88486"/>
                    <a:pt x="274868" y="93457"/>
                  </a:cubicBezTo>
                  <a:lnTo>
                    <a:pt x="274868" y="93457"/>
                  </a:lnTo>
                  <a:lnTo>
                    <a:pt x="274868" y="91170"/>
                  </a:lnTo>
                  <a:lnTo>
                    <a:pt x="274843" y="90660"/>
                  </a:lnTo>
                  <a:lnTo>
                    <a:pt x="274746" y="88571"/>
                  </a:lnTo>
                  <a:lnTo>
                    <a:pt x="274528" y="86531"/>
                  </a:lnTo>
                  <a:cubicBezTo>
                    <a:pt x="274212" y="83786"/>
                    <a:pt x="273677" y="81089"/>
                    <a:pt x="272924" y="78417"/>
                  </a:cubicBezTo>
                  <a:cubicBezTo>
                    <a:pt x="272147" y="75794"/>
                    <a:pt x="271151" y="73243"/>
                    <a:pt x="269936" y="70789"/>
                  </a:cubicBezTo>
                  <a:lnTo>
                    <a:pt x="269013" y="68967"/>
                  </a:lnTo>
                  <a:lnTo>
                    <a:pt x="267944" y="67194"/>
                  </a:lnTo>
                  <a:lnTo>
                    <a:pt x="267701" y="66757"/>
                  </a:lnTo>
                  <a:lnTo>
                    <a:pt x="267386" y="66344"/>
                  </a:lnTo>
                  <a:lnTo>
                    <a:pt x="266778" y="65494"/>
                  </a:lnTo>
                  <a:lnTo>
                    <a:pt x="266195" y="64643"/>
                  </a:lnTo>
                  <a:lnTo>
                    <a:pt x="265564" y="63818"/>
                  </a:lnTo>
                  <a:lnTo>
                    <a:pt x="264932" y="62992"/>
                  </a:lnTo>
                  <a:cubicBezTo>
                    <a:pt x="264738" y="62724"/>
                    <a:pt x="264519" y="62457"/>
                    <a:pt x="264300" y="62190"/>
                  </a:cubicBezTo>
                  <a:lnTo>
                    <a:pt x="262940" y="60587"/>
                  </a:lnTo>
                  <a:cubicBezTo>
                    <a:pt x="261993" y="59566"/>
                    <a:pt x="261045" y="58522"/>
                    <a:pt x="260025" y="57550"/>
                  </a:cubicBezTo>
                  <a:cubicBezTo>
                    <a:pt x="257984" y="55582"/>
                    <a:pt x="255822" y="53712"/>
                    <a:pt x="253588" y="51963"/>
                  </a:cubicBezTo>
                  <a:cubicBezTo>
                    <a:pt x="249069" y="48416"/>
                    <a:pt x="244138" y="45210"/>
                    <a:pt x="239134" y="42027"/>
                  </a:cubicBezTo>
                  <a:lnTo>
                    <a:pt x="231554" y="37266"/>
                  </a:lnTo>
                  <a:cubicBezTo>
                    <a:pt x="228907" y="35566"/>
                    <a:pt x="226429" y="33768"/>
                    <a:pt x="224000" y="31922"/>
                  </a:cubicBezTo>
                  <a:cubicBezTo>
                    <a:pt x="219165" y="28229"/>
                    <a:pt x="214598" y="24440"/>
                    <a:pt x="209886" y="20990"/>
                  </a:cubicBezTo>
                  <a:cubicBezTo>
                    <a:pt x="207578" y="19290"/>
                    <a:pt x="205173" y="17687"/>
                    <a:pt x="202695" y="16205"/>
                  </a:cubicBezTo>
                  <a:cubicBezTo>
                    <a:pt x="201481" y="15476"/>
                    <a:pt x="200242" y="14845"/>
                    <a:pt x="199003" y="14189"/>
                  </a:cubicBezTo>
                  <a:lnTo>
                    <a:pt x="197108" y="13314"/>
                  </a:lnTo>
                  <a:cubicBezTo>
                    <a:pt x="196792" y="13168"/>
                    <a:pt x="196476" y="13071"/>
                    <a:pt x="196136" y="12925"/>
                  </a:cubicBezTo>
                  <a:lnTo>
                    <a:pt x="195189" y="12561"/>
                  </a:lnTo>
                  <a:cubicBezTo>
                    <a:pt x="194557" y="12318"/>
                    <a:pt x="193901" y="12099"/>
                    <a:pt x="193221" y="11905"/>
                  </a:cubicBezTo>
                  <a:lnTo>
                    <a:pt x="192225" y="11614"/>
                  </a:lnTo>
                  <a:lnTo>
                    <a:pt x="191739" y="11444"/>
                  </a:lnTo>
                  <a:lnTo>
                    <a:pt x="191229" y="11322"/>
                  </a:lnTo>
                  <a:lnTo>
                    <a:pt x="189189" y="10836"/>
                  </a:lnTo>
                  <a:cubicBezTo>
                    <a:pt x="188849" y="10763"/>
                    <a:pt x="188484" y="10691"/>
                    <a:pt x="188144" y="10642"/>
                  </a:cubicBezTo>
                  <a:lnTo>
                    <a:pt x="187100" y="10448"/>
                  </a:lnTo>
                  <a:cubicBezTo>
                    <a:pt x="185715" y="10180"/>
                    <a:pt x="184282" y="10035"/>
                    <a:pt x="182873" y="9840"/>
                  </a:cubicBezTo>
                  <a:cubicBezTo>
                    <a:pt x="182144" y="9767"/>
                    <a:pt x="181440" y="9719"/>
                    <a:pt x="180711" y="9646"/>
                  </a:cubicBezTo>
                  <a:cubicBezTo>
                    <a:pt x="180006" y="9597"/>
                    <a:pt x="179278" y="9500"/>
                    <a:pt x="178549" y="9500"/>
                  </a:cubicBezTo>
                  <a:cubicBezTo>
                    <a:pt x="176287" y="9385"/>
                    <a:pt x="174025" y="9330"/>
                    <a:pt x="171763" y="9330"/>
                  </a:cubicBezTo>
                  <a:cubicBezTo>
                    <a:pt x="169264" y="9330"/>
                    <a:pt x="166764" y="9397"/>
                    <a:pt x="164265" y="9525"/>
                  </a:cubicBezTo>
                  <a:cubicBezTo>
                    <a:pt x="159479" y="9767"/>
                    <a:pt x="154621" y="10156"/>
                    <a:pt x="149762" y="10569"/>
                  </a:cubicBezTo>
                  <a:cubicBezTo>
                    <a:pt x="147333" y="10788"/>
                    <a:pt x="144880" y="10982"/>
                    <a:pt x="142402" y="11176"/>
                  </a:cubicBezTo>
                  <a:lnTo>
                    <a:pt x="135163" y="11784"/>
                  </a:lnTo>
                  <a:lnTo>
                    <a:pt x="127924" y="12561"/>
                  </a:lnTo>
                  <a:lnTo>
                    <a:pt x="120709" y="13557"/>
                  </a:lnTo>
                  <a:cubicBezTo>
                    <a:pt x="101518" y="16424"/>
                    <a:pt x="82546" y="21476"/>
                    <a:pt x="64739" y="29347"/>
                  </a:cubicBezTo>
                  <a:cubicBezTo>
                    <a:pt x="64352" y="29816"/>
                    <a:pt x="64239" y="30165"/>
                    <a:pt x="64800" y="30165"/>
                  </a:cubicBezTo>
                  <a:cubicBezTo>
                    <a:pt x="64908" y="30165"/>
                    <a:pt x="65040" y="30152"/>
                    <a:pt x="65201" y="30124"/>
                  </a:cubicBezTo>
                  <a:cubicBezTo>
                    <a:pt x="66027" y="29979"/>
                    <a:pt x="66829" y="29760"/>
                    <a:pt x="67630" y="29468"/>
                  </a:cubicBezTo>
                  <a:cubicBezTo>
                    <a:pt x="68796" y="29128"/>
                    <a:pt x="70302" y="28618"/>
                    <a:pt x="72294" y="27914"/>
                  </a:cubicBezTo>
                  <a:lnTo>
                    <a:pt x="73436" y="27549"/>
                  </a:lnTo>
                  <a:cubicBezTo>
                    <a:pt x="73825" y="27404"/>
                    <a:pt x="74238" y="27258"/>
                    <a:pt x="74699" y="27112"/>
                  </a:cubicBezTo>
                  <a:cubicBezTo>
                    <a:pt x="75622" y="26821"/>
                    <a:pt x="76618" y="26480"/>
                    <a:pt x="77712" y="26116"/>
                  </a:cubicBezTo>
                  <a:cubicBezTo>
                    <a:pt x="78780" y="25752"/>
                    <a:pt x="79946" y="25339"/>
                    <a:pt x="81210" y="24926"/>
                  </a:cubicBezTo>
                  <a:lnTo>
                    <a:pt x="85194" y="23687"/>
                  </a:lnTo>
                  <a:lnTo>
                    <a:pt x="87356" y="22982"/>
                  </a:lnTo>
                  <a:lnTo>
                    <a:pt x="89590" y="22326"/>
                  </a:lnTo>
                  <a:cubicBezTo>
                    <a:pt x="91145" y="21889"/>
                    <a:pt x="92724" y="21428"/>
                    <a:pt x="94352" y="20966"/>
                  </a:cubicBezTo>
                  <a:lnTo>
                    <a:pt x="99405" y="19654"/>
                  </a:lnTo>
                  <a:lnTo>
                    <a:pt x="100716" y="19314"/>
                  </a:lnTo>
                  <a:lnTo>
                    <a:pt x="102028" y="19023"/>
                  </a:lnTo>
                  <a:lnTo>
                    <a:pt x="104700" y="18415"/>
                  </a:lnTo>
                  <a:lnTo>
                    <a:pt x="107421" y="17808"/>
                  </a:lnTo>
                  <a:lnTo>
                    <a:pt x="110166" y="17249"/>
                  </a:lnTo>
                  <a:lnTo>
                    <a:pt x="112935" y="16691"/>
                  </a:lnTo>
                  <a:lnTo>
                    <a:pt x="114320" y="16424"/>
                  </a:lnTo>
                  <a:lnTo>
                    <a:pt x="115705" y="16181"/>
                  </a:lnTo>
                  <a:lnTo>
                    <a:pt x="121292" y="15233"/>
                  </a:lnTo>
                  <a:lnTo>
                    <a:pt x="126831" y="14456"/>
                  </a:lnTo>
                  <a:lnTo>
                    <a:pt x="128191" y="14261"/>
                  </a:lnTo>
                  <a:lnTo>
                    <a:pt x="129551" y="14116"/>
                  </a:lnTo>
                  <a:lnTo>
                    <a:pt x="132248" y="13800"/>
                  </a:lnTo>
                  <a:lnTo>
                    <a:pt x="134871" y="13508"/>
                  </a:lnTo>
                  <a:cubicBezTo>
                    <a:pt x="135746" y="13411"/>
                    <a:pt x="136620" y="13338"/>
                    <a:pt x="137471" y="13266"/>
                  </a:cubicBezTo>
                  <a:lnTo>
                    <a:pt x="142426" y="12853"/>
                  </a:lnTo>
                  <a:lnTo>
                    <a:pt x="147163" y="12512"/>
                  </a:lnTo>
                  <a:cubicBezTo>
                    <a:pt x="151317" y="12245"/>
                    <a:pt x="155423" y="11929"/>
                    <a:pt x="159528" y="11711"/>
                  </a:cubicBezTo>
                  <a:cubicBezTo>
                    <a:pt x="163335" y="11486"/>
                    <a:pt x="167122" y="11344"/>
                    <a:pt x="170888" y="11344"/>
                  </a:cubicBezTo>
                  <a:cubicBezTo>
                    <a:pt x="171182" y="11344"/>
                    <a:pt x="171477" y="11345"/>
                    <a:pt x="171771" y="11346"/>
                  </a:cubicBezTo>
                  <a:cubicBezTo>
                    <a:pt x="175779" y="11346"/>
                    <a:pt x="179788" y="11589"/>
                    <a:pt x="183772" y="12075"/>
                  </a:cubicBezTo>
                  <a:cubicBezTo>
                    <a:pt x="187585" y="12512"/>
                    <a:pt x="191326" y="13411"/>
                    <a:pt x="194922" y="14747"/>
                  </a:cubicBezTo>
                  <a:cubicBezTo>
                    <a:pt x="198371" y="16083"/>
                    <a:pt x="201796" y="18002"/>
                    <a:pt x="205149" y="20262"/>
                  </a:cubicBezTo>
                  <a:cubicBezTo>
                    <a:pt x="208477" y="22497"/>
                    <a:pt x="211781" y="25047"/>
                    <a:pt x="215133" y="27671"/>
                  </a:cubicBezTo>
                  <a:cubicBezTo>
                    <a:pt x="218510" y="30319"/>
                    <a:pt x="221910" y="33064"/>
                    <a:pt x="225554" y="35711"/>
                  </a:cubicBezTo>
                  <a:cubicBezTo>
                    <a:pt x="226502" y="36343"/>
                    <a:pt x="227401" y="37023"/>
                    <a:pt x="228372" y="37655"/>
                  </a:cubicBezTo>
                  <a:lnTo>
                    <a:pt x="229805" y="38602"/>
                  </a:lnTo>
                  <a:lnTo>
                    <a:pt x="230534" y="39088"/>
                  </a:lnTo>
                  <a:lnTo>
                    <a:pt x="231214" y="39501"/>
                  </a:lnTo>
                  <a:lnTo>
                    <a:pt x="236729" y="42951"/>
                  </a:lnTo>
                  <a:cubicBezTo>
                    <a:pt x="240373" y="45234"/>
                    <a:pt x="243944" y="47493"/>
                    <a:pt x="247369" y="49850"/>
                  </a:cubicBezTo>
                  <a:cubicBezTo>
                    <a:pt x="250721" y="52157"/>
                    <a:pt x="253928" y="54659"/>
                    <a:pt x="256940" y="57356"/>
                  </a:cubicBezTo>
                  <a:cubicBezTo>
                    <a:pt x="259855" y="59955"/>
                    <a:pt x="262503" y="62846"/>
                    <a:pt x="264811" y="65980"/>
                  </a:cubicBezTo>
                  <a:cubicBezTo>
                    <a:pt x="266997" y="69040"/>
                    <a:pt x="268770" y="72368"/>
                    <a:pt x="270082" y="75891"/>
                  </a:cubicBezTo>
                  <a:lnTo>
                    <a:pt x="270349" y="76547"/>
                  </a:lnTo>
                  <a:cubicBezTo>
                    <a:pt x="270422" y="76765"/>
                    <a:pt x="270495" y="76984"/>
                    <a:pt x="270568" y="77202"/>
                  </a:cubicBezTo>
                  <a:lnTo>
                    <a:pt x="270981" y="78539"/>
                  </a:lnTo>
                  <a:cubicBezTo>
                    <a:pt x="271151" y="79000"/>
                    <a:pt x="271248" y="79462"/>
                    <a:pt x="271370" y="79899"/>
                  </a:cubicBezTo>
                  <a:lnTo>
                    <a:pt x="271734" y="81284"/>
                  </a:lnTo>
                  <a:lnTo>
                    <a:pt x="272050" y="82668"/>
                  </a:lnTo>
                  <a:cubicBezTo>
                    <a:pt x="272123" y="83130"/>
                    <a:pt x="272244" y="83591"/>
                    <a:pt x="272317" y="84053"/>
                  </a:cubicBezTo>
                  <a:lnTo>
                    <a:pt x="272536" y="85462"/>
                  </a:lnTo>
                  <a:lnTo>
                    <a:pt x="272633" y="86166"/>
                  </a:lnTo>
                  <a:cubicBezTo>
                    <a:pt x="272681" y="86385"/>
                    <a:pt x="272706" y="86628"/>
                    <a:pt x="272730" y="86871"/>
                  </a:cubicBezTo>
                  <a:cubicBezTo>
                    <a:pt x="273143" y="90636"/>
                    <a:pt x="273167" y="94426"/>
                    <a:pt x="272778" y="98215"/>
                  </a:cubicBezTo>
                  <a:cubicBezTo>
                    <a:pt x="272754" y="98677"/>
                    <a:pt x="272681" y="99138"/>
                    <a:pt x="272608" y="99624"/>
                  </a:cubicBezTo>
                  <a:lnTo>
                    <a:pt x="272414" y="101009"/>
                  </a:lnTo>
                  <a:cubicBezTo>
                    <a:pt x="272268" y="101956"/>
                    <a:pt x="272074" y="102879"/>
                    <a:pt x="271928" y="103802"/>
                  </a:cubicBezTo>
                  <a:cubicBezTo>
                    <a:pt x="271710" y="104750"/>
                    <a:pt x="271515" y="105649"/>
                    <a:pt x="271272" y="106572"/>
                  </a:cubicBezTo>
                  <a:lnTo>
                    <a:pt x="270884" y="107932"/>
                  </a:lnTo>
                  <a:cubicBezTo>
                    <a:pt x="270762" y="108369"/>
                    <a:pt x="270641" y="108831"/>
                    <a:pt x="270471" y="109268"/>
                  </a:cubicBezTo>
                  <a:cubicBezTo>
                    <a:pt x="269353" y="112815"/>
                    <a:pt x="267871" y="116264"/>
                    <a:pt x="266050" y="119519"/>
                  </a:cubicBezTo>
                  <a:lnTo>
                    <a:pt x="265564" y="120394"/>
                  </a:lnTo>
                  <a:lnTo>
                    <a:pt x="265029" y="121244"/>
                  </a:lnTo>
                  <a:lnTo>
                    <a:pt x="264495" y="122119"/>
                  </a:lnTo>
                  <a:lnTo>
                    <a:pt x="264252" y="122532"/>
                  </a:lnTo>
                  <a:lnTo>
                    <a:pt x="263960" y="122945"/>
                  </a:lnTo>
                  <a:lnTo>
                    <a:pt x="262843" y="124596"/>
                  </a:lnTo>
                  <a:lnTo>
                    <a:pt x="261628" y="126200"/>
                  </a:lnTo>
                  <a:cubicBezTo>
                    <a:pt x="260001" y="128289"/>
                    <a:pt x="258203" y="130257"/>
                    <a:pt x="256284" y="132054"/>
                  </a:cubicBezTo>
                  <a:cubicBezTo>
                    <a:pt x="254341" y="133828"/>
                    <a:pt x="252276" y="135431"/>
                    <a:pt x="250089" y="136864"/>
                  </a:cubicBezTo>
                  <a:lnTo>
                    <a:pt x="248389" y="137933"/>
                  </a:lnTo>
                  <a:lnTo>
                    <a:pt x="246616" y="138929"/>
                  </a:lnTo>
                  <a:lnTo>
                    <a:pt x="246178" y="139196"/>
                  </a:lnTo>
                  <a:lnTo>
                    <a:pt x="245741" y="139415"/>
                  </a:lnTo>
                  <a:lnTo>
                    <a:pt x="244818" y="139876"/>
                  </a:lnTo>
                  <a:lnTo>
                    <a:pt x="243919" y="140338"/>
                  </a:lnTo>
                  <a:lnTo>
                    <a:pt x="242996" y="140775"/>
                  </a:lnTo>
                  <a:lnTo>
                    <a:pt x="242049" y="141188"/>
                  </a:lnTo>
                  <a:lnTo>
                    <a:pt x="241587" y="141407"/>
                  </a:lnTo>
                  <a:lnTo>
                    <a:pt x="241126" y="141601"/>
                  </a:lnTo>
                  <a:lnTo>
                    <a:pt x="239231" y="142403"/>
                  </a:lnTo>
                  <a:lnTo>
                    <a:pt x="237287" y="143131"/>
                  </a:lnTo>
                  <a:cubicBezTo>
                    <a:pt x="236656" y="143399"/>
                    <a:pt x="235976" y="143593"/>
                    <a:pt x="235344" y="143836"/>
                  </a:cubicBezTo>
                  <a:cubicBezTo>
                    <a:pt x="232721" y="144735"/>
                    <a:pt x="230000" y="145512"/>
                    <a:pt x="227255" y="146192"/>
                  </a:cubicBezTo>
                  <a:cubicBezTo>
                    <a:pt x="224485" y="146872"/>
                    <a:pt x="221692" y="147455"/>
                    <a:pt x="218850" y="147990"/>
                  </a:cubicBezTo>
                  <a:cubicBezTo>
                    <a:pt x="216007" y="148500"/>
                    <a:pt x="213117" y="148986"/>
                    <a:pt x="210226" y="149374"/>
                  </a:cubicBezTo>
                  <a:cubicBezTo>
                    <a:pt x="194787" y="151592"/>
                    <a:pt x="179230" y="152704"/>
                    <a:pt x="163670" y="152704"/>
                  </a:cubicBezTo>
                  <a:cubicBezTo>
                    <a:pt x="155702" y="152704"/>
                    <a:pt x="147733" y="152412"/>
                    <a:pt x="139778" y="151828"/>
                  </a:cubicBezTo>
                  <a:lnTo>
                    <a:pt x="136742" y="151634"/>
                  </a:lnTo>
                  <a:lnTo>
                    <a:pt x="133705" y="151342"/>
                  </a:lnTo>
                  <a:lnTo>
                    <a:pt x="127608" y="150735"/>
                  </a:lnTo>
                  <a:cubicBezTo>
                    <a:pt x="125567" y="150492"/>
                    <a:pt x="123551" y="150225"/>
                    <a:pt x="121510" y="149958"/>
                  </a:cubicBezTo>
                  <a:lnTo>
                    <a:pt x="118450" y="149569"/>
                  </a:lnTo>
                  <a:cubicBezTo>
                    <a:pt x="117454" y="149423"/>
                    <a:pt x="116433" y="149253"/>
                    <a:pt x="115413" y="149107"/>
                  </a:cubicBezTo>
                  <a:lnTo>
                    <a:pt x="109316" y="148111"/>
                  </a:lnTo>
                  <a:cubicBezTo>
                    <a:pt x="107275" y="147747"/>
                    <a:pt x="105235" y="147358"/>
                    <a:pt x="103218" y="146970"/>
                  </a:cubicBezTo>
                  <a:lnTo>
                    <a:pt x="100182" y="146387"/>
                  </a:lnTo>
                  <a:cubicBezTo>
                    <a:pt x="99162" y="146192"/>
                    <a:pt x="98141" y="145949"/>
                    <a:pt x="97145" y="145731"/>
                  </a:cubicBezTo>
                  <a:lnTo>
                    <a:pt x="91072" y="144370"/>
                  </a:lnTo>
                  <a:cubicBezTo>
                    <a:pt x="89056" y="143884"/>
                    <a:pt x="87040" y="143374"/>
                    <a:pt x="85048" y="142864"/>
                  </a:cubicBezTo>
                  <a:lnTo>
                    <a:pt x="82036" y="142087"/>
                  </a:lnTo>
                  <a:cubicBezTo>
                    <a:pt x="81040" y="141820"/>
                    <a:pt x="80044" y="141528"/>
                    <a:pt x="79048" y="141237"/>
                  </a:cubicBezTo>
                  <a:lnTo>
                    <a:pt x="73096" y="139536"/>
                  </a:lnTo>
                  <a:cubicBezTo>
                    <a:pt x="71128" y="138929"/>
                    <a:pt x="69161" y="138273"/>
                    <a:pt x="67193" y="137666"/>
                  </a:cubicBezTo>
                  <a:cubicBezTo>
                    <a:pt x="63258" y="136451"/>
                    <a:pt x="59395" y="135115"/>
                    <a:pt x="55630" y="133682"/>
                  </a:cubicBezTo>
                  <a:cubicBezTo>
                    <a:pt x="51865" y="132249"/>
                    <a:pt x="48221" y="130694"/>
                    <a:pt x="44698" y="128993"/>
                  </a:cubicBezTo>
                  <a:cubicBezTo>
                    <a:pt x="41249" y="127342"/>
                    <a:pt x="37921" y="125471"/>
                    <a:pt x="34714" y="123358"/>
                  </a:cubicBezTo>
                  <a:cubicBezTo>
                    <a:pt x="33937" y="122847"/>
                    <a:pt x="33159" y="122337"/>
                    <a:pt x="32406" y="121779"/>
                  </a:cubicBezTo>
                  <a:lnTo>
                    <a:pt x="31289" y="120953"/>
                  </a:lnTo>
                  <a:cubicBezTo>
                    <a:pt x="30925" y="120685"/>
                    <a:pt x="30560" y="120394"/>
                    <a:pt x="30196" y="120127"/>
                  </a:cubicBezTo>
                  <a:cubicBezTo>
                    <a:pt x="29831" y="119835"/>
                    <a:pt x="29467" y="119568"/>
                    <a:pt x="29103" y="119252"/>
                  </a:cubicBezTo>
                  <a:lnTo>
                    <a:pt x="28058" y="118378"/>
                  </a:lnTo>
                  <a:cubicBezTo>
                    <a:pt x="27354" y="117795"/>
                    <a:pt x="26722" y="117187"/>
                    <a:pt x="26066" y="116580"/>
                  </a:cubicBezTo>
                  <a:cubicBezTo>
                    <a:pt x="23491" y="114151"/>
                    <a:pt x="21159" y="111479"/>
                    <a:pt x="19143" y="108588"/>
                  </a:cubicBezTo>
                  <a:cubicBezTo>
                    <a:pt x="17199" y="105770"/>
                    <a:pt x="15572" y="102782"/>
                    <a:pt x="14309" y="99624"/>
                  </a:cubicBezTo>
                  <a:cubicBezTo>
                    <a:pt x="13094" y="96612"/>
                    <a:pt x="12317" y="93478"/>
                    <a:pt x="11928" y="90247"/>
                  </a:cubicBezTo>
                  <a:lnTo>
                    <a:pt x="11807" y="89081"/>
                  </a:lnTo>
                  <a:cubicBezTo>
                    <a:pt x="11782" y="88887"/>
                    <a:pt x="11782" y="88693"/>
                    <a:pt x="11782" y="88523"/>
                  </a:cubicBezTo>
                  <a:lnTo>
                    <a:pt x="11758" y="87940"/>
                  </a:lnTo>
                  <a:lnTo>
                    <a:pt x="11734" y="86774"/>
                  </a:lnTo>
                  <a:cubicBezTo>
                    <a:pt x="11709" y="86385"/>
                    <a:pt x="11758" y="86021"/>
                    <a:pt x="11758" y="85632"/>
                  </a:cubicBezTo>
                  <a:cubicBezTo>
                    <a:pt x="11807" y="84101"/>
                    <a:pt x="11977" y="82571"/>
                    <a:pt x="12268" y="81065"/>
                  </a:cubicBezTo>
                  <a:cubicBezTo>
                    <a:pt x="13361" y="75065"/>
                    <a:pt x="16228" y="69478"/>
                    <a:pt x="19823" y="64571"/>
                  </a:cubicBezTo>
                  <a:cubicBezTo>
                    <a:pt x="21305" y="62530"/>
                    <a:pt x="22884" y="60562"/>
                    <a:pt x="24584" y="58692"/>
                  </a:cubicBezTo>
                  <a:cubicBezTo>
                    <a:pt x="26139" y="56967"/>
                    <a:pt x="27621" y="55485"/>
                    <a:pt x="28981" y="54149"/>
                  </a:cubicBezTo>
                  <a:cubicBezTo>
                    <a:pt x="31678" y="51501"/>
                    <a:pt x="33864" y="49534"/>
                    <a:pt x="35394" y="48100"/>
                  </a:cubicBezTo>
                  <a:cubicBezTo>
                    <a:pt x="36147" y="47372"/>
                    <a:pt x="36730" y="46789"/>
                    <a:pt x="37168" y="46327"/>
                  </a:cubicBezTo>
                  <a:cubicBezTo>
                    <a:pt x="37484" y="45987"/>
                    <a:pt x="37751" y="45623"/>
                    <a:pt x="37969" y="45210"/>
                  </a:cubicBezTo>
                  <a:cubicBezTo>
                    <a:pt x="38077" y="44940"/>
                    <a:pt x="37975" y="44805"/>
                    <a:pt x="37672" y="44805"/>
                  </a:cubicBezTo>
                  <a:cubicBezTo>
                    <a:pt x="37429" y="44805"/>
                    <a:pt x="37057" y="44891"/>
                    <a:pt x="36560" y="45064"/>
                  </a:cubicBezTo>
                  <a:cubicBezTo>
                    <a:pt x="34836" y="45720"/>
                    <a:pt x="33184" y="46546"/>
                    <a:pt x="31605" y="47517"/>
                  </a:cubicBezTo>
                  <a:cubicBezTo>
                    <a:pt x="28860" y="49145"/>
                    <a:pt x="26260" y="50967"/>
                    <a:pt x="23783" y="52983"/>
                  </a:cubicBezTo>
                  <a:cubicBezTo>
                    <a:pt x="20333" y="55753"/>
                    <a:pt x="17199" y="58886"/>
                    <a:pt x="14454" y="62311"/>
                  </a:cubicBezTo>
                  <a:cubicBezTo>
                    <a:pt x="12778" y="64352"/>
                    <a:pt x="11272" y="66538"/>
                    <a:pt x="9960" y="68822"/>
                  </a:cubicBezTo>
                  <a:cubicBezTo>
                    <a:pt x="9620" y="69429"/>
                    <a:pt x="9280" y="70061"/>
                    <a:pt x="8989" y="70692"/>
                  </a:cubicBezTo>
                  <a:cubicBezTo>
                    <a:pt x="8673" y="71324"/>
                    <a:pt x="8381" y="71980"/>
                    <a:pt x="8066" y="72636"/>
                  </a:cubicBezTo>
                  <a:cubicBezTo>
                    <a:pt x="7458" y="73996"/>
                    <a:pt x="6948" y="75381"/>
                    <a:pt x="6511" y="76814"/>
                  </a:cubicBezTo>
                  <a:lnTo>
                    <a:pt x="5466" y="76498"/>
                  </a:lnTo>
                  <a:cubicBezTo>
                    <a:pt x="5879" y="75065"/>
                    <a:pt x="6365" y="73680"/>
                    <a:pt x="6924" y="72295"/>
                  </a:cubicBezTo>
                  <a:cubicBezTo>
                    <a:pt x="7483" y="71008"/>
                    <a:pt x="8017" y="69769"/>
                    <a:pt x="8600" y="68652"/>
                  </a:cubicBezTo>
                  <a:cubicBezTo>
                    <a:pt x="9669" y="66611"/>
                    <a:pt x="10835" y="64643"/>
                    <a:pt x="12098" y="62749"/>
                  </a:cubicBezTo>
                  <a:cubicBezTo>
                    <a:pt x="13896" y="60149"/>
                    <a:pt x="15815" y="57623"/>
                    <a:pt x="17880" y="55218"/>
                  </a:cubicBezTo>
                  <a:cubicBezTo>
                    <a:pt x="19386" y="53420"/>
                    <a:pt x="20455" y="52206"/>
                    <a:pt x="21135" y="51356"/>
                  </a:cubicBezTo>
                  <a:cubicBezTo>
                    <a:pt x="21791" y="50505"/>
                    <a:pt x="22058" y="50020"/>
                    <a:pt x="22058" y="49728"/>
                  </a:cubicBezTo>
                  <a:cubicBezTo>
                    <a:pt x="22068" y="49503"/>
                    <a:pt x="21894" y="49429"/>
                    <a:pt x="21629" y="49429"/>
                  </a:cubicBezTo>
                  <a:cubicBezTo>
                    <a:pt x="21263" y="49429"/>
                    <a:pt x="20725" y="49571"/>
                    <a:pt x="20260" y="49655"/>
                  </a:cubicBezTo>
                  <a:cubicBezTo>
                    <a:pt x="20065" y="49697"/>
                    <a:pt x="19883" y="49725"/>
                    <a:pt x="19731" y="49725"/>
                  </a:cubicBezTo>
                  <a:cubicBezTo>
                    <a:pt x="19262" y="49725"/>
                    <a:pt x="19095" y="49451"/>
                    <a:pt x="19774" y="48441"/>
                  </a:cubicBezTo>
                  <a:lnTo>
                    <a:pt x="19774" y="48441"/>
                  </a:lnTo>
                  <a:cubicBezTo>
                    <a:pt x="15159" y="52789"/>
                    <a:pt x="10859" y="57672"/>
                    <a:pt x="7385" y="63283"/>
                  </a:cubicBezTo>
                  <a:cubicBezTo>
                    <a:pt x="6511" y="64692"/>
                    <a:pt x="5685" y="66125"/>
                    <a:pt x="4956" y="67631"/>
                  </a:cubicBezTo>
                  <a:cubicBezTo>
                    <a:pt x="4227" y="69162"/>
                    <a:pt x="3547" y="70668"/>
                    <a:pt x="2964" y="72271"/>
                  </a:cubicBezTo>
                  <a:cubicBezTo>
                    <a:pt x="2357" y="73850"/>
                    <a:pt x="1847" y="75478"/>
                    <a:pt x="1434" y="77130"/>
                  </a:cubicBezTo>
                  <a:cubicBezTo>
                    <a:pt x="1215" y="77956"/>
                    <a:pt x="997" y="78781"/>
                    <a:pt x="875" y="79632"/>
                  </a:cubicBezTo>
                  <a:cubicBezTo>
                    <a:pt x="729" y="80458"/>
                    <a:pt x="559" y="81308"/>
                    <a:pt x="462" y="82158"/>
                  </a:cubicBezTo>
                  <a:cubicBezTo>
                    <a:pt x="49" y="85583"/>
                    <a:pt x="1" y="89033"/>
                    <a:pt x="365" y="92458"/>
                  </a:cubicBezTo>
                  <a:cubicBezTo>
                    <a:pt x="754" y="95835"/>
                    <a:pt x="1507" y="99187"/>
                    <a:pt x="2576" y="102418"/>
                  </a:cubicBezTo>
                  <a:cubicBezTo>
                    <a:pt x="3620" y="105600"/>
                    <a:pt x="4980" y="108685"/>
                    <a:pt x="6608" y="111624"/>
                  </a:cubicBezTo>
                  <a:cubicBezTo>
                    <a:pt x="8211" y="114564"/>
                    <a:pt x="10033" y="117357"/>
                    <a:pt x="12098" y="120005"/>
                  </a:cubicBezTo>
                  <a:cubicBezTo>
                    <a:pt x="12608" y="120661"/>
                    <a:pt x="13264" y="121341"/>
                    <a:pt x="13920" y="122094"/>
                  </a:cubicBezTo>
                  <a:cubicBezTo>
                    <a:pt x="14576" y="122872"/>
                    <a:pt x="15353" y="123649"/>
                    <a:pt x="16155" y="124451"/>
                  </a:cubicBezTo>
                  <a:lnTo>
                    <a:pt x="16762" y="125058"/>
                  </a:lnTo>
                  <a:lnTo>
                    <a:pt x="17418" y="125665"/>
                  </a:lnTo>
                  <a:lnTo>
                    <a:pt x="18730" y="126880"/>
                  </a:lnTo>
                  <a:cubicBezTo>
                    <a:pt x="19191" y="127293"/>
                    <a:pt x="19653" y="127682"/>
                    <a:pt x="20115" y="128070"/>
                  </a:cubicBezTo>
                  <a:cubicBezTo>
                    <a:pt x="20576" y="128459"/>
                    <a:pt x="21038" y="128872"/>
                    <a:pt x="21523" y="129261"/>
                  </a:cubicBezTo>
                  <a:cubicBezTo>
                    <a:pt x="24900" y="131957"/>
                    <a:pt x="28471" y="134386"/>
                    <a:pt x="32212" y="136548"/>
                  </a:cubicBezTo>
                  <a:cubicBezTo>
                    <a:pt x="36245" y="138856"/>
                    <a:pt x="40399" y="140921"/>
                    <a:pt x="44674" y="142743"/>
                  </a:cubicBezTo>
                  <a:cubicBezTo>
                    <a:pt x="48901" y="144540"/>
                    <a:pt x="53152" y="146119"/>
                    <a:pt x="57379" y="147577"/>
                  </a:cubicBezTo>
                  <a:cubicBezTo>
                    <a:pt x="58423" y="147917"/>
                    <a:pt x="59492" y="148306"/>
                    <a:pt x="60561" y="148621"/>
                  </a:cubicBezTo>
                  <a:lnTo>
                    <a:pt x="63743" y="149642"/>
                  </a:lnTo>
                  <a:lnTo>
                    <a:pt x="66926" y="150638"/>
                  </a:lnTo>
                  <a:cubicBezTo>
                    <a:pt x="67970" y="150953"/>
                    <a:pt x="69039" y="151318"/>
                    <a:pt x="70108" y="151609"/>
                  </a:cubicBezTo>
                  <a:cubicBezTo>
                    <a:pt x="74383" y="152824"/>
                    <a:pt x="78635" y="154087"/>
                    <a:pt x="82934" y="155107"/>
                  </a:cubicBezTo>
                  <a:lnTo>
                    <a:pt x="86141" y="155909"/>
                  </a:lnTo>
                  <a:lnTo>
                    <a:pt x="87769" y="156346"/>
                  </a:lnTo>
                  <a:lnTo>
                    <a:pt x="89372" y="156711"/>
                  </a:lnTo>
                  <a:lnTo>
                    <a:pt x="95834" y="158144"/>
                  </a:lnTo>
                  <a:cubicBezTo>
                    <a:pt x="96392" y="158241"/>
                    <a:pt x="96927" y="158387"/>
                    <a:pt x="97461" y="158484"/>
                  </a:cubicBezTo>
                  <a:lnTo>
                    <a:pt x="99089" y="158800"/>
                  </a:lnTo>
                  <a:lnTo>
                    <a:pt x="102320" y="159407"/>
                  </a:lnTo>
                  <a:cubicBezTo>
                    <a:pt x="104506" y="159796"/>
                    <a:pt x="106644" y="160257"/>
                    <a:pt x="108830" y="160573"/>
                  </a:cubicBezTo>
                  <a:lnTo>
                    <a:pt x="115340" y="161618"/>
                  </a:lnTo>
                  <a:cubicBezTo>
                    <a:pt x="116409" y="161812"/>
                    <a:pt x="117502" y="161934"/>
                    <a:pt x="118595" y="162079"/>
                  </a:cubicBezTo>
                  <a:lnTo>
                    <a:pt x="121851" y="162492"/>
                  </a:lnTo>
                  <a:lnTo>
                    <a:pt x="125106" y="162930"/>
                  </a:lnTo>
                  <a:lnTo>
                    <a:pt x="125932" y="163027"/>
                  </a:lnTo>
                  <a:lnTo>
                    <a:pt x="126758" y="163124"/>
                  </a:lnTo>
                  <a:lnTo>
                    <a:pt x="128385" y="163270"/>
                  </a:lnTo>
                  <a:lnTo>
                    <a:pt x="134920" y="163950"/>
                  </a:lnTo>
                  <a:cubicBezTo>
                    <a:pt x="137082" y="164144"/>
                    <a:pt x="139268" y="164290"/>
                    <a:pt x="141454" y="164436"/>
                  </a:cubicBezTo>
                  <a:lnTo>
                    <a:pt x="144734" y="164679"/>
                  </a:lnTo>
                  <a:cubicBezTo>
                    <a:pt x="145827" y="164751"/>
                    <a:pt x="146920" y="164800"/>
                    <a:pt x="147989" y="164849"/>
                  </a:cubicBezTo>
                  <a:lnTo>
                    <a:pt x="154548" y="165140"/>
                  </a:lnTo>
                  <a:lnTo>
                    <a:pt x="161083" y="165262"/>
                  </a:lnTo>
                  <a:lnTo>
                    <a:pt x="164338" y="165310"/>
                  </a:lnTo>
                  <a:lnTo>
                    <a:pt x="167617" y="165262"/>
                  </a:lnTo>
                  <a:lnTo>
                    <a:pt x="174152" y="165189"/>
                  </a:lnTo>
                  <a:lnTo>
                    <a:pt x="180662" y="164897"/>
                  </a:lnTo>
                  <a:cubicBezTo>
                    <a:pt x="181755" y="164849"/>
                    <a:pt x="182824" y="164824"/>
                    <a:pt x="183917" y="164776"/>
                  </a:cubicBezTo>
                  <a:lnTo>
                    <a:pt x="187173" y="164533"/>
                  </a:lnTo>
                  <a:cubicBezTo>
                    <a:pt x="189335" y="164363"/>
                    <a:pt x="191497" y="164241"/>
                    <a:pt x="193659" y="164071"/>
                  </a:cubicBezTo>
                  <a:lnTo>
                    <a:pt x="200145" y="163415"/>
                  </a:lnTo>
                  <a:cubicBezTo>
                    <a:pt x="201213" y="163294"/>
                    <a:pt x="202307" y="163197"/>
                    <a:pt x="203375" y="163075"/>
                  </a:cubicBezTo>
                  <a:lnTo>
                    <a:pt x="206606" y="162662"/>
                  </a:lnTo>
                  <a:cubicBezTo>
                    <a:pt x="208744" y="162371"/>
                    <a:pt x="210882" y="162104"/>
                    <a:pt x="213044" y="161812"/>
                  </a:cubicBezTo>
                  <a:cubicBezTo>
                    <a:pt x="217344" y="161156"/>
                    <a:pt x="221668" y="160427"/>
                    <a:pt x="225992" y="159504"/>
                  </a:cubicBezTo>
                  <a:cubicBezTo>
                    <a:pt x="230364" y="158581"/>
                    <a:pt x="234688" y="157415"/>
                    <a:pt x="238915" y="155982"/>
                  </a:cubicBezTo>
                  <a:cubicBezTo>
                    <a:pt x="243263" y="154524"/>
                    <a:pt x="247466" y="152727"/>
                    <a:pt x="251523" y="150613"/>
                  </a:cubicBezTo>
                  <a:cubicBezTo>
                    <a:pt x="251766" y="150468"/>
                    <a:pt x="252033" y="150346"/>
                    <a:pt x="252276" y="150200"/>
                  </a:cubicBezTo>
                  <a:lnTo>
                    <a:pt x="253029" y="149763"/>
                  </a:lnTo>
                  <a:lnTo>
                    <a:pt x="254559" y="148913"/>
                  </a:lnTo>
                  <a:cubicBezTo>
                    <a:pt x="255555" y="148306"/>
                    <a:pt x="256527" y="147674"/>
                    <a:pt x="257499" y="147042"/>
                  </a:cubicBezTo>
                  <a:lnTo>
                    <a:pt x="258956" y="146022"/>
                  </a:lnTo>
                  <a:lnTo>
                    <a:pt x="259685" y="145488"/>
                  </a:lnTo>
                  <a:lnTo>
                    <a:pt x="260049" y="145245"/>
                  </a:lnTo>
                  <a:lnTo>
                    <a:pt x="260389" y="144953"/>
                  </a:lnTo>
                  <a:lnTo>
                    <a:pt x="261774" y="143860"/>
                  </a:lnTo>
                  <a:lnTo>
                    <a:pt x="262479" y="143301"/>
                  </a:lnTo>
                  <a:cubicBezTo>
                    <a:pt x="262697" y="143107"/>
                    <a:pt x="262916" y="142913"/>
                    <a:pt x="263134" y="142718"/>
                  </a:cubicBezTo>
                  <a:cubicBezTo>
                    <a:pt x="266657" y="139609"/>
                    <a:pt x="269839" y="136111"/>
                    <a:pt x="272560" y="132297"/>
                  </a:cubicBezTo>
                  <a:cubicBezTo>
                    <a:pt x="272924" y="131836"/>
                    <a:pt x="273240" y="131350"/>
                    <a:pt x="273556" y="130864"/>
                  </a:cubicBezTo>
                  <a:lnTo>
                    <a:pt x="274528" y="129406"/>
                  </a:lnTo>
                  <a:cubicBezTo>
                    <a:pt x="275159" y="128410"/>
                    <a:pt x="275718" y="127414"/>
                    <a:pt x="276325" y="126418"/>
                  </a:cubicBezTo>
                  <a:lnTo>
                    <a:pt x="277151" y="124864"/>
                  </a:lnTo>
                  <a:cubicBezTo>
                    <a:pt x="277418" y="124354"/>
                    <a:pt x="277710" y="123843"/>
                    <a:pt x="277953" y="123309"/>
                  </a:cubicBezTo>
                  <a:lnTo>
                    <a:pt x="278706" y="121754"/>
                  </a:lnTo>
                  <a:lnTo>
                    <a:pt x="279094" y="120953"/>
                  </a:lnTo>
                  <a:lnTo>
                    <a:pt x="279435" y="120151"/>
                  </a:lnTo>
                  <a:cubicBezTo>
                    <a:pt x="281256" y="115900"/>
                    <a:pt x="282665" y="111454"/>
                    <a:pt x="283637" y="106912"/>
                  </a:cubicBezTo>
                  <a:cubicBezTo>
                    <a:pt x="283686" y="106645"/>
                    <a:pt x="283759" y="106353"/>
                    <a:pt x="283807" y="106062"/>
                  </a:cubicBezTo>
                  <a:lnTo>
                    <a:pt x="283953" y="105211"/>
                  </a:lnTo>
                  <a:lnTo>
                    <a:pt x="284269" y="103487"/>
                  </a:lnTo>
                  <a:cubicBezTo>
                    <a:pt x="284439" y="102345"/>
                    <a:pt x="284560" y="101179"/>
                    <a:pt x="284730" y="100037"/>
                  </a:cubicBezTo>
                  <a:cubicBezTo>
                    <a:pt x="284803" y="98871"/>
                    <a:pt x="284925" y="97729"/>
                    <a:pt x="284973" y="96563"/>
                  </a:cubicBezTo>
                  <a:lnTo>
                    <a:pt x="285046" y="94814"/>
                  </a:lnTo>
                  <a:lnTo>
                    <a:pt x="285070" y="93940"/>
                  </a:lnTo>
                  <a:lnTo>
                    <a:pt x="285070" y="93065"/>
                  </a:lnTo>
                  <a:cubicBezTo>
                    <a:pt x="285070" y="88377"/>
                    <a:pt x="284536" y="83688"/>
                    <a:pt x="283491" y="79122"/>
                  </a:cubicBezTo>
                  <a:cubicBezTo>
                    <a:pt x="282423" y="74482"/>
                    <a:pt x="280771" y="70012"/>
                    <a:pt x="278560" y="65809"/>
                  </a:cubicBezTo>
                  <a:lnTo>
                    <a:pt x="277710" y="64230"/>
                  </a:lnTo>
                  <a:cubicBezTo>
                    <a:pt x="277443" y="63720"/>
                    <a:pt x="277127" y="63210"/>
                    <a:pt x="276811" y="62700"/>
                  </a:cubicBezTo>
                  <a:cubicBezTo>
                    <a:pt x="276495" y="62190"/>
                    <a:pt x="276179" y="61680"/>
                    <a:pt x="275864" y="61170"/>
                  </a:cubicBezTo>
                  <a:lnTo>
                    <a:pt x="274819" y="59712"/>
                  </a:lnTo>
                  <a:cubicBezTo>
                    <a:pt x="273459" y="57793"/>
                    <a:pt x="272001" y="55947"/>
                    <a:pt x="270422" y="54198"/>
                  </a:cubicBezTo>
                  <a:cubicBezTo>
                    <a:pt x="267313" y="50797"/>
                    <a:pt x="263936" y="47688"/>
                    <a:pt x="260292" y="44870"/>
                  </a:cubicBezTo>
                  <a:cubicBezTo>
                    <a:pt x="253199" y="39307"/>
                    <a:pt x="245668" y="34813"/>
                    <a:pt x="238502" y="30343"/>
                  </a:cubicBezTo>
                  <a:lnTo>
                    <a:pt x="237166" y="29517"/>
                  </a:lnTo>
                  <a:lnTo>
                    <a:pt x="236486" y="29104"/>
                  </a:lnTo>
                  <a:lnTo>
                    <a:pt x="235879" y="28691"/>
                  </a:lnTo>
                  <a:lnTo>
                    <a:pt x="234640" y="27889"/>
                  </a:lnTo>
                  <a:cubicBezTo>
                    <a:pt x="234227" y="27622"/>
                    <a:pt x="233838" y="27331"/>
                    <a:pt x="233425" y="27039"/>
                  </a:cubicBezTo>
                  <a:cubicBezTo>
                    <a:pt x="233012" y="26748"/>
                    <a:pt x="232599" y="26456"/>
                    <a:pt x="232186" y="26165"/>
                  </a:cubicBezTo>
                  <a:lnTo>
                    <a:pt x="230947" y="25242"/>
                  </a:lnTo>
                  <a:cubicBezTo>
                    <a:pt x="230121" y="24659"/>
                    <a:pt x="229295" y="24003"/>
                    <a:pt x="228469" y="23395"/>
                  </a:cubicBezTo>
                  <a:cubicBezTo>
                    <a:pt x="225166" y="20869"/>
                    <a:pt x="221813" y="18173"/>
                    <a:pt x="218315" y="15525"/>
                  </a:cubicBezTo>
                  <a:cubicBezTo>
                    <a:pt x="215309" y="13209"/>
                    <a:pt x="212185" y="11047"/>
                    <a:pt x="208969" y="9051"/>
                  </a:cubicBezTo>
                  <a:lnTo>
                    <a:pt x="208969" y="9051"/>
                  </a:lnTo>
                  <a:cubicBezTo>
                    <a:pt x="209456" y="9356"/>
                    <a:pt x="209940" y="9668"/>
                    <a:pt x="210420" y="9986"/>
                  </a:cubicBezTo>
                  <a:cubicBezTo>
                    <a:pt x="210736" y="10180"/>
                    <a:pt x="211028" y="10375"/>
                    <a:pt x="211343" y="10593"/>
                  </a:cubicBezTo>
                  <a:lnTo>
                    <a:pt x="212242" y="11201"/>
                  </a:lnTo>
                  <a:cubicBezTo>
                    <a:pt x="212849" y="11614"/>
                    <a:pt x="213457" y="12002"/>
                    <a:pt x="214040" y="12415"/>
                  </a:cubicBezTo>
                  <a:cubicBezTo>
                    <a:pt x="215206" y="13266"/>
                    <a:pt x="216372" y="14091"/>
                    <a:pt x="217489" y="14966"/>
                  </a:cubicBezTo>
                  <a:cubicBezTo>
                    <a:pt x="219748" y="16642"/>
                    <a:pt x="221910" y="18367"/>
                    <a:pt x="224072" y="20067"/>
                  </a:cubicBezTo>
                  <a:cubicBezTo>
                    <a:pt x="226210" y="21743"/>
                    <a:pt x="228299" y="23395"/>
                    <a:pt x="230413" y="24974"/>
                  </a:cubicBezTo>
                  <a:cubicBezTo>
                    <a:pt x="232526" y="26553"/>
                    <a:pt x="234591" y="27987"/>
                    <a:pt x="236729" y="29371"/>
                  </a:cubicBezTo>
                  <a:cubicBezTo>
                    <a:pt x="241271" y="32213"/>
                    <a:pt x="245911" y="35056"/>
                    <a:pt x="250551" y="38092"/>
                  </a:cubicBezTo>
                  <a:cubicBezTo>
                    <a:pt x="252883" y="39647"/>
                    <a:pt x="255191" y="41226"/>
                    <a:pt x="257450" y="42902"/>
                  </a:cubicBezTo>
                  <a:cubicBezTo>
                    <a:pt x="258592" y="43728"/>
                    <a:pt x="259709" y="44627"/>
                    <a:pt x="260827" y="45501"/>
                  </a:cubicBezTo>
                  <a:cubicBezTo>
                    <a:pt x="261385" y="45963"/>
                    <a:pt x="261944" y="46424"/>
                    <a:pt x="262503" y="46886"/>
                  </a:cubicBezTo>
                  <a:lnTo>
                    <a:pt x="263329" y="47566"/>
                  </a:lnTo>
                  <a:lnTo>
                    <a:pt x="264130" y="48295"/>
                  </a:lnTo>
                  <a:cubicBezTo>
                    <a:pt x="266317" y="50214"/>
                    <a:pt x="268382" y="52279"/>
                    <a:pt x="270325" y="54441"/>
                  </a:cubicBezTo>
                  <a:lnTo>
                    <a:pt x="271782" y="56117"/>
                  </a:lnTo>
                  <a:cubicBezTo>
                    <a:pt x="272244" y="56676"/>
                    <a:pt x="272706" y="57283"/>
                    <a:pt x="273167" y="57866"/>
                  </a:cubicBezTo>
                  <a:lnTo>
                    <a:pt x="273847" y="58740"/>
                  </a:lnTo>
                  <a:cubicBezTo>
                    <a:pt x="274066" y="59032"/>
                    <a:pt x="274260" y="59348"/>
                    <a:pt x="274503" y="59664"/>
                  </a:cubicBezTo>
                  <a:lnTo>
                    <a:pt x="275766" y="61510"/>
                  </a:lnTo>
                  <a:cubicBezTo>
                    <a:pt x="276544" y="62797"/>
                    <a:pt x="277370" y="64060"/>
                    <a:pt x="278050" y="65396"/>
                  </a:cubicBezTo>
                  <a:lnTo>
                    <a:pt x="278560" y="66392"/>
                  </a:lnTo>
                  <a:lnTo>
                    <a:pt x="278827" y="66903"/>
                  </a:lnTo>
                  <a:cubicBezTo>
                    <a:pt x="278900" y="67073"/>
                    <a:pt x="278997" y="67243"/>
                    <a:pt x="279070" y="67413"/>
                  </a:cubicBezTo>
                  <a:lnTo>
                    <a:pt x="279993" y="69453"/>
                  </a:lnTo>
                  <a:cubicBezTo>
                    <a:pt x="280309" y="70133"/>
                    <a:pt x="280552" y="70838"/>
                    <a:pt x="280844" y="71518"/>
                  </a:cubicBezTo>
                  <a:lnTo>
                    <a:pt x="281232" y="72563"/>
                  </a:lnTo>
                  <a:cubicBezTo>
                    <a:pt x="281378" y="72927"/>
                    <a:pt x="281475" y="73267"/>
                    <a:pt x="281597" y="73632"/>
                  </a:cubicBezTo>
                  <a:cubicBezTo>
                    <a:pt x="281815" y="74336"/>
                    <a:pt x="282058" y="75040"/>
                    <a:pt x="282277" y="75745"/>
                  </a:cubicBezTo>
                  <a:lnTo>
                    <a:pt x="282884" y="77907"/>
                  </a:lnTo>
                  <a:cubicBezTo>
                    <a:pt x="283589" y="80773"/>
                    <a:pt x="284099" y="83688"/>
                    <a:pt x="284390" y="86628"/>
                  </a:cubicBezTo>
                  <a:lnTo>
                    <a:pt x="284536" y="87721"/>
                  </a:lnTo>
                  <a:lnTo>
                    <a:pt x="284609" y="88838"/>
                  </a:lnTo>
                  <a:cubicBezTo>
                    <a:pt x="284657" y="89567"/>
                    <a:pt x="284706" y="90296"/>
                    <a:pt x="284730" y="91025"/>
                  </a:cubicBezTo>
                  <a:cubicBezTo>
                    <a:pt x="284755" y="92507"/>
                    <a:pt x="284779" y="93964"/>
                    <a:pt x="284706" y="95422"/>
                  </a:cubicBezTo>
                  <a:cubicBezTo>
                    <a:pt x="284682" y="96903"/>
                    <a:pt x="284512" y="98337"/>
                    <a:pt x="284414" y="99794"/>
                  </a:cubicBezTo>
                  <a:cubicBezTo>
                    <a:pt x="284317" y="100523"/>
                    <a:pt x="284220" y="101252"/>
                    <a:pt x="284123" y="101980"/>
                  </a:cubicBezTo>
                  <a:lnTo>
                    <a:pt x="284002" y="103074"/>
                  </a:lnTo>
                  <a:lnTo>
                    <a:pt x="283807" y="104142"/>
                  </a:lnTo>
                  <a:cubicBezTo>
                    <a:pt x="283321" y="107009"/>
                    <a:pt x="282641" y="109851"/>
                    <a:pt x="281791" y="112645"/>
                  </a:cubicBezTo>
                  <a:lnTo>
                    <a:pt x="281135" y="114734"/>
                  </a:lnTo>
                  <a:cubicBezTo>
                    <a:pt x="280892" y="115414"/>
                    <a:pt x="280625" y="116094"/>
                    <a:pt x="280382" y="116799"/>
                  </a:cubicBezTo>
                  <a:lnTo>
                    <a:pt x="279993" y="117819"/>
                  </a:lnTo>
                  <a:cubicBezTo>
                    <a:pt x="279872" y="118159"/>
                    <a:pt x="279726" y="118499"/>
                    <a:pt x="279580" y="118839"/>
                  </a:cubicBezTo>
                  <a:cubicBezTo>
                    <a:pt x="279289" y="119495"/>
                    <a:pt x="279022" y="120175"/>
                    <a:pt x="278706" y="120856"/>
                  </a:cubicBezTo>
                  <a:cubicBezTo>
                    <a:pt x="278074" y="122167"/>
                    <a:pt x="277491" y="123503"/>
                    <a:pt x="276762" y="124767"/>
                  </a:cubicBezTo>
                  <a:lnTo>
                    <a:pt x="276252" y="125738"/>
                  </a:lnTo>
                  <a:lnTo>
                    <a:pt x="275985" y="126224"/>
                  </a:lnTo>
                  <a:lnTo>
                    <a:pt x="275694" y="126710"/>
                  </a:lnTo>
                  <a:lnTo>
                    <a:pt x="274576" y="128580"/>
                  </a:lnTo>
                  <a:cubicBezTo>
                    <a:pt x="271442" y="133609"/>
                    <a:pt x="267604" y="138152"/>
                    <a:pt x="263159" y="142063"/>
                  </a:cubicBezTo>
                  <a:lnTo>
                    <a:pt x="262333" y="142816"/>
                  </a:lnTo>
                  <a:cubicBezTo>
                    <a:pt x="262041" y="143059"/>
                    <a:pt x="261750" y="143277"/>
                    <a:pt x="261458" y="143520"/>
                  </a:cubicBezTo>
                  <a:cubicBezTo>
                    <a:pt x="260875" y="144006"/>
                    <a:pt x="260292" y="144443"/>
                    <a:pt x="259709" y="144905"/>
                  </a:cubicBezTo>
                  <a:cubicBezTo>
                    <a:pt x="258495" y="145755"/>
                    <a:pt x="257280" y="146678"/>
                    <a:pt x="256017" y="147431"/>
                  </a:cubicBezTo>
                  <a:lnTo>
                    <a:pt x="255094" y="148014"/>
                  </a:lnTo>
                  <a:lnTo>
                    <a:pt x="254632" y="148330"/>
                  </a:lnTo>
                  <a:lnTo>
                    <a:pt x="254195" y="148621"/>
                  </a:lnTo>
                  <a:lnTo>
                    <a:pt x="252276" y="149715"/>
                  </a:lnTo>
                  <a:cubicBezTo>
                    <a:pt x="251644" y="150079"/>
                    <a:pt x="250988" y="150395"/>
                    <a:pt x="250357" y="150735"/>
                  </a:cubicBezTo>
                  <a:lnTo>
                    <a:pt x="249385" y="151245"/>
                  </a:lnTo>
                  <a:lnTo>
                    <a:pt x="248389" y="151707"/>
                  </a:lnTo>
                  <a:cubicBezTo>
                    <a:pt x="243166" y="154160"/>
                    <a:pt x="237749" y="156103"/>
                    <a:pt x="232162" y="157561"/>
                  </a:cubicBezTo>
                  <a:cubicBezTo>
                    <a:pt x="229417" y="158290"/>
                    <a:pt x="226672" y="158921"/>
                    <a:pt x="223902" y="159480"/>
                  </a:cubicBezTo>
                  <a:cubicBezTo>
                    <a:pt x="221133" y="160039"/>
                    <a:pt x="218364" y="160525"/>
                    <a:pt x="215619" y="160962"/>
                  </a:cubicBezTo>
                  <a:lnTo>
                    <a:pt x="213554" y="161278"/>
                  </a:lnTo>
                  <a:cubicBezTo>
                    <a:pt x="212849" y="161399"/>
                    <a:pt x="212169" y="161496"/>
                    <a:pt x="211465" y="161569"/>
                  </a:cubicBezTo>
                  <a:lnTo>
                    <a:pt x="207335" y="162128"/>
                  </a:lnTo>
                  <a:lnTo>
                    <a:pt x="203181" y="162662"/>
                  </a:lnTo>
                  <a:cubicBezTo>
                    <a:pt x="201796" y="162808"/>
                    <a:pt x="200412" y="162954"/>
                    <a:pt x="199027" y="163100"/>
                  </a:cubicBezTo>
                  <a:cubicBezTo>
                    <a:pt x="196234" y="163367"/>
                    <a:pt x="193464" y="163707"/>
                    <a:pt x="190646" y="163853"/>
                  </a:cubicBezTo>
                  <a:lnTo>
                    <a:pt x="186444" y="164168"/>
                  </a:lnTo>
                  <a:cubicBezTo>
                    <a:pt x="185059" y="164266"/>
                    <a:pt x="183650" y="164387"/>
                    <a:pt x="182241" y="164436"/>
                  </a:cubicBezTo>
                  <a:cubicBezTo>
                    <a:pt x="182897" y="164217"/>
                    <a:pt x="184816" y="163901"/>
                    <a:pt x="181561" y="163901"/>
                  </a:cubicBezTo>
                  <a:lnTo>
                    <a:pt x="183699" y="163804"/>
                  </a:lnTo>
                  <a:lnTo>
                    <a:pt x="185812" y="163610"/>
                  </a:lnTo>
                  <a:lnTo>
                    <a:pt x="190063" y="163270"/>
                  </a:lnTo>
                  <a:lnTo>
                    <a:pt x="192201" y="163075"/>
                  </a:lnTo>
                  <a:lnTo>
                    <a:pt x="193246" y="163002"/>
                  </a:lnTo>
                  <a:lnTo>
                    <a:pt x="194314" y="162881"/>
                  </a:lnTo>
                  <a:lnTo>
                    <a:pt x="198541" y="162419"/>
                  </a:lnTo>
                  <a:lnTo>
                    <a:pt x="202768" y="161958"/>
                  </a:lnTo>
                  <a:lnTo>
                    <a:pt x="206971" y="161375"/>
                  </a:lnTo>
                  <a:cubicBezTo>
                    <a:pt x="209764" y="160986"/>
                    <a:pt x="212558" y="160597"/>
                    <a:pt x="215352" y="160160"/>
                  </a:cubicBezTo>
                  <a:cubicBezTo>
                    <a:pt x="218145" y="159699"/>
                    <a:pt x="220939" y="159213"/>
                    <a:pt x="223732" y="158630"/>
                  </a:cubicBezTo>
                  <a:cubicBezTo>
                    <a:pt x="226526" y="158047"/>
                    <a:pt x="229320" y="157415"/>
                    <a:pt x="232089" y="156662"/>
                  </a:cubicBezTo>
                  <a:cubicBezTo>
                    <a:pt x="234858" y="155909"/>
                    <a:pt x="237603" y="155059"/>
                    <a:pt x="240324" y="154087"/>
                  </a:cubicBezTo>
                  <a:cubicBezTo>
                    <a:pt x="241028" y="153844"/>
                    <a:pt x="241684" y="153553"/>
                    <a:pt x="242365" y="153310"/>
                  </a:cubicBezTo>
                  <a:lnTo>
                    <a:pt x="243385" y="152921"/>
                  </a:lnTo>
                  <a:cubicBezTo>
                    <a:pt x="243725" y="152775"/>
                    <a:pt x="244065" y="152630"/>
                    <a:pt x="244381" y="152484"/>
                  </a:cubicBezTo>
                  <a:cubicBezTo>
                    <a:pt x="245061" y="152217"/>
                    <a:pt x="245717" y="151925"/>
                    <a:pt x="246397" y="151634"/>
                  </a:cubicBezTo>
                  <a:lnTo>
                    <a:pt x="248389" y="150711"/>
                  </a:lnTo>
                  <a:cubicBezTo>
                    <a:pt x="249045" y="150395"/>
                    <a:pt x="249677" y="150055"/>
                    <a:pt x="250332" y="149715"/>
                  </a:cubicBezTo>
                  <a:cubicBezTo>
                    <a:pt x="250988" y="149374"/>
                    <a:pt x="251644" y="149034"/>
                    <a:pt x="252276" y="148670"/>
                  </a:cubicBezTo>
                  <a:lnTo>
                    <a:pt x="254195" y="147553"/>
                  </a:lnTo>
                  <a:lnTo>
                    <a:pt x="256041" y="146387"/>
                  </a:lnTo>
                  <a:cubicBezTo>
                    <a:pt x="258543" y="144759"/>
                    <a:pt x="260924" y="142937"/>
                    <a:pt x="263134" y="140945"/>
                  </a:cubicBezTo>
                  <a:lnTo>
                    <a:pt x="263960" y="140192"/>
                  </a:lnTo>
                  <a:lnTo>
                    <a:pt x="264762" y="139415"/>
                  </a:lnTo>
                  <a:cubicBezTo>
                    <a:pt x="265272" y="138905"/>
                    <a:pt x="265831" y="138394"/>
                    <a:pt x="266341" y="137836"/>
                  </a:cubicBezTo>
                  <a:lnTo>
                    <a:pt x="267847" y="136208"/>
                  </a:lnTo>
                  <a:lnTo>
                    <a:pt x="268212" y="135795"/>
                  </a:lnTo>
                  <a:lnTo>
                    <a:pt x="268552" y="135358"/>
                  </a:lnTo>
                  <a:lnTo>
                    <a:pt x="269256" y="134508"/>
                  </a:lnTo>
                  <a:cubicBezTo>
                    <a:pt x="270228" y="133390"/>
                    <a:pt x="271078" y="132176"/>
                    <a:pt x="271953" y="130985"/>
                  </a:cubicBezTo>
                  <a:cubicBezTo>
                    <a:pt x="272778" y="129771"/>
                    <a:pt x="273629" y="128556"/>
                    <a:pt x="274382" y="127293"/>
                  </a:cubicBezTo>
                  <a:lnTo>
                    <a:pt x="274916" y="126346"/>
                  </a:lnTo>
                  <a:lnTo>
                    <a:pt x="275208" y="125860"/>
                  </a:lnTo>
                  <a:lnTo>
                    <a:pt x="275451" y="125374"/>
                  </a:lnTo>
                  <a:lnTo>
                    <a:pt x="276519" y="123455"/>
                  </a:lnTo>
                  <a:cubicBezTo>
                    <a:pt x="276860" y="122799"/>
                    <a:pt x="277151" y="122119"/>
                    <a:pt x="277491" y="121463"/>
                  </a:cubicBezTo>
                  <a:lnTo>
                    <a:pt x="277953" y="120467"/>
                  </a:lnTo>
                  <a:lnTo>
                    <a:pt x="278390" y="119471"/>
                  </a:lnTo>
                  <a:cubicBezTo>
                    <a:pt x="279556" y="116774"/>
                    <a:pt x="280552" y="114005"/>
                    <a:pt x="281378" y="111187"/>
                  </a:cubicBezTo>
                  <a:lnTo>
                    <a:pt x="281961" y="109074"/>
                  </a:lnTo>
                  <a:cubicBezTo>
                    <a:pt x="282131" y="108369"/>
                    <a:pt x="282277" y="107641"/>
                    <a:pt x="282447" y="106936"/>
                  </a:cubicBezTo>
                  <a:lnTo>
                    <a:pt x="282690" y="105867"/>
                  </a:lnTo>
                  <a:lnTo>
                    <a:pt x="282884" y="104774"/>
                  </a:lnTo>
                  <a:cubicBezTo>
                    <a:pt x="283006" y="104045"/>
                    <a:pt x="283151" y="103341"/>
                    <a:pt x="283248" y="102612"/>
                  </a:cubicBezTo>
                  <a:cubicBezTo>
                    <a:pt x="283686" y="99697"/>
                    <a:pt x="283929" y="96758"/>
                    <a:pt x="283977" y="93818"/>
                  </a:cubicBezTo>
                  <a:cubicBezTo>
                    <a:pt x="284026" y="90879"/>
                    <a:pt x="283856" y="87915"/>
                    <a:pt x="283491" y="85000"/>
                  </a:cubicBezTo>
                  <a:cubicBezTo>
                    <a:pt x="283394" y="84247"/>
                    <a:pt x="283273" y="83518"/>
                    <a:pt x="283151" y="82790"/>
                  </a:cubicBezTo>
                  <a:lnTo>
                    <a:pt x="282981" y="81697"/>
                  </a:lnTo>
                  <a:lnTo>
                    <a:pt x="282763" y="80603"/>
                  </a:lnTo>
                  <a:cubicBezTo>
                    <a:pt x="282593" y="79875"/>
                    <a:pt x="282471" y="79146"/>
                    <a:pt x="282277" y="78417"/>
                  </a:cubicBezTo>
                  <a:lnTo>
                    <a:pt x="281694" y="76255"/>
                  </a:lnTo>
                  <a:cubicBezTo>
                    <a:pt x="281621" y="75891"/>
                    <a:pt x="281499" y="75551"/>
                    <a:pt x="281378" y="75186"/>
                  </a:cubicBezTo>
                  <a:lnTo>
                    <a:pt x="281038" y="74117"/>
                  </a:lnTo>
                  <a:lnTo>
                    <a:pt x="280698" y="73049"/>
                  </a:lnTo>
                  <a:cubicBezTo>
                    <a:pt x="280576" y="72708"/>
                    <a:pt x="280431" y="72344"/>
                    <a:pt x="280285" y="72004"/>
                  </a:cubicBezTo>
                  <a:cubicBezTo>
                    <a:pt x="280018" y="71324"/>
                    <a:pt x="279750" y="70595"/>
                    <a:pt x="279483" y="69915"/>
                  </a:cubicBezTo>
                  <a:lnTo>
                    <a:pt x="278536" y="67874"/>
                  </a:lnTo>
                  <a:cubicBezTo>
                    <a:pt x="278244" y="67170"/>
                    <a:pt x="277880" y="66514"/>
                    <a:pt x="277515" y="65858"/>
                  </a:cubicBezTo>
                  <a:cubicBezTo>
                    <a:pt x="277175" y="65178"/>
                    <a:pt x="276835" y="64498"/>
                    <a:pt x="276447" y="63866"/>
                  </a:cubicBezTo>
                  <a:lnTo>
                    <a:pt x="275256" y="61923"/>
                  </a:lnTo>
                  <a:cubicBezTo>
                    <a:pt x="274843" y="61291"/>
                    <a:pt x="274406" y="60684"/>
                    <a:pt x="273993" y="60052"/>
                  </a:cubicBezTo>
                  <a:cubicBezTo>
                    <a:pt x="273774" y="59736"/>
                    <a:pt x="273556" y="59445"/>
                    <a:pt x="273337" y="59129"/>
                  </a:cubicBezTo>
                  <a:lnTo>
                    <a:pt x="272657" y="58255"/>
                  </a:lnTo>
                  <a:cubicBezTo>
                    <a:pt x="272171" y="57672"/>
                    <a:pt x="271758" y="57064"/>
                    <a:pt x="271272" y="56506"/>
                  </a:cubicBezTo>
                  <a:lnTo>
                    <a:pt x="269815" y="54805"/>
                  </a:lnTo>
                  <a:cubicBezTo>
                    <a:pt x="269572" y="54514"/>
                    <a:pt x="269329" y="54246"/>
                    <a:pt x="269062" y="53979"/>
                  </a:cubicBezTo>
                  <a:lnTo>
                    <a:pt x="268309" y="53178"/>
                  </a:lnTo>
                  <a:cubicBezTo>
                    <a:pt x="267313" y="52084"/>
                    <a:pt x="266244" y="51113"/>
                    <a:pt x="265199" y="50068"/>
                  </a:cubicBezTo>
                  <a:cubicBezTo>
                    <a:pt x="264106" y="49096"/>
                    <a:pt x="263037" y="48100"/>
                    <a:pt x="261920" y="47202"/>
                  </a:cubicBezTo>
                  <a:cubicBezTo>
                    <a:pt x="257474" y="43461"/>
                    <a:pt x="252762" y="40230"/>
                    <a:pt x="248049" y="37193"/>
                  </a:cubicBezTo>
                  <a:cubicBezTo>
                    <a:pt x="245693" y="35687"/>
                    <a:pt x="243361" y="34230"/>
                    <a:pt x="241004" y="32772"/>
                  </a:cubicBezTo>
                  <a:lnTo>
                    <a:pt x="237506" y="30610"/>
                  </a:lnTo>
                  <a:lnTo>
                    <a:pt x="236656" y="30076"/>
                  </a:lnTo>
                  <a:lnTo>
                    <a:pt x="236219" y="29784"/>
                  </a:lnTo>
                  <a:lnTo>
                    <a:pt x="235806" y="29541"/>
                  </a:lnTo>
                  <a:lnTo>
                    <a:pt x="234178" y="28472"/>
                  </a:lnTo>
                  <a:cubicBezTo>
                    <a:pt x="229878" y="25557"/>
                    <a:pt x="225627" y="22156"/>
                    <a:pt x="221206" y="18731"/>
                  </a:cubicBezTo>
                  <a:cubicBezTo>
                    <a:pt x="218971" y="17031"/>
                    <a:pt x="216712" y="15306"/>
                    <a:pt x="214331" y="13630"/>
                  </a:cubicBezTo>
                  <a:cubicBezTo>
                    <a:pt x="213190" y="12804"/>
                    <a:pt x="211951" y="12002"/>
                    <a:pt x="210736" y="11176"/>
                  </a:cubicBezTo>
                  <a:cubicBezTo>
                    <a:pt x="209473" y="10399"/>
                    <a:pt x="208210" y="9622"/>
                    <a:pt x="206898" y="8844"/>
                  </a:cubicBezTo>
                  <a:cubicBezTo>
                    <a:pt x="205610" y="8067"/>
                    <a:pt x="204226" y="7387"/>
                    <a:pt x="202865" y="6707"/>
                  </a:cubicBezTo>
                  <a:cubicBezTo>
                    <a:pt x="201456" y="6051"/>
                    <a:pt x="200072" y="5395"/>
                    <a:pt x="198541" y="4885"/>
                  </a:cubicBezTo>
                  <a:lnTo>
                    <a:pt x="197424" y="4472"/>
                  </a:lnTo>
                  <a:cubicBezTo>
                    <a:pt x="197059" y="4326"/>
                    <a:pt x="196695" y="4229"/>
                    <a:pt x="196306" y="4132"/>
                  </a:cubicBezTo>
                  <a:lnTo>
                    <a:pt x="194047" y="3476"/>
                  </a:lnTo>
                  <a:cubicBezTo>
                    <a:pt x="193318" y="3257"/>
                    <a:pt x="192541" y="3111"/>
                    <a:pt x="191812" y="2941"/>
                  </a:cubicBezTo>
                  <a:cubicBezTo>
                    <a:pt x="191059" y="2796"/>
                    <a:pt x="190306" y="2601"/>
                    <a:pt x="189553" y="2504"/>
                  </a:cubicBezTo>
                  <a:lnTo>
                    <a:pt x="189747" y="1435"/>
                  </a:lnTo>
                  <a:lnTo>
                    <a:pt x="188144" y="1168"/>
                  </a:lnTo>
                  <a:cubicBezTo>
                    <a:pt x="187610" y="1071"/>
                    <a:pt x="187051" y="949"/>
                    <a:pt x="186541" y="901"/>
                  </a:cubicBezTo>
                  <a:lnTo>
                    <a:pt x="183334" y="512"/>
                  </a:lnTo>
                  <a:lnTo>
                    <a:pt x="180152" y="245"/>
                  </a:lnTo>
                  <a:cubicBezTo>
                    <a:pt x="179107" y="172"/>
                    <a:pt x="178063" y="148"/>
                    <a:pt x="176994" y="99"/>
                  </a:cubicBezTo>
                  <a:cubicBezTo>
                    <a:pt x="175288" y="30"/>
                    <a:pt x="173586" y="1"/>
                    <a:pt x="171889" y="1"/>
                  </a:cubicBezTo>
                  <a:close/>
                </a:path>
              </a:pathLst>
            </a:custGeom>
            <a:solidFill>
              <a:srgbClr val="FDB32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22" name="Google Shape;922;p52"/>
          <p:cNvSpPr txBox="1"/>
          <p:nvPr>
            <p:ph type="title"/>
          </p:nvPr>
        </p:nvSpPr>
        <p:spPr>
          <a:xfrm>
            <a:off x="2281500" y="1299250"/>
            <a:ext cx="4581000" cy="1745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8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23" name="Google Shape;923;p52"/>
          <p:cNvSpPr txBox="1"/>
          <p:nvPr>
            <p:ph idx="1" type="subTitle"/>
          </p:nvPr>
        </p:nvSpPr>
        <p:spPr>
          <a:xfrm>
            <a:off x="2639100" y="3166350"/>
            <a:ext cx="3865800" cy="690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l">
              <a:lnSpc>
                <a:spcPct val="100000"/>
              </a:lnSpc>
              <a:spcBef>
                <a:spcPts val="1600"/>
              </a:spcBef>
              <a:spcAft>
                <a:spcPts val="0"/>
              </a:spcAft>
              <a:buSzPts val="1400"/>
              <a:buNone/>
              <a:defRPr sz="1600"/>
            </a:lvl2pPr>
            <a:lvl3pPr lvl="2" algn="l">
              <a:lnSpc>
                <a:spcPct val="100000"/>
              </a:lnSpc>
              <a:spcBef>
                <a:spcPts val="1600"/>
              </a:spcBef>
              <a:spcAft>
                <a:spcPts val="0"/>
              </a:spcAft>
              <a:buSzPts val="1400"/>
              <a:buNone/>
              <a:defRPr sz="1600"/>
            </a:lvl3pPr>
            <a:lvl4pPr lvl="3" algn="l">
              <a:lnSpc>
                <a:spcPct val="100000"/>
              </a:lnSpc>
              <a:spcBef>
                <a:spcPts val="1600"/>
              </a:spcBef>
              <a:spcAft>
                <a:spcPts val="0"/>
              </a:spcAft>
              <a:buSzPts val="1400"/>
              <a:buNone/>
              <a:defRPr sz="1600"/>
            </a:lvl4pPr>
            <a:lvl5pPr lvl="4" algn="l">
              <a:lnSpc>
                <a:spcPct val="100000"/>
              </a:lnSpc>
              <a:spcBef>
                <a:spcPts val="1600"/>
              </a:spcBef>
              <a:spcAft>
                <a:spcPts val="0"/>
              </a:spcAft>
              <a:buSzPts val="1400"/>
              <a:buNone/>
              <a:defRPr sz="1600"/>
            </a:lvl5pPr>
            <a:lvl6pPr lvl="5" algn="l">
              <a:lnSpc>
                <a:spcPct val="100000"/>
              </a:lnSpc>
              <a:spcBef>
                <a:spcPts val="1600"/>
              </a:spcBef>
              <a:spcAft>
                <a:spcPts val="0"/>
              </a:spcAft>
              <a:buSzPts val="1400"/>
              <a:buNone/>
              <a:defRPr sz="1600"/>
            </a:lvl6pPr>
            <a:lvl7pPr lvl="6" algn="l">
              <a:lnSpc>
                <a:spcPct val="100000"/>
              </a:lnSpc>
              <a:spcBef>
                <a:spcPts val="1600"/>
              </a:spcBef>
              <a:spcAft>
                <a:spcPts val="0"/>
              </a:spcAft>
              <a:buSzPts val="1400"/>
              <a:buNone/>
              <a:defRPr sz="1600"/>
            </a:lvl7pPr>
            <a:lvl8pPr lvl="7" algn="l">
              <a:lnSpc>
                <a:spcPct val="100000"/>
              </a:lnSpc>
              <a:spcBef>
                <a:spcPts val="1600"/>
              </a:spcBef>
              <a:spcAft>
                <a:spcPts val="0"/>
              </a:spcAft>
              <a:buSzPts val="1400"/>
              <a:buNone/>
              <a:defRPr sz="1600"/>
            </a:lvl8pPr>
            <a:lvl9pPr lvl="8" algn="l">
              <a:lnSpc>
                <a:spcPct val="100000"/>
              </a:lnSpc>
              <a:spcBef>
                <a:spcPts val="1600"/>
              </a:spcBef>
              <a:spcAft>
                <a:spcPts val="1600"/>
              </a:spcAft>
              <a:buSzPts val="1400"/>
              <a:buNone/>
              <a:defRPr sz="16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
    <p:spTree>
      <p:nvGrpSpPr>
        <p:cNvPr id="924" name="Shape 924"/>
        <p:cNvGrpSpPr/>
        <p:nvPr/>
      </p:nvGrpSpPr>
      <p:grpSpPr>
        <a:xfrm>
          <a:off x="0" y="0"/>
          <a:ext cx="0" cy="0"/>
          <a:chOff x="0" y="0"/>
          <a:chExt cx="0" cy="0"/>
        </a:xfrm>
      </p:grpSpPr>
      <p:grpSp>
        <p:nvGrpSpPr>
          <p:cNvPr id="925" name="Google Shape;925;p53"/>
          <p:cNvGrpSpPr/>
          <p:nvPr/>
        </p:nvGrpSpPr>
        <p:grpSpPr>
          <a:xfrm>
            <a:off x="8006163" y="82846"/>
            <a:ext cx="1252756" cy="791730"/>
            <a:chOff x="209625" y="551300"/>
            <a:chExt cx="7170900" cy="4592400"/>
          </a:xfrm>
        </p:grpSpPr>
        <p:sp>
          <p:nvSpPr>
            <p:cNvPr id="926" name="Google Shape;926;p53"/>
            <p:cNvSpPr/>
            <p:nvPr/>
          </p:nvSpPr>
          <p:spPr>
            <a:xfrm>
              <a:off x="838900" y="1811875"/>
              <a:ext cx="238725" cy="180050"/>
            </a:xfrm>
            <a:custGeom>
              <a:rect b="b" l="l" r="r" t="t"/>
              <a:pathLst>
                <a:path extrusionOk="0" h="7202" w="9549">
                  <a:moveTo>
                    <a:pt x="4802" y="0"/>
                  </a:moveTo>
                  <a:cubicBezTo>
                    <a:pt x="1601" y="0"/>
                    <a:pt x="1" y="3825"/>
                    <a:pt x="2252" y="6103"/>
                  </a:cubicBezTo>
                  <a:cubicBezTo>
                    <a:pt x="2930" y="6835"/>
                    <a:pt x="3852" y="7201"/>
                    <a:pt x="4775" y="7201"/>
                  </a:cubicBezTo>
                  <a:cubicBezTo>
                    <a:pt x="5697" y="7201"/>
                    <a:pt x="6619" y="6835"/>
                    <a:pt x="7297" y="6103"/>
                  </a:cubicBezTo>
                  <a:cubicBezTo>
                    <a:pt x="9548" y="3879"/>
                    <a:pt x="7975" y="27"/>
                    <a:pt x="480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53"/>
            <p:cNvSpPr/>
            <p:nvPr/>
          </p:nvSpPr>
          <p:spPr>
            <a:xfrm>
              <a:off x="1469250" y="1182575"/>
              <a:ext cx="238325" cy="179750"/>
            </a:xfrm>
            <a:custGeom>
              <a:rect b="b" l="l" r="r" t="t"/>
              <a:pathLst>
                <a:path extrusionOk="0" h="7190" w="9533">
                  <a:moveTo>
                    <a:pt x="4746" y="1"/>
                  </a:moveTo>
                  <a:cubicBezTo>
                    <a:pt x="1616" y="1"/>
                    <a:pt x="0" y="3761"/>
                    <a:pt x="2182" y="6050"/>
                  </a:cubicBezTo>
                  <a:cubicBezTo>
                    <a:pt x="2859" y="6810"/>
                    <a:pt x="3796" y="7189"/>
                    <a:pt x="4739" y="7189"/>
                  </a:cubicBezTo>
                  <a:cubicBezTo>
                    <a:pt x="5648" y="7189"/>
                    <a:pt x="6562" y="6837"/>
                    <a:pt x="7254" y="6131"/>
                  </a:cubicBezTo>
                  <a:cubicBezTo>
                    <a:pt x="9532" y="3934"/>
                    <a:pt x="8013" y="55"/>
                    <a:pt x="4813" y="1"/>
                  </a:cubicBezTo>
                  <a:cubicBezTo>
                    <a:pt x="4790"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53"/>
            <p:cNvSpPr/>
            <p:nvPr/>
          </p:nvSpPr>
          <p:spPr>
            <a:xfrm>
              <a:off x="2098325" y="551550"/>
              <a:ext cx="239200" cy="180150"/>
            </a:xfrm>
            <a:custGeom>
              <a:rect b="b" l="l" r="r" t="t"/>
              <a:pathLst>
                <a:path extrusionOk="0" h="7206" w="9568">
                  <a:moveTo>
                    <a:pt x="4746" y="0"/>
                  </a:moveTo>
                  <a:cubicBezTo>
                    <a:pt x="3826" y="0"/>
                    <a:pt x="2912" y="366"/>
                    <a:pt x="2244" y="1102"/>
                  </a:cubicBezTo>
                  <a:cubicBezTo>
                    <a:pt x="1" y="3372"/>
                    <a:pt x="1609" y="7205"/>
                    <a:pt x="4787" y="7205"/>
                  </a:cubicBezTo>
                  <a:cubicBezTo>
                    <a:pt x="4798" y="7205"/>
                    <a:pt x="4810" y="7205"/>
                    <a:pt x="4821" y="7205"/>
                  </a:cubicBezTo>
                  <a:cubicBezTo>
                    <a:pt x="7994" y="7151"/>
                    <a:pt x="9568" y="3299"/>
                    <a:pt x="7262" y="1075"/>
                  </a:cubicBezTo>
                  <a:cubicBezTo>
                    <a:pt x="6574" y="360"/>
                    <a:pt x="5657" y="0"/>
                    <a:pt x="474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53"/>
            <p:cNvSpPr/>
            <p:nvPr/>
          </p:nvSpPr>
          <p:spPr>
            <a:xfrm>
              <a:off x="1468850" y="1811875"/>
              <a:ext cx="238725" cy="180050"/>
            </a:xfrm>
            <a:custGeom>
              <a:rect b="b" l="l" r="r" t="t"/>
              <a:pathLst>
                <a:path extrusionOk="0" h="7202" w="9549">
                  <a:moveTo>
                    <a:pt x="4748" y="0"/>
                  </a:moveTo>
                  <a:cubicBezTo>
                    <a:pt x="1574" y="27"/>
                    <a:pt x="1" y="3879"/>
                    <a:pt x="2252" y="6103"/>
                  </a:cubicBezTo>
                  <a:cubicBezTo>
                    <a:pt x="2944" y="6835"/>
                    <a:pt x="3866" y="7201"/>
                    <a:pt x="4788" y="7201"/>
                  </a:cubicBezTo>
                  <a:cubicBezTo>
                    <a:pt x="5710" y="7201"/>
                    <a:pt x="6633" y="6835"/>
                    <a:pt x="7324" y="6103"/>
                  </a:cubicBezTo>
                  <a:cubicBezTo>
                    <a:pt x="9548" y="3825"/>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53"/>
            <p:cNvSpPr/>
            <p:nvPr/>
          </p:nvSpPr>
          <p:spPr>
            <a:xfrm>
              <a:off x="2116450" y="1181050"/>
              <a:ext cx="202775" cy="181225"/>
            </a:xfrm>
            <a:custGeom>
              <a:rect b="b" l="l" r="r" t="t"/>
              <a:pathLst>
                <a:path extrusionOk="0" h="7249" w="8111">
                  <a:moveTo>
                    <a:pt x="4037" y="0"/>
                  </a:moveTo>
                  <a:cubicBezTo>
                    <a:pt x="3213" y="0"/>
                    <a:pt x="2393" y="309"/>
                    <a:pt x="1709" y="930"/>
                  </a:cubicBezTo>
                  <a:cubicBezTo>
                    <a:pt x="163" y="2314"/>
                    <a:pt x="0" y="4429"/>
                    <a:pt x="1356" y="5975"/>
                  </a:cubicBezTo>
                  <a:cubicBezTo>
                    <a:pt x="2109" y="6817"/>
                    <a:pt x="3087" y="7248"/>
                    <a:pt x="4067" y="7248"/>
                  </a:cubicBezTo>
                  <a:cubicBezTo>
                    <a:pt x="4887" y="7248"/>
                    <a:pt x="5709" y="6946"/>
                    <a:pt x="6401" y="6328"/>
                  </a:cubicBezTo>
                  <a:cubicBezTo>
                    <a:pt x="7920" y="4972"/>
                    <a:pt x="8110" y="2775"/>
                    <a:pt x="6754" y="1283"/>
                  </a:cubicBezTo>
                  <a:cubicBezTo>
                    <a:pt x="5990" y="431"/>
                    <a:pt x="5011" y="0"/>
                    <a:pt x="403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53"/>
            <p:cNvSpPr/>
            <p:nvPr/>
          </p:nvSpPr>
          <p:spPr>
            <a:xfrm>
              <a:off x="2747075" y="551300"/>
              <a:ext cx="201425" cy="180975"/>
            </a:xfrm>
            <a:custGeom>
              <a:rect b="b" l="l" r="r" t="t"/>
              <a:pathLst>
                <a:path extrusionOk="0" h="7239" w="8057">
                  <a:moveTo>
                    <a:pt x="4008" y="1"/>
                  </a:moveTo>
                  <a:cubicBezTo>
                    <a:pt x="3158" y="1"/>
                    <a:pt x="2309" y="334"/>
                    <a:pt x="1601" y="1004"/>
                  </a:cubicBezTo>
                  <a:cubicBezTo>
                    <a:pt x="82" y="2414"/>
                    <a:pt x="0" y="4557"/>
                    <a:pt x="1384" y="6049"/>
                  </a:cubicBezTo>
                  <a:cubicBezTo>
                    <a:pt x="2129" y="6837"/>
                    <a:pt x="3086" y="7239"/>
                    <a:pt x="4043" y="7239"/>
                  </a:cubicBezTo>
                  <a:cubicBezTo>
                    <a:pt x="4897" y="7239"/>
                    <a:pt x="5752" y="6918"/>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p53"/>
            <p:cNvSpPr/>
            <p:nvPr/>
          </p:nvSpPr>
          <p:spPr>
            <a:xfrm>
              <a:off x="2098125" y="1811875"/>
              <a:ext cx="238725" cy="180550"/>
            </a:xfrm>
            <a:custGeom>
              <a:rect b="b" l="l" r="r" t="t"/>
              <a:pathLst>
                <a:path extrusionOk="0" h="7222" w="9549">
                  <a:moveTo>
                    <a:pt x="4775" y="0"/>
                  </a:moveTo>
                  <a:cubicBezTo>
                    <a:pt x="1601" y="0"/>
                    <a:pt x="1" y="3852"/>
                    <a:pt x="2252" y="6103"/>
                  </a:cubicBezTo>
                  <a:cubicBezTo>
                    <a:pt x="2930" y="6849"/>
                    <a:pt x="3852" y="7222"/>
                    <a:pt x="4775" y="7222"/>
                  </a:cubicBezTo>
                  <a:cubicBezTo>
                    <a:pt x="5697" y="7222"/>
                    <a:pt x="6619" y="6849"/>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53"/>
            <p:cNvSpPr/>
            <p:nvPr/>
          </p:nvSpPr>
          <p:spPr>
            <a:xfrm>
              <a:off x="2728000" y="1181375"/>
              <a:ext cx="238800" cy="179625"/>
            </a:xfrm>
            <a:custGeom>
              <a:rect b="b" l="l" r="r" t="t"/>
              <a:pathLst>
                <a:path extrusionOk="0" h="7185" w="9552">
                  <a:moveTo>
                    <a:pt x="4771" y="1"/>
                  </a:moveTo>
                  <a:cubicBezTo>
                    <a:pt x="3826" y="1"/>
                    <a:pt x="2884" y="381"/>
                    <a:pt x="2201" y="1134"/>
                  </a:cubicBezTo>
                  <a:cubicBezTo>
                    <a:pt x="0" y="3416"/>
                    <a:pt x="1624" y="7184"/>
                    <a:pt x="4759" y="7184"/>
                  </a:cubicBezTo>
                  <a:cubicBezTo>
                    <a:pt x="4792" y="7184"/>
                    <a:pt x="4825" y="7184"/>
                    <a:pt x="4859" y="7183"/>
                  </a:cubicBezTo>
                  <a:cubicBezTo>
                    <a:pt x="8033" y="7129"/>
                    <a:pt x="9551" y="3223"/>
                    <a:pt x="7246" y="1026"/>
                  </a:cubicBezTo>
                  <a:cubicBezTo>
                    <a:pt x="6561" y="340"/>
                    <a:pt x="566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4" name="Google Shape;934;p53"/>
            <p:cNvSpPr/>
            <p:nvPr/>
          </p:nvSpPr>
          <p:spPr>
            <a:xfrm>
              <a:off x="3358025" y="551525"/>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6"/>
                    <a:pt x="4738" y="7206"/>
                    <a:pt x="4761" y="7206"/>
                  </a:cubicBezTo>
                  <a:cubicBezTo>
                    <a:pt x="7917" y="7206"/>
                    <a:pt x="9533" y="3420"/>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p53"/>
            <p:cNvSpPr/>
            <p:nvPr/>
          </p:nvSpPr>
          <p:spPr>
            <a:xfrm>
              <a:off x="2747075" y="1810525"/>
              <a:ext cx="201425" cy="180975"/>
            </a:xfrm>
            <a:custGeom>
              <a:rect b="b" l="l" r="r" t="t"/>
              <a:pathLst>
                <a:path extrusionOk="0" h="7239" w="8057">
                  <a:moveTo>
                    <a:pt x="4008" y="0"/>
                  </a:moveTo>
                  <a:cubicBezTo>
                    <a:pt x="3158" y="0"/>
                    <a:pt x="2309" y="334"/>
                    <a:pt x="1601" y="1003"/>
                  </a:cubicBezTo>
                  <a:cubicBezTo>
                    <a:pt x="109" y="2414"/>
                    <a:pt x="0" y="4584"/>
                    <a:pt x="1384" y="6048"/>
                  </a:cubicBezTo>
                  <a:cubicBezTo>
                    <a:pt x="2086" y="6837"/>
                    <a:pt x="3060" y="7239"/>
                    <a:pt x="4036" y="7239"/>
                  </a:cubicBezTo>
                  <a:cubicBezTo>
                    <a:pt x="4906" y="7239"/>
                    <a:pt x="5778" y="6918"/>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6" name="Google Shape;936;p53"/>
            <p:cNvSpPr/>
            <p:nvPr/>
          </p:nvSpPr>
          <p:spPr>
            <a:xfrm>
              <a:off x="3358025" y="1180950"/>
              <a:ext cx="238150" cy="180725"/>
            </a:xfrm>
            <a:custGeom>
              <a:rect b="b" l="l" r="r" t="t"/>
              <a:pathLst>
                <a:path extrusionOk="0" h="7229" w="9526">
                  <a:moveTo>
                    <a:pt x="4763" y="1"/>
                  </a:moveTo>
                  <a:cubicBezTo>
                    <a:pt x="3897" y="1"/>
                    <a:pt x="3028" y="347"/>
                    <a:pt x="2306" y="1043"/>
                  </a:cubicBezTo>
                  <a:cubicBezTo>
                    <a:pt x="1" y="3240"/>
                    <a:pt x="1493" y="7146"/>
                    <a:pt x="4666" y="7227"/>
                  </a:cubicBezTo>
                  <a:cubicBezTo>
                    <a:pt x="4700" y="7228"/>
                    <a:pt x="4733" y="7228"/>
                    <a:pt x="4767" y="7228"/>
                  </a:cubicBezTo>
                  <a:cubicBezTo>
                    <a:pt x="7902" y="7228"/>
                    <a:pt x="9525" y="3460"/>
                    <a:pt x="7352" y="1178"/>
                  </a:cubicBezTo>
                  <a:cubicBezTo>
                    <a:pt x="6610" y="394"/>
                    <a:pt x="5687" y="1"/>
                    <a:pt x="476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53"/>
            <p:cNvSpPr/>
            <p:nvPr/>
          </p:nvSpPr>
          <p:spPr>
            <a:xfrm>
              <a:off x="3357750" y="1811100"/>
              <a:ext cx="239000" cy="179825"/>
            </a:xfrm>
            <a:custGeom>
              <a:rect b="b" l="l" r="r" t="t"/>
              <a:pathLst>
                <a:path extrusionOk="0" h="7193" w="9560">
                  <a:moveTo>
                    <a:pt x="4786" y="0"/>
                  </a:moveTo>
                  <a:cubicBezTo>
                    <a:pt x="3845" y="0"/>
                    <a:pt x="2903" y="380"/>
                    <a:pt x="2209" y="1143"/>
                  </a:cubicBezTo>
                  <a:cubicBezTo>
                    <a:pt x="0" y="3406"/>
                    <a:pt x="1616" y="7192"/>
                    <a:pt x="4773" y="7192"/>
                  </a:cubicBezTo>
                  <a:cubicBezTo>
                    <a:pt x="4795" y="7192"/>
                    <a:pt x="4818" y="7192"/>
                    <a:pt x="4840" y="7192"/>
                  </a:cubicBezTo>
                  <a:cubicBezTo>
                    <a:pt x="8013"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p53"/>
            <p:cNvSpPr/>
            <p:nvPr/>
          </p:nvSpPr>
          <p:spPr>
            <a:xfrm>
              <a:off x="209625" y="552625"/>
              <a:ext cx="238325" cy="180000"/>
            </a:xfrm>
            <a:custGeom>
              <a:rect b="b" l="l" r="r" t="t"/>
              <a:pathLst>
                <a:path extrusionOk="0" h="7200" w="9533">
                  <a:moveTo>
                    <a:pt x="4760" y="1"/>
                  </a:moveTo>
                  <a:cubicBezTo>
                    <a:pt x="4738" y="1"/>
                    <a:pt x="4716" y="1"/>
                    <a:pt x="4693" y="1"/>
                  </a:cubicBezTo>
                  <a:cubicBezTo>
                    <a:pt x="1520" y="55"/>
                    <a:pt x="1" y="3934"/>
                    <a:pt x="2279" y="6131"/>
                  </a:cubicBezTo>
                  <a:cubicBezTo>
                    <a:pt x="2955" y="6847"/>
                    <a:pt x="3857" y="7200"/>
                    <a:pt x="4759" y="7200"/>
                  </a:cubicBezTo>
                  <a:cubicBezTo>
                    <a:pt x="5702" y="7200"/>
                    <a:pt x="6644" y="6813"/>
                    <a:pt x="7324" y="6050"/>
                  </a:cubicBezTo>
                  <a:cubicBezTo>
                    <a:pt x="9533" y="3787"/>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53"/>
            <p:cNvSpPr/>
            <p:nvPr/>
          </p:nvSpPr>
          <p:spPr>
            <a:xfrm>
              <a:off x="210025" y="1182575"/>
              <a:ext cx="238325" cy="179650"/>
            </a:xfrm>
            <a:custGeom>
              <a:rect b="b" l="l" r="r" t="t"/>
              <a:pathLst>
                <a:path extrusionOk="0" h="7186" w="9533">
                  <a:moveTo>
                    <a:pt x="4719" y="1"/>
                  </a:moveTo>
                  <a:cubicBezTo>
                    <a:pt x="1590" y="1"/>
                    <a:pt x="0" y="3787"/>
                    <a:pt x="2209" y="6050"/>
                  </a:cubicBezTo>
                  <a:cubicBezTo>
                    <a:pt x="2896" y="6806"/>
                    <a:pt x="3828" y="7186"/>
                    <a:pt x="4759" y="7186"/>
                  </a:cubicBezTo>
                  <a:cubicBezTo>
                    <a:pt x="5665" y="7186"/>
                    <a:pt x="6572" y="6826"/>
                    <a:pt x="7254" y="6104"/>
                  </a:cubicBezTo>
                  <a:cubicBezTo>
                    <a:pt x="9532" y="3880"/>
                    <a:pt x="7986" y="28"/>
                    <a:pt x="4786" y="1"/>
                  </a:cubicBezTo>
                  <a:cubicBezTo>
                    <a:pt x="4763" y="1"/>
                    <a:pt x="4741" y="1"/>
                    <a:pt x="471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p53"/>
            <p:cNvSpPr/>
            <p:nvPr/>
          </p:nvSpPr>
          <p:spPr>
            <a:xfrm>
              <a:off x="839100" y="552650"/>
              <a:ext cx="238525" cy="179800"/>
            </a:xfrm>
            <a:custGeom>
              <a:rect b="b" l="l" r="r" t="t"/>
              <a:pathLst>
                <a:path extrusionOk="0" h="7192" w="9541">
                  <a:moveTo>
                    <a:pt x="4787" y="0"/>
                  </a:moveTo>
                  <a:cubicBezTo>
                    <a:pt x="1609" y="0"/>
                    <a:pt x="1" y="3806"/>
                    <a:pt x="2217" y="6076"/>
                  </a:cubicBezTo>
                  <a:cubicBezTo>
                    <a:pt x="2905" y="6819"/>
                    <a:pt x="3843" y="7192"/>
                    <a:pt x="4778" y="7192"/>
                  </a:cubicBezTo>
                  <a:cubicBezTo>
                    <a:pt x="5687" y="7192"/>
                    <a:pt x="6593" y="6839"/>
                    <a:pt x="7262" y="6130"/>
                  </a:cubicBezTo>
                  <a:cubicBezTo>
                    <a:pt x="9540" y="3906"/>
                    <a:pt x="7994"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53"/>
            <p:cNvSpPr/>
            <p:nvPr/>
          </p:nvSpPr>
          <p:spPr>
            <a:xfrm>
              <a:off x="209825" y="1811850"/>
              <a:ext cx="238525" cy="180325"/>
            </a:xfrm>
            <a:custGeom>
              <a:rect b="b" l="l" r="r" t="t"/>
              <a:pathLst>
                <a:path extrusionOk="0" h="7213" w="9541">
                  <a:moveTo>
                    <a:pt x="4760" y="1"/>
                  </a:moveTo>
                  <a:cubicBezTo>
                    <a:pt x="1609" y="1"/>
                    <a:pt x="1" y="3806"/>
                    <a:pt x="2217" y="6077"/>
                  </a:cubicBezTo>
                  <a:cubicBezTo>
                    <a:pt x="2904" y="6833"/>
                    <a:pt x="3836" y="7213"/>
                    <a:pt x="4767" y="7213"/>
                  </a:cubicBezTo>
                  <a:cubicBezTo>
                    <a:pt x="5673" y="7213"/>
                    <a:pt x="6580" y="6853"/>
                    <a:pt x="7262" y="6131"/>
                  </a:cubicBezTo>
                  <a:cubicBezTo>
                    <a:pt x="9540" y="3907"/>
                    <a:pt x="7994" y="28"/>
                    <a:pt x="4794" y="1"/>
                  </a:cubicBezTo>
                  <a:cubicBezTo>
                    <a:pt x="4783" y="1"/>
                    <a:pt x="4771"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53"/>
            <p:cNvSpPr/>
            <p:nvPr/>
          </p:nvSpPr>
          <p:spPr>
            <a:xfrm>
              <a:off x="857225" y="1181075"/>
              <a:ext cx="201400" cy="181050"/>
            </a:xfrm>
            <a:custGeom>
              <a:rect b="b" l="l" r="r" t="t"/>
              <a:pathLst>
                <a:path extrusionOk="0" h="7242" w="8056">
                  <a:moveTo>
                    <a:pt x="4032" y="1"/>
                  </a:moveTo>
                  <a:cubicBezTo>
                    <a:pt x="3183" y="1"/>
                    <a:pt x="2335" y="327"/>
                    <a:pt x="1628" y="983"/>
                  </a:cubicBezTo>
                  <a:cubicBezTo>
                    <a:pt x="136" y="2394"/>
                    <a:pt x="0" y="4564"/>
                    <a:pt x="1411" y="6056"/>
                  </a:cubicBezTo>
                  <a:cubicBezTo>
                    <a:pt x="2095" y="6840"/>
                    <a:pt x="3057" y="7242"/>
                    <a:pt x="4024" y="7242"/>
                  </a:cubicBezTo>
                  <a:cubicBezTo>
                    <a:pt x="4897" y="7242"/>
                    <a:pt x="5774" y="6914"/>
                    <a:pt x="6456" y="6245"/>
                  </a:cubicBezTo>
                  <a:cubicBezTo>
                    <a:pt x="7975" y="4944"/>
                    <a:pt x="8056" y="2638"/>
                    <a:pt x="6673" y="1200"/>
                  </a:cubicBezTo>
                  <a:cubicBezTo>
                    <a:pt x="5917" y="402"/>
                    <a:pt x="4974" y="1"/>
                    <a:pt x="403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53"/>
            <p:cNvSpPr/>
            <p:nvPr/>
          </p:nvSpPr>
          <p:spPr>
            <a:xfrm>
              <a:off x="1468850" y="551525"/>
              <a:ext cx="238325" cy="180175"/>
            </a:xfrm>
            <a:custGeom>
              <a:rect b="b" l="l" r="r" t="t"/>
              <a:pathLst>
                <a:path extrusionOk="0" h="7207" w="9533">
                  <a:moveTo>
                    <a:pt x="4768" y="1"/>
                  </a:moveTo>
                  <a:cubicBezTo>
                    <a:pt x="3870" y="1"/>
                    <a:pt x="2968" y="347"/>
                    <a:pt x="2279" y="1049"/>
                  </a:cubicBezTo>
                  <a:cubicBezTo>
                    <a:pt x="1" y="3273"/>
                    <a:pt x="1520" y="7152"/>
                    <a:pt x="4720" y="7206"/>
                  </a:cubicBezTo>
                  <a:cubicBezTo>
                    <a:pt x="4743" y="7206"/>
                    <a:pt x="4765" y="7206"/>
                    <a:pt x="4787" y="7206"/>
                  </a:cubicBezTo>
                  <a:cubicBezTo>
                    <a:pt x="7917" y="7206"/>
                    <a:pt x="9533" y="3393"/>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53"/>
            <p:cNvSpPr/>
            <p:nvPr/>
          </p:nvSpPr>
          <p:spPr>
            <a:xfrm>
              <a:off x="3988000" y="1811875"/>
              <a:ext cx="238700" cy="180050"/>
            </a:xfrm>
            <a:custGeom>
              <a:rect b="b" l="l" r="r" t="t"/>
              <a:pathLst>
                <a:path extrusionOk="0" h="7202" w="9548">
                  <a:moveTo>
                    <a:pt x="4801" y="0"/>
                  </a:moveTo>
                  <a:cubicBezTo>
                    <a:pt x="1600" y="0"/>
                    <a:pt x="0" y="3825"/>
                    <a:pt x="2251" y="6103"/>
                  </a:cubicBezTo>
                  <a:cubicBezTo>
                    <a:pt x="2929" y="6835"/>
                    <a:pt x="3852" y="7201"/>
                    <a:pt x="4774" y="7201"/>
                  </a:cubicBezTo>
                  <a:cubicBezTo>
                    <a:pt x="5696" y="7201"/>
                    <a:pt x="6618" y="6835"/>
                    <a:pt x="7296" y="6103"/>
                  </a:cubicBezTo>
                  <a:cubicBezTo>
                    <a:pt x="9548" y="3879"/>
                    <a:pt x="7974"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53"/>
            <p:cNvSpPr/>
            <p:nvPr/>
          </p:nvSpPr>
          <p:spPr>
            <a:xfrm>
              <a:off x="4617650" y="1182575"/>
              <a:ext cx="239000" cy="179750"/>
            </a:xfrm>
            <a:custGeom>
              <a:rect b="b" l="l" r="r" t="t"/>
              <a:pathLst>
                <a:path extrusionOk="0" h="7190" w="9560">
                  <a:moveTo>
                    <a:pt x="4773" y="1"/>
                  </a:moveTo>
                  <a:cubicBezTo>
                    <a:pt x="1643" y="1"/>
                    <a:pt x="1" y="3761"/>
                    <a:pt x="2209" y="6050"/>
                  </a:cubicBezTo>
                  <a:cubicBezTo>
                    <a:pt x="2886" y="6810"/>
                    <a:pt x="3823" y="7189"/>
                    <a:pt x="4763" y="7189"/>
                  </a:cubicBezTo>
                  <a:cubicBezTo>
                    <a:pt x="5668" y="7189"/>
                    <a:pt x="6575" y="6837"/>
                    <a:pt x="7254" y="6131"/>
                  </a:cubicBezTo>
                  <a:cubicBezTo>
                    <a:pt x="9560" y="3934"/>
                    <a:pt x="8014" y="55"/>
                    <a:pt x="4840" y="1"/>
                  </a:cubicBezTo>
                  <a:cubicBezTo>
                    <a:pt x="4818" y="1"/>
                    <a:pt x="479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p53"/>
            <p:cNvSpPr/>
            <p:nvPr/>
          </p:nvSpPr>
          <p:spPr>
            <a:xfrm>
              <a:off x="5247400" y="551550"/>
              <a:ext cx="238525" cy="180150"/>
            </a:xfrm>
            <a:custGeom>
              <a:rect b="b" l="l" r="r" t="t"/>
              <a:pathLst>
                <a:path extrusionOk="0" h="7206" w="9541">
                  <a:moveTo>
                    <a:pt x="4742" y="0"/>
                  </a:moveTo>
                  <a:cubicBezTo>
                    <a:pt x="3819" y="0"/>
                    <a:pt x="2898" y="366"/>
                    <a:pt x="2217" y="1102"/>
                  </a:cubicBezTo>
                  <a:cubicBezTo>
                    <a:pt x="1" y="3372"/>
                    <a:pt x="1609" y="7205"/>
                    <a:pt x="4788" y="7205"/>
                  </a:cubicBezTo>
                  <a:cubicBezTo>
                    <a:pt x="4799" y="7205"/>
                    <a:pt x="4810" y="7205"/>
                    <a:pt x="4821" y="7205"/>
                  </a:cubicBezTo>
                  <a:cubicBezTo>
                    <a:pt x="7995" y="7151"/>
                    <a:pt x="9541" y="3299"/>
                    <a:pt x="7262" y="1075"/>
                  </a:cubicBezTo>
                  <a:cubicBezTo>
                    <a:pt x="6574" y="360"/>
                    <a:pt x="5657" y="0"/>
                    <a:pt x="474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53"/>
            <p:cNvSpPr/>
            <p:nvPr/>
          </p:nvSpPr>
          <p:spPr>
            <a:xfrm>
              <a:off x="4617950" y="1811875"/>
              <a:ext cx="238700" cy="180050"/>
            </a:xfrm>
            <a:custGeom>
              <a:rect b="b" l="l" r="r" t="t"/>
              <a:pathLst>
                <a:path extrusionOk="0" h="7202" w="9548">
                  <a:moveTo>
                    <a:pt x="4747" y="0"/>
                  </a:moveTo>
                  <a:cubicBezTo>
                    <a:pt x="1573" y="27"/>
                    <a:pt x="0" y="3879"/>
                    <a:pt x="2251" y="6103"/>
                  </a:cubicBezTo>
                  <a:cubicBezTo>
                    <a:pt x="2943" y="6835"/>
                    <a:pt x="3865" y="7201"/>
                    <a:pt x="4784" y="7201"/>
                  </a:cubicBezTo>
                  <a:cubicBezTo>
                    <a:pt x="5703" y="7201"/>
                    <a:pt x="6618" y="6835"/>
                    <a:pt x="7296" y="6103"/>
                  </a:cubicBezTo>
                  <a:cubicBezTo>
                    <a:pt x="9548" y="3825"/>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p53"/>
            <p:cNvSpPr/>
            <p:nvPr/>
          </p:nvSpPr>
          <p:spPr>
            <a:xfrm>
              <a:off x="5265525" y="1181050"/>
              <a:ext cx="202100" cy="181225"/>
            </a:xfrm>
            <a:custGeom>
              <a:rect b="b" l="l" r="r" t="t"/>
              <a:pathLst>
                <a:path extrusionOk="0" h="7249" w="8084">
                  <a:moveTo>
                    <a:pt x="4026" y="0"/>
                  </a:moveTo>
                  <a:cubicBezTo>
                    <a:pt x="3208" y="0"/>
                    <a:pt x="2393" y="309"/>
                    <a:pt x="1709" y="930"/>
                  </a:cubicBezTo>
                  <a:cubicBezTo>
                    <a:pt x="163" y="2314"/>
                    <a:pt x="0" y="4429"/>
                    <a:pt x="1357" y="5975"/>
                  </a:cubicBezTo>
                  <a:cubicBezTo>
                    <a:pt x="2110" y="6817"/>
                    <a:pt x="3087" y="7248"/>
                    <a:pt x="4067" y="7248"/>
                  </a:cubicBezTo>
                  <a:cubicBezTo>
                    <a:pt x="4888" y="7248"/>
                    <a:pt x="5709" y="6946"/>
                    <a:pt x="6402" y="6328"/>
                  </a:cubicBezTo>
                  <a:cubicBezTo>
                    <a:pt x="7893" y="4972"/>
                    <a:pt x="8083" y="2775"/>
                    <a:pt x="6727" y="1283"/>
                  </a:cubicBezTo>
                  <a:cubicBezTo>
                    <a:pt x="5963" y="431"/>
                    <a:pt x="4992"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53"/>
            <p:cNvSpPr/>
            <p:nvPr/>
          </p:nvSpPr>
          <p:spPr>
            <a:xfrm>
              <a:off x="5896150" y="551300"/>
              <a:ext cx="200750" cy="180975"/>
            </a:xfrm>
            <a:custGeom>
              <a:rect b="b" l="l" r="r" t="t"/>
              <a:pathLst>
                <a:path extrusionOk="0" h="7239" w="8030">
                  <a:moveTo>
                    <a:pt x="4008" y="1"/>
                  </a:moveTo>
                  <a:cubicBezTo>
                    <a:pt x="3158" y="1"/>
                    <a:pt x="2309" y="334"/>
                    <a:pt x="1601" y="1004"/>
                  </a:cubicBezTo>
                  <a:cubicBezTo>
                    <a:pt x="82" y="2414"/>
                    <a:pt x="1" y="4557"/>
                    <a:pt x="1384" y="6049"/>
                  </a:cubicBezTo>
                  <a:cubicBezTo>
                    <a:pt x="2129" y="6837"/>
                    <a:pt x="3086" y="7239"/>
                    <a:pt x="4043" y="7239"/>
                  </a:cubicBezTo>
                  <a:cubicBezTo>
                    <a:pt x="4898" y="7239"/>
                    <a:pt x="5752" y="6918"/>
                    <a:pt x="6456" y="6266"/>
                  </a:cubicBezTo>
                  <a:cubicBezTo>
                    <a:pt x="7948" y="4937"/>
                    <a:pt x="8029"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53"/>
            <p:cNvSpPr/>
            <p:nvPr/>
          </p:nvSpPr>
          <p:spPr>
            <a:xfrm>
              <a:off x="5247225" y="1811875"/>
              <a:ext cx="238700" cy="180550"/>
            </a:xfrm>
            <a:custGeom>
              <a:rect b="b" l="l" r="r" t="t"/>
              <a:pathLst>
                <a:path extrusionOk="0" h="7222" w="9548">
                  <a:moveTo>
                    <a:pt x="4774" y="0"/>
                  </a:moveTo>
                  <a:cubicBezTo>
                    <a:pt x="1600" y="0"/>
                    <a:pt x="0" y="3852"/>
                    <a:pt x="2251" y="6103"/>
                  </a:cubicBezTo>
                  <a:cubicBezTo>
                    <a:pt x="2929" y="6849"/>
                    <a:pt x="3852" y="7222"/>
                    <a:pt x="4774" y="7222"/>
                  </a:cubicBezTo>
                  <a:cubicBezTo>
                    <a:pt x="5696" y="7222"/>
                    <a:pt x="6618" y="6849"/>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53"/>
            <p:cNvSpPr/>
            <p:nvPr/>
          </p:nvSpPr>
          <p:spPr>
            <a:xfrm>
              <a:off x="5877750" y="1181150"/>
              <a:ext cx="238125" cy="179850"/>
            </a:xfrm>
            <a:custGeom>
              <a:rect b="b" l="l" r="r" t="t"/>
              <a:pathLst>
                <a:path extrusionOk="0" h="7194" w="9525">
                  <a:moveTo>
                    <a:pt x="4741" y="0"/>
                  </a:moveTo>
                  <a:cubicBezTo>
                    <a:pt x="3797" y="0"/>
                    <a:pt x="2854" y="380"/>
                    <a:pt x="2174" y="1143"/>
                  </a:cubicBezTo>
                  <a:cubicBezTo>
                    <a:pt x="0" y="3425"/>
                    <a:pt x="1597" y="7193"/>
                    <a:pt x="4732" y="7193"/>
                  </a:cubicBezTo>
                  <a:cubicBezTo>
                    <a:pt x="4765" y="7193"/>
                    <a:pt x="4799" y="7193"/>
                    <a:pt x="4832" y="7192"/>
                  </a:cubicBezTo>
                  <a:cubicBezTo>
                    <a:pt x="8006" y="7138"/>
                    <a:pt x="9525" y="3259"/>
                    <a:pt x="7219" y="1035"/>
                  </a:cubicBezTo>
                  <a:cubicBezTo>
                    <a:pt x="6544" y="346"/>
                    <a:pt x="5642" y="0"/>
                    <a:pt x="474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53"/>
            <p:cNvSpPr/>
            <p:nvPr/>
          </p:nvSpPr>
          <p:spPr>
            <a:xfrm>
              <a:off x="6506450" y="551525"/>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6"/>
                    <a:pt x="4765" y="7206"/>
                    <a:pt x="4787" y="7206"/>
                  </a:cubicBezTo>
                  <a:cubicBezTo>
                    <a:pt x="7943" y="7206"/>
                    <a:pt x="9559" y="3420"/>
                    <a:pt x="7351" y="1130"/>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53"/>
            <p:cNvSpPr/>
            <p:nvPr/>
          </p:nvSpPr>
          <p:spPr>
            <a:xfrm>
              <a:off x="5896150" y="1810525"/>
              <a:ext cx="201425" cy="181225"/>
            </a:xfrm>
            <a:custGeom>
              <a:rect b="b" l="l" r="r" t="t"/>
              <a:pathLst>
                <a:path extrusionOk="0" h="7249" w="8057">
                  <a:moveTo>
                    <a:pt x="4008" y="0"/>
                  </a:moveTo>
                  <a:cubicBezTo>
                    <a:pt x="3158" y="0"/>
                    <a:pt x="2309" y="334"/>
                    <a:pt x="1601" y="1003"/>
                  </a:cubicBezTo>
                  <a:cubicBezTo>
                    <a:pt x="109" y="2414"/>
                    <a:pt x="1" y="4584"/>
                    <a:pt x="1384" y="6048"/>
                  </a:cubicBezTo>
                  <a:cubicBezTo>
                    <a:pt x="2083" y="6847"/>
                    <a:pt x="3051" y="7248"/>
                    <a:pt x="4022" y="7248"/>
                  </a:cubicBezTo>
                  <a:cubicBezTo>
                    <a:pt x="4897" y="7248"/>
                    <a:pt x="5774" y="6922"/>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53"/>
            <p:cNvSpPr/>
            <p:nvPr/>
          </p:nvSpPr>
          <p:spPr>
            <a:xfrm>
              <a:off x="6507125" y="1180950"/>
              <a:ext cx="238125" cy="180725"/>
            </a:xfrm>
            <a:custGeom>
              <a:rect b="b" l="l" r="r" t="t"/>
              <a:pathLst>
                <a:path extrusionOk="0" h="7229" w="9525">
                  <a:moveTo>
                    <a:pt x="4753" y="1"/>
                  </a:moveTo>
                  <a:cubicBezTo>
                    <a:pt x="3889" y="1"/>
                    <a:pt x="3028" y="347"/>
                    <a:pt x="2306" y="1043"/>
                  </a:cubicBezTo>
                  <a:cubicBezTo>
                    <a:pt x="0" y="3240"/>
                    <a:pt x="1492" y="7146"/>
                    <a:pt x="4666" y="7227"/>
                  </a:cubicBezTo>
                  <a:cubicBezTo>
                    <a:pt x="4699" y="7228"/>
                    <a:pt x="4732" y="7228"/>
                    <a:pt x="4765" y="7228"/>
                  </a:cubicBezTo>
                  <a:cubicBezTo>
                    <a:pt x="7874" y="7228"/>
                    <a:pt x="9525" y="3460"/>
                    <a:pt x="7351" y="1178"/>
                  </a:cubicBezTo>
                  <a:cubicBezTo>
                    <a:pt x="6595" y="394"/>
                    <a:pt x="5673" y="1"/>
                    <a:pt x="475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p53"/>
            <p:cNvSpPr/>
            <p:nvPr/>
          </p:nvSpPr>
          <p:spPr>
            <a:xfrm>
              <a:off x="6506825" y="1811100"/>
              <a:ext cx="239000" cy="179825"/>
            </a:xfrm>
            <a:custGeom>
              <a:rect b="b" l="l" r="r" t="t"/>
              <a:pathLst>
                <a:path extrusionOk="0" h="7193" w="9560">
                  <a:moveTo>
                    <a:pt x="4786" y="0"/>
                  </a:moveTo>
                  <a:cubicBezTo>
                    <a:pt x="3846" y="0"/>
                    <a:pt x="2903" y="380"/>
                    <a:pt x="2209" y="1143"/>
                  </a:cubicBezTo>
                  <a:cubicBezTo>
                    <a:pt x="1" y="3406"/>
                    <a:pt x="1617" y="7192"/>
                    <a:pt x="4773" y="7192"/>
                  </a:cubicBezTo>
                  <a:cubicBezTo>
                    <a:pt x="4795" y="7192"/>
                    <a:pt x="4818" y="7192"/>
                    <a:pt x="4840" y="7192"/>
                  </a:cubicBezTo>
                  <a:cubicBezTo>
                    <a:pt x="8014"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53"/>
            <p:cNvSpPr/>
            <p:nvPr/>
          </p:nvSpPr>
          <p:spPr>
            <a:xfrm>
              <a:off x="3988175" y="552650"/>
              <a:ext cx="238525" cy="179800"/>
            </a:xfrm>
            <a:custGeom>
              <a:rect b="b" l="l" r="r" t="t"/>
              <a:pathLst>
                <a:path extrusionOk="0" h="7192" w="9541">
                  <a:moveTo>
                    <a:pt x="4787" y="0"/>
                  </a:moveTo>
                  <a:cubicBezTo>
                    <a:pt x="1609" y="0"/>
                    <a:pt x="1" y="3806"/>
                    <a:pt x="2217" y="6076"/>
                  </a:cubicBezTo>
                  <a:cubicBezTo>
                    <a:pt x="2905" y="6819"/>
                    <a:pt x="3836" y="7192"/>
                    <a:pt x="4768" y="7192"/>
                  </a:cubicBezTo>
                  <a:cubicBezTo>
                    <a:pt x="5674" y="7192"/>
                    <a:pt x="6580" y="6839"/>
                    <a:pt x="7262" y="6130"/>
                  </a:cubicBezTo>
                  <a:cubicBezTo>
                    <a:pt x="9541" y="3906"/>
                    <a:pt x="7995"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53"/>
            <p:cNvSpPr/>
            <p:nvPr/>
          </p:nvSpPr>
          <p:spPr>
            <a:xfrm>
              <a:off x="4006975" y="1181075"/>
              <a:ext cx="201425" cy="181050"/>
            </a:xfrm>
            <a:custGeom>
              <a:rect b="b" l="l" r="r" t="t"/>
              <a:pathLst>
                <a:path extrusionOk="0" h="7242" w="8057">
                  <a:moveTo>
                    <a:pt x="4006" y="1"/>
                  </a:moveTo>
                  <a:cubicBezTo>
                    <a:pt x="3156" y="1"/>
                    <a:pt x="2308" y="327"/>
                    <a:pt x="1601" y="983"/>
                  </a:cubicBezTo>
                  <a:cubicBezTo>
                    <a:pt x="109" y="2394"/>
                    <a:pt x="0" y="4564"/>
                    <a:pt x="1384" y="6056"/>
                  </a:cubicBezTo>
                  <a:cubicBezTo>
                    <a:pt x="2082" y="6840"/>
                    <a:pt x="3051" y="7242"/>
                    <a:pt x="4021" y="7242"/>
                  </a:cubicBezTo>
                  <a:cubicBezTo>
                    <a:pt x="4897" y="7242"/>
                    <a:pt x="5774" y="6914"/>
                    <a:pt x="6456" y="6245"/>
                  </a:cubicBezTo>
                  <a:cubicBezTo>
                    <a:pt x="7948" y="4944"/>
                    <a:pt x="8056" y="2638"/>
                    <a:pt x="6646" y="1200"/>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53"/>
            <p:cNvSpPr/>
            <p:nvPr/>
          </p:nvSpPr>
          <p:spPr>
            <a:xfrm>
              <a:off x="4617950" y="551525"/>
              <a:ext cx="238325" cy="180175"/>
            </a:xfrm>
            <a:custGeom>
              <a:rect b="b" l="l" r="r" t="t"/>
              <a:pathLst>
                <a:path extrusionOk="0" h="7207" w="9533">
                  <a:moveTo>
                    <a:pt x="4747" y="1"/>
                  </a:moveTo>
                  <a:cubicBezTo>
                    <a:pt x="3849" y="1"/>
                    <a:pt x="2954" y="347"/>
                    <a:pt x="2279" y="1049"/>
                  </a:cubicBezTo>
                  <a:cubicBezTo>
                    <a:pt x="0" y="3273"/>
                    <a:pt x="1519" y="7152"/>
                    <a:pt x="4693" y="7206"/>
                  </a:cubicBezTo>
                  <a:cubicBezTo>
                    <a:pt x="4715" y="7206"/>
                    <a:pt x="4737" y="7206"/>
                    <a:pt x="4759" y="7206"/>
                  </a:cubicBezTo>
                  <a:cubicBezTo>
                    <a:pt x="7916" y="7206"/>
                    <a:pt x="9532" y="3393"/>
                    <a:pt x="7324" y="1130"/>
                  </a:cubicBezTo>
                  <a:cubicBezTo>
                    <a:pt x="6630" y="381"/>
                    <a:pt x="5687" y="1"/>
                    <a:pt x="474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53"/>
            <p:cNvSpPr/>
            <p:nvPr/>
          </p:nvSpPr>
          <p:spPr>
            <a:xfrm>
              <a:off x="2098125" y="3073125"/>
              <a:ext cx="238525" cy="179725"/>
            </a:xfrm>
            <a:custGeom>
              <a:rect b="b" l="l" r="r" t="t"/>
              <a:pathLst>
                <a:path extrusionOk="0" h="7189" w="9541">
                  <a:moveTo>
                    <a:pt x="4759" y="0"/>
                  </a:moveTo>
                  <a:cubicBezTo>
                    <a:pt x="3849" y="0"/>
                    <a:pt x="2937" y="360"/>
                    <a:pt x="2252" y="1085"/>
                  </a:cubicBezTo>
                  <a:cubicBezTo>
                    <a:pt x="1" y="3337"/>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p53"/>
            <p:cNvSpPr/>
            <p:nvPr/>
          </p:nvSpPr>
          <p:spPr>
            <a:xfrm>
              <a:off x="2728075" y="2443400"/>
              <a:ext cx="238150" cy="180200"/>
            </a:xfrm>
            <a:custGeom>
              <a:rect b="b" l="l" r="r" t="t"/>
              <a:pathLst>
                <a:path extrusionOk="0" h="7208" w="9526">
                  <a:moveTo>
                    <a:pt x="4761" y="0"/>
                  </a:moveTo>
                  <a:cubicBezTo>
                    <a:pt x="3895" y="0"/>
                    <a:pt x="3028" y="340"/>
                    <a:pt x="2306" y="1022"/>
                  </a:cubicBezTo>
                  <a:cubicBezTo>
                    <a:pt x="1" y="3219"/>
                    <a:pt x="1493" y="7125"/>
                    <a:pt x="4693" y="7206"/>
                  </a:cubicBezTo>
                  <a:cubicBezTo>
                    <a:pt x="4727" y="7207"/>
                    <a:pt x="4760" y="7208"/>
                    <a:pt x="4793" y="7208"/>
                  </a:cubicBezTo>
                  <a:cubicBezTo>
                    <a:pt x="7902" y="7208"/>
                    <a:pt x="9525" y="3439"/>
                    <a:pt x="7351" y="1158"/>
                  </a:cubicBezTo>
                  <a:cubicBezTo>
                    <a:pt x="6609" y="387"/>
                    <a:pt x="5686"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p53"/>
            <p:cNvSpPr/>
            <p:nvPr/>
          </p:nvSpPr>
          <p:spPr>
            <a:xfrm>
              <a:off x="839100" y="4963650"/>
              <a:ext cx="238525" cy="179975"/>
            </a:xfrm>
            <a:custGeom>
              <a:rect b="b" l="l" r="r" t="t"/>
              <a:pathLst>
                <a:path extrusionOk="0" h="7199" w="9541">
                  <a:moveTo>
                    <a:pt x="4760" y="0"/>
                  </a:moveTo>
                  <a:cubicBezTo>
                    <a:pt x="1582" y="0"/>
                    <a:pt x="1" y="3833"/>
                    <a:pt x="2244" y="6076"/>
                  </a:cubicBezTo>
                  <a:cubicBezTo>
                    <a:pt x="2925" y="6826"/>
                    <a:pt x="3853" y="7198"/>
                    <a:pt x="4779" y="7198"/>
                  </a:cubicBezTo>
                  <a:cubicBezTo>
                    <a:pt x="5697" y="7198"/>
                    <a:pt x="6614" y="6832"/>
                    <a:pt x="7289" y="6103"/>
                  </a:cubicBezTo>
                  <a:cubicBezTo>
                    <a:pt x="9540" y="3852"/>
                    <a:pt x="7967" y="0"/>
                    <a:pt x="4794"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53"/>
            <p:cNvSpPr/>
            <p:nvPr/>
          </p:nvSpPr>
          <p:spPr>
            <a:xfrm>
              <a:off x="1469250" y="4333675"/>
              <a:ext cx="238325" cy="180100"/>
            </a:xfrm>
            <a:custGeom>
              <a:rect b="b" l="l" r="r" t="t"/>
              <a:pathLst>
                <a:path extrusionOk="0" h="7204" w="9533">
                  <a:moveTo>
                    <a:pt x="4746" y="1"/>
                  </a:moveTo>
                  <a:cubicBezTo>
                    <a:pt x="1616" y="1"/>
                    <a:pt x="0" y="3788"/>
                    <a:pt x="2182" y="6050"/>
                  </a:cubicBezTo>
                  <a:cubicBezTo>
                    <a:pt x="2865" y="6817"/>
                    <a:pt x="3813" y="7204"/>
                    <a:pt x="4765" y="7204"/>
                  </a:cubicBezTo>
                  <a:cubicBezTo>
                    <a:pt x="5665" y="7204"/>
                    <a:pt x="6568" y="6857"/>
                    <a:pt x="7254" y="6159"/>
                  </a:cubicBezTo>
                  <a:cubicBezTo>
                    <a:pt x="9532" y="3934"/>
                    <a:pt x="8013" y="56"/>
                    <a:pt x="4813" y="1"/>
                  </a:cubicBezTo>
                  <a:cubicBezTo>
                    <a:pt x="4791"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53"/>
            <p:cNvSpPr/>
            <p:nvPr/>
          </p:nvSpPr>
          <p:spPr>
            <a:xfrm>
              <a:off x="2098325" y="3702975"/>
              <a:ext cx="239200" cy="179825"/>
            </a:xfrm>
            <a:custGeom>
              <a:rect b="b" l="l" r="r" t="t"/>
              <a:pathLst>
                <a:path extrusionOk="0" h="7193" w="9568">
                  <a:moveTo>
                    <a:pt x="4771" y="1"/>
                  </a:moveTo>
                  <a:cubicBezTo>
                    <a:pt x="3843" y="1"/>
                    <a:pt x="2918" y="374"/>
                    <a:pt x="2244" y="1116"/>
                  </a:cubicBezTo>
                  <a:cubicBezTo>
                    <a:pt x="1" y="3387"/>
                    <a:pt x="1609" y="7192"/>
                    <a:pt x="4787" y="7192"/>
                  </a:cubicBezTo>
                  <a:cubicBezTo>
                    <a:pt x="4798" y="7192"/>
                    <a:pt x="4810" y="7192"/>
                    <a:pt x="4821" y="7192"/>
                  </a:cubicBezTo>
                  <a:cubicBezTo>
                    <a:pt x="7994" y="7165"/>
                    <a:pt x="9568" y="3286"/>
                    <a:pt x="7262" y="1062"/>
                  </a:cubicBezTo>
                  <a:cubicBezTo>
                    <a:pt x="6580" y="353"/>
                    <a:pt x="567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p53"/>
            <p:cNvSpPr/>
            <p:nvPr/>
          </p:nvSpPr>
          <p:spPr>
            <a:xfrm>
              <a:off x="2747075" y="3072975"/>
              <a:ext cx="201425" cy="182050"/>
            </a:xfrm>
            <a:custGeom>
              <a:rect b="b" l="l" r="r" t="t"/>
              <a:pathLst>
                <a:path extrusionOk="0" h="7282" w="8057">
                  <a:moveTo>
                    <a:pt x="4005" y="0"/>
                  </a:moveTo>
                  <a:cubicBezTo>
                    <a:pt x="3156" y="0"/>
                    <a:pt x="2308" y="327"/>
                    <a:pt x="1601" y="983"/>
                  </a:cubicBezTo>
                  <a:cubicBezTo>
                    <a:pt x="82" y="2393"/>
                    <a:pt x="0" y="4536"/>
                    <a:pt x="1384" y="6028"/>
                  </a:cubicBezTo>
                  <a:cubicBezTo>
                    <a:pt x="2097" y="6858"/>
                    <a:pt x="3093" y="7282"/>
                    <a:pt x="4092" y="7282"/>
                  </a:cubicBezTo>
                  <a:cubicBezTo>
                    <a:pt x="4954" y="7282"/>
                    <a:pt x="5819" y="6967"/>
                    <a:pt x="6510" y="6326"/>
                  </a:cubicBezTo>
                  <a:cubicBezTo>
                    <a:pt x="8002" y="4970"/>
                    <a:pt x="8056" y="2637"/>
                    <a:pt x="6646" y="1200"/>
                  </a:cubicBezTo>
                  <a:cubicBezTo>
                    <a:pt x="5890" y="401"/>
                    <a:pt x="4947" y="0"/>
                    <a:pt x="400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5" name="Google Shape;965;p53"/>
            <p:cNvSpPr/>
            <p:nvPr/>
          </p:nvSpPr>
          <p:spPr>
            <a:xfrm>
              <a:off x="3358025" y="2443400"/>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7"/>
                    <a:pt x="4738" y="7207"/>
                    <a:pt x="4761" y="7207"/>
                  </a:cubicBezTo>
                  <a:cubicBezTo>
                    <a:pt x="7917" y="7207"/>
                    <a:pt x="9533" y="3420"/>
                    <a:pt x="7324" y="1131"/>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p53"/>
            <p:cNvSpPr/>
            <p:nvPr/>
          </p:nvSpPr>
          <p:spPr>
            <a:xfrm>
              <a:off x="1468850" y="4962975"/>
              <a:ext cx="238725" cy="180400"/>
            </a:xfrm>
            <a:custGeom>
              <a:rect b="b" l="l" r="r" t="t"/>
              <a:pathLst>
                <a:path extrusionOk="0" h="7216" w="9549">
                  <a:moveTo>
                    <a:pt x="4748" y="0"/>
                  </a:moveTo>
                  <a:cubicBezTo>
                    <a:pt x="1574" y="27"/>
                    <a:pt x="1" y="3879"/>
                    <a:pt x="2252" y="6130"/>
                  </a:cubicBezTo>
                  <a:cubicBezTo>
                    <a:pt x="2937" y="6856"/>
                    <a:pt x="3849" y="7215"/>
                    <a:pt x="4763" y="7215"/>
                  </a:cubicBezTo>
                  <a:cubicBezTo>
                    <a:pt x="5693" y="7215"/>
                    <a:pt x="6626" y="6842"/>
                    <a:pt x="7324" y="6103"/>
                  </a:cubicBezTo>
                  <a:cubicBezTo>
                    <a:pt x="9548" y="3852"/>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53"/>
            <p:cNvSpPr/>
            <p:nvPr/>
          </p:nvSpPr>
          <p:spPr>
            <a:xfrm>
              <a:off x="2116450" y="4332375"/>
              <a:ext cx="202775" cy="181000"/>
            </a:xfrm>
            <a:custGeom>
              <a:rect b="b" l="l" r="r" t="t"/>
              <a:pathLst>
                <a:path extrusionOk="0" h="7240" w="8111">
                  <a:moveTo>
                    <a:pt x="4023" y="1"/>
                  </a:moveTo>
                  <a:cubicBezTo>
                    <a:pt x="3204" y="1"/>
                    <a:pt x="2389" y="303"/>
                    <a:pt x="1709" y="921"/>
                  </a:cubicBezTo>
                  <a:cubicBezTo>
                    <a:pt x="163" y="2305"/>
                    <a:pt x="0" y="4448"/>
                    <a:pt x="1356" y="5966"/>
                  </a:cubicBezTo>
                  <a:cubicBezTo>
                    <a:pt x="2109" y="6808"/>
                    <a:pt x="3087" y="7240"/>
                    <a:pt x="4067" y="7240"/>
                  </a:cubicBezTo>
                  <a:cubicBezTo>
                    <a:pt x="4887" y="7240"/>
                    <a:pt x="5709" y="6937"/>
                    <a:pt x="6401" y="6319"/>
                  </a:cubicBezTo>
                  <a:cubicBezTo>
                    <a:pt x="7920" y="4990"/>
                    <a:pt x="8110" y="2793"/>
                    <a:pt x="6754" y="1274"/>
                  </a:cubicBezTo>
                  <a:cubicBezTo>
                    <a:pt x="5986"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p53"/>
            <p:cNvSpPr/>
            <p:nvPr/>
          </p:nvSpPr>
          <p:spPr>
            <a:xfrm>
              <a:off x="2747075" y="3702650"/>
              <a:ext cx="201425" cy="180725"/>
            </a:xfrm>
            <a:custGeom>
              <a:rect b="b" l="l" r="r" t="t"/>
              <a:pathLst>
                <a:path extrusionOk="0" h="7229" w="8057">
                  <a:moveTo>
                    <a:pt x="3994" y="0"/>
                  </a:moveTo>
                  <a:cubicBezTo>
                    <a:pt x="3149" y="0"/>
                    <a:pt x="2305" y="328"/>
                    <a:pt x="1601" y="994"/>
                  </a:cubicBezTo>
                  <a:cubicBezTo>
                    <a:pt x="82" y="2431"/>
                    <a:pt x="0" y="4547"/>
                    <a:pt x="1384" y="6039"/>
                  </a:cubicBezTo>
                  <a:cubicBezTo>
                    <a:pt x="2129" y="6827"/>
                    <a:pt x="3086" y="7229"/>
                    <a:pt x="4043" y="7229"/>
                  </a:cubicBezTo>
                  <a:cubicBezTo>
                    <a:pt x="4897" y="7229"/>
                    <a:pt x="5752" y="6908"/>
                    <a:pt x="6456" y="6256"/>
                  </a:cubicBezTo>
                  <a:cubicBezTo>
                    <a:pt x="7948" y="4954"/>
                    <a:pt x="8056" y="2621"/>
                    <a:pt x="6646" y="1211"/>
                  </a:cubicBezTo>
                  <a:cubicBezTo>
                    <a:pt x="5887" y="409"/>
                    <a:pt x="4939" y="0"/>
                    <a:pt x="39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53"/>
            <p:cNvSpPr/>
            <p:nvPr/>
          </p:nvSpPr>
          <p:spPr>
            <a:xfrm>
              <a:off x="3357750" y="3073100"/>
              <a:ext cx="239000" cy="179750"/>
            </a:xfrm>
            <a:custGeom>
              <a:rect b="b" l="l" r="r" t="t"/>
              <a:pathLst>
                <a:path extrusionOk="0" h="7190" w="9560">
                  <a:moveTo>
                    <a:pt x="4772" y="1"/>
                  </a:moveTo>
                  <a:cubicBezTo>
                    <a:pt x="3836" y="1"/>
                    <a:pt x="2900" y="381"/>
                    <a:pt x="2209" y="1141"/>
                  </a:cubicBezTo>
                  <a:cubicBezTo>
                    <a:pt x="0" y="3403"/>
                    <a:pt x="1616" y="7190"/>
                    <a:pt x="4773" y="7190"/>
                  </a:cubicBezTo>
                  <a:cubicBezTo>
                    <a:pt x="4795" y="7190"/>
                    <a:pt x="4818" y="7190"/>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53"/>
            <p:cNvSpPr/>
            <p:nvPr/>
          </p:nvSpPr>
          <p:spPr>
            <a:xfrm>
              <a:off x="2098125" y="4963650"/>
              <a:ext cx="238725" cy="180050"/>
            </a:xfrm>
            <a:custGeom>
              <a:rect b="b" l="l" r="r" t="t"/>
              <a:pathLst>
                <a:path extrusionOk="0" h="7202" w="9549">
                  <a:moveTo>
                    <a:pt x="4775" y="0"/>
                  </a:moveTo>
                  <a:cubicBezTo>
                    <a:pt x="1601" y="0"/>
                    <a:pt x="1" y="3852"/>
                    <a:pt x="2252" y="6103"/>
                  </a:cubicBezTo>
                  <a:cubicBezTo>
                    <a:pt x="2930" y="6836"/>
                    <a:pt x="3852" y="7202"/>
                    <a:pt x="4775" y="7202"/>
                  </a:cubicBezTo>
                  <a:cubicBezTo>
                    <a:pt x="5697" y="7202"/>
                    <a:pt x="6619" y="6836"/>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53"/>
            <p:cNvSpPr/>
            <p:nvPr/>
          </p:nvSpPr>
          <p:spPr>
            <a:xfrm>
              <a:off x="2728475" y="4332575"/>
              <a:ext cx="238325" cy="180175"/>
            </a:xfrm>
            <a:custGeom>
              <a:rect b="b" l="l" r="r" t="t"/>
              <a:pathLst>
                <a:path extrusionOk="0" h="7207" w="9533">
                  <a:moveTo>
                    <a:pt x="4749" y="1"/>
                  </a:moveTo>
                  <a:cubicBezTo>
                    <a:pt x="3805" y="1"/>
                    <a:pt x="2862" y="381"/>
                    <a:pt x="2182" y="1130"/>
                  </a:cubicBezTo>
                  <a:cubicBezTo>
                    <a:pt x="0" y="3420"/>
                    <a:pt x="1616" y="7207"/>
                    <a:pt x="4773" y="7207"/>
                  </a:cubicBezTo>
                  <a:cubicBezTo>
                    <a:pt x="4795" y="7207"/>
                    <a:pt x="4818" y="7207"/>
                    <a:pt x="4840" y="7206"/>
                  </a:cubicBezTo>
                  <a:cubicBezTo>
                    <a:pt x="8014" y="7125"/>
                    <a:pt x="9532" y="3246"/>
                    <a:pt x="7227" y="1049"/>
                  </a:cubicBezTo>
                  <a:cubicBezTo>
                    <a:pt x="6551"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53"/>
            <p:cNvSpPr/>
            <p:nvPr/>
          </p:nvSpPr>
          <p:spPr>
            <a:xfrm>
              <a:off x="3358025" y="3702975"/>
              <a:ext cx="238325" cy="179825"/>
            </a:xfrm>
            <a:custGeom>
              <a:rect b="b" l="l" r="r" t="t"/>
              <a:pathLst>
                <a:path extrusionOk="0" h="7193" w="9533">
                  <a:moveTo>
                    <a:pt x="4768" y="0"/>
                  </a:moveTo>
                  <a:cubicBezTo>
                    <a:pt x="3870" y="0"/>
                    <a:pt x="2968" y="346"/>
                    <a:pt x="2279" y="1035"/>
                  </a:cubicBezTo>
                  <a:cubicBezTo>
                    <a:pt x="1" y="3259"/>
                    <a:pt x="1520" y="7138"/>
                    <a:pt x="4693" y="7192"/>
                  </a:cubicBezTo>
                  <a:cubicBezTo>
                    <a:pt x="4716" y="7193"/>
                    <a:pt x="4738" y="7193"/>
                    <a:pt x="4761" y="7193"/>
                  </a:cubicBezTo>
                  <a:cubicBezTo>
                    <a:pt x="7917" y="7193"/>
                    <a:pt x="9533" y="3406"/>
                    <a:pt x="7324" y="1144"/>
                  </a:cubicBezTo>
                  <a:cubicBezTo>
                    <a:pt x="6644" y="380"/>
                    <a:pt x="5709" y="0"/>
                    <a:pt x="476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53"/>
            <p:cNvSpPr/>
            <p:nvPr/>
          </p:nvSpPr>
          <p:spPr>
            <a:xfrm>
              <a:off x="2747075" y="4962125"/>
              <a:ext cx="201425" cy="181050"/>
            </a:xfrm>
            <a:custGeom>
              <a:rect b="b" l="l" r="r" t="t"/>
              <a:pathLst>
                <a:path extrusionOk="0" h="7242" w="8057">
                  <a:moveTo>
                    <a:pt x="4005" y="1"/>
                  </a:moveTo>
                  <a:cubicBezTo>
                    <a:pt x="3156" y="1"/>
                    <a:pt x="2308" y="328"/>
                    <a:pt x="1601" y="984"/>
                  </a:cubicBezTo>
                  <a:cubicBezTo>
                    <a:pt x="109" y="2394"/>
                    <a:pt x="0" y="4564"/>
                    <a:pt x="1384" y="6056"/>
                  </a:cubicBezTo>
                  <a:cubicBezTo>
                    <a:pt x="2082" y="6840"/>
                    <a:pt x="3051" y="7242"/>
                    <a:pt x="4021" y="7242"/>
                  </a:cubicBezTo>
                  <a:cubicBezTo>
                    <a:pt x="4897" y="7242"/>
                    <a:pt x="5774" y="6915"/>
                    <a:pt x="6456" y="6246"/>
                  </a:cubicBezTo>
                  <a:cubicBezTo>
                    <a:pt x="7948" y="4944"/>
                    <a:pt x="8056" y="2638"/>
                    <a:pt x="6646" y="1201"/>
                  </a:cubicBezTo>
                  <a:cubicBezTo>
                    <a:pt x="5890" y="402"/>
                    <a:pt x="4947" y="1"/>
                    <a:pt x="400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53"/>
            <p:cNvSpPr/>
            <p:nvPr/>
          </p:nvSpPr>
          <p:spPr>
            <a:xfrm>
              <a:off x="3358025" y="4332300"/>
              <a:ext cx="238150" cy="180475"/>
            </a:xfrm>
            <a:custGeom>
              <a:rect b="b" l="l" r="r" t="t"/>
              <a:pathLst>
                <a:path extrusionOk="0" h="7219" w="9526">
                  <a:moveTo>
                    <a:pt x="4750" y="1"/>
                  </a:moveTo>
                  <a:cubicBezTo>
                    <a:pt x="3888" y="1"/>
                    <a:pt x="3025" y="341"/>
                    <a:pt x="2306" y="1033"/>
                  </a:cubicBezTo>
                  <a:cubicBezTo>
                    <a:pt x="1" y="3230"/>
                    <a:pt x="1493" y="7136"/>
                    <a:pt x="4666" y="7217"/>
                  </a:cubicBezTo>
                  <a:cubicBezTo>
                    <a:pt x="4700" y="7218"/>
                    <a:pt x="4733" y="7218"/>
                    <a:pt x="4767" y="7218"/>
                  </a:cubicBezTo>
                  <a:cubicBezTo>
                    <a:pt x="7902" y="7218"/>
                    <a:pt x="9525" y="3450"/>
                    <a:pt x="7352" y="1169"/>
                  </a:cubicBezTo>
                  <a:cubicBezTo>
                    <a:pt x="6606" y="395"/>
                    <a:pt x="5678" y="1"/>
                    <a:pt x="475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53"/>
            <p:cNvSpPr/>
            <p:nvPr/>
          </p:nvSpPr>
          <p:spPr>
            <a:xfrm>
              <a:off x="3357750" y="4962275"/>
              <a:ext cx="239000" cy="179750"/>
            </a:xfrm>
            <a:custGeom>
              <a:rect b="b" l="l" r="r" t="t"/>
              <a:pathLst>
                <a:path extrusionOk="0" h="7190" w="9560">
                  <a:moveTo>
                    <a:pt x="4772" y="1"/>
                  </a:moveTo>
                  <a:cubicBezTo>
                    <a:pt x="3836" y="1"/>
                    <a:pt x="2900" y="381"/>
                    <a:pt x="2209" y="1140"/>
                  </a:cubicBezTo>
                  <a:cubicBezTo>
                    <a:pt x="0" y="3403"/>
                    <a:pt x="1616" y="7190"/>
                    <a:pt x="4773" y="7190"/>
                  </a:cubicBezTo>
                  <a:cubicBezTo>
                    <a:pt x="4795" y="7190"/>
                    <a:pt x="4818" y="7189"/>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53"/>
            <p:cNvSpPr/>
            <p:nvPr/>
          </p:nvSpPr>
          <p:spPr>
            <a:xfrm>
              <a:off x="229975" y="2443400"/>
              <a:ext cx="198700" cy="179600"/>
            </a:xfrm>
            <a:custGeom>
              <a:rect b="b" l="l" r="r" t="t"/>
              <a:pathLst>
                <a:path extrusionOk="0" h="7184" w="7948">
                  <a:moveTo>
                    <a:pt x="3927" y="0"/>
                  </a:moveTo>
                  <a:cubicBezTo>
                    <a:pt x="3061" y="0"/>
                    <a:pt x="2201" y="340"/>
                    <a:pt x="1492" y="1022"/>
                  </a:cubicBezTo>
                  <a:cubicBezTo>
                    <a:pt x="55" y="2378"/>
                    <a:pt x="1" y="4657"/>
                    <a:pt x="1357" y="6067"/>
                  </a:cubicBezTo>
                  <a:cubicBezTo>
                    <a:pt x="2058" y="6810"/>
                    <a:pt x="3005" y="7184"/>
                    <a:pt x="3956" y="7184"/>
                  </a:cubicBezTo>
                  <a:cubicBezTo>
                    <a:pt x="4844" y="7184"/>
                    <a:pt x="5735" y="6858"/>
                    <a:pt x="6429" y="6203"/>
                  </a:cubicBezTo>
                  <a:lnTo>
                    <a:pt x="6402" y="6203"/>
                  </a:lnTo>
                  <a:cubicBezTo>
                    <a:pt x="7894" y="4874"/>
                    <a:pt x="7948" y="2541"/>
                    <a:pt x="6537" y="1158"/>
                  </a:cubicBezTo>
                  <a:cubicBezTo>
                    <a:pt x="5781" y="387"/>
                    <a:pt x="4851" y="0"/>
                    <a:pt x="392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53"/>
            <p:cNvSpPr/>
            <p:nvPr/>
          </p:nvSpPr>
          <p:spPr>
            <a:xfrm>
              <a:off x="209625" y="3073800"/>
              <a:ext cx="238725" cy="180050"/>
            </a:xfrm>
            <a:custGeom>
              <a:rect b="b" l="l" r="r" t="t"/>
              <a:pathLst>
                <a:path extrusionOk="0" h="7202" w="9549">
                  <a:moveTo>
                    <a:pt x="4775" y="0"/>
                  </a:moveTo>
                  <a:cubicBezTo>
                    <a:pt x="1574" y="0"/>
                    <a:pt x="1" y="3852"/>
                    <a:pt x="2252" y="6103"/>
                  </a:cubicBezTo>
                  <a:cubicBezTo>
                    <a:pt x="2930" y="6836"/>
                    <a:pt x="3852" y="7202"/>
                    <a:pt x="4775" y="7202"/>
                  </a:cubicBezTo>
                  <a:cubicBezTo>
                    <a:pt x="5697" y="7202"/>
                    <a:pt x="6619" y="6836"/>
                    <a:pt x="7297" y="6103"/>
                  </a:cubicBezTo>
                  <a:cubicBezTo>
                    <a:pt x="9548" y="3852"/>
                    <a:pt x="7948"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53"/>
            <p:cNvSpPr/>
            <p:nvPr/>
          </p:nvSpPr>
          <p:spPr>
            <a:xfrm>
              <a:off x="857225" y="2443200"/>
              <a:ext cx="202100" cy="180775"/>
            </a:xfrm>
            <a:custGeom>
              <a:rect b="b" l="l" r="r" t="t"/>
              <a:pathLst>
                <a:path extrusionOk="0" h="7231" w="8084">
                  <a:moveTo>
                    <a:pt x="4034" y="1"/>
                  </a:moveTo>
                  <a:cubicBezTo>
                    <a:pt x="3217" y="1"/>
                    <a:pt x="2401" y="304"/>
                    <a:pt x="1709" y="922"/>
                  </a:cubicBezTo>
                  <a:cubicBezTo>
                    <a:pt x="190" y="2278"/>
                    <a:pt x="0" y="4448"/>
                    <a:pt x="1356" y="5967"/>
                  </a:cubicBezTo>
                  <a:cubicBezTo>
                    <a:pt x="2083" y="6797"/>
                    <a:pt x="3070" y="7231"/>
                    <a:pt x="4063" y="7231"/>
                  </a:cubicBezTo>
                  <a:cubicBezTo>
                    <a:pt x="4886" y="7231"/>
                    <a:pt x="5713" y="6934"/>
                    <a:pt x="6401" y="6319"/>
                  </a:cubicBezTo>
                  <a:cubicBezTo>
                    <a:pt x="7893" y="4990"/>
                    <a:pt x="8083" y="2766"/>
                    <a:pt x="6754" y="1274"/>
                  </a:cubicBezTo>
                  <a:cubicBezTo>
                    <a:pt x="5986" y="433"/>
                    <a:pt x="5010" y="1"/>
                    <a:pt x="403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53"/>
            <p:cNvSpPr/>
            <p:nvPr/>
          </p:nvSpPr>
          <p:spPr>
            <a:xfrm>
              <a:off x="209625" y="3703725"/>
              <a:ext cx="238325" cy="180100"/>
            </a:xfrm>
            <a:custGeom>
              <a:rect b="b" l="l" r="r" t="t"/>
              <a:pathLst>
                <a:path extrusionOk="0" h="7204" w="9533">
                  <a:moveTo>
                    <a:pt x="4760" y="1"/>
                  </a:moveTo>
                  <a:cubicBezTo>
                    <a:pt x="4738" y="1"/>
                    <a:pt x="4716" y="1"/>
                    <a:pt x="4693" y="1"/>
                  </a:cubicBezTo>
                  <a:cubicBezTo>
                    <a:pt x="1520" y="56"/>
                    <a:pt x="1" y="3934"/>
                    <a:pt x="2279" y="6159"/>
                  </a:cubicBezTo>
                  <a:cubicBezTo>
                    <a:pt x="2952" y="6857"/>
                    <a:pt x="3848" y="7204"/>
                    <a:pt x="4745" y="7204"/>
                  </a:cubicBezTo>
                  <a:cubicBezTo>
                    <a:pt x="5693" y="7204"/>
                    <a:pt x="6641" y="6817"/>
                    <a:pt x="7324" y="6050"/>
                  </a:cubicBezTo>
                  <a:cubicBezTo>
                    <a:pt x="9533" y="3788"/>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53"/>
            <p:cNvSpPr/>
            <p:nvPr/>
          </p:nvSpPr>
          <p:spPr>
            <a:xfrm>
              <a:off x="838900" y="3073100"/>
              <a:ext cx="238150" cy="179775"/>
            </a:xfrm>
            <a:custGeom>
              <a:rect b="b" l="l" r="r" t="t"/>
              <a:pathLst>
                <a:path extrusionOk="0" h="7191" w="9526">
                  <a:moveTo>
                    <a:pt x="4788" y="1"/>
                  </a:moveTo>
                  <a:cubicBezTo>
                    <a:pt x="3886" y="1"/>
                    <a:pt x="2985" y="354"/>
                    <a:pt x="2306" y="1059"/>
                  </a:cubicBezTo>
                  <a:cubicBezTo>
                    <a:pt x="1" y="3256"/>
                    <a:pt x="1520" y="7135"/>
                    <a:pt x="4693" y="7189"/>
                  </a:cubicBezTo>
                  <a:cubicBezTo>
                    <a:pt x="4727" y="7190"/>
                    <a:pt x="4760" y="7190"/>
                    <a:pt x="4793" y="7190"/>
                  </a:cubicBezTo>
                  <a:cubicBezTo>
                    <a:pt x="7928" y="7190"/>
                    <a:pt x="9525" y="3395"/>
                    <a:pt x="7351" y="1141"/>
                  </a:cubicBezTo>
                  <a:cubicBezTo>
                    <a:pt x="6661" y="381"/>
                    <a:pt x="5724" y="1"/>
                    <a:pt x="478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53"/>
            <p:cNvSpPr/>
            <p:nvPr/>
          </p:nvSpPr>
          <p:spPr>
            <a:xfrm>
              <a:off x="1468175" y="2443250"/>
              <a:ext cx="239200" cy="180325"/>
            </a:xfrm>
            <a:custGeom>
              <a:rect b="b" l="l" r="r" t="t"/>
              <a:pathLst>
                <a:path extrusionOk="0" h="7213" w="9568">
                  <a:moveTo>
                    <a:pt x="4787" y="1"/>
                  </a:moveTo>
                  <a:cubicBezTo>
                    <a:pt x="3881" y="1"/>
                    <a:pt x="2975" y="360"/>
                    <a:pt x="2306" y="1082"/>
                  </a:cubicBezTo>
                  <a:cubicBezTo>
                    <a:pt x="1" y="3306"/>
                    <a:pt x="1574" y="7185"/>
                    <a:pt x="4747" y="7212"/>
                  </a:cubicBezTo>
                  <a:cubicBezTo>
                    <a:pt x="4759" y="7212"/>
                    <a:pt x="4770" y="7212"/>
                    <a:pt x="4781" y="7212"/>
                  </a:cubicBezTo>
                  <a:cubicBezTo>
                    <a:pt x="7959" y="7212"/>
                    <a:pt x="9567" y="3407"/>
                    <a:pt x="7324" y="1137"/>
                  </a:cubicBezTo>
                  <a:cubicBezTo>
                    <a:pt x="6650" y="380"/>
                    <a:pt x="5719"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53"/>
            <p:cNvSpPr/>
            <p:nvPr/>
          </p:nvSpPr>
          <p:spPr>
            <a:xfrm>
              <a:off x="209825" y="4333700"/>
              <a:ext cx="238525" cy="179800"/>
            </a:xfrm>
            <a:custGeom>
              <a:rect b="b" l="l" r="r" t="t"/>
              <a:pathLst>
                <a:path extrusionOk="0" h="7192" w="9541">
                  <a:moveTo>
                    <a:pt x="4760" y="0"/>
                  </a:moveTo>
                  <a:cubicBezTo>
                    <a:pt x="1609" y="0"/>
                    <a:pt x="1" y="3806"/>
                    <a:pt x="2217" y="6076"/>
                  </a:cubicBezTo>
                  <a:cubicBezTo>
                    <a:pt x="2905" y="6819"/>
                    <a:pt x="3836" y="7192"/>
                    <a:pt x="4768" y="7192"/>
                  </a:cubicBezTo>
                  <a:cubicBezTo>
                    <a:pt x="5674" y="7192"/>
                    <a:pt x="6580" y="6839"/>
                    <a:pt x="7262" y="6130"/>
                  </a:cubicBezTo>
                  <a:cubicBezTo>
                    <a:pt x="9540" y="3906"/>
                    <a:pt x="7994" y="28"/>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53"/>
            <p:cNvSpPr/>
            <p:nvPr/>
          </p:nvSpPr>
          <p:spPr>
            <a:xfrm>
              <a:off x="839100" y="3703750"/>
              <a:ext cx="238525" cy="180325"/>
            </a:xfrm>
            <a:custGeom>
              <a:rect b="b" l="l" r="r" t="t"/>
              <a:pathLst>
                <a:path extrusionOk="0" h="7213" w="9541">
                  <a:moveTo>
                    <a:pt x="4787" y="0"/>
                  </a:moveTo>
                  <a:cubicBezTo>
                    <a:pt x="1609" y="0"/>
                    <a:pt x="1" y="3806"/>
                    <a:pt x="2217" y="6076"/>
                  </a:cubicBezTo>
                  <a:cubicBezTo>
                    <a:pt x="2904" y="6832"/>
                    <a:pt x="3843" y="7212"/>
                    <a:pt x="4778" y="7212"/>
                  </a:cubicBezTo>
                  <a:cubicBezTo>
                    <a:pt x="5687" y="7212"/>
                    <a:pt x="6593" y="6853"/>
                    <a:pt x="7262" y="6130"/>
                  </a:cubicBezTo>
                  <a:cubicBezTo>
                    <a:pt x="9540" y="3906"/>
                    <a:pt x="7994"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53"/>
            <p:cNvSpPr/>
            <p:nvPr/>
          </p:nvSpPr>
          <p:spPr>
            <a:xfrm>
              <a:off x="1487175" y="3072975"/>
              <a:ext cx="200725" cy="180925"/>
            </a:xfrm>
            <a:custGeom>
              <a:rect b="b" l="l" r="r" t="t"/>
              <a:pathLst>
                <a:path extrusionOk="0" h="7237" w="8029">
                  <a:moveTo>
                    <a:pt x="4026" y="0"/>
                  </a:moveTo>
                  <a:cubicBezTo>
                    <a:pt x="3176" y="0"/>
                    <a:pt x="2321" y="327"/>
                    <a:pt x="1600" y="983"/>
                  </a:cubicBezTo>
                  <a:cubicBezTo>
                    <a:pt x="82" y="2393"/>
                    <a:pt x="0" y="4536"/>
                    <a:pt x="1383" y="6028"/>
                  </a:cubicBezTo>
                  <a:cubicBezTo>
                    <a:pt x="2095" y="6827"/>
                    <a:pt x="3088" y="7237"/>
                    <a:pt x="4085" y="7237"/>
                  </a:cubicBezTo>
                  <a:cubicBezTo>
                    <a:pt x="4949" y="7237"/>
                    <a:pt x="5817" y="6929"/>
                    <a:pt x="6510" y="6299"/>
                  </a:cubicBezTo>
                  <a:cubicBezTo>
                    <a:pt x="7975" y="4943"/>
                    <a:pt x="8029" y="2637"/>
                    <a:pt x="6646" y="1200"/>
                  </a:cubicBezTo>
                  <a:cubicBezTo>
                    <a:pt x="5904" y="401"/>
                    <a:pt x="4968"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53"/>
            <p:cNvSpPr/>
            <p:nvPr/>
          </p:nvSpPr>
          <p:spPr>
            <a:xfrm>
              <a:off x="2098125" y="2443175"/>
              <a:ext cx="238525" cy="179725"/>
            </a:xfrm>
            <a:custGeom>
              <a:rect b="b" l="l" r="r" t="t"/>
              <a:pathLst>
                <a:path extrusionOk="0" h="7189" w="9541">
                  <a:moveTo>
                    <a:pt x="4759" y="0"/>
                  </a:moveTo>
                  <a:cubicBezTo>
                    <a:pt x="3849" y="0"/>
                    <a:pt x="2937" y="360"/>
                    <a:pt x="2252" y="1085"/>
                  </a:cubicBezTo>
                  <a:cubicBezTo>
                    <a:pt x="1" y="3309"/>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53"/>
            <p:cNvSpPr/>
            <p:nvPr/>
          </p:nvSpPr>
          <p:spPr>
            <a:xfrm>
              <a:off x="209825" y="4962975"/>
              <a:ext cx="238525" cy="180325"/>
            </a:xfrm>
            <a:custGeom>
              <a:rect b="b" l="l" r="r" t="t"/>
              <a:pathLst>
                <a:path extrusionOk="0" h="7213" w="9541">
                  <a:moveTo>
                    <a:pt x="4760" y="0"/>
                  </a:moveTo>
                  <a:cubicBezTo>
                    <a:pt x="1609" y="0"/>
                    <a:pt x="1" y="3833"/>
                    <a:pt x="2217" y="6076"/>
                  </a:cubicBezTo>
                  <a:cubicBezTo>
                    <a:pt x="2904" y="6832"/>
                    <a:pt x="3836" y="7212"/>
                    <a:pt x="4767" y="7212"/>
                  </a:cubicBezTo>
                  <a:cubicBezTo>
                    <a:pt x="5673" y="7212"/>
                    <a:pt x="6580" y="6853"/>
                    <a:pt x="7262" y="6130"/>
                  </a:cubicBezTo>
                  <a:cubicBezTo>
                    <a:pt x="9540" y="3906"/>
                    <a:pt x="7994" y="55"/>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53"/>
            <p:cNvSpPr/>
            <p:nvPr/>
          </p:nvSpPr>
          <p:spPr>
            <a:xfrm>
              <a:off x="857225" y="4332350"/>
              <a:ext cx="201400" cy="180975"/>
            </a:xfrm>
            <a:custGeom>
              <a:rect b="b" l="l" r="r" t="t"/>
              <a:pathLst>
                <a:path extrusionOk="0" h="7239" w="8056">
                  <a:moveTo>
                    <a:pt x="4035" y="1"/>
                  </a:moveTo>
                  <a:cubicBezTo>
                    <a:pt x="3185" y="1"/>
                    <a:pt x="2336" y="334"/>
                    <a:pt x="1628" y="1004"/>
                  </a:cubicBezTo>
                  <a:cubicBezTo>
                    <a:pt x="136" y="2387"/>
                    <a:pt x="0" y="4557"/>
                    <a:pt x="1411" y="6049"/>
                  </a:cubicBezTo>
                  <a:cubicBezTo>
                    <a:pt x="2098" y="6837"/>
                    <a:pt x="3066" y="7239"/>
                    <a:pt x="4038" y="7239"/>
                  </a:cubicBezTo>
                  <a:cubicBezTo>
                    <a:pt x="4906" y="7239"/>
                    <a:pt x="5777" y="6918"/>
                    <a:pt x="6456" y="6266"/>
                  </a:cubicBezTo>
                  <a:cubicBezTo>
                    <a:pt x="7975" y="4937"/>
                    <a:pt x="8056" y="2631"/>
                    <a:pt x="6673" y="1221"/>
                  </a:cubicBezTo>
                  <a:cubicBezTo>
                    <a:pt x="5918" y="409"/>
                    <a:pt x="4975"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53"/>
            <p:cNvSpPr/>
            <p:nvPr/>
          </p:nvSpPr>
          <p:spPr>
            <a:xfrm>
              <a:off x="1468850" y="3702900"/>
              <a:ext cx="238325" cy="179900"/>
            </a:xfrm>
            <a:custGeom>
              <a:rect b="b" l="l" r="r" t="t"/>
              <a:pathLst>
                <a:path extrusionOk="0" h="7196" w="9533">
                  <a:moveTo>
                    <a:pt x="4780" y="0"/>
                  </a:moveTo>
                  <a:cubicBezTo>
                    <a:pt x="3878" y="0"/>
                    <a:pt x="2971" y="346"/>
                    <a:pt x="2279" y="1038"/>
                  </a:cubicBezTo>
                  <a:cubicBezTo>
                    <a:pt x="1" y="3262"/>
                    <a:pt x="1520" y="7141"/>
                    <a:pt x="4720" y="7195"/>
                  </a:cubicBezTo>
                  <a:cubicBezTo>
                    <a:pt x="4743" y="7196"/>
                    <a:pt x="4765" y="7196"/>
                    <a:pt x="4787" y="7196"/>
                  </a:cubicBezTo>
                  <a:cubicBezTo>
                    <a:pt x="7917" y="7196"/>
                    <a:pt x="9533" y="3409"/>
                    <a:pt x="7324" y="1119"/>
                  </a:cubicBezTo>
                  <a:cubicBezTo>
                    <a:pt x="6647" y="373"/>
                    <a:pt x="5717" y="0"/>
                    <a:pt x="478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53"/>
            <p:cNvSpPr/>
            <p:nvPr/>
          </p:nvSpPr>
          <p:spPr>
            <a:xfrm>
              <a:off x="5247225" y="3073125"/>
              <a:ext cx="239175" cy="179725"/>
            </a:xfrm>
            <a:custGeom>
              <a:rect b="b" l="l" r="r" t="t"/>
              <a:pathLst>
                <a:path extrusionOk="0" h="7189" w="9567">
                  <a:moveTo>
                    <a:pt x="4765" y="0"/>
                  </a:moveTo>
                  <a:cubicBezTo>
                    <a:pt x="3855" y="0"/>
                    <a:pt x="2950" y="360"/>
                    <a:pt x="2278" y="1085"/>
                  </a:cubicBezTo>
                  <a:cubicBezTo>
                    <a:pt x="0" y="3337"/>
                    <a:pt x="1573" y="7188"/>
                    <a:pt x="4774" y="7188"/>
                  </a:cubicBezTo>
                  <a:cubicBezTo>
                    <a:pt x="4785" y="7188"/>
                    <a:pt x="4796" y="7188"/>
                    <a:pt x="4807" y="7188"/>
                  </a:cubicBezTo>
                  <a:cubicBezTo>
                    <a:pt x="7959" y="7188"/>
                    <a:pt x="9567"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53"/>
            <p:cNvSpPr/>
            <p:nvPr/>
          </p:nvSpPr>
          <p:spPr>
            <a:xfrm>
              <a:off x="5877175" y="2443400"/>
              <a:ext cx="238125" cy="180200"/>
            </a:xfrm>
            <a:custGeom>
              <a:rect b="b" l="l" r="r" t="t"/>
              <a:pathLst>
                <a:path extrusionOk="0" h="7208" w="9525">
                  <a:moveTo>
                    <a:pt x="4761" y="0"/>
                  </a:moveTo>
                  <a:cubicBezTo>
                    <a:pt x="3895" y="0"/>
                    <a:pt x="3027" y="340"/>
                    <a:pt x="2306" y="1022"/>
                  </a:cubicBezTo>
                  <a:cubicBezTo>
                    <a:pt x="0" y="3219"/>
                    <a:pt x="1492" y="7125"/>
                    <a:pt x="4665" y="7206"/>
                  </a:cubicBezTo>
                  <a:cubicBezTo>
                    <a:pt x="4699" y="7207"/>
                    <a:pt x="4732" y="7208"/>
                    <a:pt x="4766" y="7208"/>
                  </a:cubicBezTo>
                  <a:cubicBezTo>
                    <a:pt x="7901" y="7208"/>
                    <a:pt x="9525" y="3439"/>
                    <a:pt x="7351" y="1158"/>
                  </a:cubicBezTo>
                  <a:cubicBezTo>
                    <a:pt x="6608" y="387"/>
                    <a:pt x="5685"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53"/>
            <p:cNvSpPr/>
            <p:nvPr/>
          </p:nvSpPr>
          <p:spPr>
            <a:xfrm>
              <a:off x="3988175" y="4963650"/>
              <a:ext cx="238525" cy="179975"/>
            </a:xfrm>
            <a:custGeom>
              <a:rect b="b" l="l" r="r" t="t"/>
              <a:pathLst>
                <a:path extrusionOk="0" h="7199" w="9541">
                  <a:moveTo>
                    <a:pt x="4760" y="0"/>
                  </a:moveTo>
                  <a:cubicBezTo>
                    <a:pt x="1582" y="0"/>
                    <a:pt x="1" y="3833"/>
                    <a:pt x="2244" y="6076"/>
                  </a:cubicBezTo>
                  <a:cubicBezTo>
                    <a:pt x="2926" y="6826"/>
                    <a:pt x="3853" y="7198"/>
                    <a:pt x="4780" y="7198"/>
                  </a:cubicBezTo>
                  <a:cubicBezTo>
                    <a:pt x="5697" y="7198"/>
                    <a:pt x="6614" y="6832"/>
                    <a:pt x="7289" y="6103"/>
                  </a:cubicBezTo>
                  <a:cubicBezTo>
                    <a:pt x="9541" y="3852"/>
                    <a:pt x="7967" y="0"/>
                    <a:pt x="4794" y="0"/>
                  </a:cubicBezTo>
                  <a:cubicBezTo>
                    <a:pt x="4783" y="0"/>
                    <a:pt x="4772"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53"/>
            <p:cNvSpPr/>
            <p:nvPr/>
          </p:nvSpPr>
          <p:spPr>
            <a:xfrm>
              <a:off x="4617650" y="4333675"/>
              <a:ext cx="239000" cy="180100"/>
            </a:xfrm>
            <a:custGeom>
              <a:rect b="b" l="l" r="r" t="t"/>
              <a:pathLst>
                <a:path extrusionOk="0" h="7204" w="9560">
                  <a:moveTo>
                    <a:pt x="4773" y="1"/>
                  </a:moveTo>
                  <a:cubicBezTo>
                    <a:pt x="1643" y="1"/>
                    <a:pt x="1" y="3788"/>
                    <a:pt x="2209" y="6050"/>
                  </a:cubicBezTo>
                  <a:cubicBezTo>
                    <a:pt x="2892" y="6817"/>
                    <a:pt x="3840" y="7204"/>
                    <a:pt x="4788" y="7204"/>
                  </a:cubicBezTo>
                  <a:cubicBezTo>
                    <a:pt x="5685" y="7204"/>
                    <a:pt x="6582" y="6857"/>
                    <a:pt x="7254" y="6159"/>
                  </a:cubicBezTo>
                  <a:cubicBezTo>
                    <a:pt x="9560" y="3934"/>
                    <a:pt x="8014" y="56"/>
                    <a:pt x="4840" y="1"/>
                  </a:cubicBezTo>
                  <a:cubicBezTo>
                    <a:pt x="4818" y="1"/>
                    <a:pt x="4796"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p53"/>
            <p:cNvSpPr/>
            <p:nvPr/>
          </p:nvSpPr>
          <p:spPr>
            <a:xfrm>
              <a:off x="5247400" y="3702975"/>
              <a:ext cx="238525" cy="179825"/>
            </a:xfrm>
            <a:custGeom>
              <a:rect b="b" l="l" r="r" t="t"/>
              <a:pathLst>
                <a:path extrusionOk="0" h="7193" w="9541">
                  <a:moveTo>
                    <a:pt x="4768" y="1"/>
                  </a:moveTo>
                  <a:cubicBezTo>
                    <a:pt x="3836" y="1"/>
                    <a:pt x="2905" y="374"/>
                    <a:pt x="2217" y="1116"/>
                  </a:cubicBezTo>
                  <a:cubicBezTo>
                    <a:pt x="1" y="3387"/>
                    <a:pt x="1609" y="7192"/>
                    <a:pt x="4787" y="7192"/>
                  </a:cubicBezTo>
                  <a:cubicBezTo>
                    <a:pt x="4799" y="7192"/>
                    <a:pt x="4810" y="7192"/>
                    <a:pt x="4821" y="7192"/>
                  </a:cubicBezTo>
                  <a:cubicBezTo>
                    <a:pt x="7995" y="7165"/>
                    <a:pt x="9541" y="3286"/>
                    <a:pt x="7262" y="1062"/>
                  </a:cubicBezTo>
                  <a:cubicBezTo>
                    <a:pt x="6580" y="353"/>
                    <a:pt x="5674"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53"/>
            <p:cNvSpPr/>
            <p:nvPr/>
          </p:nvSpPr>
          <p:spPr>
            <a:xfrm>
              <a:off x="5896150" y="3072975"/>
              <a:ext cx="202775" cy="183550"/>
            </a:xfrm>
            <a:custGeom>
              <a:rect b="b" l="l" r="r" t="t"/>
              <a:pathLst>
                <a:path extrusionOk="0" h="7342" w="8111">
                  <a:moveTo>
                    <a:pt x="4006" y="0"/>
                  </a:moveTo>
                  <a:cubicBezTo>
                    <a:pt x="3156" y="0"/>
                    <a:pt x="2308" y="327"/>
                    <a:pt x="1601" y="983"/>
                  </a:cubicBezTo>
                  <a:cubicBezTo>
                    <a:pt x="82" y="2393"/>
                    <a:pt x="1" y="4536"/>
                    <a:pt x="1384" y="6028"/>
                  </a:cubicBezTo>
                  <a:cubicBezTo>
                    <a:pt x="2090" y="6896"/>
                    <a:pt x="3109" y="7341"/>
                    <a:pt x="4135" y="7341"/>
                  </a:cubicBezTo>
                  <a:cubicBezTo>
                    <a:pt x="5000" y="7341"/>
                    <a:pt x="5870" y="7025"/>
                    <a:pt x="6565" y="6380"/>
                  </a:cubicBezTo>
                  <a:cubicBezTo>
                    <a:pt x="8084" y="4997"/>
                    <a:pt x="8111" y="2637"/>
                    <a:pt x="6646" y="1200"/>
                  </a:cubicBezTo>
                  <a:cubicBezTo>
                    <a:pt x="5890" y="401"/>
                    <a:pt x="4947" y="0"/>
                    <a:pt x="400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53"/>
            <p:cNvSpPr/>
            <p:nvPr/>
          </p:nvSpPr>
          <p:spPr>
            <a:xfrm>
              <a:off x="6506450" y="2443400"/>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7"/>
                    <a:pt x="4765" y="7207"/>
                    <a:pt x="4787" y="7207"/>
                  </a:cubicBezTo>
                  <a:cubicBezTo>
                    <a:pt x="7943" y="7207"/>
                    <a:pt x="9559" y="3420"/>
                    <a:pt x="7351" y="1131"/>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53"/>
            <p:cNvSpPr/>
            <p:nvPr/>
          </p:nvSpPr>
          <p:spPr>
            <a:xfrm>
              <a:off x="4617950" y="4962975"/>
              <a:ext cx="238700" cy="180400"/>
            </a:xfrm>
            <a:custGeom>
              <a:rect b="b" l="l" r="r" t="t"/>
              <a:pathLst>
                <a:path extrusionOk="0" h="7216" w="9548">
                  <a:moveTo>
                    <a:pt x="4747" y="0"/>
                  </a:moveTo>
                  <a:cubicBezTo>
                    <a:pt x="1573" y="27"/>
                    <a:pt x="0" y="3879"/>
                    <a:pt x="2251" y="6130"/>
                  </a:cubicBezTo>
                  <a:cubicBezTo>
                    <a:pt x="2937" y="6856"/>
                    <a:pt x="3848" y="7215"/>
                    <a:pt x="4759" y="7215"/>
                  </a:cubicBezTo>
                  <a:cubicBezTo>
                    <a:pt x="5686" y="7215"/>
                    <a:pt x="6612" y="6842"/>
                    <a:pt x="7296" y="6103"/>
                  </a:cubicBezTo>
                  <a:cubicBezTo>
                    <a:pt x="9548" y="3852"/>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53"/>
            <p:cNvSpPr/>
            <p:nvPr/>
          </p:nvSpPr>
          <p:spPr>
            <a:xfrm>
              <a:off x="5265525" y="4332375"/>
              <a:ext cx="202100" cy="181000"/>
            </a:xfrm>
            <a:custGeom>
              <a:rect b="b" l="l" r="r" t="t"/>
              <a:pathLst>
                <a:path extrusionOk="0" h="7240" w="8084">
                  <a:moveTo>
                    <a:pt x="4012" y="1"/>
                  </a:moveTo>
                  <a:cubicBezTo>
                    <a:pt x="3198" y="1"/>
                    <a:pt x="2389" y="303"/>
                    <a:pt x="1709" y="921"/>
                  </a:cubicBezTo>
                  <a:cubicBezTo>
                    <a:pt x="163" y="2305"/>
                    <a:pt x="0" y="4448"/>
                    <a:pt x="1357" y="5966"/>
                  </a:cubicBezTo>
                  <a:cubicBezTo>
                    <a:pt x="2110" y="6808"/>
                    <a:pt x="3087" y="7240"/>
                    <a:pt x="4067" y="7240"/>
                  </a:cubicBezTo>
                  <a:cubicBezTo>
                    <a:pt x="4888" y="7240"/>
                    <a:pt x="5709" y="6937"/>
                    <a:pt x="6402" y="6319"/>
                  </a:cubicBezTo>
                  <a:cubicBezTo>
                    <a:pt x="7893" y="4990"/>
                    <a:pt x="8083" y="2793"/>
                    <a:pt x="6727" y="1274"/>
                  </a:cubicBezTo>
                  <a:cubicBezTo>
                    <a:pt x="5959"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53"/>
            <p:cNvSpPr/>
            <p:nvPr/>
          </p:nvSpPr>
          <p:spPr>
            <a:xfrm>
              <a:off x="5896150" y="3702650"/>
              <a:ext cx="200750" cy="180725"/>
            </a:xfrm>
            <a:custGeom>
              <a:rect b="b" l="l" r="r" t="t"/>
              <a:pathLst>
                <a:path extrusionOk="0" h="7229" w="8030">
                  <a:moveTo>
                    <a:pt x="3995" y="0"/>
                  </a:moveTo>
                  <a:cubicBezTo>
                    <a:pt x="3149" y="0"/>
                    <a:pt x="2305" y="328"/>
                    <a:pt x="1601" y="994"/>
                  </a:cubicBezTo>
                  <a:cubicBezTo>
                    <a:pt x="82" y="2431"/>
                    <a:pt x="1" y="4547"/>
                    <a:pt x="1384" y="6039"/>
                  </a:cubicBezTo>
                  <a:cubicBezTo>
                    <a:pt x="2129" y="6827"/>
                    <a:pt x="3086" y="7229"/>
                    <a:pt x="4043" y="7229"/>
                  </a:cubicBezTo>
                  <a:cubicBezTo>
                    <a:pt x="4898" y="7229"/>
                    <a:pt x="5752" y="6908"/>
                    <a:pt x="6456" y="6256"/>
                  </a:cubicBezTo>
                  <a:cubicBezTo>
                    <a:pt x="7948" y="4954"/>
                    <a:pt x="8029" y="2648"/>
                    <a:pt x="6646" y="1211"/>
                  </a:cubicBezTo>
                  <a:cubicBezTo>
                    <a:pt x="5887" y="409"/>
                    <a:pt x="4940" y="0"/>
                    <a:pt x="399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53"/>
            <p:cNvSpPr/>
            <p:nvPr/>
          </p:nvSpPr>
          <p:spPr>
            <a:xfrm>
              <a:off x="6506825" y="3073100"/>
              <a:ext cx="239000" cy="179750"/>
            </a:xfrm>
            <a:custGeom>
              <a:rect b="b" l="l" r="r" t="t"/>
              <a:pathLst>
                <a:path extrusionOk="0" h="7190" w="9560">
                  <a:moveTo>
                    <a:pt x="4773" y="1"/>
                  </a:moveTo>
                  <a:cubicBezTo>
                    <a:pt x="3837" y="1"/>
                    <a:pt x="2900" y="381"/>
                    <a:pt x="2209" y="1141"/>
                  </a:cubicBezTo>
                  <a:cubicBezTo>
                    <a:pt x="1" y="3403"/>
                    <a:pt x="1617" y="7190"/>
                    <a:pt x="4773" y="7190"/>
                  </a:cubicBezTo>
                  <a:cubicBezTo>
                    <a:pt x="4795" y="7190"/>
                    <a:pt x="4818" y="7190"/>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53"/>
            <p:cNvSpPr/>
            <p:nvPr/>
          </p:nvSpPr>
          <p:spPr>
            <a:xfrm>
              <a:off x="5247225" y="4963650"/>
              <a:ext cx="238700" cy="180050"/>
            </a:xfrm>
            <a:custGeom>
              <a:rect b="b" l="l" r="r" t="t"/>
              <a:pathLst>
                <a:path extrusionOk="0" h="7202" w="9548">
                  <a:moveTo>
                    <a:pt x="4774" y="0"/>
                  </a:moveTo>
                  <a:cubicBezTo>
                    <a:pt x="1600" y="0"/>
                    <a:pt x="0" y="3852"/>
                    <a:pt x="2251" y="6103"/>
                  </a:cubicBezTo>
                  <a:cubicBezTo>
                    <a:pt x="2929" y="6836"/>
                    <a:pt x="3852" y="7202"/>
                    <a:pt x="4774" y="7202"/>
                  </a:cubicBezTo>
                  <a:cubicBezTo>
                    <a:pt x="5696" y="7202"/>
                    <a:pt x="6618" y="6836"/>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53"/>
            <p:cNvSpPr/>
            <p:nvPr/>
          </p:nvSpPr>
          <p:spPr>
            <a:xfrm>
              <a:off x="5877550" y="4332575"/>
              <a:ext cx="238325" cy="180175"/>
            </a:xfrm>
            <a:custGeom>
              <a:rect b="b" l="l" r="r" t="t"/>
              <a:pathLst>
                <a:path extrusionOk="0" h="7207" w="9533">
                  <a:moveTo>
                    <a:pt x="4749" y="1"/>
                  </a:moveTo>
                  <a:cubicBezTo>
                    <a:pt x="3805" y="1"/>
                    <a:pt x="2862" y="381"/>
                    <a:pt x="2182" y="1130"/>
                  </a:cubicBezTo>
                  <a:cubicBezTo>
                    <a:pt x="1" y="3420"/>
                    <a:pt x="1617" y="7207"/>
                    <a:pt x="4773" y="7207"/>
                  </a:cubicBezTo>
                  <a:cubicBezTo>
                    <a:pt x="4795" y="7207"/>
                    <a:pt x="4818" y="7207"/>
                    <a:pt x="4840" y="7206"/>
                  </a:cubicBezTo>
                  <a:cubicBezTo>
                    <a:pt x="8014" y="7125"/>
                    <a:pt x="9533" y="3246"/>
                    <a:pt x="7227" y="1049"/>
                  </a:cubicBezTo>
                  <a:cubicBezTo>
                    <a:pt x="6552"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53"/>
            <p:cNvSpPr/>
            <p:nvPr/>
          </p:nvSpPr>
          <p:spPr>
            <a:xfrm>
              <a:off x="6506450" y="3702975"/>
              <a:ext cx="239000" cy="179825"/>
            </a:xfrm>
            <a:custGeom>
              <a:rect b="b" l="l" r="r" t="t"/>
              <a:pathLst>
                <a:path extrusionOk="0" h="7193" w="9560">
                  <a:moveTo>
                    <a:pt x="4794" y="0"/>
                  </a:moveTo>
                  <a:cubicBezTo>
                    <a:pt x="3897" y="0"/>
                    <a:pt x="2994" y="346"/>
                    <a:pt x="2306" y="1035"/>
                  </a:cubicBezTo>
                  <a:cubicBezTo>
                    <a:pt x="0" y="3259"/>
                    <a:pt x="1546" y="7138"/>
                    <a:pt x="4720" y="7192"/>
                  </a:cubicBezTo>
                  <a:cubicBezTo>
                    <a:pt x="4742" y="7193"/>
                    <a:pt x="4765" y="7193"/>
                    <a:pt x="4787" y="7193"/>
                  </a:cubicBezTo>
                  <a:cubicBezTo>
                    <a:pt x="7943" y="7193"/>
                    <a:pt x="9559" y="3406"/>
                    <a:pt x="7351" y="1144"/>
                  </a:cubicBezTo>
                  <a:cubicBezTo>
                    <a:pt x="6671" y="380"/>
                    <a:pt x="5735" y="0"/>
                    <a:pt x="47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53"/>
            <p:cNvSpPr/>
            <p:nvPr/>
          </p:nvSpPr>
          <p:spPr>
            <a:xfrm>
              <a:off x="5896150" y="4962125"/>
              <a:ext cx="201425" cy="181050"/>
            </a:xfrm>
            <a:custGeom>
              <a:rect b="b" l="l" r="r" t="t"/>
              <a:pathLst>
                <a:path extrusionOk="0" h="7242" w="8057">
                  <a:moveTo>
                    <a:pt x="4006" y="1"/>
                  </a:moveTo>
                  <a:cubicBezTo>
                    <a:pt x="3156" y="1"/>
                    <a:pt x="2308" y="328"/>
                    <a:pt x="1601" y="984"/>
                  </a:cubicBezTo>
                  <a:cubicBezTo>
                    <a:pt x="109" y="2394"/>
                    <a:pt x="1" y="4564"/>
                    <a:pt x="1384" y="6056"/>
                  </a:cubicBezTo>
                  <a:cubicBezTo>
                    <a:pt x="2083" y="6840"/>
                    <a:pt x="3051" y="7242"/>
                    <a:pt x="4021" y="7242"/>
                  </a:cubicBezTo>
                  <a:cubicBezTo>
                    <a:pt x="4897" y="7242"/>
                    <a:pt x="5774" y="6915"/>
                    <a:pt x="6456" y="6246"/>
                  </a:cubicBezTo>
                  <a:cubicBezTo>
                    <a:pt x="7948" y="4944"/>
                    <a:pt x="8056" y="2638"/>
                    <a:pt x="6646" y="1201"/>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53"/>
            <p:cNvSpPr/>
            <p:nvPr/>
          </p:nvSpPr>
          <p:spPr>
            <a:xfrm>
              <a:off x="6507125" y="4332300"/>
              <a:ext cx="238125" cy="180475"/>
            </a:xfrm>
            <a:custGeom>
              <a:rect b="b" l="l" r="r" t="t"/>
              <a:pathLst>
                <a:path extrusionOk="0" h="7219" w="9525">
                  <a:moveTo>
                    <a:pt x="4739" y="1"/>
                  </a:moveTo>
                  <a:cubicBezTo>
                    <a:pt x="3881" y="1"/>
                    <a:pt x="3024" y="341"/>
                    <a:pt x="2306" y="1033"/>
                  </a:cubicBezTo>
                  <a:cubicBezTo>
                    <a:pt x="0" y="3230"/>
                    <a:pt x="1492" y="7136"/>
                    <a:pt x="4666" y="7217"/>
                  </a:cubicBezTo>
                  <a:cubicBezTo>
                    <a:pt x="4699" y="7218"/>
                    <a:pt x="4732" y="7218"/>
                    <a:pt x="4765" y="7218"/>
                  </a:cubicBezTo>
                  <a:cubicBezTo>
                    <a:pt x="7874" y="7218"/>
                    <a:pt x="9525" y="3450"/>
                    <a:pt x="7351" y="1169"/>
                  </a:cubicBezTo>
                  <a:cubicBezTo>
                    <a:pt x="6591" y="395"/>
                    <a:pt x="5664" y="1"/>
                    <a:pt x="473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53"/>
            <p:cNvSpPr/>
            <p:nvPr/>
          </p:nvSpPr>
          <p:spPr>
            <a:xfrm>
              <a:off x="6506825" y="4962275"/>
              <a:ext cx="239000" cy="179750"/>
            </a:xfrm>
            <a:custGeom>
              <a:rect b="b" l="l" r="r" t="t"/>
              <a:pathLst>
                <a:path extrusionOk="0" h="7190" w="9560">
                  <a:moveTo>
                    <a:pt x="4773" y="1"/>
                  </a:moveTo>
                  <a:cubicBezTo>
                    <a:pt x="3837" y="1"/>
                    <a:pt x="2900" y="381"/>
                    <a:pt x="2209" y="1140"/>
                  </a:cubicBezTo>
                  <a:cubicBezTo>
                    <a:pt x="1" y="3403"/>
                    <a:pt x="1617" y="7190"/>
                    <a:pt x="4773" y="7190"/>
                  </a:cubicBezTo>
                  <a:cubicBezTo>
                    <a:pt x="4795" y="7190"/>
                    <a:pt x="4818" y="7189"/>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53"/>
            <p:cNvSpPr/>
            <p:nvPr/>
          </p:nvSpPr>
          <p:spPr>
            <a:xfrm>
              <a:off x="4006300" y="2443200"/>
              <a:ext cx="202100" cy="180775"/>
            </a:xfrm>
            <a:custGeom>
              <a:rect b="b" l="l" r="r" t="t"/>
              <a:pathLst>
                <a:path extrusionOk="0" h="7231" w="8084">
                  <a:moveTo>
                    <a:pt x="4023" y="1"/>
                  </a:moveTo>
                  <a:cubicBezTo>
                    <a:pt x="3204" y="1"/>
                    <a:pt x="2389" y="304"/>
                    <a:pt x="1709" y="922"/>
                  </a:cubicBezTo>
                  <a:cubicBezTo>
                    <a:pt x="190" y="2278"/>
                    <a:pt x="0" y="4448"/>
                    <a:pt x="1329" y="5967"/>
                  </a:cubicBezTo>
                  <a:cubicBezTo>
                    <a:pt x="2056" y="6797"/>
                    <a:pt x="3051" y="7231"/>
                    <a:pt x="4052" y="7231"/>
                  </a:cubicBezTo>
                  <a:cubicBezTo>
                    <a:pt x="4881" y="7231"/>
                    <a:pt x="5714" y="6934"/>
                    <a:pt x="6402" y="6319"/>
                  </a:cubicBezTo>
                  <a:cubicBezTo>
                    <a:pt x="7893" y="4990"/>
                    <a:pt x="8083" y="2766"/>
                    <a:pt x="6754" y="1274"/>
                  </a:cubicBezTo>
                  <a:cubicBezTo>
                    <a:pt x="5987"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53"/>
            <p:cNvSpPr/>
            <p:nvPr/>
          </p:nvSpPr>
          <p:spPr>
            <a:xfrm>
              <a:off x="3988000" y="3073100"/>
              <a:ext cx="238125" cy="179775"/>
            </a:xfrm>
            <a:custGeom>
              <a:rect b="b" l="l" r="r" t="t"/>
              <a:pathLst>
                <a:path extrusionOk="0" h="7191" w="9525">
                  <a:moveTo>
                    <a:pt x="4787" y="1"/>
                  </a:moveTo>
                  <a:cubicBezTo>
                    <a:pt x="3885" y="1"/>
                    <a:pt x="2984" y="354"/>
                    <a:pt x="2306" y="1059"/>
                  </a:cubicBezTo>
                  <a:cubicBezTo>
                    <a:pt x="0" y="3256"/>
                    <a:pt x="1519" y="7135"/>
                    <a:pt x="4692" y="7189"/>
                  </a:cubicBezTo>
                  <a:cubicBezTo>
                    <a:pt x="4726" y="7190"/>
                    <a:pt x="4759" y="7190"/>
                    <a:pt x="4792" y="7190"/>
                  </a:cubicBezTo>
                  <a:cubicBezTo>
                    <a:pt x="7927" y="7190"/>
                    <a:pt x="9525" y="3395"/>
                    <a:pt x="7351" y="1141"/>
                  </a:cubicBezTo>
                  <a:cubicBezTo>
                    <a:pt x="6660" y="381"/>
                    <a:pt x="5723"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53"/>
            <p:cNvSpPr/>
            <p:nvPr/>
          </p:nvSpPr>
          <p:spPr>
            <a:xfrm>
              <a:off x="4617250" y="2443250"/>
              <a:ext cx="239200" cy="180325"/>
            </a:xfrm>
            <a:custGeom>
              <a:rect b="b" l="l" r="r" t="t"/>
              <a:pathLst>
                <a:path extrusionOk="0" h="7213" w="9568">
                  <a:moveTo>
                    <a:pt x="4791" y="1"/>
                  </a:moveTo>
                  <a:cubicBezTo>
                    <a:pt x="3881" y="1"/>
                    <a:pt x="2975" y="360"/>
                    <a:pt x="2307" y="1082"/>
                  </a:cubicBezTo>
                  <a:cubicBezTo>
                    <a:pt x="1" y="3306"/>
                    <a:pt x="1574" y="7185"/>
                    <a:pt x="4748" y="7212"/>
                  </a:cubicBezTo>
                  <a:cubicBezTo>
                    <a:pt x="4759" y="7212"/>
                    <a:pt x="4770" y="7212"/>
                    <a:pt x="4781" y="7212"/>
                  </a:cubicBezTo>
                  <a:cubicBezTo>
                    <a:pt x="7960" y="7212"/>
                    <a:pt x="9568" y="3407"/>
                    <a:pt x="7352" y="1137"/>
                  </a:cubicBezTo>
                  <a:cubicBezTo>
                    <a:pt x="6664" y="380"/>
                    <a:pt x="5726" y="1"/>
                    <a:pt x="479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53"/>
            <p:cNvSpPr/>
            <p:nvPr/>
          </p:nvSpPr>
          <p:spPr>
            <a:xfrm>
              <a:off x="3988175" y="3703750"/>
              <a:ext cx="238525" cy="180325"/>
            </a:xfrm>
            <a:custGeom>
              <a:rect b="b" l="l" r="r" t="t"/>
              <a:pathLst>
                <a:path extrusionOk="0" h="7213" w="9541">
                  <a:moveTo>
                    <a:pt x="4787" y="0"/>
                  </a:moveTo>
                  <a:cubicBezTo>
                    <a:pt x="1609" y="0"/>
                    <a:pt x="1" y="3806"/>
                    <a:pt x="2217" y="6076"/>
                  </a:cubicBezTo>
                  <a:cubicBezTo>
                    <a:pt x="2905" y="6832"/>
                    <a:pt x="3836" y="7212"/>
                    <a:pt x="4767" y="7212"/>
                  </a:cubicBezTo>
                  <a:cubicBezTo>
                    <a:pt x="5674" y="7212"/>
                    <a:pt x="6580" y="6853"/>
                    <a:pt x="7262" y="6130"/>
                  </a:cubicBezTo>
                  <a:cubicBezTo>
                    <a:pt x="9541" y="3906"/>
                    <a:pt x="7995"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p53"/>
            <p:cNvSpPr/>
            <p:nvPr/>
          </p:nvSpPr>
          <p:spPr>
            <a:xfrm>
              <a:off x="4636250" y="3072975"/>
              <a:ext cx="201425" cy="180925"/>
            </a:xfrm>
            <a:custGeom>
              <a:rect b="b" l="l" r="r" t="t"/>
              <a:pathLst>
                <a:path extrusionOk="0" h="7237" w="8057">
                  <a:moveTo>
                    <a:pt x="4023" y="0"/>
                  </a:moveTo>
                  <a:cubicBezTo>
                    <a:pt x="3177" y="0"/>
                    <a:pt x="2335" y="327"/>
                    <a:pt x="1628" y="983"/>
                  </a:cubicBezTo>
                  <a:cubicBezTo>
                    <a:pt x="109" y="2393"/>
                    <a:pt x="0" y="4536"/>
                    <a:pt x="1411" y="6028"/>
                  </a:cubicBezTo>
                  <a:cubicBezTo>
                    <a:pt x="2123" y="6827"/>
                    <a:pt x="3107" y="7237"/>
                    <a:pt x="4097" y="7237"/>
                  </a:cubicBezTo>
                  <a:cubicBezTo>
                    <a:pt x="4955" y="7237"/>
                    <a:pt x="5817" y="6929"/>
                    <a:pt x="6510" y="6299"/>
                  </a:cubicBezTo>
                  <a:cubicBezTo>
                    <a:pt x="7975" y="4943"/>
                    <a:pt x="8056" y="2637"/>
                    <a:pt x="6673" y="1200"/>
                  </a:cubicBezTo>
                  <a:cubicBezTo>
                    <a:pt x="5903" y="401"/>
                    <a:pt x="4961" y="0"/>
                    <a:pt x="4023"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53"/>
            <p:cNvSpPr/>
            <p:nvPr/>
          </p:nvSpPr>
          <p:spPr>
            <a:xfrm>
              <a:off x="5247225" y="2443175"/>
              <a:ext cx="238500" cy="179725"/>
            </a:xfrm>
            <a:custGeom>
              <a:rect b="b" l="l" r="r" t="t"/>
              <a:pathLst>
                <a:path extrusionOk="0" h="7189" w="9540">
                  <a:moveTo>
                    <a:pt x="4765" y="0"/>
                  </a:moveTo>
                  <a:cubicBezTo>
                    <a:pt x="3855" y="0"/>
                    <a:pt x="2950" y="360"/>
                    <a:pt x="2278" y="1085"/>
                  </a:cubicBezTo>
                  <a:cubicBezTo>
                    <a:pt x="0" y="3309"/>
                    <a:pt x="1573" y="7188"/>
                    <a:pt x="4774" y="7188"/>
                  </a:cubicBezTo>
                  <a:cubicBezTo>
                    <a:pt x="4785" y="7188"/>
                    <a:pt x="4796" y="7188"/>
                    <a:pt x="4807" y="7188"/>
                  </a:cubicBezTo>
                  <a:cubicBezTo>
                    <a:pt x="7959" y="7188"/>
                    <a:pt x="9540"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53"/>
            <p:cNvSpPr/>
            <p:nvPr/>
          </p:nvSpPr>
          <p:spPr>
            <a:xfrm>
              <a:off x="4006975" y="4332350"/>
              <a:ext cx="201425" cy="181225"/>
            </a:xfrm>
            <a:custGeom>
              <a:rect b="b" l="l" r="r" t="t"/>
              <a:pathLst>
                <a:path extrusionOk="0" h="7249" w="8057">
                  <a:moveTo>
                    <a:pt x="4008" y="1"/>
                  </a:moveTo>
                  <a:cubicBezTo>
                    <a:pt x="3158" y="1"/>
                    <a:pt x="2309" y="334"/>
                    <a:pt x="1601" y="1004"/>
                  </a:cubicBezTo>
                  <a:cubicBezTo>
                    <a:pt x="109" y="2387"/>
                    <a:pt x="0" y="4557"/>
                    <a:pt x="1384" y="6049"/>
                  </a:cubicBezTo>
                  <a:cubicBezTo>
                    <a:pt x="2082" y="6847"/>
                    <a:pt x="3051" y="7249"/>
                    <a:pt x="4021" y="7249"/>
                  </a:cubicBezTo>
                  <a:cubicBezTo>
                    <a:pt x="4897" y="7249"/>
                    <a:pt x="5774" y="6922"/>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53"/>
            <p:cNvSpPr/>
            <p:nvPr/>
          </p:nvSpPr>
          <p:spPr>
            <a:xfrm>
              <a:off x="4617950" y="3702900"/>
              <a:ext cx="238325" cy="179900"/>
            </a:xfrm>
            <a:custGeom>
              <a:rect b="b" l="l" r="r" t="t"/>
              <a:pathLst>
                <a:path extrusionOk="0" h="7196" w="9533">
                  <a:moveTo>
                    <a:pt x="4759" y="0"/>
                  </a:moveTo>
                  <a:cubicBezTo>
                    <a:pt x="3858" y="0"/>
                    <a:pt x="2957" y="346"/>
                    <a:pt x="2279" y="1038"/>
                  </a:cubicBezTo>
                  <a:cubicBezTo>
                    <a:pt x="0" y="3262"/>
                    <a:pt x="1519" y="7141"/>
                    <a:pt x="4693" y="7195"/>
                  </a:cubicBezTo>
                  <a:cubicBezTo>
                    <a:pt x="4715" y="7196"/>
                    <a:pt x="4737" y="7196"/>
                    <a:pt x="4760" y="7196"/>
                  </a:cubicBezTo>
                  <a:cubicBezTo>
                    <a:pt x="7916" y="7196"/>
                    <a:pt x="9532" y="3409"/>
                    <a:pt x="7324" y="1119"/>
                  </a:cubicBezTo>
                  <a:cubicBezTo>
                    <a:pt x="6633" y="373"/>
                    <a:pt x="5695"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53"/>
            <p:cNvSpPr/>
            <p:nvPr/>
          </p:nvSpPr>
          <p:spPr>
            <a:xfrm>
              <a:off x="7141825" y="1811875"/>
              <a:ext cx="238700" cy="180050"/>
            </a:xfrm>
            <a:custGeom>
              <a:rect b="b" l="l" r="r" t="t"/>
              <a:pathLst>
                <a:path extrusionOk="0" h="7202" w="9548">
                  <a:moveTo>
                    <a:pt x="4774" y="0"/>
                  </a:moveTo>
                  <a:cubicBezTo>
                    <a:pt x="1600" y="0"/>
                    <a:pt x="0" y="3825"/>
                    <a:pt x="2224" y="6103"/>
                  </a:cubicBezTo>
                  <a:cubicBezTo>
                    <a:pt x="2902" y="6835"/>
                    <a:pt x="3825" y="7201"/>
                    <a:pt x="4750" y="7201"/>
                  </a:cubicBezTo>
                  <a:cubicBezTo>
                    <a:pt x="5676" y="7201"/>
                    <a:pt x="6605" y="6835"/>
                    <a:pt x="7296" y="6103"/>
                  </a:cubicBezTo>
                  <a:cubicBezTo>
                    <a:pt x="9548" y="3879"/>
                    <a:pt x="7975" y="27"/>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53"/>
            <p:cNvSpPr/>
            <p:nvPr/>
          </p:nvSpPr>
          <p:spPr>
            <a:xfrm>
              <a:off x="7142025" y="552650"/>
              <a:ext cx="238500" cy="179800"/>
            </a:xfrm>
            <a:custGeom>
              <a:rect b="b" l="l" r="r" t="t"/>
              <a:pathLst>
                <a:path extrusionOk="0" h="7192" w="9540">
                  <a:moveTo>
                    <a:pt x="4760" y="0"/>
                  </a:moveTo>
                  <a:cubicBezTo>
                    <a:pt x="1608" y="0"/>
                    <a:pt x="0" y="3806"/>
                    <a:pt x="2216" y="6076"/>
                  </a:cubicBezTo>
                  <a:cubicBezTo>
                    <a:pt x="2904" y="6819"/>
                    <a:pt x="3836" y="7192"/>
                    <a:pt x="4767" y="7192"/>
                  </a:cubicBezTo>
                  <a:cubicBezTo>
                    <a:pt x="5673" y="7192"/>
                    <a:pt x="6579" y="6839"/>
                    <a:pt x="7261" y="6130"/>
                  </a:cubicBezTo>
                  <a:cubicBezTo>
                    <a:pt x="9540" y="3906"/>
                    <a:pt x="7994" y="27"/>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53"/>
            <p:cNvSpPr/>
            <p:nvPr/>
          </p:nvSpPr>
          <p:spPr>
            <a:xfrm>
              <a:off x="7160125" y="1181075"/>
              <a:ext cx="201425" cy="181050"/>
            </a:xfrm>
            <a:custGeom>
              <a:rect b="b" l="l" r="r" t="t"/>
              <a:pathLst>
                <a:path extrusionOk="0" h="7242" w="8057">
                  <a:moveTo>
                    <a:pt x="4033" y="1"/>
                  </a:moveTo>
                  <a:cubicBezTo>
                    <a:pt x="3183" y="1"/>
                    <a:pt x="2336" y="327"/>
                    <a:pt x="1628" y="983"/>
                  </a:cubicBezTo>
                  <a:cubicBezTo>
                    <a:pt x="136" y="2394"/>
                    <a:pt x="1" y="4564"/>
                    <a:pt x="1411" y="6056"/>
                  </a:cubicBezTo>
                  <a:cubicBezTo>
                    <a:pt x="2095" y="6840"/>
                    <a:pt x="3065" y="7242"/>
                    <a:pt x="4035" y="7242"/>
                  </a:cubicBezTo>
                  <a:cubicBezTo>
                    <a:pt x="4910" y="7242"/>
                    <a:pt x="5787" y="6914"/>
                    <a:pt x="6456" y="6245"/>
                  </a:cubicBezTo>
                  <a:cubicBezTo>
                    <a:pt x="7975" y="4944"/>
                    <a:pt x="8056" y="2638"/>
                    <a:pt x="6673" y="1200"/>
                  </a:cubicBezTo>
                  <a:cubicBezTo>
                    <a:pt x="5917" y="402"/>
                    <a:pt x="4974" y="1"/>
                    <a:pt x="403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53"/>
            <p:cNvSpPr/>
            <p:nvPr/>
          </p:nvSpPr>
          <p:spPr>
            <a:xfrm>
              <a:off x="7141825" y="4962975"/>
              <a:ext cx="238700" cy="180150"/>
            </a:xfrm>
            <a:custGeom>
              <a:rect b="b" l="l" r="r" t="t"/>
              <a:pathLst>
                <a:path extrusionOk="0" h="7206" w="9548">
                  <a:moveTo>
                    <a:pt x="4801" y="0"/>
                  </a:moveTo>
                  <a:cubicBezTo>
                    <a:pt x="1600" y="0"/>
                    <a:pt x="0" y="3852"/>
                    <a:pt x="2251" y="6103"/>
                  </a:cubicBezTo>
                  <a:cubicBezTo>
                    <a:pt x="2933" y="6839"/>
                    <a:pt x="3854" y="7205"/>
                    <a:pt x="4777" y="7205"/>
                  </a:cubicBezTo>
                  <a:cubicBezTo>
                    <a:pt x="5691" y="7205"/>
                    <a:pt x="6608" y="6846"/>
                    <a:pt x="7296" y="6130"/>
                  </a:cubicBezTo>
                  <a:cubicBezTo>
                    <a:pt x="9548" y="3879"/>
                    <a:pt x="7975"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53"/>
            <p:cNvSpPr/>
            <p:nvPr/>
          </p:nvSpPr>
          <p:spPr>
            <a:xfrm>
              <a:off x="7160125" y="2443200"/>
              <a:ext cx="202100" cy="180775"/>
            </a:xfrm>
            <a:custGeom>
              <a:rect b="b" l="l" r="r" t="t"/>
              <a:pathLst>
                <a:path extrusionOk="0" h="7231" w="8084">
                  <a:moveTo>
                    <a:pt x="4012" y="1"/>
                  </a:moveTo>
                  <a:cubicBezTo>
                    <a:pt x="3198" y="1"/>
                    <a:pt x="2389" y="304"/>
                    <a:pt x="1709" y="922"/>
                  </a:cubicBezTo>
                  <a:cubicBezTo>
                    <a:pt x="190" y="2278"/>
                    <a:pt x="1" y="4448"/>
                    <a:pt x="1330" y="5967"/>
                  </a:cubicBezTo>
                  <a:cubicBezTo>
                    <a:pt x="2057" y="6797"/>
                    <a:pt x="3051" y="7231"/>
                    <a:pt x="4048" y="7231"/>
                  </a:cubicBezTo>
                  <a:cubicBezTo>
                    <a:pt x="4873" y="7231"/>
                    <a:pt x="5699" y="6934"/>
                    <a:pt x="6375" y="6319"/>
                  </a:cubicBezTo>
                  <a:cubicBezTo>
                    <a:pt x="7894" y="4990"/>
                    <a:pt x="8083" y="2766"/>
                    <a:pt x="6727" y="1274"/>
                  </a:cubicBezTo>
                  <a:cubicBezTo>
                    <a:pt x="5960"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53"/>
            <p:cNvSpPr/>
            <p:nvPr/>
          </p:nvSpPr>
          <p:spPr>
            <a:xfrm>
              <a:off x="7141825" y="3073100"/>
              <a:ext cx="238125" cy="179775"/>
            </a:xfrm>
            <a:custGeom>
              <a:rect b="b" l="l" r="r" t="t"/>
              <a:pathLst>
                <a:path extrusionOk="0" h="7191" w="9525">
                  <a:moveTo>
                    <a:pt x="4781" y="1"/>
                  </a:moveTo>
                  <a:cubicBezTo>
                    <a:pt x="3878" y="1"/>
                    <a:pt x="2971" y="354"/>
                    <a:pt x="2279" y="1059"/>
                  </a:cubicBezTo>
                  <a:cubicBezTo>
                    <a:pt x="0" y="3256"/>
                    <a:pt x="1519" y="7135"/>
                    <a:pt x="4693" y="7189"/>
                  </a:cubicBezTo>
                  <a:cubicBezTo>
                    <a:pt x="4726" y="7190"/>
                    <a:pt x="4759" y="7190"/>
                    <a:pt x="4792" y="7190"/>
                  </a:cubicBezTo>
                  <a:cubicBezTo>
                    <a:pt x="7927" y="7190"/>
                    <a:pt x="9525" y="3395"/>
                    <a:pt x="7324" y="1141"/>
                  </a:cubicBezTo>
                  <a:cubicBezTo>
                    <a:pt x="6647" y="381"/>
                    <a:pt x="5717" y="1"/>
                    <a:pt x="478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p53"/>
            <p:cNvSpPr/>
            <p:nvPr/>
          </p:nvSpPr>
          <p:spPr>
            <a:xfrm>
              <a:off x="7142025" y="3703750"/>
              <a:ext cx="238500" cy="180325"/>
            </a:xfrm>
            <a:custGeom>
              <a:rect b="b" l="l" r="r" t="t"/>
              <a:pathLst>
                <a:path extrusionOk="0" h="7213" w="9540">
                  <a:moveTo>
                    <a:pt x="4760" y="0"/>
                  </a:moveTo>
                  <a:cubicBezTo>
                    <a:pt x="1608" y="0"/>
                    <a:pt x="0" y="3806"/>
                    <a:pt x="2216" y="6076"/>
                  </a:cubicBezTo>
                  <a:cubicBezTo>
                    <a:pt x="2904" y="6832"/>
                    <a:pt x="3835" y="7212"/>
                    <a:pt x="4767" y="7212"/>
                  </a:cubicBezTo>
                  <a:cubicBezTo>
                    <a:pt x="5673" y="7212"/>
                    <a:pt x="6579" y="6853"/>
                    <a:pt x="7261" y="6130"/>
                  </a:cubicBezTo>
                  <a:cubicBezTo>
                    <a:pt x="9540" y="3906"/>
                    <a:pt x="7994" y="28"/>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53"/>
            <p:cNvSpPr/>
            <p:nvPr/>
          </p:nvSpPr>
          <p:spPr>
            <a:xfrm>
              <a:off x="7160125" y="4332350"/>
              <a:ext cx="201425" cy="181225"/>
            </a:xfrm>
            <a:custGeom>
              <a:rect b="b" l="l" r="r" t="t"/>
              <a:pathLst>
                <a:path extrusionOk="0" h="7249" w="8057">
                  <a:moveTo>
                    <a:pt x="4035" y="1"/>
                  </a:moveTo>
                  <a:cubicBezTo>
                    <a:pt x="3185" y="1"/>
                    <a:pt x="2336" y="334"/>
                    <a:pt x="1628" y="1004"/>
                  </a:cubicBezTo>
                  <a:cubicBezTo>
                    <a:pt x="136" y="2387"/>
                    <a:pt x="1" y="4557"/>
                    <a:pt x="1411" y="6049"/>
                  </a:cubicBezTo>
                  <a:cubicBezTo>
                    <a:pt x="2095" y="6847"/>
                    <a:pt x="3065" y="7249"/>
                    <a:pt x="4035" y="7249"/>
                  </a:cubicBezTo>
                  <a:cubicBezTo>
                    <a:pt x="4911" y="7249"/>
                    <a:pt x="5787" y="6922"/>
                    <a:pt x="6456" y="6266"/>
                  </a:cubicBezTo>
                  <a:cubicBezTo>
                    <a:pt x="7975" y="4937"/>
                    <a:pt x="8056" y="2631"/>
                    <a:pt x="6673" y="1221"/>
                  </a:cubicBezTo>
                  <a:cubicBezTo>
                    <a:pt x="5918" y="409"/>
                    <a:pt x="4976"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22" name="Google Shape;1022;p53"/>
          <p:cNvSpPr txBox="1"/>
          <p:nvPr>
            <p:ph type="title"/>
          </p:nvPr>
        </p:nvSpPr>
        <p:spPr>
          <a:xfrm>
            <a:off x="880800" y="601826"/>
            <a:ext cx="7263900" cy="523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023" name="Google Shape;1023;p53"/>
          <p:cNvGrpSpPr/>
          <p:nvPr/>
        </p:nvGrpSpPr>
        <p:grpSpPr>
          <a:xfrm flipH="1" rot="10800000">
            <a:off x="6548485" y="-764910"/>
            <a:ext cx="4862745" cy="2939418"/>
            <a:chOff x="238125" y="693075"/>
            <a:chExt cx="7137450" cy="4314425"/>
          </a:xfrm>
        </p:grpSpPr>
        <p:sp>
          <p:nvSpPr>
            <p:cNvPr id="1024" name="Google Shape;1024;p53"/>
            <p:cNvSpPr/>
            <p:nvPr/>
          </p:nvSpPr>
          <p:spPr>
            <a:xfrm>
              <a:off x="379850" y="806575"/>
              <a:ext cx="6881075" cy="4076325"/>
            </a:xfrm>
            <a:custGeom>
              <a:rect b="b" l="l" r="r" t="t"/>
              <a:pathLst>
                <a:path extrusionOk="0" h="163053" w="275243">
                  <a:moveTo>
                    <a:pt x="201254" y="0"/>
                  </a:moveTo>
                  <a:cubicBezTo>
                    <a:pt x="198902" y="0"/>
                    <a:pt x="196530" y="193"/>
                    <a:pt x="194136" y="606"/>
                  </a:cubicBezTo>
                  <a:cubicBezTo>
                    <a:pt x="167810" y="5138"/>
                    <a:pt x="136105" y="19221"/>
                    <a:pt x="129298" y="47821"/>
                  </a:cubicBezTo>
                  <a:cubicBezTo>
                    <a:pt x="127330" y="56163"/>
                    <a:pt x="127853" y="64956"/>
                    <a:pt x="125741" y="73262"/>
                  </a:cubicBezTo>
                  <a:cubicBezTo>
                    <a:pt x="120216" y="95037"/>
                    <a:pt x="98206" y="108452"/>
                    <a:pt x="76773" y="115169"/>
                  </a:cubicBezTo>
                  <a:cubicBezTo>
                    <a:pt x="59133" y="120694"/>
                    <a:pt x="40337" y="123457"/>
                    <a:pt x="24304" y="132665"/>
                  </a:cubicBezTo>
                  <a:cubicBezTo>
                    <a:pt x="12820" y="139255"/>
                    <a:pt x="2944" y="150594"/>
                    <a:pt x="1" y="163053"/>
                  </a:cubicBezTo>
                  <a:lnTo>
                    <a:pt x="275242" y="163053"/>
                  </a:lnTo>
                  <a:lnTo>
                    <a:pt x="275242" y="35778"/>
                  </a:lnTo>
                  <a:cubicBezTo>
                    <a:pt x="273220" y="34767"/>
                    <a:pt x="271198" y="33720"/>
                    <a:pt x="269211" y="32655"/>
                  </a:cubicBezTo>
                  <a:cubicBezTo>
                    <a:pt x="248547" y="21457"/>
                    <a:pt x="226060" y="0"/>
                    <a:pt x="201254"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53"/>
            <p:cNvSpPr/>
            <p:nvPr/>
          </p:nvSpPr>
          <p:spPr>
            <a:xfrm>
              <a:off x="238125" y="693075"/>
              <a:ext cx="7137450" cy="4314425"/>
            </a:xfrm>
            <a:custGeom>
              <a:rect b="b" l="l" r="r" t="t"/>
              <a:pathLst>
                <a:path extrusionOk="0" h="172577" w="285498">
                  <a:moveTo>
                    <a:pt x="134633" y="40853"/>
                  </a:moveTo>
                  <a:cubicBezTo>
                    <a:pt x="134641" y="40853"/>
                    <a:pt x="134644" y="40862"/>
                    <a:pt x="134644" y="40880"/>
                  </a:cubicBezTo>
                  <a:lnTo>
                    <a:pt x="134644" y="40880"/>
                  </a:lnTo>
                  <a:cubicBezTo>
                    <a:pt x="134643" y="40866"/>
                    <a:pt x="134640" y="40859"/>
                    <a:pt x="134634" y="40859"/>
                  </a:cubicBezTo>
                  <a:cubicBezTo>
                    <a:pt x="134602" y="40859"/>
                    <a:pt x="134494" y="41022"/>
                    <a:pt x="134262" y="41456"/>
                  </a:cubicBezTo>
                  <a:cubicBezTo>
                    <a:pt x="134492" y="41016"/>
                    <a:pt x="134600" y="40853"/>
                    <a:pt x="134633" y="40853"/>
                  </a:cubicBezTo>
                  <a:close/>
                  <a:moveTo>
                    <a:pt x="42846" y="134659"/>
                  </a:moveTo>
                  <a:lnTo>
                    <a:pt x="40972" y="135394"/>
                  </a:lnTo>
                  <a:lnTo>
                    <a:pt x="40972" y="135394"/>
                  </a:lnTo>
                  <a:cubicBezTo>
                    <a:pt x="41594" y="135144"/>
                    <a:pt x="42219" y="134899"/>
                    <a:pt x="42846" y="134659"/>
                  </a:cubicBezTo>
                  <a:close/>
                  <a:moveTo>
                    <a:pt x="207515" y="9208"/>
                  </a:moveTo>
                  <a:lnTo>
                    <a:pt x="209103" y="9281"/>
                  </a:lnTo>
                  <a:cubicBezTo>
                    <a:pt x="209356" y="9281"/>
                    <a:pt x="209627" y="9281"/>
                    <a:pt x="209898" y="9317"/>
                  </a:cubicBezTo>
                  <a:lnTo>
                    <a:pt x="210674" y="9389"/>
                  </a:lnTo>
                  <a:lnTo>
                    <a:pt x="211469" y="9461"/>
                  </a:lnTo>
                  <a:cubicBezTo>
                    <a:pt x="211740" y="9497"/>
                    <a:pt x="211992" y="9515"/>
                    <a:pt x="212263" y="9570"/>
                  </a:cubicBezTo>
                  <a:lnTo>
                    <a:pt x="213834" y="9804"/>
                  </a:lnTo>
                  <a:cubicBezTo>
                    <a:pt x="215965" y="10165"/>
                    <a:pt x="218077" y="10671"/>
                    <a:pt x="220135" y="11303"/>
                  </a:cubicBezTo>
                  <a:lnTo>
                    <a:pt x="220912" y="11538"/>
                  </a:lnTo>
                  <a:cubicBezTo>
                    <a:pt x="221183" y="11610"/>
                    <a:pt x="221435" y="11718"/>
                    <a:pt x="221688" y="11790"/>
                  </a:cubicBezTo>
                  <a:lnTo>
                    <a:pt x="223241" y="12332"/>
                  </a:lnTo>
                  <a:lnTo>
                    <a:pt x="224776" y="12946"/>
                  </a:lnTo>
                  <a:lnTo>
                    <a:pt x="225534" y="13235"/>
                  </a:lnTo>
                  <a:lnTo>
                    <a:pt x="226311" y="13578"/>
                  </a:lnTo>
                  <a:lnTo>
                    <a:pt x="227845" y="14228"/>
                  </a:lnTo>
                  <a:lnTo>
                    <a:pt x="229362" y="14932"/>
                  </a:lnTo>
                  <a:lnTo>
                    <a:pt x="230120" y="15275"/>
                  </a:lnTo>
                  <a:lnTo>
                    <a:pt x="230879" y="15654"/>
                  </a:lnTo>
                  <a:lnTo>
                    <a:pt x="232395" y="16413"/>
                  </a:lnTo>
                  <a:lnTo>
                    <a:pt x="233894" y="17189"/>
                  </a:lnTo>
                  <a:lnTo>
                    <a:pt x="234652" y="17586"/>
                  </a:lnTo>
                  <a:lnTo>
                    <a:pt x="235393" y="18002"/>
                  </a:lnTo>
                  <a:lnTo>
                    <a:pt x="236873" y="18832"/>
                  </a:lnTo>
                  <a:lnTo>
                    <a:pt x="238354" y="19681"/>
                  </a:lnTo>
                  <a:cubicBezTo>
                    <a:pt x="242308" y="21974"/>
                    <a:pt x="246172" y="24484"/>
                    <a:pt x="250072" y="27047"/>
                  </a:cubicBezTo>
                  <a:cubicBezTo>
                    <a:pt x="253972" y="29629"/>
                    <a:pt x="257836" y="32247"/>
                    <a:pt x="261808" y="34829"/>
                  </a:cubicBezTo>
                  <a:cubicBezTo>
                    <a:pt x="263794" y="36111"/>
                    <a:pt x="265798" y="37375"/>
                    <a:pt x="267857" y="38603"/>
                  </a:cubicBezTo>
                  <a:cubicBezTo>
                    <a:pt x="268362" y="38910"/>
                    <a:pt x="268886" y="39199"/>
                    <a:pt x="269392" y="39506"/>
                  </a:cubicBezTo>
                  <a:cubicBezTo>
                    <a:pt x="269915" y="39813"/>
                    <a:pt x="270421" y="40120"/>
                    <a:pt x="270962" y="40409"/>
                  </a:cubicBezTo>
                  <a:lnTo>
                    <a:pt x="272533" y="41293"/>
                  </a:lnTo>
                  <a:lnTo>
                    <a:pt x="274122" y="42106"/>
                  </a:lnTo>
                  <a:lnTo>
                    <a:pt x="276108" y="43153"/>
                  </a:lnTo>
                  <a:lnTo>
                    <a:pt x="276180" y="43189"/>
                  </a:lnTo>
                  <a:lnTo>
                    <a:pt x="276180" y="43279"/>
                  </a:lnTo>
                  <a:lnTo>
                    <a:pt x="276180" y="48913"/>
                  </a:lnTo>
                  <a:lnTo>
                    <a:pt x="276180" y="62455"/>
                  </a:lnTo>
                  <a:cubicBezTo>
                    <a:pt x="276199" y="71410"/>
                    <a:pt x="276217" y="80203"/>
                    <a:pt x="276217" y="88798"/>
                  </a:cubicBezTo>
                  <a:cubicBezTo>
                    <a:pt x="276253" y="105969"/>
                    <a:pt x="276361" y="122327"/>
                    <a:pt x="276560" y="137404"/>
                  </a:cubicBezTo>
                  <a:cubicBezTo>
                    <a:pt x="276833" y="155442"/>
                    <a:pt x="277336" y="165142"/>
                    <a:pt x="277923" y="168033"/>
                  </a:cubicBezTo>
                  <a:lnTo>
                    <a:pt x="277923" y="168033"/>
                  </a:lnTo>
                  <a:cubicBezTo>
                    <a:pt x="275117" y="167693"/>
                    <a:pt x="270175" y="167365"/>
                    <a:pt x="262458" y="167069"/>
                  </a:cubicBezTo>
                  <a:lnTo>
                    <a:pt x="242344" y="167069"/>
                  </a:lnTo>
                  <a:cubicBezTo>
                    <a:pt x="239708" y="166672"/>
                    <a:pt x="241225" y="166239"/>
                    <a:pt x="242813" y="165823"/>
                  </a:cubicBezTo>
                  <a:lnTo>
                    <a:pt x="112686" y="165264"/>
                  </a:lnTo>
                  <a:cubicBezTo>
                    <a:pt x="85530" y="165210"/>
                    <a:pt x="58591" y="165119"/>
                    <a:pt x="31923" y="164975"/>
                  </a:cubicBezTo>
                  <a:lnTo>
                    <a:pt x="12332" y="164866"/>
                  </a:lnTo>
                  <a:lnTo>
                    <a:pt x="10093" y="164830"/>
                  </a:lnTo>
                  <a:lnTo>
                    <a:pt x="9515" y="164830"/>
                  </a:lnTo>
                  <a:lnTo>
                    <a:pt x="9515" y="164812"/>
                  </a:lnTo>
                  <a:lnTo>
                    <a:pt x="9533" y="164740"/>
                  </a:lnTo>
                  <a:lnTo>
                    <a:pt x="9570" y="164596"/>
                  </a:lnTo>
                  <a:lnTo>
                    <a:pt x="9660" y="164325"/>
                  </a:lnTo>
                  <a:lnTo>
                    <a:pt x="9804" y="163783"/>
                  </a:lnTo>
                  <a:lnTo>
                    <a:pt x="10003" y="163259"/>
                  </a:lnTo>
                  <a:lnTo>
                    <a:pt x="10183" y="162736"/>
                  </a:lnTo>
                  <a:lnTo>
                    <a:pt x="10418" y="162230"/>
                  </a:lnTo>
                  <a:cubicBezTo>
                    <a:pt x="10490" y="162068"/>
                    <a:pt x="10563" y="161905"/>
                    <a:pt x="10635" y="161725"/>
                  </a:cubicBezTo>
                  <a:lnTo>
                    <a:pt x="11140" y="160750"/>
                  </a:lnTo>
                  <a:cubicBezTo>
                    <a:pt x="11303" y="160407"/>
                    <a:pt x="11465" y="160064"/>
                    <a:pt x="11646" y="159721"/>
                  </a:cubicBezTo>
                  <a:lnTo>
                    <a:pt x="12224" y="158709"/>
                  </a:lnTo>
                  <a:cubicBezTo>
                    <a:pt x="12422" y="158384"/>
                    <a:pt x="12603" y="158041"/>
                    <a:pt x="12802" y="157698"/>
                  </a:cubicBezTo>
                  <a:lnTo>
                    <a:pt x="13433" y="156723"/>
                  </a:lnTo>
                  <a:cubicBezTo>
                    <a:pt x="16846" y="151505"/>
                    <a:pt x="21179" y="146955"/>
                    <a:pt x="26235" y="143290"/>
                  </a:cubicBezTo>
                  <a:cubicBezTo>
                    <a:pt x="30506" y="140137"/>
                    <a:pt x="35351" y="137693"/>
                    <a:pt x="40380" y="135634"/>
                  </a:cubicBezTo>
                  <a:lnTo>
                    <a:pt x="40380" y="135634"/>
                  </a:lnTo>
                  <a:lnTo>
                    <a:pt x="38368" y="136501"/>
                  </a:lnTo>
                  <a:cubicBezTo>
                    <a:pt x="38007" y="136663"/>
                    <a:pt x="37628" y="136808"/>
                    <a:pt x="37267" y="136988"/>
                  </a:cubicBezTo>
                  <a:lnTo>
                    <a:pt x="36184" y="137512"/>
                  </a:lnTo>
                  <a:lnTo>
                    <a:pt x="35100" y="138036"/>
                  </a:lnTo>
                  <a:cubicBezTo>
                    <a:pt x="34739" y="138198"/>
                    <a:pt x="34378" y="138379"/>
                    <a:pt x="34035" y="138559"/>
                  </a:cubicBezTo>
                  <a:lnTo>
                    <a:pt x="31923" y="139697"/>
                  </a:lnTo>
                  <a:cubicBezTo>
                    <a:pt x="31561" y="139877"/>
                    <a:pt x="31218" y="140076"/>
                    <a:pt x="30893" y="140275"/>
                  </a:cubicBezTo>
                  <a:lnTo>
                    <a:pt x="29882" y="140889"/>
                  </a:lnTo>
                  <a:cubicBezTo>
                    <a:pt x="29539" y="141069"/>
                    <a:pt x="29214" y="141286"/>
                    <a:pt x="28871" y="141520"/>
                  </a:cubicBezTo>
                  <a:lnTo>
                    <a:pt x="27896" y="142152"/>
                  </a:lnTo>
                  <a:cubicBezTo>
                    <a:pt x="27553" y="142369"/>
                    <a:pt x="27246" y="142604"/>
                    <a:pt x="26921" y="142839"/>
                  </a:cubicBezTo>
                  <a:lnTo>
                    <a:pt x="25964" y="143525"/>
                  </a:lnTo>
                  <a:cubicBezTo>
                    <a:pt x="20927" y="147298"/>
                    <a:pt x="16485" y="151957"/>
                    <a:pt x="13181" y="157265"/>
                  </a:cubicBezTo>
                  <a:lnTo>
                    <a:pt x="12856" y="157753"/>
                  </a:lnTo>
                  <a:cubicBezTo>
                    <a:pt x="12765" y="157915"/>
                    <a:pt x="12675" y="158096"/>
                    <a:pt x="12567" y="158258"/>
                  </a:cubicBezTo>
                  <a:lnTo>
                    <a:pt x="11989" y="159269"/>
                  </a:lnTo>
                  <a:lnTo>
                    <a:pt x="11718" y="159811"/>
                  </a:lnTo>
                  <a:cubicBezTo>
                    <a:pt x="11610" y="159973"/>
                    <a:pt x="11538" y="160154"/>
                    <a:pt x="11447" y="160334"/>
                  </a:cubicBezTo>
                  <a:lnTo>
                    <a:pt x="10942" y="161382"/>
                  </a:lnTo>
                  <a:lnTo>
                    <a:pt x="10707" y="161815"/>
                  </a:lnTo>
                  <a:lnTo>
                    <a:pt x="10599" y="162050"/>
                  </a:lnTo>
                  <a:lnTo>
                    <a:pt x="10400" y="162537"/>
                  </a:lnTo>
                  <a:lnTo>
                    <a:pt x="10292" y="162790"/>
                  </a:lnTo>
                  <a:lnTo>
                    <a:pt x="10201" y="163043"/>
                  </a:lnTo>
                  <a:lnTo>
                    <a:pt x="10021" y="163548"/>
                  </a:lnTo>
                  <a:cubicBezTo>
                    <a:pt x="9949" y="163711"/>
                    <a:pt x="9895" y="163891"/>
                    <a:pt x="9840" y="164054"/>
                  </a:cubicBezTo>
                  <a:lnTo>
                    <a:pt x="9696" y="164578"/>
                  </a:lnTo>
                  <a:lnTo>
                    <a:pt x="9660" y="164722"/>
                  </a:lnTo>
                  <a:lnTo>
                    <a:pt x="9660" y="164740"/>
                  </a:lnTo>
                  <a:lnTo>
                    <a:pt x="9660" y="164758"/>
                  </a:lnTo>
                  <a:lnTo>
                    <a:pt x="10526" y="164758"/>
                  </a:lnTo>
                  <a:lnTo>
                    <a:pt x="12729" y="164740"/>
                  </a:lnTo>
                  <a:lnTo>
                    <a:pt x="32717" y="164848"/>
                  </a:lnTo>
                  <a:lnTo>
                    <a:pt x="112686" y="165228"/>
                  </a:lnTo>
                  <a:lnTo>
                    <a:pt x="244186" y="165408"/>
                  </a:lnTo>
                  <a:cubicBezTo>
                    <a:pt x="245666" y="164921"/>
                    <a:pt x="245269" y="164487"/>
                    <a:pt x="235645" y="164198"/>
                  </a:cubicBezTo>
                  <a:cubicBezTo>
                    <a:pt x="230892" y="163981"/>
                    <a:pt x="221930" y="163918"/>
                    <a:pt x="211145" y="163918"/>
                  </a:cubicBezTo>
                  <a:cubicBezTo>
                    <a:pt x="196079" y="163918"/>
                    <a:pt x="177455" y="164041"/>
                    <a:pt x="161777" y="164041"/>
                  </a:cubicBezTo>
                  <a:cubicBezTo>
                    <a:pt x="157001" y="164041"/>
                    <a:pt x="152499" y="164030"/>
                    <a:pt x="148454" y="164000"/>
                  </a:cubicBezTo>
                  <a:cubicBezTo>
                    <a:pt x="111584" y="163603"/>
                    <a:pt x="73035" y="163440"/>
                    <a:pt x="34468" y="163314"/>
                  </a:cubicBezTo>
                  <a:lnTo>
                    <a:pt x="20024" y="163278"/>
                  </a:lnTo>
                  <a:lnTo>
                    <a:pt x="12802" y="163241"/>
                  </a:lnTo>
                  <a:lnTo>
                    <a:pt x="11736" y="163241"/>
                  </a:lnTo>
                  <a:cubicBezTo>
                    <a:pt x="11808" y="162934"/>
                    <a:pt x="11935" y="162628"/>
                    <a:pt x="12061" y="162339"/>
                  </a:cubicBezTo>
                  <a:lnTo>
                    <a:pt x="12711" y="161039"/>
                  </a:lnTo>
                  <a:cubicBezTo>
                    <a:pt x="12928" y="160551"/>
                    <a:pt x="13217" y="160082"/>
                    <a:pt x="13470" y="159612"/>
                  </a:cubicBezTo>
                  <a:lnTo>
                    <a:pt x="13867" y="158890"/>
                  </a:lnTo>
                  <a:lnTo>
                    <a:pt x="14047" y="158547"/>
                  </a:lnTo>
                  <a:lnTo>
                    <a:pt x="14282" y="158204"/>
                  </a:lnTo>
                  <a:lnTo>
                    <a:pt x="15149" y="156832"/>
                  </a:lnTo>
                  <a:cubicBezTo>
                    <a:pt x="17604" y="153184"/>
                    <a:pt x="20529" y="149880"/>
                    <a:pt x="23852" y="147009"/>
                  </a:cubicBezTo>
                  <a:lnTo>
                    <a:pt x="24484" y="146468"/>
                  </a:lnTo>
                  <a:cubicBezTo>
                    <a:pt x="24682" y="146287"/>
                    <a:pt x="24899" y="146125"/>
                    <a:pt x="25116" y="145962"/>
                  </a:cubicBezTo>
                  <a:lnTo>
                    <a:pt x="26397" y="144933"/>
                  </a:lnTo>
                  <a:lnTo>
                    <a:pt x="27734" y="143958"/>
                  </a:lnTo>
                  <a:cubicBezTo>
                    <a:pt x="27950" y="143795"/>
                    <a:pt x="28185" y="143633"/>
                    <a:pt x="28402" y="143470"/>
                  </a:cubicBezTo>
                  <a:lnTo>
                    <a:pt x="29088" y="143019"/>
                  </a:lnTo>
                  <a:cubicBezTo>
                    <a:pt x="29557" y="142712"/>
                    <a:pt x="29991" y="142405"/>
                    <a:pt x="30460" y="142116"/>
                  </a:cubicBezTo>
                  <a:lnTo>
                    <a:pt x="31868" y="141286"/>
                  </a:lnTo>
                  <a:lnTo>
                    <a:pt x="32211" y="141069"/>
                  </a:lnTo>
                  <a:lnTo>
                    <a:pt x="32573" y="140870"/>
                  </a:lnTo>
                  <a:lnTo>
                    <a:pt x="33313" y="140473"/>
                  </a:lnTo>
                  <a:lnTo>
                    <a:pt x="34793" y="139679"/>
                  </a:lnTo>
                  <a:cubicBezTo>
                    <a:pt x="38802" y="137638"/>
                    <a:pt x="42973" y="135905"/>
                    <a:pt x="47252" y="134461"/>
                  </a:cubicBezTo>
                  <a:cubicBezTo>
                    <a:pt x="55846" y="131536"/>
                    <a:pt x="64838" y="129477"/>
                    <a:pt x="73866" y="127130"/>
                  </a:cubicBezTo>
                  <a:cubicBezTo>
                    <a:pt x="77134" y="126263"/>
                    <a:pt x="80420" y="125361"/>
                    <a:pt x="83724" y="124368"/>
                  </a:cubicBezTo>
                  <a:cubicBezTo>
                    <a:pt x="87065" y="123356"/>
                    <a:pt x="90351" y="122183"/>
                    <a:pt x="93601" y="120865"/>
                  </a:cubicBezTo>
                  <a:cubicBezTo>
                    <a:pt x="96851" y="119565"/>
                    <a:pt x="100047" y="118102"/>
                    <a:pt x="103152" y="116459"/>
                  </a:cubicBezTo>
                  <a:cubicBezTo>
                    <a:pt x="106294" y="114834"/>
                    <a:pt x="109346" y="113011"/>
                    <a:pt x="112271" y="111024"/>
                  </a:cubicBezTo>
                  <a:cubicBezTo>
                    <a:pt x="115250" y="108984"/>
                    <a:pt x="118066" y="106727"/>
                    <a:pt x="120703" y="104290"/>
                  </a:cubicBezTo>
                  <a:cubicBezTo>
                    <a:pt x="123393" y="101816"/>
                    <a:pt x="125848" y="99090"/>
                    <a:pt x="128033" y="96147"/>
                  </a:cubicBezTo>
                  <a:lnTo>
                    <a:pt x="128448" y="95587"/>
                  </a:lnTo>
                  <a:cubicBezTo>
                    <a:pt x="128575" y="95406"/>
                    <a:pt x="128701" y="95208"/>
                    <a:pt x="128846" y="95027"/>
                  </a:cubicBezTo>
                  <a:lnTo>
                    <a:pt x="129640" y="93853"/>
                  </a:lnTo>
                  <a:cubicBezTo>
                    <a:pt x="129893" y="93474"/>
                    <a:pt x="130146" y="93077"/>
                    <a:pt x="130380" y="92680"/>
                  </a:cubicBezTo>
                  <a:cubicBezTo>
                    <a:pt x="130615" y="92283"/>
                    <a:pt x="130886" y="91903"/>
                    <a:pt x="131103" y="91488"/>
                  </a:cubicBezTo>
                  <a:lnTo>
                    <a:pt x="131789" y="90278"/>
                  </a:lnTo>
                  <a:cubicBezTo>
                    <a:pt x="131897" y="90080"/>
                    <a:pt x="132005" y="89881"/>
                    <a:pt x="132132" y="89665"/>
                  </a:cubicBezTo>
                  <a:lnTo>
                    <a:pt x="132439" y="89051"/>
                  </a:lnTo>
                  <a:lnTo>
                    <a:pt x="133071" y="87787"/>
                  </a:lnTo>
                  <a:cubicBezTo>
                    <a:pt x="133269" y="87371"/>
                    <a:pt x="133450" y="86938"/>
                    <a:pt x="133649" y="86505"/>
                  </a:cubicBezTo>
                  <a:cubicBezTo>
                    <a:pt x="134028" y="85656"/>
                    <a:pt x="134371" y="84789"/>
                    <a:pt x="134714" y="83905"/>
                  </a:cubicBezTo>
                  <a:cubicBezTo>
                    <a:pt x="134894" y="83489"/>
                    <a:pt x="135021" y="83038"/>
                    <a:pt x="135183" y="82587"/>
                  </a:cubicBezTo>
                  <a:lnTo>
                    <a:pt x="135635" y="81251"/>
                  </a:lnTo>
                  <a:lnTo>
                    <a:pt x="136014" y="79896"/>
                  </a:lnTo>
                  <a:cubicBezTo>
                    <a:pt x="136140" y="79445"/>
                    <a:pt x="136267" y="78994"/>
                    <a:pt x="136375" y="78542"/>
                  </a:cubicBezTo>
                  <a:cubicBezTo>
                    <a:pt x="136465" y="78091"/>
                    <a:pt x="136574" y="77639"/>
                    <a:pt x="136682" y="77188"/>
                  </a:cubicBezTo>
                  <a:lnTo>
                    <a:pt x="136953" y="75834"/>
                  </a:lnTo>
                  <a:cubicBezTo>
                    <a:pt x="137278" y="74028"/>
                    <a:pt x="137531" y="72241"/>
                    <a:pt x="137729" y="70507"/>
                  </a:cubicBezTo>
                  <a:cubicBezTo>
                    <a:pt x="137910" y="68756"/>
                    <a:pt x="138072" y="67059"/>
                    <a:pt x="138217" y="65380"/>
                  </a:cubicBezTo>
                  <a:cubicBezTo>
                    <a:pt x="138506" y="62039"/>
                    <a:pt x="138776" y="58843"/>
                    <a:pt x="139318" y="55828"/>
                  </a:cubicBezTo>
                  <a:cubicBezTo>
                    <a:pt x="140365" y="49906"/>
                    <a:pt x="142694" y="44254"/>
                    <a:pt x="146107" y="39307"/>
                  </a:cubicBezTo>
                  <a:cubicBezTo>
                    <a:pt x="149538" y="34306"/>
                    <a:pt x="154015" y="29954"/>
                    <a:pt x="159053" y="26271"/>
                  </a:cubicBezTo>
                  <a:cubicBezTo>
                    <a:pt x="161599" y="24411"/>
                    <a:pt x="164271" y="22714"/>
                    <a:pt x="167034" y="21197"/>
                  </a:cubicBezTo>
                  <a:cubicBezTo>
                    <a:pt x="169814" y="19663"/>
                    <a:pt x="172703" y="18272"/>
                    <a:pt x="175628" y="17027"/>
                  </a:cubicBezTo>
                  <a:cubicBezTo>
                    <a:pt x="176134" y="16810"/>
                    <a:pt x="176639" y="16593"/>
                    <a:pt x="177163" y="16395"/>
                  </a:cubicBezTo>
                  <a:lnTo>
                    <a:pt x="178698" y="15781"/>
                  </a:lnTo>
                  <a:lnTo>
                    <a:pt x="180250" y="15185"/>
                  </a:lnTo>
                  <a:lnTo>
                    <a:pt x="181027" y="14896"/>
                  </a:lnTo>
                  <a:lnTo>
                    <a:pt x="181803" y="14643"/>
                  </a:lnTo>
                  <a:lnTo>
                    <a:pt x="183374" y="14101"/>
                  </a:lnTo>
                  <a:cubicBezTo>
                    <a:pt x="183898" y="13921"/>
                    <a:pt x="184439" y="13758"/>
                    <a:pt x="184963" y="13578"/>
                  </a:cubicBezTo>
                  <a:cubicBezTo>
                    <a:pt x="186028" y="13235"/>
                    <a:pt x="187093" y="12928"/>
                    <a:pt x="188177" y="12603"/>
                  </a:cubicBezTo>
                  <a:cubicBezTo>
                    <a:pt x="190325" y="12007"/>
                    <a:pt x="192492" y="11429"/>
                    <a:pt x="194695" y="10942"/>
                  </a:cubicBezTo>
                  <a:cubicBezTo>
                    <a:pt x="195796" y="10689"/>
                    <a:pt x="196898" y="10454"/>
                    <a:pt x="197999" y="10238"/>
                  </a:cubicBezTo>
                  <a:cubicBezTo>
                    <a:pt x="198559" y="10129"/>
                    <a:pt x="199101" y="10021"/>
                    <a:pt x="199660" y="9913"/>
                  </a:cubicBezTo>
                  <a:lnTo>
                    <a:pt x="200491" y="9768"/>
                  </a:lnTo>
                  <a:cubicBezTo>
                    <a:pt x="200762" y="9714"/>
                    <a:pt x="201014" y="9696"/>
                    <a:pt x="201267" y="9660"/>
                  </a:cubicBezTo>
                  <a:lnTo>
                    <a:pt x="202820" y="9425"/>
                  </a:lnTo>
                  <a:lnTo>
                    <a:pt x="204373" y="9299"/>
                  </a:lnTo>
                  <a:lnTo>
                    <a:pt x="205149" y="9245"/>
                  </a:lnTo>
                  <a:lnTo>
                    <a:pt x="205944" y="9226"/>
                  </a:lnTo>
                  <a:cubicBezTo>
                    <a:pt x="206467" y="9226"/>
                    <a:pt x="206991" y="9208"/>
                    <a:pt x="207515" y="9208"/>
                  </a:cubicBezTo>
                  <a:close/>
                  <a:moveTo>
                    <a:pt x="207641" y="0"/>
                  </a:moveTo>
                  <a:cubicBezTo>
                    <a:pt x="206973" y="0"/>
                    <a:pt x="206305" y="18"/>
                    <a:pt x="205637" y="18"/>
                  </a:cubicBezTo>
                  <a:cubicBezTo>
                    <a:pt x="205312" y="36"/>
                    <a:pt x="204969" y="18"/>
                    <a:pt x="204626" y="54"/>
                  </a:cubicBezTo>
                  <a:lnTo>
                    <a:pt x="203633" y="126"/>
                  </a:lnTo>
                  <a:lnTo>
                    <a:pt x="202639" y="199"/>
                  </a:lnTo>
                  <a:cubicBezTo>
                    <a:pt x="202296" y="235"/>
                    <a:pt x="201971" y="235"/>
                    <a:pt x="201646" y="289"/>
                  </a:cubicBezTo>
                  <a:cubicBezTo>
                    <a:pt x="200328" y="488"/>
                    <a:pt x="198956" y="650"/>
                    <a:pt x="197764" y="903"/>
                  </a:cubicBezTo>
                  <a:cubicBezTo>
                    <a:pt x="196537" y="1119"/>
                    <a:pt x="195327" y="1372"/>
                    <a:pt x="194099" y="1625"/>
                  </a:cubicBezTo>
                  <a:cubicBezTo>
                    <a:pt x="193485" y="1751"/>
                    <a:pt x="192889" y="1896"/>
                    <a:pt x="192275" y="2022"/>
                  </a:cubicBezTo>
                  <a:cubicBezTo>
                    <a:pt x="191662" y="2167"/>
                    <a:pt x="191066" y="2293"/>
                    <a:pt x="190452" y="2456"/>
                  </a:cubicBezTo>
                  <a:lnTo>
                    <a:pt x="188646" y="2907"/>
                  </a:lnTo>
                  <a:lnTo>
                    <a:pt x="186841" y="3394"/>
                  </a:lnTo>
                  <a:lnTo>
                    <a:pt x="185938" y="3629"/>
                  </a:lnTo>
                  <a:lnTo>
                    <a:pt x="185035" y="3900"/>
                  </a:lnTo>
                  <a:lnTo>
                    <a:pt x="183248" y="4424"/>
                  </a:lnTo>
                  <a:lnTo>
                    <a:pt x="181460" y="4983"/>
                  </a:lnTo>
                  <a:lnTo>
                    <a:pt x="180575" y="5272"/>
                  </a:lnTo>
                  <a:lnTo>
                    <a:pt x="179691" y="5579"/>
                  </a:lnTo>
                  <a:lnTo>
                    <a:pt x="177921" y="6175"/>
                  </a:lnTo>
                  <a:lnTo>
                    <a:pt x="176170" y="6825"/>
                  </a:lnTo>
                  <a:lnTo>
                    <a:pt x="175285" y="7150"/>
                  </a:lnTo>
                  <a:lnTo>
                    <a:pt x="174418" y="7493"/>
                  </a:lnTo>
                  <a:lnTo>
                    <a:pt x="172685" y="8197"/>
                  </a:lnTo>
                  <a:lnTo>
                    <a:pt x="170952" y="8938"/>
                  </a:lnTo>
                  <a:lnTo>
                    <a:pt x="170085" y="9299"/>
                  </a:lnTo>
                  <a:lnTo>
                    <a:pt x="169236" y="9696"/>
                  </a:lnTo>
                  <a:lnTo>
                    <a:pt x="167521" y="10472"/>
                  </a:lnTo>
                  <a:lnTo>
                    <a:pt x="165842" y="11303"/>
                  </a:lnTo>
                  <a:lnTo>
                    <a:pt x="164993" y="11718"/>
                  </a:lnTo>
                  <a:lnTo>
                    <a:pt x="164163" y="12170"/>
                  </a:lnTo>
                  <a:lnTo>
                    <a:pt x="162502" y="13072"/>
                  </a:lnTo>
                  <a:lnTo>
                    <a:pt x="160859" y="13993"/>
                  </a:lnTo>
                  <a:lnTo>
                    <a:pt x="160028" y="14463"/>
                  </a:lnTo>
                  <a:lnTo>
                    <a:pt x="159234" y="14950"/>
                  </a:lnTo>
                  <a:lnTo>
                    <a:pt x="157608" y="15943"/>
                  </a:lnTo>
                  <a:lnTo>
                    <a:pt x="156038" y="16990"/>
                  </a:lnTo>
                  <a:lnTo>
                    <a:pt x="155243" y="17514"/>
                  </a:lnTo>
                  <a:lnTo>
                    <a:pt x="154467" y="18074"/>
                  </a:lnTo>
                  <a:lnTo>
                    <a:pt x="152914" y="19175"/>
                  </a:lnTo>
                  <a:lnTo>
                    <a:pt x="151397" y="20331"/>
                  </a:lnTo>
                  <a:cubicBezTo>
                    <a:pt x="151145" y="20529"/>
                    <a:pt x="150892" y="20728"/>
                    <a:pt x="150657" y="20927"/>
                  </a:cubicBezTo>
                  <a:lnTo>
                    <a:pt x="149917" y="21540"/>
                  </a:lnTo>
                  <a:cubicBezTo>
                    <a:pt x="147931" y="23165"/>
                    <a:pt x="146053" y="24899"/>
                    <a:pt x="144265" y="26759"/>
                  </a:cubicBezTo>
                  <a:cubicBezTo>
                    <a:pt x="143399" y="27697"/>
                    <a:pt x="142514" y="28618"/>
                    <a:pt x="141701" y="29629"/>
                  </a:cubicBezTo>
                  <a:lnTo>
                    <a:pt x="141069" y="30370"/>
                  </a:lnTo>
                  <a:lnTo>
                    <a:pt x="140762" y="30749"/>
                  </a:lnTo>
                  <a:lnTo>
                    <a:pt x="140474" y="31128"/>
                  </a:lnTo>
                  <a:lnTo>
                    <a:pt x="139282" y="32681"/>
                  </a:lnTo>
                  <a:cubicBezTo>
                    <a:pt x="137747" y="34775"/>
                    <a:pt x="136375" y="36996"/>
                    <a:pt x="135147" y="39307"/>
                  </a:cubicBezTo>
                  <a:lnTo>
                    <a:pt x="134696" y="40156"/>
                  </a:lnTo>
                  <a:cubicBezTo>
                    <a:pt x="134551" y="40445"/>
                    <a:pt x="134425" y="40752"/>
                    <a:pt x="134280" y="41041"/>
                  </a:cubicBezTo>
                  <a:lnTo>
                    <a:pt x="133450" y="42828"/>
                  </a:lnTo>
                  <a:cubicBezTo>
                    <a:pt x="133197" y="43424"/>
                    <a:pt x="132962" y="44038"/>
                    <a:pt x="132728" y="44634"/>
                  </a:cubicBezTo>
                  <a:lnTo>
                    <a:pt x="132367" y="45536"/>
                  </a:lnTo>
                  <a:cubicBezTo>
                    <a:pt x="132258" y="45843"/>
                    <a:pt x="132150" y="46150"/>
                    <a:pt x="132042" y="46475"/>
                  </a:cubicBezTo>
                  <a:lnTo>
                    <a:pt x="131428" y="48335"/>
                  </a:lnTo>
                  <a:cubicBezTo>
                    <a:pt x="131247" y="48949"/>
                    <a:pt x="131085" y="49581"/>
                    <a:pt x="130922" y="50213"/>
                  </a:cubicBezTo>
                  <a:lnTo>
                    <a:pt x="130669" y="51152"/>
                  </a:lnTo>
                  <a:cubicBezTo>
                    <a:pt x="130579" y="51477"/>
                    <a:pt x="130507" y="51802"/>
                    <a:pt x="130435" y="52109"/>
                  </a:cubicBezTo>
                  <a:lnTo>
                    <a:pt x="130236" y="53066"/>
                  </a:lnTo>
                  <a:lnTo>
                    <a:pt x="130055" y="54023"/>
                  </a:lnTo>
                  <a:cubicBezTo>
                    <a:pt x="129604" y="56550"/>
                    <a:pt x="129297" y="59042"/>
                    <a:pt x="129080" y="61462"/>
                  </a:cubicBezTo>
                  <a:cubicBezTo>
                    <a:pt x="128629" y="66319"/>
                    <a:pt x="128340" y="70905"/>
                    <a:pt x="127455" y="75112"/>
                  </a:cubicBezTo>
                  <a:cubicBezTo>
                    <a:pt x="126571" y="79301"/>
                    <a:pt x="125000" y="83291"/>
                    <a:pt x="122833" y="86956"/>
                  </a:cubicBezTo>
                  <a:cubicBezTo>
                    <a:pt x="120576" y="90676"/>
                    <a:pt x="117832" y="94052"/>
                    <a:pt x="114672" y="97031"/>
                  </a:cubicBezTo>
                  <a:cubicBezTo>
                    <a:pt x="113065" y="98548"/>
                    <a:pt x="111386" y="99992"/>
                    <a:pt x="109616" y="101328"/>
                  </a:cubicBezTo>
                  <a:cubicBezTo>
                    <a:pt x="109183" y="101653"/>
                    <a:pt x="108732" y="101997"/>
                    <a:pt x="108280" y="102322"/>
                  </a:cubicBezTo>
                  <a:lnTo>
                    <a:pt x="106926" y="103297"/>
                  </a:lnTo>
                  <a:lnTo>
                    <a:pt x="105536" y="104217"/>
                  </a:lnTo>
                  <a:cubicBezTo>
                    <a:pt x="105084" y="104542"/>
                    <a:pt x="104597" y="104831"/>
                    <a:pt x="104127" y="105120"/>
                  </a:cubicBezTo>
                  <a:cubicBezTo>
                    <a:pt x="102232" y="106312"/>
                    <a:pt x="100282" y="107449"/>
                    <a:pt x="98277" y="108479"/>
                  </a:cubicBezTo>
                  <a:cubicBezTo>
                    <a:pt x="96255" y="109526"/>
                    <a:pt x="94215" y="110483"/>
                    <a:pt x="92138" y="111404"/>
                  </a:cubicBezTo>
                  <a:cubicBezTo>
                    <a:pt x="90062" y="112306"/>
                    <a:pt x="87949" y="113137"/>
                    <a:pt x="85801" y="113913"/>
                  </a:cubicBezTo>
                  <a:lnTo>
                    <a:pt x="85006" y="114202"/>
                  </a:lnTo>
                  <a:lnTo>
                    <a:pt x="84194" y="114491"/>
                  </a:lnTo>
                  <a:cubicBezTo>
                    <a:pt x="83652" y="114672"/>
                    <a:pt x="83111" y="114852"/>
                    <a:pt x="82569" y="115033"/>
                  </a:cubicBezTo>
                  <a:lnTo>
                    <a:pt x="80944" y="115556"/>
                  </a:lnTo>
                  <a:lnTo>
                    <a:pt x="79283" y="116062"/>
                  </a:lnTo>
                  <a:cubicBezTo>
                    <a:pt x="74859" y="117398"/>
                    <a:pt x="70327" y="118590"/>
                    <a:pt x="65759" y="119781"/>
                  </a:cubicBezTo>
                  <a:cubicBezTo>
                    <a:pt x="61191" y="120991"/>
                    <a:pt x="56569" y="122183"/>
                    <a:pt x="51928" y="123555"/>
                  </a:cubicBezTo>
                  <a:cubicBezTo>
                    <a:pt x="47234" y="124909"/>
                    <a:pt x="42612" y="126516"/>
                    <a:pt x="38098" y="128358"/>
                  </a:cubicBezTo>
                  <a:cubicBezTo>
                    <a:pt x="37520" y="128575"/>
                    <a:pt x="36960" y="128845"/>
                    <a:pt x="36382" y="129098"/>
                  </a:cubicBezTo>
                  <a:lnTo>
                    <a:pt x="34685" y="129838"/>
                  </a:lnTo>
                  <a:lnTo>
                    <a:pt x="34270" y="130037"/>
                  </a:lnTo>
                  <a:lnTo>
                    <a:pt x="33836" y="130236"/>
                  </a:lnTo>
                  <a:lnTo>
                    <a:pt x="33006" y="130651"/>
                  </a:lnTo>
                  <a:lnTo>
                    <a:pt x="31327" y="131463"/>
                  </a:lnTo>
                  <a:cubicBezTo>
                    <a:pt x="31038" y="131608"/>
                    <a:pt x="30767" y="131752"/>
                    <a:pt x="30496" y="131897"/>
                  </a:cubicBezTo>
                  <a:lnTo>
                    <a:pt x="29666" y="132348"/>
                  </a:lnTo>
                  <a:lnTo>
                    <a:pt x="28022" y="133251"/>
                  </a:lnTo>
                  <a:cubicBezTo>
                    <a:pt x="27481" y="133558"/>
                    <a:pt x="26921" y="133901"/>
                    <a:pt x="26379" y="134226"/>
                  </a:cubicBezTo>
                  <a:lnTo>
                    <a:pt x="25567" y="134732"/>
                  </a:lnTo>
                  <a:cubicBezTo>
                    <a:pt x="25296" y="134894"/>
                    <a:pt x="25025" y="135093"/>
                    <a:pt x="24754" y="135255"/>
                  </a:cubicBezTo>
                  <a:lnTo>
                    <a:pt x="23184" y="136338"/>
                  </a:lnTo>
                  <a:lnTo>
                    <a:pt x="21631" y="137458"/>
                  </a:lnTo>
                  <a:cubicBezTo>
                    <a:pt x="21125" y="137819"/>
                    <a:pt x="20620" y="138234"/>
                    <a:pt x="20132" y="138632"/>
                  </a:cubicBezTo>
                  <a:lnTo>
                    <a:pt x="19392" y="139227"/>
                  </a:lnTo>
                  <a:cubicBezTo>
                    <a:pt x="19139" y="139426"/>
                    <a:pt x="18868" y="139625"/>
                    <a:pt x="18652" y="139841"/>
                  </a:cubicBezTo>
                  <a:lnTo>
                    <a:pt x="17207" y="141123"/>
                  </a:lnTo>
                  <a:lnTo>
                    <a:pt x="16864" y="141430"/>
                  </a:lnTo>
                  <a:lnTo>
                    <a:pt x="16503" y="141773"/>
                  </a:lnTo>
                  <a:lnTo>
                    <a:pt x="15817" y="142423"/>
                  </a:lnTo>
                  <a:cubicBezTo>
                    <a:pt x="14878" y="143290"/>
                    <a:pt x="14029" y="144229"/>
                    <a:pt x="13145" y="145168"/>
                  </a:cubicBezTo>
                  <a:cubicBezTo>
                    <a:pt x="9714" y="148977"/>
                    <a:pt x="6699" y="153202"/>
                    <a:pt x="4460" y="157951"/>
                  </a:cubicBezTo>
                  <a:lnTo>
                    <a:pt x="4243" y="158403"/>
                  </a:lnTo>
                  <a:lnTo>
                    <a:pt x="4135" y="158637"/>
                  </a:lnTo>
                  <a:cubicBezTo>
                    <a:pt x="4081" y="158746"/>
                    <a:pt x="4044" y="158818"/>
                    <a:pt x="3990" y="158944"/>
                  </a:cubicBezTo>
                  <a:cubicBezTo>
                    <a:pt x="3774" y="159468"/>
                    <a:pt x="3593" y="159973"/>
                    <a:pt x="3394" y="160497"/>
                  </a:cubicBezTo>
                  <a:lnTo>
                    <a:pt x="2799" y="162032"/>
                  </a:lnTo>
                  <a:lnTo>
                    <a:pt x="2510" y="162808"/>
                  </a:lnTo>
                  <a:cubicBezTo>
                    <a:pt x="2401" y="163061"/>
                    <a:pt x="2311" y="163314"/>
                    <a:pt x="2239" y="163566"/>
                  </a:cubicBezTo>
                  <a:lnTo>
                    <a:pt x="1372" y="166618"/>
                  </a:lnTo>
                  <a:lnTo>
                    <a:pt x="1156" y="167376"/>
                  </a:lnTo>
                  <a:lnTo>
                    <a:pt x="939" y="168153"/>
                  </a:lnTo>
                  <a:lnTo>
                    <a:pt x="524" y="169705"/>
                  </a:lnTo>
                  <a:lnTo>
                    <a:pt x="90" y="171276"/>
                  </a:lnTo>
                  <a:lnTo>
                    <a:pt x="36" y="171457"/>
                  </a:lnTo>
                  <a:cubicBezTo>
                    <a:pt x="36" y="171529"/>
                    <a:pt x="0" y="171601"/>
                    <a:pt x="0" y="171637"/>
                  </a:cubicBezTo>
                  <a:lnTo>
                    <a:pt x="397" y="171673"/>
                  </a:lnTo>
                  <a:lnTo>
                    <a:pt x="1156" y="171710"/>
                  </a:lnTo>
                  <a:lnTo>
                    <a:pt x="4261" y="171908"/>
                  </a:lnTo>
                  <a:lnTo>
                    <a:pt x="5814" y="171998"/>
                  </a:lnTo>
                  <a:cubicBezTo>
                    <a:pt x="6049" y="172016"/>
                    <a:pt x="6356" y="172016"/>
                    <a:pt x="6626" y="172016"/>
                  </a:cubicBezTo>
                  <a:lnTo>
                    <a:pt x="10833" y="172016"/>
                  </a:lnTo>
                  <a:lnTo>
                    <a:pt x="40210" y="172053"/>
                  </a:lnTo>
                  <a:lnTo>
                    <a:pt x="97501" y="172107"/>
                  </a:lnTo>
                  <a:lnTo>
                    <a:pt x="24375" y="171836"/>
                  </a:lnTo>
                  <a:lnTo>
                    <a:pt x="15347" y="171818"/>
                  </a:lnTo>
                  <a:lnTo>
                    <a:pt x="9263" y="171800"/>
                  </a:lnTo>
                  <a:lnTo>
                    <a:pt x="6139" y="171800"/>
                  </a:lnTo>
                  <a:lnTo>
                    <a:pt x="5164" y="171746"/>
                  </a:lnTo>
                  <a:lnTo>
                    <a:pt x="1300" y="171529"/>
                  </a:lnTo>
                  <a:lnTo>
                    <a:pt x="343" y="171475"/>
                  </a:lnTo>
                  <a:lnTo>
                    <a:pt x="217" y="171475"/>
                  </a:lnTo>
                  <a:cubicBezTo>
                    <a:pt x="163" y="171475"/>
                    <a:pt x="217" y="171403"/>
                    <a:pt x="217" y="171366"/>
                  </a:cubicBezTo>
                  <a:lnTo>
                    <a:pt x="289" y="171132"/>
                  </a:lnTo>
                  <a:lnTo>
                    <a:pt x="415" y="170644"/>
                  </a:lnTo>
                  <a:lnTo>
                    <a:pt x="957" y="168712"/>
                  </a:lnTo>
                  <a:cubicBezTo>
                    <a:pt x="1300" y="167394"/>
                    <a:pt x="1661" y="166148"/>
                    <a:pt x="2022" y="164885"/>
                  </a:cubicBezTo>
                  <a:lnTo>
                    <a:pt x="2293" y="163946"/>
                  </a:lnTo>
                  <a:lnTo>
                    <a:pt x="2438" y="163476"/>
                  </a:lnTo>
                  <a:cubicBezTo>
                    <a:pt x="2456" y="163404"/>
                    <a:pt x="2474" y="163332"/>
                    <a:pt x="2510" y="163241"/>
                  </a:cubicBezTo>
                  <a:lnTo>
                    <a:pt x="2600" y="163007"/>
                  </a:lnTo>
                  <a:lnTo>
                    <a:pt x="3340" y="161093"/>
                  </a:lnTo>
                  <a:lnTo>
                    <a:pt x="4063" y="159179"/>
                  </a:lnTo>
                  <a:cubicBezTo>
                    <a:pt x="4099" y="159107"/>
                    <a:pt x="4135" y="159016"/>
                    <a:pt x="4171" y="158944"/>
                  </a:cubicBezTo>
                  <a:lnTo>
                    <a:pt x="4261" y="158764"/>
                  </a:lnTo>
                  <a:lnTo>
                    <a:pt x="4406" y="158457"/>
                  </a:lnTo>
                  <a:lnTo>
                    <a:pt x="4676" y="157897"/>
                  </a:lnTo>
                  <a:cubicBezTo>
                    <a:pt x="6121" y="154954"/>
                    <a:pt x="7818" y="152155"/>
                    <a:pt x="9786" y="149537"/>
                  </a:cubicBezTo>
                  <a:cubicBezTo>
                    <a:pt x="11718" y="146955"/>
                    <a:pt x="13885" y="144536"/>
                    <a:pt x="16214" y="142315"/>
                  </a:cubicBezTo>
                  <a:cubicBezTo>
                    <a:pt x="18543" y="140094"/>
                    <a:pt x="21053" y="138072"/>
                    <a:pt x="23689" y="136230"/>
                  </a:cubicBezTo>
                  <a:cubicBezTo>
                    <a:pt x="24357" y="135797"/>
                    <a:pt x="25025" y="135345"/>
                    <a:pt x="25693" y="134912"/>
                  </a:cubicBezTo>
                  <a:lnTo>
                    <a:pt x="27770" y="133648"/>
                  </a:lnTo>
                  <a:cubicBezTo>
                    <a:pt x="28456" y="133269"/>
                    <a:pt x="29142" y="132908"/>
                    <a:pt x="29846" y="132529"/>
                  </a:cubicBezTo>
                  <a:lnTo>
                    <a:pt x="30875" y="131969"/>
                  </a:lnTo>
                  <a:cubicBezTo>
                    <a:pt x="31236" y="131770"/>
                    <a:pt x="31579" y="131608"/>
                    <a:pt x="31941" y="131445"/>
                  </a:cubicBezTo>
                  <a:lnTo>
                    <a:pt x="34053" y="130398"/>
                  </a:lnTo>
                  <a:cubicBezTo>
                    <a:pt x="34757" y="130073"/>
                    <a:pt x="35480" y="129766"/>
                    <a:pt x="36202" y="129441"/>
                  </a:cubicBezTo>
                  <a:cubicBezTo>
                    <a:pt x="37628" y="128791"/>
                    <a:pt x="39073" y="128250"/>
                    <a:pt x="40517" y="127672"/>
                  </a:cubicBezTo>
                  <a:cubicBezTo>
                    <a:pt x="40878" y="127527"/>
                    <a:pt x="41239" y="127383"/>
                    <a:pt x="41600" y="127256"/>
                  </a:cubicBezTo>
                  <a:lnTo>
                    <a:pt x="42684" y="126859"/>
                  </a:lnTo>
                  <a:lnTo>
                    <a:pt x="43785" y="126462"/>
                  </a:lnTo>
                  <a:lnTo>
                    <a:pt x="44327" y="126263"/>
                  </a:lnTo>
                  <a:lnTo>
                    <a:pt x="44887" y="126083"/>
                  </a:lnTo>
                  <a:cubicBezTo>
                    <a:pt x="46331" y="125595"/>
                    <a:pt x="47794" y="125090"/>
                    <a:pt x="49256" y="124656"/>
                  </a:cubicBezTo>
                  <a:cubicBezTo>
                    <a:pt x="52181" y="123736"/>
                    <a:pt x="55106" y="122923"/>
                    <a:pt x="58031" y="122129"/>
                  </a:cubicBezTo>
                  <a:cubicBezTo>
                    <a:pt x="63863" y="120558"/>
                    <a:pt x="69677" y="119113"/>
                    <a:pt x="75365" y="117524"/>
                  </a:cubicBezTo>
                  <a:cubicBezTo>
                    <a:pt x="76773" y="117127"/>
                    <a:pt x="78181" y="116712"/>
                    <a:pt x="79590" y="116279"/>
                  </a:cubicBezTo>
                  <a:cubicBezTo>
                    <a:pt x="81016" y="115863"/>
                    <a:pt x="82388" y="115430"/>
                    <a:pt x="83761" y="114961"/>
                  </a:cubicBezTo>
                  <a:cubicBezTo>
                    <a:pt x="86505" y="114040"/>
                    <a:pt x="89213" y="113011"/>
                    <a:pt x="91868" y="111855"/>
                  </a:cubicBezTo>
                  <a:cubicBezTo>
                    <a:pt x="97176" y="109616"/>
                    <a:pt x="102250" y="106854"/>
                    <a:pt x="107016" y="103640"/>
                  </a:cubicBezTo>
                  <a:cubicBezTo>
                    <a:pt x="111711" y="100408"/>
                    <a:pt x="116008" y="96616"/>
                    <a:pt x="119511" y="92283"/>
                  </a:cubicBezTo>
                  <a:cubicBezTo>
                    <a:pt x="121262" y="90134"/>
                    <a:pt x="122815" y="87805"/>
                    <a:pt x="124115" y="85367"/>
                  </a:cubicBezTo>
                  <a:cubicBezTo>
                    <a:pt x="125397" y="82930"/>
                    <a:pt x="126426" y="80366"/>
                    <a:pt x="127167" y="77712"/>
                  </a:cubicBezTo>
                  <a:cubicBezTo>
                    <a:pt x="127925" y="75076"/>
                    <a:pt x="128358" y="72295"/>
                    <a:pt x="128683" y="69370"/>
                  </a:cubicBezTo>
                  <a:cubicBezTo>
                    <a:pt x="129008" y="66445"/>
                    <a:pt x="129207" y="63412"/>
                    <a:pt x="129532" y="60252"/>
                  </a:cubicBezTo>
                  <a:cubicBezTo>
                    <a:pt x="129694" y="58663"/>
                    <a:pt x="129875" y="57074"/>
                    <a:pt x="130146" y="55449"/>
                  </a:cubicBezTo>
                  <a:cubicBezTo>
                    <a:pt x="130200" y="55052"/>
                    <a:pt x="130272" y="54637"/>
                    <a:pt x="130344" y="54239"/>
                  </a:cubicBezTo>
                  <a:lnTo>
                    <a:pt x="130579" y="53011"/>
                  </a:lnTo>
                  <a:cubicBezTo>
                    <a:pt x="130760" y="52199"/>
                    <a:pt x="130922" y="51368"/>
                    <a:pt x="131139" y="50556"/>
                  </a:cubicBezTo>
                  <a:lnTo>
                    <a:pt x="131482" y="49382"/>
                  </a:lnTo>
                  <a:cubicBezTo>
                    <a:pt x="131590" y="48967"/>
                    <a:pt x="131680" y="48570"/>
                    <a:pt x="131825" y="48173"/>
                  </a:cubicBezTo>
                  <a:lnTo>
                    <a:pt x="132619" y="45771"/>
                  </a:lnTo>
                  <a:lnTo>
                    <a:pt x="133540" y="43424"/>
                  </a:lnTo>
                  <a:cubicBezTo>
                    <a:pt x="133685" y="43027"/>
                    <a:pt x="133883" y="42648"/>
                    <a:pt x="134046" y="42268"/>
                  </a:cubicBezTo>
                  <a:lnTo>
                    <a:pt x="134587" y="41113"/>
                  </a:lnTo>
                  <a:lnTo>
                    <a:pt x="134587" y="41113"/>
                  </a:lnTo>
                  <a:cubicBezTo>
                    <a:pt x="134450" y="41577"/>
                    <a:pt x="134116" y="42502"/>
                    <a:pt x="134207" y="42502"/>
                  </a:cubicBezTo>
                  <a:cubicBezTo>
                    <a:pt x="134272" y="42502"/>
                    <a:pt x="134552" y="42032"/>
                    <a:pt x="135274" y="40589"/>
                  </a:cubicBezTo>
                  <a:lnTo>
                    <a:pt x="135274" y="40589"/>
                  </a:lnTo>
                  <a:cubicBezTo>
                    <a:pt x="133793" y="43641"/>
                    <a:pt x="132619" y="46836"/>
                    <a:pt x="131771" y="50123"/>
                  </a:cubicBezTo>
                  <a:lnTo>
                    <a:pt x="131446" y="51350"/>
                  </a:lnTo>
                  <a:cubicBezTo>
                    <a:pt x="131337" y="51748"/>
                    <a:pt x="131265" y="52163"/>
                    <a:pt x="131175" y="52578"/>
                  </a:cubicBezTo>
                  <a:lnTo>
                    <a:pt x="131049" y="53210"/>
                  </a:lnTo>
                  <a:lnTo>
                    <a:pt x="130940" y="53824"/>
                  </a:lnTo>
                  <a:cubicBezTo>
                    <a:pt x="130868" y="54221"/>
                    <a:pt x="130778" y="54637"/>
                    <a:pt x="130724" y="55052"/>
                  </a:cubicBezTo>
                  <a:cubicBezTo>
                    <a:pt x="130471" y="56695"/>
                    <a:pt x="130272" y="58302"/>
                    <a:pt x="130110" y="59909"/>
                  </a:cubicBezTo>
                  <a:cubicBezTo>
                    <a:pt x="129785" y="63105"/>
                    <a:pt x="129586" y="66210"/>
                    <a:pt x="129279" y="69189"/>
                  </a:cubicBezTo>
                  <a:cubicBezTo>
                    <a:pt x="129117" y="70688"/>
                    <a:pt x="128936" y="72169"/>
                    <a:pt x="128701" y="73595"/>
                  </a:cubicBezTo>
                  <a:cubicBezTo>
                    <a:pt x="128467" y="75021"/>
                    <a:pt x="128160" y="76412"/>
                    <a:pt x="127780" y="77802"/>
                  </a:cubicBezTo>
                  <a:cubicBezTo>
                    <a:pt x="127022" y="80528"/>
                    <a:pt x="125993" y="83183"/>
                    <a:pt x="124657" y="85692"/>
                  </a:cubicBezTo>
                  <a:cubicBezTo>
                    <a:pt x="123321" y="88220"/>
                    <a:pt x="121732" y="90621"/>
                    <a:pt x="119926" y="92824"/>
                  </a:cubicBezTo>
                  <a:cubicBezTo>
                    <a:pt x="118103" y="95081"/>
                    <a:pt x="116098" y="97158"/>
                    <a:pt x="113932" y="99090"/>
                  </a:cubicBezTo>
                  <a:cubicBezTo>
                    <a:pt x="111747" y="101022"/>
                    <a:pt x="109436" y="102809"/>
                    <a:pt x="107016" y="104434"/>
                  </a:cubicBezTo>
                  <a:cubicBezTo>
                    <a:pt x="102123" y="107720"/>
                    <a:pt x="96905" y="110501"/>
                    <a:pt x="91470" y="112758"/>
                  </a:cubicBezTo>
                  <a:cubicBezTo>
                    <a:pt x="88744" y="113913"/>
                    <a:pt x="85963" y="114942"/>
                    <a:pt x="83147" y="115863"/>
                  </a:cubicBezTo>
                  <a:cubicBezTo>
                    <a:pt x="80348" y="116766"/>
                    <a:pt x="77441" y="117597"/>
                    <a:pt x="74552" y="118409"/>
                  </a:cubicBezTo>
                  <a:cubicBezTo>
                    <a:pt x="68738" y="119998"/>
                    <a:pt x="62834" y="121424"/>
                    <a:pt x="56894" y="123049"/>
                  </a:cubicBezTo>
                  <a:lnTo>
                    <a:pt x="54673" y="123663"/>
                  </a:lnTo>
                  <a:lnTo>
                    <a:pt x="52452" y="124295"/>
                  </a:lnTo>
                  <a:lnTo>
                    <a:pt x="51332" y="124620"/>
                  </a:lnTo>
                  <a:lnTo>
                    <a:pt x="50231" y="124963"/>
                  </a:lnTo>
                  <a:lnTo>
                    <a:pt x="47992" y="125631"/>
                  </a:lnTo>
                  <a:lnTo>
                    <a:pt x="45771" y="126372"/>
                  </a:lnTo>
                  <a:lnTo>
                    <a:pt x="44670" y="126733"/>
                  </a:lnTo>
                  <a:cubicBezTo>
                    <a:pt x="44309" y="126859"/>
                    <a:pt x="43930" y="127004"/>
                    <a:pt x="43568" y="127130"/>
                  </a:cubicBezTo>
                  <a:lnTo>
                    <a:pt x="41366" y="127925"/>
                  </a:lnTo>
                  <a:cubicBezTo>
                    <a:pt x="40625" y="128195"/>
                    <a:pt x="39903" y="128502"/>
                    <a:pt x="39163" y="128791"/>
                  </a:cubicBezTo>
                  <a:lnTo>
                    <a:pt x="38061" y="129225"/>
                  </a:lnTo>
                  <a:cubicBezTo>
                    <a:pt x="37700" y="129369"/>
                    <a:pt x="37339" y="129531"/>
                    <a:pt x="36978" y="129694"/>
                  </a:cubicBezTo>
                  <a:lnTo>
                    <a:pt x="34811" y="130633"/>
                  </a:lnTo>
                  <a:cubicBezTo>
                    <a:pt x="34089" y="130958"/>
                    <a:pt x="33385" y="131319"/>
                    <a:pt x="32663" y="131662"/>
                  </a:cubicBezTo>
                  <a:cubicBezTo>
                    <a:pt x="31959" y="132005"/>
                    <a:pt x="31236" y="132348"/>
                    <a:pt x="30550" y="132727"/>
                  </a:cubicBezTo>
                  <a:lnTo>
                    <a:pt x="28438" y="133865"/>
                  </a:lnTo>
                  <a:cubicBezTo>
                    <a:pt x="28095" y="134045"/>
                    <a:pt x="27752" y="134262"/>
                    <a:pt x="27391" y="134479"/>
                  </a:cubicBezTo>
                  <a:lnTo>
                    <a:pt x="26361" y="135093"/>
                  </a:lnTo>
                  <a:lnTo>
                    <a:pt x="25838" y="135418"/>
                  </a:lnTo>
                  <a:lnTo>
                    <a:pt x="25332" y="135761"/>
                  </a:lnTo>
                  <a:lnTo>
                    <a:pt x="24321" y="136429"/>
                  </a:lnTo>
                  <a:cubicBezTo>
                    <a:pt x="23635" y="136862"/>
                    <a:pt x="22985" y="137368"/>
                    <a:pt x="22335" y="137837"/>
                  </a:cubicBezTo>
                  <a:cubicBezTo>
                    <a:pt x="19735" y="139751"/>
                    <a:pt x="17279" y="141882"/>
                    <a:pt x="15004" y="144193"/>
                  </a:cubicBezTo>
                  <a:cubicBezTo>
                    <a:pt x="14445" y="144789"/>
                    <a:pt x="13885" y="145366"/>
                    <a:pt x="13343" y="145980"/>
                  </a:cubicBezTo>
                  <a:lnTo>
                    <a:pt x="11736" y="147822"/>
                  </a:lnTo>
                  <a:lnTo>
                    <a:pt x="10220" y="149754"/>
                  </a:lnTo>
                  <a:cubicBezTo>
                    <a:pt x="9732" y="150386"/>
                    <a:pt x="9263" y="151072"/>
                    <a:pt x="8793" y="151740"/>
                  </a:cubicBezTo>
                  <a:cubicBezTo>
                    <a:pt x="7872" y="153094"/>
                    <a:pt x="6988" y="154484"/>
                    <a:pt x="6211" y="155947"/>
                  </a:cubicBezTo>
                  <a:lnTo>
                    <a:pt x="5904" y="156489"/>
                  </a:lnTo>
                  <a:lnTo>
                    <a:pt x="5760" y="156759"/>
                  </a:lnTo>
                  <a:lnTo>
                    <a:pt x="5615" y="157030"/>
                  </a:lnTo>
                  <a:lnTo>
                    <a:pt x="5074" y="158168"/>
                  </a:lnTo>
                  <a:lnTo>
                    <a:pt x="4803" y="158728"/>
                  </a:lnTo>
                  <a:lnTo>
                    <a:pt x="4640" y="159053"/>
                  </a:lnTo>
                  <a:lnTo>
                    <a:pt x="4586" y="159143"/>
                  </a:lnTo>
                  <a:lnTo>
                    <a:pt x="4532" y="159251"/>
                  </a:lnTo>
                  <a:cubicBezTo>
                    <a:pt x="4514" y="159323"/>
                    <a:pt x="4478" y="159414"/>
                    <a:pt x="4442" y="159486"/>
                  </a:cubicBezTo>
                  <a:lnTo>
                    <a:pt x="3738" y="161346"/>
                  </a:lnTo>
                  <a:lnTo>
                    <a:pt x="3015" y="163205"/>
                  </a:lnTo>
                  <a:cubicBezTo>
                    <a:pt x="2817" y="163819"/>
                    <a:pt x="2654" y="164415"/>
                    <a:pt x="2474" y="165029"/>
                  </a:cubicBezTo>
                  <a:lnTo>
                    <a:pt x="1932" y="166871"/>
                  </a:lnTo>
                  <a:cubicBezTo>
                    <a:pt x="1751" y="167485"/>
                    <a:pt x="1589" y="168116"/>
                    <a:pt x="1426" y="168748"/>
                  </a:cubicBezTo>
                  <a:lnTo>
                    <a:pt x="903" y="170626"/>
                  </a:lnTo>
                  <a:lnTo>
                    <a:pt x="776" y="171096"/>
                  </a:lnTo>
                  <a:cubicBezTo>
                    <a:pt x="776" y="171114"/>
                    <a:pt x="849" y="171114"/>
                    <a:pt x="867" y="171114"/>
                  </a:cubicBezTo>
                  <a:lnTo>
                    <a:pt x="993" y="171114"/>
                  </a:lnTo>
                  <a:lnTo>
                    <a:pt x="1210" y="171132"/>
                  </a:lnTo>
                  <a:lnTo>
                    <a:pt x="2149" y="171186"/>
                  </a:lnTo>
                  <a:lnTo>
                    <a:pt x="5904" y="171403"/>
                  </a:lnTo>
                  <a:cubicBezTo>
                    <a:pt x="6518" y="171439"/>
                    <a:pt x="7204" y="171439"/>
                    <a:pt x="7890" y="171439"/>
                  </a:cubicBezTo>
                  <a:lnTo>
                    <a:pt x="18002" y="171439"/>
                  </a:lnTo>
                  <a:lnTo>
                    <a:pt x="27174" y="171457"/>
                  </a:lnTo>
                  <a:cubicBezTo>
                    <a:pt x="36149" y="171477"/>
                    <a:pt x="45150" y="171489"/>
                    <a:pt x="54190" y="171489"/>
                  </a:cubicBezTo>
                  <a:cubicBezTo>
                    <a:pt x="69847" y="171489"/>
                    <a:pt x="85618" y="171451"/>
                    <a:pt x="101563" y="171348"/>
                  </a:cubicBezTo>
                  <a:lnTo>
                    <a:pt x="101563" y="172161"/>
                  </a:lnTo>
                  <a:cubicBezTo>
                    <a:pt x="136917" y="172251"/>
                    <a:pt x="172667" y="172378"/>
                    <a:pt x="208833" y="172576"/>
                  </a:cubicBezTo>
                  <a:cubicBezTo>
                    <a:pt x="223873" y="172576"/>
                    <a:pt x="236783" y="172179"/>
                    <a:pt x="247580" y="171710"/>
                  </a:cubicBezTo>
                  <a:cubicBezTo>
                    <a:pt x="194135" y="171005"/>
                    <a:pt x="138181" y="170680"/>
                    <a:pt x="81702" y="170500"/>
                  </a:cubicBezTo>
                  <a:lnTo>
                    <a:pt x="39271" y="170373"/>
                  </a:lnTo>
                  <a:lnTo>
                    <a:pt x="18020" y="170337"/>
                  </a:lnTo>
                  <a:lnTo>
                    <a:pt x="12711" y="170319"/>
                  </a:lnTo>
                  <a:lnTo>
                    <a:pt x="8631" y="170319"/>
                  </a:lnTo>
                  <a:cubicBezTo>
                    <a:pt x="8508" y="170321"/>
                    <a:pt x="8386" y="170322"/>
                    <a:pt x="8265" y="170322"/>
                  </a:cubicBezTo>
                  <a:cubicBezTo>
                    <a:pt x="7019" y="170322"/>
                    <a:pt x="5879" y="170242"/>
                    <a:pt x="4694" y="170193"/>
                  </a:cubicBezTo>
                  <a:lnTo>
                    <a:pt x="2763" y="170121"/>
                  </a:lnTo>
                  <a:lnTo>
                    <a:pt x="2275" y="170085"/>
                  </a:lnTo>
                  <a:cubicBezTo>
                    <a:pt x="2265" y="170085"/>
                    <a:pt x="2231" y="170096"/>
                    <a:pt x="2207" y="170096"/>
                  </a:cubicBezTo>
                  <a:cubicBezTo>
                    <a:pt x="2189" y="170096"/>
                    <a:pt x="2177" y="170090"/>
                    <a:pt x="2185" y="170066"/>
                  </a:cubicBezTo>
                  <a:lnTo>
                    <a:pt x="2221" y="169940"/>
                  </a:lnTo>
                  <a:lnTo>
                    <a:pt x="2293" y="169705"/>
                  </a:lnTo>
                  <a:lnTo>
                    <a:pt x="2546" y="168748"/>
                  </a:lnTo>
                  <a:lnTo>
                    <a:pt x="3069" y="166816"/>
                  </a:lnTo>
                  <a:cubicBezTo>
                    <a:pt x="3250" y="166185"/>
                    <a:pt x="3431" y="165571"/>
                    <a:pt x="3629" y="164939"/>
                  </a:cubicBezTo>
                  <a:cubicBezTo>
                    <a:pt x="3810" y="164307"/>
                    <a:pt x="3990" y="163693"/>
                    <a:pt x="4207" y="163061"/>
                  </a:cubicBezTo>
                  <a:lnTo>
                    <a:pt x="4947" y="161183"/>
                  </a:lnTo>
                  <a:lnTo>
                    <a:pt x="5308" y="160244"/>
                  </a:lnTo>
                  <a:lnTo>
                    <a:pt x="5489" y="159775"/>
                  </a:lnTo>
                  <a:cubicBezTo>
                    <a:pt x="5525" y="159684"/>
                    <a:pt x="5561" y="159612"/>
                    <a:pt x="5597" y="159540"/>
                  </a:cubicBezTo>
                  <a:lnTo>
                    <a:pt x="5688" y="159341"/>
                  </a:lnTo>
                  <a:lnTo>
                    <a:pt x="6301" y="158059"/>
                  </a:lnTo>
                  <a:cubicBezTo>
                    <a:pt x="7981" y="154719"/>
                    <a:pt x="10021" y="151577"/>
                    <a:pt x="12386" y="148689"/>
                  </a:cubicBezTo>
                  <a:cubicBezTo>
                    <a:pt x="14733" y="145818"/>
                    <a:pt x="17352" y="143182"/>
                    <a:pt x="20186" y="140816"/>
                  </a:cubicBezTo>
                  <a:cubicBezTo>
                    <a:pt x="23021" y="138451"/>
                    <a:pt x="26072" y="136357"/>
                    <a:pt x="29304" y="134569"/>
                  </a:cubicBezTo>
                  <a:lnTo>
                    <a:pt x="31706" y="133269"/>
                  </a:lnTo>
                  <a:cubicBezTo>
                    <a:pt x="32518" y="132854"/>
                    <a:pt x="33331" y="132493"/>
                    <a:pt x="34143" y="132077"/>
                  </a:cubicBezTo>
                  <a:cubicBezTo>
                    <a:pt x="34956" y="131662"/>
                    <a:pt x="35805" y="131301"/>
                    <a:pt x="36617" y="130940"/>
                  </a:cubicBezTo>
                  <a:cubicBezTo>
                    <a:pt x="37430" y="130579"/>
                    <a:pt x="38260" y="130200"/>
                    <a:pt x="39091" y="129893"/>
                  </a:cubicBezTo>
                  <a:lnTo>
                    <a:pt x="41600" y="128881"/>
                  </a:lnTo>
                  <a:lnTo>
                    <a:pt x="44128" y="127979"/>
                  </a:lnTo>
                  <a:cubicBezTo>
                    <a:pt x="44977" y="127654"/>
                    <a:pt x="45825" y="127401"/>
                    <a:pt x="46674" y="127112"/>
                  </a:cubicBezTo>
                  <a:cubicBezTo>
                    <a:pt x="47523" y="126823"/>
                    <a:pt x="48371" y="126534"/>
                    <a:pt x="49220" y="126281"/>
                  </a:cubicBezTo>
                  <a:cubicBezTo>
                    <a:pt x="52614" y="125216"/>
                    <a:pt x="56027" y="124277"/>
                    <a:pt x="59421" y="123374"/>
                  </a:cubicBezTo>
                  <a:cubicBezTo>
                    <a:pt x="66210" y="121569"/>
                    <a:pt x="72981" y="119944"/>
                    <a:pt x="79554" y="117976"/>
                  </a:cubicBezTo>
                  <a:lnTo>
                    <a:pt x="79554" y="117976"/>
                  </a:lnTo>
                  <a:cubicBezTo>
                    <a:pt x="74010" y="119655"/>
                    <a:pt x="68251" y="121118"/>
                    <a:pt x="62383" y="122652"/>
                  </a:cubicBezTo>
                  <a:cubicBezTo>
                    <a:pt x="56514" y="124205"/>
                    <a:pt x="50538" y="125866"/>
                    <a:pt x="44598" y="127943"/>
                  </a:cubicBezTo>
                  <a:cubicBezTo>
                    <a:pt x="38675" y="130073"/>
                    <a:pt x="32771" y="132601"/>
                    <a:pt x="27228" y="136013"/>
                  </a:cubicBezTo>
                  <a:cubicBezTo>
                    <a:pt x="21649" y="139462"/>
                    <a:pt x="16683" y="143832"/>
                    <a:pt x="12531" y="148923"/>
                  </a:cubicBezTo>
                  <a:cubicBezTo>
                    <a:pt x="10436" y="151469"/>
                    <a:pt x="8613" y="154232"/>
                    <a:pt x="7060" y="157157"/>
                  </a:cubicBezTo>
                  <a:cubicBezTo>
                    <a:pt x="6681" y="157897"/>
                    <a:pt x="6338" y="158637"/>
                    <a:pt x="5958" y="159396"/>
                  </a:cubicBezTo>
                  <a:cubicBezTo>
                    <a:pt x="5904" y="159504"/>
                    <a:pt x="5850" y="159594"/>
                    <a:pt x="5796" y="159739"/>
                  </a:cubicBezTo>
                  <a:cubicBezTo>
                    <a:pt x="5742" y="159865"/>
                    <a:pt x="5688" y="160009"/>
                    <a:pt x="5633" y="160136"/>
                  </a:cubicBezTo>
                  <a:lnTo>
                    <a:pt x="5326" y="160948"/>
                  </a:lnTo>
                  <a:lnTo>
                    <a:pt x="4694" y="162555"/>
                  </a:lnTo>
                  <a:cubicBezTo>
                    <a:pt x="4478" y="163079"/>
                    <a:pt x="4297" y="163621"/>
                    <a:pt x="4153" y="164180"/>
                  </a:cubicBezTo>
                  <a:lnTo>
                    <a:pt x="3665" y="165787"/>
                  </a:lnTo>
                  <a:cubicBezTo>
                    <a:pt x="3485" y="166311"/>
                    <a:pt x="3340" y="166853"/>
                    <a:pt x="3196" y="167412"/>
                  </a:cubicBezTo>
                  <a:lnTo>
                    <a:pt x="2744" y="169055"/>
                  </a:lnTo>
                  <a:lnTo>
                    <a:pt x="2618" y="169489"/>
                  </a:lnTo>
                  <a:lnTo>
                    <a:pt x="2564" y="169687"/>
                  </a:lnTo>
                  <a:lnTo>
                    <a:pt x="2528" y="169796"/>
                  </a:lnTo>
                  <a:lnTo>
                    <a:pt x="2510" y="169850"/>
                  </a:lnTo>
                  <a:lnTo>
                    <a:pt x="2582" y="169850"/>
                  </a:lnTo>
                  <a:lnTo>
                    <a:pt x="3413" y="169886"/>
                  </a:lnTo>
                  <a:lnTo>
                    <a:pt x="5056" y="169940"/>
                  </a:lnTo>
                  <a:lnTo>
                    <a:pt x="6717" y="170012"/>
                  </a:lnTo>
                  <a:cubicBezTo>
                    <a:pt x="6988" y="170030"/>
                    <a:pt x="7258" y="170048"/>
                    <a:pt x="7547" y="170048"/>
                  </a:cubicBezTo>
                  <a:lnTo>
                    <a:pt x="14499" y="170048"/>
                  </a:lnTo>
                  <a:lnTo>
                    <a:pt x="23797" y="170066"/>
                  </a:lnTo>
                  <a:cubicBezTo>
                    <a:pt x="36166" y="170103"/>
                    <a:pt x="48317" y="170175"/>
                    <a:pt x="60053" y="170283"/>
                  </a:cubicBezTo>
                  <a:cubicBezTo>
                    <a:pt x="127112" y="170680"/>
                    <a:pt x="187455" y="170482"/>
                    <a:pt x="247815" y="171096"/>
                  </a:cubicBezTo>
                  <a:lnTo>
                    <a:pt x="257655" y="171222"/>
                  </a:lnTo>
                  <a:cubicBezTo>
                    <a:pt x="261935" y="170987"/>
                    <a:pt x="265762" y="170753"/>
                    <a:pt x="269175" y="170536"/>
                  </a:cubicBezTo>
                  <a:cubicBezTo>
                    <a:pt x="278330" y="169833"/>
                    <a:pt x="284365" y="168952"/>
                    <a:pt x="278708" y="168137"/>
                  </a:cubicBezTo>
                  <a:lnTo>
                    <a:pt x="278708" y="168137"/>
                  </a:lnTo>
                  <a:cubicBezTo>
                    <a:pt x="279685" y="164054"/>
                    <a:pt x="280710" y="145211"/>
                    <a:pt x="281236" y="117290"/>
                  </a:cubicBezTo>
                  <a:lnTo>
                    <a:pt x="282049" y="117290"/>
                  </a:lnTo>
                  <a:cubicBezTo>
                    <a:pt x="281834" y="146227"/>
                    <a:pt x="282324" y="151752"/>
                    <a:pt x="282979" y="151752"/>
                  </a:cubicBezTo>
                  <a:cubicBezTo>
                    <a:pt x="283384" y="151752"/>
                    <a:pt x="283852" y="149643"/>
                    <a:pt x="284257" y="149643"/>
                  </a:cubicBezTo>
                  <a:cubicBezTo>
                    <a:pt x="284411" y="149643"/>
                    <a:pt x="284556" y="149951"/>
                    <a:pt x="284685" y="150801"/>
                  </a:cubicBezTo>
                  <a:cubicBezTo>
                    <a:pt x="284685" y="124006"/>
                    <a:pt x="284901" y="97176"/>
                    <a:pt x="285497" y="70345"/>
                  </a:cubicBezTo>
                  <a:lnTo>
                    <a:pt x="285497" y="37520"/>
                  </a:lnTo>
                  <a:cubicBezTo>
                    <a:pt x="285244" y="37375"/>
                    <a:pt x="284974" y="37249"/>
                    <a:pt x="284721" y="37104"/>
                  </a:cubicBezTo>
                  <a:lnTo>
                    <a:pt x="279358" y="34342"/>
                  </a:lnTo>
                  <a:lnTo>
                    <a:pt x="277769" y="33511"/>
                  </a:lnTo>
                  <a:cubicBezTo>
                    <a:pt x="277517" y="33385"/>
                    <a:pt x="277246" y="33241"/>
                    <a:pt x="276975" y="33114"/>
                  </a:cubicBezTo>
                  <a:lnTo>
                    <a:pt x="276217" y="32681"/>
                  </a:lnTo>
                  <a:cubicBezTo>
                    <a:pt x="275169" y="32121"/>
                    <a:pt x="274158" y="31507"/>
                    <a:pt x="273147" y="30911"/>
                  </a:cubicBezTo>
                  <a:cubicBezTo>
                    <a:pt x="269067" y="28492"/>
                    <a:pt x="265040" y="25838"/>
                    <a:pt x="260978" y="23147"/>
                  </a:cubicBezTo>
                  <a:cubicBezTo>
                    <a:pt x="252871" y="17767"/>
                    <a:pt x="244655" y="12188"/>
                    <a:pt x="235591" y="7674"/>
                  </a:cubicBezTo>
                  <a:cubicBezTo>
                    <a:pt x="233334" y="6536"/>
                    <a:pt x="231005" y="5507"/>
                    <a:pt x="228622" y="4532"/>
                  </a:cubicBezTo>
                  <a:lnTo>
                    <a:pt x="226816" y="3846"/>
                  </a:lnTo>
                  <a:cubicBezTo>
                    <a:pt x="226220" y="3611"/>
                    <a:pt x="225606" y="3431"/>
                    <a:pt x="224992" y="3196"/>
                  </a:cubicBezTo>
                  <a:cubicBezTo>
                    <a:pt x="223783" y="2763"/>
                    <a:pt x="222519" y="2419"/>
                    <a:pt x="221291" y="2040"/>
                  </a:cubicBezTo>
                  <a:lnTo>
                    <a:pt x="219395" y="1553"/>
                  </a:lnTo>
                  <a:cubicBezTo>
                    <a:pt x="219070" y="1481"/>
                    <a:pt x="218763" y="1390"/>
                    <a:pt x="218438" y="1318"/>
                  </a:cubicBezTo>
                  <a:lnTo>
                    <a:pt x="217463" y="1119"/>
                  </a:lnTo>
                  <a:lnTo>
                    <a:pt x="216506" y="921"/>
                  </a:lnTo>
                  <a:cubicBezTo>
                    <a:pt x="216181" y="867"/>
                    <a:pt x="215874" y="794"/>
                    <a:pt x="215531" y="740"/>
                  </a:cubicBezTo>
                  <a:lnTo>
                    <a:pt x="213581" y="451"/>
                  </a:lnTo>
                  <a:cubicBezTo>
                    <a:pt x="213419" y="415"/>
                    <a:pt x="213256" y="397"/>
                    <a:pt x="213094" y="379"/>
                  </a:cubicBezTo>
                  <a:lnTo>
                    <a:pt x="212606" y="325"/>
                  </a:lnTo>
                  <a:lnTo>
                    <a:pt x="211613" y="235"/>
                  </a:lnTo>
                  <a:cubicBezTo>
                    <a:pt x="210945" y="163"/>
                    <a:pt x="210295" y="90"/>
                    <a:pt x="209627" y="72"/>
                  </a:cubicBezTo>
                  <a:lnTo>
                    <a:pt x="20764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26" name="Google Shape;1026;p53"/>
          <p:cNvGrpSpPr/>
          <p:nvPr/>
        </p:nvGrpSpPr>
        <p:grpSpPr>
          <a:xfrm flipH="1" rot="-886103">
            <a:off x="-1619469" y="2965548"/>
            <a:ext cx="3942351" cy="3321204"/>
            <a:chOff x="238125" y="693075"/>
            <a:chExt cx="7137450" cy="4314425"/>
          </a:xfrm>
        </p:grpSpPr>
        <p:sp>
          <p:nvSpPr>
            <p:cNvPr id="1027" name="Google Shape;1027;p53"/>
            <p:cNvSpPr/>
            <p:nvPr/>
          </p:nvSpPr>
          <p:spPr>
            <a:xfrm>
              <a:off x="379850" y="806575"/>
              <a:ext cx="6881075" cy="4076325"/>
            </a:xfrm>
            <a:custGeom>
              <a:rect b="b" l="l" r="r" t="t"/>
              <a:pathLst>
                <a:path extrusionOk="0" h="163053" w="275243">
                  <a:moveTo>
                    <a:pt x="201254" y="0"/>
                  </a:moveTo>
                  <a:cubicBezTo>
                    <a:pt x="198902" y="0"/>
                    <a:pt x="196530" y="193"/>
                    <a:pt x="194136" y="606"/>
                  </a:cubicBezTo>
                  <a:cubicBezTo>
                    <a:pt x="167810" y="5138"/>
                    <a:pt x="136105" y="19221"/>
                    <a:pt x="129298" y="47821"/>
                  </a:cubicBezTo>
                  <a:cubicBezTo>
                    <a:pt x="127330" y="56163"/>
                    <a:pt x="127853" y="64956"/>
                    <a:pt x="125741" y="73262"/>
                  </a:cubicBezTo>
                  <a:cubicBezTo>
                    <a:pt x="120216" y="95037"/>
                    <a:pt x="98206" y="108452"/>
                    <a:pt x="76773" y="115169"/>
                  </a:cubicBezTo>
                  <a:cubicBezTo>
                    <a:pt x="59133" y="120694"/>
                    <a:pt x="40337" y="123457"/>
                    <a:pt x="24304" y="132665"/>
                  </a:cubicBezTo>
                  <a:cubicBezTo>
                    <a:pt x="12820" y="139255"/>
                    <a:pt x="2944" y="150594"/>
                    <a:pt x="1" y="163053"/>
                  </a:cubicBezTo>
                  <a:lnTo>
                    <a:pt x="275242" y="163053"/>
                  </a:lnTo>
                  <a:lnTo>
                    <a:pt x="275242" y="35778"/>
                  </a:lnTo>
                  <a:cubicBezTo>
                    <a:pt x="273220" y="34767"/>
                    <a:pt x="271198" y="33720"/>
                    <a:pt x="269211" y="32655"/>
                  </a:cubicBezTo>
                  <a:cubicBezTo>
                    <a:pt x="248547" y="21457"/>
                    <a:pt x="226060" y="0"/>
                    <a:pt x="201254"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53"/>
            <p:cNvSpPr/>
            <p:nvPr/>
          </p:nvSpPr>
          <p:spPr>
            <a:xfrm>
              <a:off x="238125" y="693075"/>
              <a:ext cx="7137450" cy="4314425"/>
            </a:xfrm>
            <a:custGeom>
              <a:rect b="b" l="l" r="r" t="t"/>
              <a:pathLst>
                <a:path extrusionOk="0" h="172577" w="285498">
                  <a:moveTo>
                    <a:pt x="134633" y="40853"/>
                  </a:moveTo>
                  <a:cubicBezTo>
                    <a:pt x="134641" y="40853"/>
                    <a:pt x="134644" y="40862"/>
                    <a:pt x="134644" y="40880"/>
                  </a:cubicBezTo>
                  <a:lnTo>
                    <a:pt x="134644" y="40880"/>
                  </a:lnTo>
                  <a:cubicBezTo>
                    <a:pt x="134643" y="40866"/>
                    <a:pt x="134640" y="40859"/>
                    <a:pt x="134634" y="40859"/>
                  </a:cubicBezTo>
                  <a:cubicBezTo>
                    <a:pt x="134602" y="40859"/>
                    <a:pt x="134494" y="41022"/>
                    <a:pt x="134262" y="41456"/>
                  </a:cubicBezTo>
                  <a:cubicBezTo>
                    <a:pt x="134492" y="41016"/>
                    <a:pt x="134600" y="40853"/>
                    <a:pt x="134633" y="40853"/>
                  </a:cubicBezTo>
                  <a:close/>
                  <a:moveTo>
                    <a:pt x="42846" y="134659"/>
                  </a:moveTo>
                  <a:lnTo>
                    <a:pt x="40972" y="135394"/>
                  </a:lnTo>
                  <a:lnTo>
                    <a:pt x="40972" y="135394"/>
                  </a:lnTo>
                  <a:cubicBezTo>
                    <a:pt x="41594" y="135144"/>
                    <a:pt x="42219" y="134899"/>
                    <a:pt x="42846" y="134659"/>
                  </a:cubicBezTo>
                  <a:close/>
                  <a:moveTo>
                    <a:pt x="207515" y="9208"/>
                  </a:moveTo>
                  <a:lnTo>
                    <a:pt x="209103" y="9281"/>
                  </a:lnTo>
                  <a:cubicBezTo>
                    <a:pt x="209356" y="9281"/>
                    <a:pt x="209627" y="9281"/>
                    <a:pt x="209898" y="9317"/>
                  </a:cubicBezTo>
                  <a:lnTo>
                    <a:pt x="210674" y="9389"/>
                  </a:lnTo>
                  <a:lnTo>
                    <a:pt x="211469" y="9461"/>
                  </a:lnTo>
                  <a:cubicBezTo>
                    <a:pt x="211740" y="9497"/>
                    <a:pt x="211992" y="9515"/>
                    <a:pt x="212263" y="9570"/>
                  </a:cubicBezTo>
                  <a:lnTo>
                    <a:pt x="213834" y="9804"/>
                  </a:lnTo>
                  <a:cubicBezTo>
                    <a:pt x="215965" y="10165"/>
                    <a:pt x="218077" y="10671"/>
                    <a:pt x="220135" y="11303"/>
                  </a:cubicBezTo>
                  <a:lnTo>
                    <a:pt x="220912" y="11538"/>
                  </a:lnTo>
                  <a:cubicBezTo>
                    <a:pt x="221183" y="11610"/>
                    <a:pt x="221435" y="11718"/>
                    <a:pt x="221688" y="11790"/>
                  </a:cubicBezTo>
                  <a:lnTo>
                    <a:pt x="223241" y="12332"/>
                  </a:lnTo>
                  <a:lnTo>
                    <a:pt x="224776" y="12946"/>
                  </a:lnTo>
                  <a:lnTo>
                    <a:pt x="225534" y="13235"/>
                  </a:lnTo>
                  <a:lnTo>
                    <a:pt x="226311" y="13578"/>
                  </a:lnTo>
                  <a:lnTo>
                    <a:pt x="227845" y="14228"/>
                  </a:lnTo>
                  <a:lnTo>
                    <a:pt x="229362" y="14932"/>
                  </a:lnTo>
                  <a:lnTo>
                    <a:pt x="230120" y="15275"/>
                  </a:lnTo>
                  <a:lnTo>
                    <a:pt x="230879" y="15654"/>
                  </a:lnTo>
                  <a:lnTo>
                    <a:pt x="232395" y="16413"/>
                  </a:lnTo>
                  <a:lnTo>
                    <a:pt x="233894" y="17189"/>
                  </a:lnTo>
                  <a:lnTo>
                    <a:pt x="234652" y="17586"/>
                  </a:lnTo>
                  <a:lnTo>
                    <a:pt x="235393" y="18002"/>
                  </a:lnTo>
                  <a:lnTo>
                    <a:pt x="236873" y="18832"/>
                  </a:lnTo>
                  <a:lnTo>
                    <a:pt x="238354" y="19681"/>
                  </a:lnTo>
                  <a:cubicBezTo>
                    <a:pt x="242308" y="21974"/>
                    <a:pt x="246172" y="24484"/>
                    <a:pt x="250072" y="27047"/>
                  </a:cubicBezTo>
                  <a:cubicBezTo>
                    <a:pt x="253972" y="29629"/>
                    <a:pt x="257836" y="32247"/>
                    <a:pt x="261808" y="34829"/>
                  </a:cubicBezTo>
                  <a:cubicBezTo>
                    <a:pt x="263794" y="36111"/>
                    <a:pt x="265798" y="37375"/>
                    <a:pt x="267857" y="38603"/>
                  </a:cubicBezTo>
                  <a:cubicBezTo>
                    <a:pt x="268362" y="38910"/>
                    <a:pt x="268886" y="39199"/>
                    <a:pt x="269392" y="39506"/>
                  </a:cubicBezTo>
                  <a:cubicBezTo>
                    <a:pt x="269915" y="39813"/>
                    <a:pt x="270421" y="40120"/>
                    <a:pt x="270962" y="40409"/>
                  </a:cubicBezTo>
                  <a:lnTo>
                    <a:pt x="272533" y="41293"/>
                  </a:lnTo>
                  <a:lnTo>
                    <a:pt x="274122" y="42106"/>
                  </a:lnTo>
                  <a:lnTo>
                    <a:pt x="276108" y="43153"/>
                  </a:lnTo>
                  <a:lnTo>
                    <a:pt x="276180" y="43189"/>
                  </a:lnTo>
                  <a:lnTo>
                    <a:pt x="276180" y="43279"/>
                  </a:lnTo>
                  <a:lnTo>
                    <a:pt x="276180" y="48913"/>
                  </a:lnTo>
                  <a:lnTo>
                    <a:pt x="276180" y="62455"/>
                  </a:lnTo>
                  <a:cubicBezTo>
                    <a:pt x="276199" y="71410"/>
                    <a:pt x="276217" y="80203"/>
                    <a:pt x="276217" y="88798"/>
                  </a:cubicBezTo>
                  <a:cubicBezTo>
                    <a:pt x="276253" y="105969"/>
                    <a:pt x="276361" y="122327"/>
                    <a:pt x="276560" y="137404"/>
                  </a:cubicBezTo>
                  <a:cubicBezTo>
                    <a:pt x="276833" y="155442"/>
                    <a:pt x="277336" y="165142"/>
                    <a:pt x="277923" y="168033"/>
                  </a:cubicBezTo>
                  <a:lnTo>
                    <a:pt x="277923" y="168033"/>
                  </a:lnTo>
                  <a:cubicBezTo>
                    <a:pt x="275117" y="167693"/>
                    <a:pt x="270175" y="167365"/>
                    <a:pt x="262458" y="167069"/>
                  </a:cubicBezTo>
                  <a:lnTo>
                    <a:pt x="242344" y="167069"/>
                  </a:lnTo>
                  <a:cubicBezTo>
                    <a:pt x="239708" y="166672"/>
                    <a:pt x="241225" y="166239"/>
                    <a:pt x="242813" y="165823"/>
                  </a:cubicBezTo>
                  <a:lnTo>
                    <a:pt x="112686" y="165264"/>
                  </a:lnTo>
                  <a:cubicBezTo>
                    <a:pt x="85530" y="165210"/>
                    <a:pt x="58591" y="165119"/>
                    <a:pt x="31923" y="164975"/>
                  </a:cubicBezTo>
                  <a:lnTo>
                    <a:pt x="12332" y="164866"/>
                  </a:lnTo>
                  <a:lnTo>
                    <a:pt x="10093" y="164830"/>
                  </a:lnTo>
                  <a:lnTo>
                    <a:pt x="9515" y="164830"/>
                  </a:lnTo>
                  <a:lnTo>
                    <a:pt x="9515" y="164812"/>
                  </a:lnTo>
                  <a:lnTo>
                    <a:pt x="9533" y="164740"/>
                  </a:lnTo>
                  <a:lnTo>
                    <a:pt x="9570" y="164596"/>
                  </a:lnTo>
                  <a:lnTo>
                    <a:pt x="9660" y="164325"/>
                  </a:lnTo>
                  <a:lnTo>
                    <a:pt x="9804" y="163783"/>
                  </a:lnTo>
                  <a:lnTo>
                    <a:pt x="10003" y="163259"/>
                  </a:lnTo>
                  <a:lnTo>
                    <a:pt x="10183" y="162736"/>
                  </a:lnTo>
                  <a:lnTo>
                    <a:pt x="10418" y="162230"/>
                  </a:lnTo>
                  <a:cubicBezTo>
                    <a:pt x="10490" y="162068"/>
                    <a:pt x="10563" y="161905"/>
                    <a:pt x="10635" y="161725"/>
                  </a:cubicBezTo>
                  <a:lnTo>
                    <a:pt x="11140" y="160750"/>
                  </a:lnTo>
                  <a:cubicBezTo>
                    <a:pt x="11303" y="160407"/>
                    <a:pt x="11465" y="160064"/>
                    <a:pt x="11646" y="159721"/>
                  </a:cubicBezTo>
                  <a:lnTo>
                    <a:pt x="12224" y="158709"/>
                  </a:lnTo>
                  <a:cubicBezTo>
                    <a:pt x="12422" y="158384"/>
                    <a:pt x="12603" y="158041"/>
                    <a:pt x="12802" y="157698"/>
                  </a:cubicBezTo>
                  <a:lnTo>
                    <a:pt x="13433" y="156723"/>
                  </a:lnTo>
                  <a:cubicBezTo>
                    <a:pt x="16846" y="151505"/>
                    <a:pt x="21179" y="146955"/>
                    <a:pt x="26235" y="143290"/>
                  </a:cubicBezTo>
                  <a:cubicBezTo>
                    <a:pt x="30506" y="140137"/>
                    <a:pt x="35351" y="137693"/>
                    <a:pt x="40380" y="135634"/>
                  </a:cubicBezTo>
                  <a:lnTo>
                    <a:pt x="40380" y="135634"/>
                  </a:lnTo>
                  <a:lnTo>
                    <a:pt x="38368" y="136501"/>
                  </a:lnTo>
                  <a:cubicBezTo>
                    <a:pt x="38007" y="136663"/>
                    <a:pt x="37628" y="136808"/>
                    <a:pt x="37267" y="136988"/>
                  </a:cubicBezTo>
                  <a:lnTo>
                    <a:pt x="36184" y="137512"/>
                  </a:lnTo>
                  <a:lnTo>
                    <a:pt x="35100" y="138036"/>
                  </a:lnTo>
                  <a:cubicBezTo>
                    <a:pt x="34739" y="138198"/>
                    <a:pt x="34378" y="138379"/>
                    <a:pt x="34035" y="138559"/>
                  </a:cubicBezTo>
                  <a:lnTo>
                    <a:pt x="31923" y="139697"/>
                  </a:lnTo>
                  <a:cubicBezTo>
                    <a:pt x="31561" y="139877"/>
                    <a:pt x="31218" y="140076"/>
                    <a:pt x="30893" y="140275"/>
                  </a:cubicBezTo>
                  <a:lnTo>
                    <a:pt x="29882" y="140889"/>
                  </a:lnTo>
                  <a:cubicBezTo>
                    <a:pt x="29539" y="141069"/>
                    <a:pt x="29214" y="141286"/>
                    <a:pt x="28871" y="141520"/>
                  </a:cubicBezTo>
                  <a:lnTo>
                    <a:pt x="27896" y="142152"/>
                  </a:lnTo>
                  <a:cubicBezTo>
                    <a:pt x="27553" y="142369"/>
                    <a:pt x="27246" y="142604"/>
                    <a:pt x="26921" y="142839"/>
                  </a:cubicBezTo>
                  <a:lnTo>
                    <a:pt x="25964" y="143525"/>
                  </a:lnTo>
                  <a:cubicBezTo>
                    <a:pt x="20927" y="147298"/>
                    <a:pt x="16485" y="151957"/>
                    <a:pt x="13181" y="157265"/>
                  </a:cubicBezTo>
                  <a:lnTo>
                    <a:pt x="12856" y="157753"/>
                  </a:lnTo>
                  <a:cubicBezTo>
                    <a:pt x="12765" y="157915"/>
                    <a:pt x="12675" y="158096"/>
                    <a:pt x="12567" y="158258"/>
                  </a:cubicBezTo>
                  <a:lnTo>
                    <a:pt x="11989" y="159269"/>
                  </a:lnTo>
                  <a:lnTo>
                    <a:pt x="11718" y="159811"/>
                  </a:lnTo>
                  <a:cubicBezTo>
                    <a:pt x="11610" y="159973"/>
                    <a:pt x="11538" y="160154"/>
                    <a:pt x="11447" y="160334"/>
                  </a:cubicBezTo>
                  <a:lnTo>
                    <a:pt x="10942" y="161382"/>
                  </a:lnTo>
                  <a:lnTo>
                    <a:pt x="10707" y="161815"/>
                  </a:lnTo>
                  <a:lnTo>
                    <a:pt x="10599" y="162050"/>
                  </a:lnTo>
                  <a:lnTo>
                    <a:pt x="10400" y="162537"/>
                  </a:lnTo>
                  <a:lnTo>
                    <a:pt x="10292" y="162790"/>
                  </a:lnTo>
                  <a:lnTo>
                    <a:pt x="10201" y="163043"/>
                  </a:lnTo>
                  <a:lnTo>
                    <a:pt x="10021" y="163548"/>
                  </a:lnTo>
                  <a:cubicBezTo>
                    <a:pt x="9949" y="163711"/>
                    <a:pt x="9895" y="163891"/>
                    <a:pt x="9840" y="164054"/>
                  </a:cubicBezTo>
                  <a:lnTo>
                    <a:pt x="9696" y="164578"/>
                  </a:lnTo>
                  <a:lnTo>
                    <a:pt x="9660" y="164722"/>
                  </a:lnTo>
                  <a:lnTo>
                    <a:pt x="9660" y="164740"/>
                  </a:lnTo>
                  <a:lnTo>
                    <a:pt x="9660" y="164758"/>
                  </a:lnTo>
                  <a:lnTo>
                    <a:pt x="10526" y="164758"/>
                  </a:lnTo>
                  <a:lnTo>
                    <a:pt x="12729" y="164740"/>
                  </a:lnTo>
                  <a:lnTo>
                    <a:pt x="32717" y="164848"/>
                  </a:lnTo>
                  <a:lnTo>
                    <a:pt x="112686" y="165228"/>
                  </a:lnTo>
                  <a:lnTo>
                    <a:pt x="244186" y="165408"/>
                  </a:lnTo>
                  <a:cubicBezTo>
                    <a:pt x="245666" y="164921"/>
                    <a:pt x="245269" y="164487"/>
                    <a:pt x="235645" y="164198"/>
                  </a:cubicBezTo>
                  <a:cubicBezTo>
                    <a:pt x="230892" y="163981"/>
                    <a:pt x="221930" y="163918"/>
                    <a:pt x="211145" y="163918"/>
                  </a:cubicBezTo>
                  <a:cubicBezTo>
                    <a:pt x="196079" y="163918"/>
                    <a:pt x="177455" y="164041"/>
                    <a:pt x="161777" y="164041"/>
                  </a:cubicBezTo>
                  <a:cubicBezTo>
                    <a:pt x="157001" y="164041"/>
                    <a:pt x="152499" y="164030"/>
                    <a:pt x="148454" y="164000"/>
                  </a:cubicBezTo>
                  <a:cubicBezTo>
                    <a:pt x="111584" y="163603"/>
                    <a:pt x="73035" y="163440"/>
                    <a:pt x="34468" y="163314"/>
                  </a:cubicBezTo>
                  <a:lnTo>
                    <a:pt x="20024" y="163278"/>
                  </a:lnTo>
                  <a:lnTo>
                    <a:pt x="12802" y="163241"/>
                  </a:lnTo>
                  <a:lnTo>
                    <a:pt x="11736" y="163241"/>
                  </a:lnTo>
                  <a:cubicBezTo>
                    <a:pt x="11808" y="162934"/>
                    <a:pt x="11935" y="162628"/>
                    <a:pt x="12061" y="162339"/>
                  </a:cubicBezTo>
                  <a:lnTo>
                    <a:pt x="12711" y="161039"/>
                  </a:lnTo>
                  <a:cubicBezTo>
                    <a:pt x="12928" y="160551"/>
                    <a:pt x="13217" y="160082"/>
                    <a:pt x="13470" y="159612"/>
                  </a:cubicBezTo>
                  <a:lnTo>
                    <a:pt x="13867" y="158890"/>
                  </a:lnTo>
                  <a:lnTo>
                    <a:pt x="14047" y="158547"/>
                  </a:lnTo>
                  <a:lnTo>
                    <a:pt x="14282" y="158204"/>
                  </a:lnTo>
                  <a:lnTo>
                    <a:pt x="15149" y="156832"/>
                  </a:lnTo>
                  <a:cubicBezTo>
                    <a:pt x="17604" y="153184"/>
                    <a:pt x="20529" y="149880"/>
                    <a:pt x="23852" y="147009"/>
                  </a:cubicBezTo>
                  <a:lnTo>
                    <a:pt x="24484" y="146468"/>
                  </a:lnTo>
                  <a:cubicBezTo>
                    <a:pt x="24682" y="146287"/>
                    <a:pt x="24899" y="146125"/>
                    <a:pt x="25116" y="145962"/>
                  </a:cubicBezTo>
                  <a:lnTo>
                    <a:pt x="26397" y="144933"/>
                  </a:lnTo>
                  <a:lnTo>
                    <a:pt x="27734" y="143958"/>
                  </a:lnTo>
                  <a:cubicBezTo>
                    <a:pt x="27950" y="143795"/>
                    <a:pt x="28185" y="143633"/>
                    <a:pt x="28402" y="143470"/>
                  </a:cubicBezTo>
                  <a:lnTo>
                    <a:pt x="29088" y="143019"/>
                  </a:lnTo>
                  <a:cubicBezTo>
                    <a:pt x="29557" y="142712"/>
                    <a:pt x="29991" y="142405"/>
                    <a:pt x="30460" y="142116"/>
                  </a:cubicBezTo>
                  <a:lnTo>
                    <a:pt x="31868" y="141286"/>
                  </a:lnTo>
                  <a:lnTo>
                    <a:pt x="32211" y="141069"/>
                  </a:lnTo>
                  <a:lnTo>
                    <a:pt x="32573" y="140870"/>
                  </a:lnTo>
                  <a:lnTo>
                    <a:pt x="33313" y="140473"/>
                  </a:lnTo>
                  <a:lnTo>
                    <a:pt x="34793" y="139679"/>
                  </a:lnTo>
                  <a:cubicBezTo>
                    <a:pt x="38802" y="137638"/>
                    <a:pt x="42973" y="135905"/>
                    <a:pt x="47252" y="134461"/>
                  </a:cubicBezTo>
                  <a:cubicBezTo>
                    <a:pt x="55846" y="131536"/>
                    <a:pt x="64838" y="129477"/>
                    <a:pt x="73866" y="127130"/>
                  </a:cubicBezTo>
                  <a:cubicBezTo>
                    <a:pt x="77134" y="126263"/>
                    <a:pt x="80420" y="125361"/>
                    <a:pt x="83724" y="124368"/>
                  </a:cubicBezTo>
                  <a:cubicBezTo>
                    <a:pt x="87065" y="123356"/>
                    <a:pt x="90351" y="122183"/>
                    <a:pt x="93601" y="120865"/>
                  </a:cubicBezTo>
                  <a:cubicBezTo>
                    <a:pt x="96851" y="119565"/>
                    <a:pt x="100047" y="118102"/>
                    <a:pt x="103152" y="116459"/>
                  </a:cubicBezTo>
                  <a:cubicBezTo>
                    <a:pt x="106294" y="114834"/>
                    <a:pt x="109346" y="113011"/>
                    <a:pt x="112271" y="111024"/>
                  </a:cubicBezTo>
                  <a:cubicBezTo>
                    <a:pt x="115250" y="108984"/>
                    <a:pt x="118066" y="106727"/>
                    <a:pt x="120703" y="104290"/>
                  </a:cubicBezTo>
                  <a:cubicBezTo>
                    <a:pt x="123393" y="101816"/>
                    <a:pt x="125848" y="99090"/>
                    <a:pt x="128033" y="96147"/>
                  </a:cubicBezTo>
                  <a:lnTo>
                    <a:pt x="128448" y="95587"/>
                  </a:lnTo>
                  <a:cubicBezTo>
                    <a:pt x="128575" y="95406"/>
                    <a:pt x="128701" y="95208"/>
                    <a:pt x="128846" y="95027"/>
                  </a:cubicBezTo>
                  <a:lnTo>
                    <a:pt x="129640" y="93853"/>
                  </a:lnTo>
                  <a:cubicBezTo>
                    <a:pt x="129893" y="93474"/>
                    <a:pt x="130146" y="93077"/>
                    <a:pt x="130380" y="92680"/>
                  </a:cubicBezTo>
                  <a:cubicBezTo>
                    <a:pt x="130615" y="92283"/>
                    <a:pt x="130886" y="91903"/>
                    <a:pt x="131103" y="91488"/>
                  </a:cubicBezTo>
                  <a:lnTo>
                    <a:pt x="131789" y="90278"/>
                  </a:lnTo>
                  <a:cubicBezTo>
                    <a:pt x="131897" y="90080"/>
                    <a:pt x="132005" y="89881"/>
                    <a:pt x="132132" y="89665"/>
                  </a:cubicBezTo>
                  <a:lnTo>
                    <a:pt x="132439" y="89051"/>
                  </a:lnTo>
                  <a:lnTo>
                    <a:pt x="133071" y="87787"/>
                  </a:lnTo>
                  <a:cubicBezTo>
                    <a:pt x="133269" y="87371"/>
                    <a:pt x="133450" y="86938"/>
                    <a:pt x="133649" y="86505"/>
                  </a:cubicBezTo>
                  <a:cubicBezTo>
                    <a:pt x="134028" y="85656"/>
                    <a:pt x="134371" y="84789"/>
                    <a:pt x="134714" y="83905"/>
                  </a:cubicBezTo>
                  <a:cubicBezTo>
                    <a:pt x="134894" y="83489"/>
                    <a:pt x="135021" y="83038"/>
                    <a:pt x="135183" y="82587"/>
                  </a:cubicBezTo>
                  <a:lnTo>
                    <a:pt x="135635" y="81251"/>
                  </a:lnTo>
                  <a:lnTo>
                    <a:pt x="136014" y="79896"/>
                  </a:lnTo>
                  <a:cubicBezTo>
                    <a:pt x="136140" y="79445"/>
                    <a:pt x="136267" y="78994"/>
                    <a:pt x="136375" y="78542"/>
                  </a:cubicBezTo>
                  <a:cubicBezTo>
                    <a:pt x="136465" y="78091"/>
                    <a:pt x="136574" y="77639"/>
                    <a:pt x="136682" y="77188"/>
                  </a:cubicBezTo>
                  <a:lnTo>
                    <a:pt x="136953" y="75834"/>
                  </a:lnTo>
                  <a:cubicBezTo>
                    <a:pt x="137278" y="74028"/>
                    <a:pt x="137531" y="72241"/>
                    <a:pt x="137729" y="70507"/>
                  </a:cubicBezTo>
                  <a:cubicBezTo>
                    <a:pt x="137910" y="68756"/>
                    <a:pt x="138072" y="67059"/>
                    <a:pt x="138217" y="65380"/>
                  </a:cubicBezTo>
                  <a:cubicBezTo>
                    <a:pt x="138506" y="62039"/>
                    <a:pt x="138776" y="58843"/>
                    <a:pt x="139318" y="55828"/>
                  </a:cubicBezTo>
                  <a:cubicBezTo>
                    <a:pt x="140365" y="49906"/>
                    <a:pt x="142694" y="44254"/>
                    <a:pt x="146107" y="39307"/>
                  </a:cubicBezTo>
                  <a:cubicBezTo>
                    <a:pt x="149538" y="34306"/>
                    <a:pt x="154015" y="29954"/>
                    <a:pt x="159053" y="26271"/>
                  </a:cubicBezTo>
                  <a:cubicBezTo>
                    <a:pt x="161599" y="24411"/>
                    <a:pt x="164271" y="22714"/>
                    <a:pt x="167034" y="21197"/>
                  </a:cubicBezTo>
                  <a:cubicBezTo>
                    <a:pt x="169814" y="19663"/>
                    <a:pt x="172703" y="18272"/>
                    <a:pt x="175628" y="17027"/>
                  </a:cubicBezTo>
                  <a:cubicBezTo>
                    <a:pt x="176134" y="16810"/>
                    <a:pt x="176639" y="16593"/>
                    <a:pt x="177163" y="16395"/>
                  </a:cubicBezTo>
                  <a:lnTo>
                    <a:pt x="178698" y="15781"/>
                  </a:lnTo>
                  <a:lnTo>
                    <a:pt x="180250" y="15185"/>
                  </a:lnTo>
                  <a:lnTo>
                    <a:pt x="181027" y="14896"/>
                  </a:lnTo>
                  <a:lnTo>
                    <a:pt x="181803" y="14643"/>
                  </a:lnTo>
                  <a:lnTo>
                    <a:pt x="183374" y="14101"/>
                  </a:lnTo>
                  <a:cubicBezTo>
                    <a:pt x="183898" y="13921"/>
                    <a:pt x="184439" y="13758"/>
                    <a:pt x="184963" y="13578"/>
                  </a:cubicBezTo>
                  <a:cubicBezTo>
                    <a:pt x="186028" y="13235"/>
                    <a:pt x="187093" y="12928"/>
                    <a:pt x="188177" y="12603"/>
                  </a:cubicBezTo>
                  <a:cubicBezTo>
                    <a:pt x="190325" y="12007"/>
                    <a:pt x="192492" y="11429"/>
                    <a:pt x="194695" y="10942"/>
                  </a:cubicBezTo>
                  <a:cubicBezTo>
                    <a:pt x="195796" y="10689"/>
                    <a:pt x="196898" y="10454"/>
                    <a:pt x="197999" y="10238"/>
                  </a:cubicBezTo>
                  <a:cubicBezTo>
                    <a:pt x="198559" y="10129"/>
                    <a:pt x="199101" y="10021"/>
                    <a:pt x="199660" y="9913"/>
                  </a:cubicBezTo>
                  <a:lnTo>
                    <a:pt x="200491" y="9768"/>
                  </a:lnTo>
                  <a:cubicBezTo>
                    <a:pt x="200762" y="9714"/>
                    <a:pt x="201014" y="9696"/>
                    <a:pt x="201267" y="9660"/>
                  </a:cubicBezTo>
                  <a:lnTo>
                    <a:pt x="202820" y="9425"/>
                  </a:lnTo>
                  <a:lnTo>
                    <a:pt x="204373" y="9299"/>
                  </a:lnTo>
                  <a:lnTo>
                    <a:pt x="205149" y="9245"/>
                  </a:lnTo>
                  <a:lnTo>
                    <a:pt x="205944" y="9226"/>
                  </a:lnTo>
                  <a:cubicBezTo>
                    <a:pt x="206467" y="9226"/>
                    <a:pt x="206991" y="9208"/>
                    <a:pt x="207515" y="9208"/>
                  </a:cubicBezTo>
                  <a:close/>
                  <a:moveTo>
                    <a:pt x="207641" y="0"/>
                  </a:moveTo>
                  <a:cubicBezTo>
                    <a:pt x="206973" y="0"/>
                    <a:pt x="206305" y="18"/>
                    <a:pt x="205637" y="18"/>
                  </a:cubicBezTo>
                  <a:cubicBezTo>
                    <a:pt x="205312" y="36"/>
                    <a:pt x="204969" y="18"/>
                    <a:pt x="204626" y="54"/>
                  </a:cubicBezTo>
                  <a:lnTo>
                    <a:pt x="203633" y="126"/>
                  </a:lnTo>
                  <a:lnTo>
                    <a:pt x="202639" y="199"/>
                  </a:lnTo>
                  <a:cubicBezTo>
                    <a:pt x="202296" y="235"/>
                    <a:pt x="201971" y="235"/>
                    <a:pt x="201646" y="289"/>
                  </a:cubicBezTo>
                  <a:cubicBezTo>
                    <a:pt x="200328" y="488"/>
                    <a:pt x="198956" y="650"/>
                    <a:pt x="197764" y="903"/>
                  </a:cubicBezTo>
                  <a:cubicBezTo>
                    <a:pt x="196537" y="1119"/>
                    <a:pt x="195327" y="1372"/>
                    <a:pt x="194099" y="1625"/>
                  </a:cubicBezTo>
                  <a:cubicBezTo>
                    <a:pt x="193485" y="1751"/>
                    <a:pt x="192889" y="1896"/>
                    <a:pt x="192275" y="2022"/>
                  </a:cubicBezTo>
                  <a:cubicBezTo>
                    <a:pt x="191662" y="2167"/>
                    <a:pt x="191066" y="2293"/>
                    <a:pt x="190452" y="2456"/>
                  </a:cubicBezTo>
                  <a:lnTo>
                    <a:pt x="188646" y="2907"/>
                  </a:lnTo>
                  <a:lnTo>
                    <a:pt x="186841" y="3394"/>
                  </a:lnTo>
                  <a:lnTo>
                    <a:pt x="185938" y="3629"/>
                  </a:lnTo>
                  <a:lnTo>
                    <a:pt x="185035" y="3900"/>
                  </a:lnTo>
                  <a:lnTo>
                    <a:pt x="183248" y="4424"/>
                  </a:lnTo>
                  <a:lnTo>
                    <a:pt x="181460" y="4983"/>
                  </a:lnTo>
                  <a:lnTo>
                    <a:pt x="180575" y="5272"/>
                  </a:lnTo>
                  <a:lnTo>
                    <a:pt x="179691" y="5579"/>
                  </a:lnTo>
                  <a:lnTo>
                    <a:pt x="177921" y="6175"/>
                  </a:lnTo>
                  <a:lnTo>
                    <a:pt x="176170" y="6825"/>
                  </a:lnTo>
                  <a:lnTo>
                    <a:pt x="175285" y="7150"/>
                  </a:lnTo>
                  <a:lnTo>
                    <a:pt x="174418" y="7493"/>
                  </a:lnTo>
                  <a:lnTo>
                    <a:pt x="172685" y="8197"/>
                  </a:lnTo>
                  <a:lnTo>
                    <a:pt x="170952" y="8938"/>
                  </a:lnTo>
                  <a:lnTo>
                    <a:pt x="170085" y="9299"/>
                  </a:lnTo>
                  <a:lnTo>
                    <a:pt x="169236" y="9696"/>
                  </a:lnTo>
                  <a:lnTo>
                    <a:pt x="167521" y="10472"/>
                  </a:lnTo>
                  <a:lnTo>
                    <a:pt x="165842" y="11303"/>
                  </a:lnTo>
                  <a:lnTo>
                    <a:pt x="164993" y="11718"/>
                  </a:lnTo>
                  <a:lnTo>
                    <a:pt x="164163" y="12170"/>
                  </a:lnTo>
                  <a:lnTo>
                    <a:pt x="162502" y="13072"/>
                  </a:lnTo>
                  <a:lnTo>
                    <a:pt x="160859" y="13993"/>
                  </a:lnTo>
                  <a:lnTo>
                    <a:pt x="160028" y="14463"/>
                  </a:lnTo>
                  <a:lnTo>
                    <a:pt x="159234" y="14950"/>
                  </a:lnTo>
                  <a:lnTo>
                    <a:pt x="157608" y="15943"/>
                  </a:lnTo>
                  <a:lnTo>
                    <a:pt x="156038" y="16990"/>
                  </a:lnTo>
                  <a:lnTo>
                    <a:pt x="155243" y="17514"/>
                  </a:lnTo>
                  <a:lnTo>
                    <a:pt x="154467" y="18074"/>
                  </a:lnTo>
                  <a:lnTo>
                    <a:pt x="152914" y="19175"/>
                  </a:lnTo>
                  <a:lnTo>
                    <a:pt x="151397" y="20331"/>
                  </a:lnTo>
                  <a:cubicBezTo>
                    <a:pt x="151145" y="20529"/>
                    <a:pt x="150892" y="20728"/>
                    <a:pt x="150657" y="20927"/>
                  </a:cubicBezTo>
                  <a:lnTo>
                    <a:pt x="149917" y="21540"/>
                  </a:lnTo>
                  <a:cubicBezTo>
                    <a:pt x="147931" y="23165"/>
                    <a:pt x="146053" y="24899"/>
                    <a:pt x="144265" y="26759"/>
                  </a:cubicBezTo>
                  <a:cubicBezTo>
                    <a:pt x="143399" y="27697"/>
                    <a:pt x="142514" y="28618"/>
                    <a:pt x="141701" y="29629"/>
                  </a:cubicBezTo>
                  <a:lnTo>
                    <a:pt x="141069" y="30370"/>
                  </a:lnTo>
                  <a:lnTo>
                    <a:pt x="140762" y="30749"/>
                  </a:lnTo>
                  <a:lnTo>
                    <a:pt x="140474" y="31128"/>
                  </a:lnTo>
                  <a:lnTo>
                    <a:pt x="139282" y="32681"/>
                  </a:lnTo>
                  <a:cubicBezTo>
                    <a:pt x="137747" y="34775"/>
                    <a:pt x="136375" y="36996"/>
                    <a:pt x="135147" y="39307"/>
                  </a:cubicBezTo>
                  <a:lnTo>
                    <a:pt x="134696" y="40156"/>
                  </a:lnTo>
                  <a:cubicBezTo>
                    <a:pt x="134551" y="40445"/>
                    <a:pt x="134425" y="40752"/>
                    <a:pt x="134280" y="41041"/>
                  </a:cubicBezTo>
                  <a:lnTo>
                    <a:pt x="133450" y="42828"/>
                  </a:lnTo>
                  <a:cubicBezTo>
                    <a:pt x="133197" y="43424"/>
                    <a:pt x="132962" y="44038"/>
                    <a:pt x="132728" y="44634"/>
                  </a:cubicBezTo>
                  <a:lnTo>
                    <a:pt x="132367" y="45536"/>
                  </a:lnTo>
                  <a:cubicBezTo>
                    <a:pt x="132258" y="45843"/>
                    <a:pt x="132150" y="46150"/>
                    <a:pt x="132042" y="46475"/>
                  </a:cubicBezTo>
                  <a:lnTo>
                    <a:pt x="131428" y="48335"/>
                  </a:lnTo>
                  <a:cubicBezTo>
                    <a:pt x="131247" y="48949"/>
                    <a:pt x="131085" y="49581"/>
                    <a:pt x="130922" y="50213"/>
                  </a:cubicBezTo>
                  <a:lnTo>
                    <a:pt x="130669" y="51152"/>
                  </a:lnTo>
                  <a:cubicBezTo>
                    <a:pt x="130579" y="51477"/>
                    <a:pt x="130507" y="51802"/>
                    <a:pt x="130435" y="52109"/>
                  </a:cubicBezTo>
                  <a:lnTo>
                    <a:pt x="130236" y="53066"/>
                  </a:lnTo>
                  <a:lnTo>
                    <a:pt x="130055" y="54023"/>
                  </a:lnTo>
                  <a:cubicBezTo>
                    <a:pt x="129604" y="56550"/>
                    <a:pt x="129297" y="59042"/>
                    <a:pt x="129080" y="61462"/>
                  </a:cubicBezTo>
                  <a:cubicBezTo>
                    <a:pt x="128629" y="66319"/>
                    <a:pt x="128340" y="70905"/>
                    <a:pt x="127455" y="75112"/>
                  </a:cubicBezTo>
                  <a:cubicBezTo>
                    <a:pt x="126571" y="79301"/>
                    <a:pt x="125000" y="83291"/>
                    <a:pt x="122833" y="86956"/>
                  </a:cubicBezTo>
                  <a:cubicBezTo>
                    <a:pt x="120576" y="90676"/>
                    <a:pt x="117832" y="94052"/>
                    <a:pt x="114672" y="97031"/>
                  </a:cubicBezTo>
                  <a:cubicBezTo>
                    <a:pt x="113065" y="98548"/>
                    <a:pt x="111386" y="99992"/>
                    <a:pt x="109616" y="101328"/>
                  </a:cubicBezTo>
                  <a:cubicBezTo>
                    <a:pt x="109183" y="101653"/>
                    <a:pt x="108732" y="101997"/>
                    <a:pt x="108280" y="102322"/>
                  </a:cubicBezTo>
                  <a:lnTo>
                    <a:pt x="106926" y="103297"/>
                  </a:lnTo>
                  <a:lnTo>
                    <a:pt x="105536" y="104217"/>
                  </a:lnTo>
                  <a:cubicBezTo>
                    <a:pt x="105084" y="104542"/>
                    <a:pt x="104597" y="104831"/>
                    <a:pt x="104127" y="105120"/>
                  </a:cubicBezTo>
                  <a:cubicBezTo>
                    <a:pt x="102232" y="106312"/>
                    <a:pt x="100282" y="107449"/>
                    <a:pt x="98277" y="108479"/>
                  </a:cubicBezTo>
                  <a:cubicBezTo>
                    <a:pt x="96255" y="109526"/>
                    <a:pt x="94215" y="110483"/>
                    <a:pt x="92138" y="111404"/>
                  </a:cubicBezTo>
                  <a:cubicBezTo>
                    <a:pt x="90062" y="112306"/>
                    <a:pt x="87949" y="113137"/>
                    <a:pt x="85801" y="113913"/>
                  </a:cubicBezTo>
                  <a:lnTo>
                    <a:pt x="85006" y="114202"/>
                  </a:lnTo>
                  <a:lnTo>
                    <a:pt x="84194" y="114491"/>
                  </a:lnTo>
                  <a:cubicBezTo>
                    <a:pt x="83652" y="114672"/>
                    <a:pt x="83111" y="114852"/>
                    <a:pt x="82569" y="115033"/>
                  </a:cubicBezTo>
                  <a:lnTo>
                    <a:pt x="80944" y="115556"/>
                  </a:lnTo>
                  <a:lnTo>
                    <a:pt x="79283" y="116062"/>
                  </a:lnTo>
                  <a:cubicBezTo>
                    <a:pt x="74859" y="117398"/>
                    <a:pt x="70327" y="118590"/>
                    <a:pt x="65759" y="119781"/>
                  </a:cubicBezTo>
                  <a:cubicBezTo>
                    <a:pt x="61191" y="120991"/>
                    <a:pt x="56569" y="122183"/>
                    <a:pt x="51928" y="123555"/>
                  </a:cubicBezTo>
                  <a:cubicBezTo>
                    <a:pt x="47234" y="124909"/>
                    <a:pt x="42612" y="126516"/>
                    <a:pt x="38098" y="128358"/>
                  </a:cubicBezTo>
                  <a:cubicBezTo>
                    <a:pt x="37520" y="128575"/>
                    <a:pt x="36960" y="128845"/>
                    <a:pt x="36382" y="129098"/>
                  </a:cubicBezTo>
                  <a:lnTo>
                    <a:pt x="34685" y="129838"/>
                  </a:lnTo>
                  <a:lnTo>
                    <a:pt x="34270" y="130037"/>
                  </a:lnTo>
                  <a:lnTo>
                    <a:pt x="33836" y="130236"/>
                  </a:lnTo>
                  <a:lnTo>
                    <a:pt x="33006" y="130651"/>
                  </a:lnTo>
                  <a:lnTo>
                    <a:pt x="31327" y="131463"/>
                  </a:lnTo>
                  <a:cubicBezTo>
                    <a:pt x="31038" y="131608"/>
                    <a:pt x="30767" y="131752"/>
                    <a:pt x="30496" y="131897"/>
                  </a:cubicBezTo>
                  <a:lnTo>
                    <a:pt x="29666" y="132348"/>
                  </a:lnTo>
                  <a:lnTo>
                    <a:pt x="28022" y="133251"/>
                  </a:lnTo>
                  <a:cubicBezTo>
                    <a:pt x="27481" y="133558"/>
                    <a:pt x="26921" y="133901"/>
                    <a:pt x="26379" y="134226"/>
                  </a:cubicBezTo>
                  <a:lnTo>
                    <a:pt x="25567" y="134732"/>
                  </a:lnTo>
                  <a:cubicBezTo>
                    <a:pt x="25296" y="134894"/>
                    <a:pt x="25025" y="135093"/>
                    <a:pt x="24754" y="135255"/>
                  </a:cubicBezTo>
                  <a:lnTo>
                    <a:pt x="23184" y="136338"/>
                  </a:lnTo>
                  <a:lnTo>
                    <a:pt x="21631" y="137458"/>
                  </a:lnTo>
                  <a:cubicBezTo>
                    <a:pt x="21125" y="137819"/>
                    <a:pt x="20620" y="138234"/>
                    <a:pt x="20132" y="138632"/>
                  </a:cubicBezTo>
                  <a:lnTo>
                    <a:pt x="19392" y="139227"/>
                  </a:lnTo>
                  <a:cubicBezTo>
                    <a:pt x="19139" y="139426"/>
                    <a:pt x="18868" y="139625"/>
                    <a:pt x="18652" y="139841"/>
                  </a:cubicBezTo>
                  <a:lnTo>
                    <a:pt x="17207" y="141123"/>
                  </a:lnTo>
                  <a:lnTo>
                    <a:pt x="16864" y="141430"/>
                  </a:lnTo>
                  <a:lnTo>
                    <a:pt x="16503" y="141773"/>
                  </a:lnTo>
                  <a:lnTo>
                    <a:pt x="15817" y="142423"/>
                  </a:lnTo>
                  <a:cubicBezTo>
                    <a:pt x="14878" y="143290"/>
                    <a:pt x="14029" y="144229"/>
                    <a:pt x="13145" y="145168"/>
                  </a:cubicBezTo>
                  <a:cubicBezTo>
                    <a:pt x="9714" y="148977"/>
                    <a:pt x="6699" y="153202"/>
                    <a:pt x="4460" y="157951"/>
                  </a:cubicBezTo>
                  <a:lnTo>
                    <a:pt x="4243" y="158403"/>
                  </a:lnTo>
                  <a:lnTo>
                    <a:pt x="4135" y="158637"/>
                  </a:lnTo>
                  <a:cubicBezTo>
                    <a:pt x="4081" y="158746"/>
                    <a:pt x="4044" y="158818"/>
                    <a:pt x="3990" y="158944"/>
                  </a:cubicBezTo>
                  <a:cubicBezTo>
                    <a:pt x="3774" y="159468"/>
                    <a:pt x="3593" y="159973"/>
                    <a:pt x="3394" y="160497"/>
                  </a:cubicBezTo>
                  <a:lnTo>
                    <a:pt x="2799" y="162032"/>
                  </a:lnTo>
                  <a:lnTo>
                    <a:pt x="2510" y="162808"/>
                  </a:lnTo>
                  <a:cubicBezTo>
                    <a:pt x="2401" y="163061"/>
                    <a:pt x="2311" y="163314"/>
                    <a:pt x="2239" y="163566"/>
                  </a:cubicBezTo>
                  <a:lnTo>
                    <a:pt x="1372" y="166618"/>
                  </a:lnTo>
                  <a:lnTo>
                    <a:pt x="1156" y="167376"/>
                  </a:lnTo>
                  <a:lnTo>
                    <a:pt x="939" y="168153"/>
                  </a:lnTo>
                  <a:lnTo>
                    <a:pt x="524" y="169705"/>
                  </a:lnTo>
                  <a:lnTo>
                    <a:pt x="90" y="171276"/>
                  </a:lnTo>
                  <a:lnTo>
                    <a:pt x="36" y="171457"/>
                  </a:lnTo>
                  <a:cubicBezTo>
                    <a:pt x="36" y="171529"/>
                    <a:pt x="0" y="171601"/>
                    <a:pt x="0" y="171637"/>
                  </a:cubicBezTo>
                  <a:lnTo>
                    <a:pt x="397" y="171673"/>
                  </a:lnTo>
                  <a:lnTo>
                    <a:pt x="1156" y="171710"/>
                  </a:lnTo>
                  <a:lnTo>
                    <a:pt x="4261" y="171908"/>
                  </a:lnTo>
                  <a:lnTo>
                    <a:pt x="5814" y="171998"/>
                  </a:lnTo>
                  <a:cubicBezTo>
                    <a:pt x="6049" y="172016"/>
                    <a:pt x="6356" y="172016"/>
                    <a:pt x="6626" y="172016"/>
                  </a:cubicBezTo>
                  <a:lnTo>
                    <a:pt x="10833" y="172016"/>
                  </a:lnTo>
                  <a:lnTo>
                    <a:pt x="40210" y="172053"/>
                  </a:lnTo>
                  <a:lnTo>
                    <a:pt x="97501" y="172107"/>
                  </a:lnTo>
                  <a:lnTo>
                    <a:pt x="24375" y="171836"/>
                  </a:lnTo>
                  <a:lnTo>
                    <a:pt x="15347" y="171818"/>
                  </a:lnTo>
                  <a:lnTo>
                    <a:pt x="9263" y="171800"/>
                  </a:lnTo>
                  <a:lnTo>
                    <a:pt x="6139" y="171800"/>
                  </a:lnTo>
                  <a:lnTo>
                    <a:pt x="5164" y="171746"/>
                  </a:lnTo>
                  <a:lnTo>
                    <a:pt x="1300" y="171529"/>
                  </a:lnTo>
                  <a:lnTo>
                    <a:pt x="343" y="171475"/>
                  </a:lnTo>
                  <a:lnTo>
                    <a:pt x="217" y="171475"/>
                  </a:lnTo>
                  <a:cubicBezTo>
                    <a:pt x="163" y="171475"/>
                    <a:pt x="217" y="171403"/>
                    <a:pt x="217" y="171366"/>
                  </a:cubicBezTo>
                  <a:lnTo>
                    <a:pt x="289" y="171132"/>
                  </a:lnTo>
                  <a:lnTo>
                    <a:pt x="415" y="170644"/>
                  </a:lnTo>
                  <a:lnTo>
                    <a:pt x="957" y="168712"/>
                  </a:lnTo>
                  <a:cubicBezTo>
                    <a:pt x="1300" y="167394"/>
                    <a:pt x="1661" y="166148"/>
                    <a:pt x="2022" y="164885"/>
                  </a:cubicBezTo>
                  <a:lnTo>
                    <a:pt x="2293" y="163946"/>
                  </a:lnTo>
                  <a:lnTo>
                    <a:pt x="2438" y="163476"/>
                  </a:lnTo>
                  <a:cubicBezTo>
                    <a:pt x="2456" y="163404"/>
                    <a:pt x="2474" y="163332"/>
                    <a:pt x="2510" y="163241"/>
                  </a:cubicBezTo>
                  <a:lnTo>
                    <a:pt x="2600" y="163007"/>
                  </a:lnTo>
                  <a:lnTo>
                    <a:pt x="3340" y="161093"/>
                  </a:lnTo>
                  <a:lnTo>
                    <a:pt x="4063" y="159179"/>
                  </a:lnTo>
                  <a:cubicBezTo>
                    <a:pt x="4099" y="159107"/>
                    <a:pt x="4135" y="159016"/>
                    <a:pt x="4171" y="158944"/>
                  </a:cubicBezTo>
                  <a:lnTo>
                    <a:pt x="4261" y="158764"/>
                  </a:lnTo>
                  <a:lnTo>
                    <a:pt x="4406" y="158457"/>
                  </a:lnTo>
                  <a:lnTo>
                    <a:pt x="4676" y="157897"/>
                  </a:lnTo>
                  <a:cubicBezTo>
                    <a:pt x="6121" y="154954"/>
                    <a:pt x="7818" y="152155"/>
                    <a:pt x="9786" y="149537"/>
                  </a:cubicBezTo>
                  <a:cubicBezTo>
                    <a:pt x="11718" y="146955"/>
                    <a:pt x="13885" y="144536"/>
                    <a:pt x="16214" y="142315"/>
                  </a:cubicBezTo>
                  <a:cubicBezTo>
                    <a:pt x="18543" y="140094"/>
                    <a:pt x="21053" y="138072"/>
                    <a:pt x="23689" y="136230"/>
                  </a:cubicBezTo>
                  <a:cubicBezTo>
                    <a:pt x="24357" y="135797"/>
                    <a:pt x="25025" y="135345"/>
                    <a:pt x="25693" y="134912"/>
                  </a:cubicBezTo>
                  <a:lnTo>
                    <a:pt x="27770" y="133648"/>
                  </a:lnTo>
                  <a:cubicBezTo>
                    <a:pt x="28456" y="133269"/>
                    <a:pt x="29142" y="132908"/>
                    <a:pt x="29846" y="132529"/>
                  </a:cubicBezTo>
                  <a:lnTo>
                    <a:pt x="30875" y="131969"/>
                  </a:lnTo>
                  <a:cubicBezTo>
                    <a:pt x="31236" y="131770"/>
                    <a:pt x="31579" y="131608"/>
                    <a:pt x="31941" y="131445"/>
                  </a:cubicBezTo>
                  <a:lnTo>
                    <a:pt x="34053" y="130398"/>
                  </a:lnTo>
                  <a:cubicBezTo>
                    <a:pt x="34757" y="130073"/>
                    <a:pt x="35480" y="129766"/>
                    <a:pt x="36202" y="129441"/>
                  </a:cubicBezTo>
                  <a:cubicBezTo>
                    <a:pt x="37628" y="128791"/>
                    <a:pt x="39073" y="128250"/>
                    <a:pt x="40517" y="127672"/>
                  </a:cubicBezTo>
                  <a:cubicBezTo>
                    <a:pt x="40878" y="127527"/>
                    <a:pt x="41239" y="127383"/>
                    <a:pt x="41600" y="127256"/>
                  </a:cubicBezTo>
                  <a:lnTo>
                    <a:pt x="42684" y="126859"/>
                  </a:lnTo>
                  <a:lnTo>
                    <a:pt x="43785" y="126462"/>
                  </a:lnTo>
                  <a:lnTo>
                    <a:pt x="44327" y="126263"/>
                  </a:lnTo>
                  <a:lnTo>
                    <a:pt x="44887" y="126083"/>
                  </a:lnTo>
                  <a:cubicBezTo>
                    <a:pt x="46331" y="125595"/>
                    <a:pt x="47794" y="125090"/>
                    <a:pt x="49256" y="124656"/>
                  </a:cubicBezTo>
                  <a:cubicBezTo>
                    <a:pt x="52181" y="123736"/>
                    <a:pt x="55106" y="122923"/>
                    <a:pt x="58031" y="122129"/>
                  </a:cubicBezTo>
                  <a:cubicBezTo>
                    <a:pt x="63863" y="120558"/>
                    <a:pt x="69677" y="119113"/>
                    <a:pt x="75365" y="117524"/>
                  </a:cubicBezTo>
                  <a:cubicBezTo>
                    <a:pt x="76773" y="117127"/>
                    <a:pt x="78181" y="116712"/>
                    <a:pt x="79590" y="116279"/>
                  </a:cubicBezTo>
                  <a:cubicBezTo>
                    <a:pt x="81016" y="115863"/>
                    <a:pt x="82388" y="115430"/>
                    <a:pt x="83761" y="114961"/>
                  </a:cubicBezTo>
                  <a:cubicBezTo>
                    <a:pt x="86505" y="114040"/>
                    <a:pt x="89213" y="113011"/>
                    <a:pt x="91868" y="111855"/>
                  </a:cubicBezTo>
                  <a:cubicBezTo>
                    <a:pt x="97176" y="109616"/>
                    <a:pt x="102250" y="106854"/>
                    <a:pt x="107016" y="103640"/>
                  </a:cubicBezTo>
                  <a:cubicBezTo>
                    <a:pt x="111711" y="100408"/>
                    <a:pt x="116008" y="96616"/>
                    <a:pt x="119511" y="92283"/>
                  </a:cubicBezTo>
                  <a:cubicBezTo>
                    <a:pt x="121262" y="90134"/>
                    <a:pt x="122815" y="87805"/>
                    <a:pt x="124115" y="85367"/>
                  </a:cubicBezTo>
                  <a:cubicBezTo>
                    <a:pt x="125397" y="82930"/>
                    <a:pt x="126426" y="80366"/>
                    <a:pt x="127167" y="77712"/>
                  </a:cubicBezTo>
                  <a:cubicBezTo>
                    <a:pt x="127925" y="75076"/>
                    <a:pt x="128358" y="72295"/>
                    <a:pt x="128683" y="69370"/>
                  </a:cubicBezTo>
                  <a:cubicBezTo>
                    <a:pt x="129008" y="66445"/>
                    <a:pt x="129207" y="63412"/>
                    <a:pt x="129532" y="60252"/>
                  </a:cubicBezTo>
                  <a:cubicBezTo>
                    <a:pt x="129694" y="58663"/>
                    <a:pt x="129875" y="57074"/>
                    <a:pt x="130146" y="55449"/>
                  </a:cubicBezTo>
                  <a:cubicBezTo>
                    <a:pt x="130200" y="55052"/>
                    <a:pt x="130272" y="54637"/>
                    <a:pt x="130344" y="54239"/>
                  </a:cubicBezTo>
                  <a:lnTo>
                    <a:pt x="130579" y="53011"/>
                  </a:lnTo>
                  <a:cubicBezTo>
                    <a:pt x="130760" y="52199"/>
                    <a:pt x="130922" y="51368"/>
                    <a:pt x="131139" y="50556"/>
                  </a:cubicBezTo>
                  <a:lnTo>
                    <a:pt x="131482" y="49382"/>
                  </a:lnTo>
                  <a:cubicBezTo>
                    <a:pt x="131590" y="48967"/>
                    <a:pt x="131680" y="48570"/>
                    <a:pt x="131825" y="48173"/>
                  </a:cubicBezTo>
                  <a:lnTo>
                    <a:pt x="132619" y="45771"/>
                  </a:lnTo>
                  <a:lnTo>
                    <a:pt x="133540" y="43424"/>
                  </a:lnTo>
                  <a:cubicBezTo>
                    <a:pt x="133685" y="43027"/>
                    <a:pt x="133883" y="42648"/>
                    <a:pt x="134046" y="42268"/>
                  </a:cubicBezTo>
                  <a:lnTo>
                    <a:pt x="134587" y="41113"/>
                  </a:lnTo>
                  <a:lnTo>
                    <a:pt x="134587" y="41113"/>
                  </a:lnTo>
                  <a:cubicBezTo>
                    <a:pt x="134450" y="41577"/>
                    <a:pt x="134116" y="42502"/>
                    <a:pt x="134207" y="42502"/>
                  </a:cubicBezTo>
                  <a:cubicBezTo>
                    <a:pt x="134272" y="42502"/>
                    <a:pt x="134552" y="42032"/>
                    <a:pt x="135274" y="40589"/>
                  </a:cubicBezTo>
                  <a:lnTo>
                    <a:pt x="135274" y="40589"/>
                  </a:lnTo>
                  <a:cubicBezTo>
                    <a:pt x="133793" y="43641"/>
                    <a:pt x="132619" y="46836"/>
                    <a:pt x="131771" y="50123"/>
                  </a:cubicBezTo>
                  <a:lnTo>
                    <a:pt x="131446" y="51350"/>
                  </a:lnTo>
                  <a:cubicBezTo>
                    <a:pt x="131337" y="51748"/>
                    <a:pt x="131265" y="52163"/>
                    <a:pt x="131175" y="52578"/>
                  </a:cubicBezTo>
                  <a:lnTo>
                    <a:pt x="131049" y="53210"/>
                  </a:lnTo>
                  <a:lnTo>
                    <a:pt x="130940" y="53824"/>
                  </a:lnTo>
                  <a:cubicBezTo>
                    <a:pt x="130868" y="54221"/>
                    <a:pt x="130778" y="54637"/>
                    <a:pt x="130724" y="55052"/>
                  </a:cubicBezTo>
                  <a:cubicBezTo>
                    <a:pt x="130471" y="56695"/>
                    <a:pt x="130272" y="58302"/>
                    <a:pt x="130110" y="59909"/>
                  </a:cubicBezTo>
                  <a:cubicBezTo>
                    <a:pt x="129785" y="63105"/>
                    <a:pt x="129586" y="66210"/>
                    <a:pt x="129279" y="69189"/>
                  </a:cubicBezTo>
                  <a:cubicBezTo>
                    <a:pt x="129117" y="70688"/>
                    <a:pt x="128936" y="72169"/>
                    <a:pt x="128701" y="73595"/>
                  </a:cubicBezTo>
                  <a:cubicBezTo>
                    <a:pt x="128467" y="75021"/>
                    <a:pt x="128160" y="76412"/>
                    <a:pt x="127780" y="77802"/>
                  </a:cubicBezTo>
                  <a:cubicBezTo>
                    <a:pt x="127022" y="80528"/>
                    <a:pt x="125993" y="83183"/>
                    <a:pt x="124657" y="85692"/>
                  </a:cubicBezTo>
                  <a:cubicBezTo>
                    <a:pt x="123321" y="88220"/>
                    <a:pt x="121732" y="90621"/>
                    <a:pt x="119926" y="92824"/>
                  </a:cubicBezTo>
                  <a:cubicBezTo>
                    <a:pt x="118103" y="95081"/>
                    <a:pt x="116098" y="97158"/>
                    <a:pt x="113932" y="99090"/>
                  </a:cubicBezTo>
                  <a:cubicBezTo>
                    <a:pt x="111747" y="101022"/>
                    <a:pt x="109436" y="102809"/>
                    <a:pt x="107016" y="104434"/>
                  </a:cubicBezTo>
                  <a:cubicBezTo>
                    <a:pt x="102123" y="107720"/>
                    <a:pt x="96905" y="110501"/>
                    <a:pt x="91470" y="112758"/>
                  </a:cubicBezTo>
                  <a:cubicBezTo>
                    <a:pt x="88744" y="113913"/>
                    <a:pt x="85963" y="114942"/>
                    <a:pt x="83147" y="115863"/>
                  </a:cubicBezTo>
                  <a:cubicBezTo>
                    <a:pt x="80348" y="116766"/>
                    <a:pt x="77441" y="117597"/>
                    <a:pt x="74552" y="118409"/>
                  </a:cubicBezTo>
                  <a:cubicBezTo>
                    <a:pt x="68738" y="119998"/>
                    <a:pt x="62834" y="121424"/>
                    <a:pt x="56894" y="123049"/>
                  </a:cubicBezTo>
                  <a:lnTo>
                    <a:pt x="54673" y="123663"/>
                  </a:lnTo>
                  <a:lnTo>
                    <a:pt x="52452" y="124295"/>
                  </a:lnTo>
                  <a:lnTo>
                    <a:pt x="51332" y="124620"/>
                  </a:lnTo>
                  <a:lnTo>
                    <a:pt x="50231" y="124963"/>
                  </a:lnTo>
                  <a:lnTo>
                    <a:pt x="47992" y="125631"/>
                  </a:lnTo>
                  <a:lnTo>
                    <a:pt x="45771" y="126372"/>
                  </a:lnTo>
                  <a:lnTo>
                    <a:pt x="44670" y="126733"/>
                  </a:lnTo>
                  <a:cubicBezTo>
                    <a:pt x="44309" y="126859"/>
                    <a:pt x="43930" y="127004"/>
                    <a:pt x="43568" y="127130"/>
                  </a:cubicBezTo>
                  <a:lnTo>
                    <a:pt x="41366" y="127925"/>
                  </a:lnTo>
                  <a:cubicBezTo>
                    <a:pt x="40625" y="128195"/>
                    <a:pt x="39903" y="128502"/>
                    <a:pt x="39163" y="128791"/>
                  </a:cubicBezTo>
                  <a:lnTo>
                    <a:pt x="38061" y="129225"/>
                  </a:lnTo>
                  <a:cubicBezTo>
                    <a:pt x="37700" y="129369"/>
                    <a:pt x="37339" y="129531"/>
                    <a:pt x="36978" y="129694"/>
                  </a:cubicBezTo>
                  <a:lnTo>
                    <a:pt x="34811" y="130633"/>
                  </a:lnTo>
                  <a:cubicBezTo>
                    <a:pt x="34089" y="130958"/>
                    <a:pt x="33385" y="131319"/>
                    <a:pt x="32663" y="131662"/>
                  </a:cubicBezTo>
                  <a:cubicBezTo>
                    <a:pt x="31959" y="132005"/>
                    <a:pt x="31236" y="132348"/>
                    <a:pt x="30550" y="132727"/>
                  </a:cubicBezTo>
                  <a:lnTo>
                    <a:pt x="28438" y="133865"/>
                  </a:lnTo>
                  <a:cubicBezTo>
                    <a:pt x="28095" y="134045"/>
                    <a:pt x="27752" y="134262"/>
                    <a:pt x="27391" y="134479"/>
                  </a:cubicBezTo>
                  <a:lnTo>
                    <a:pt x="26361" y="135093"/>
                  </a:lnTo>
                  <a:lnTo>
                    <a:pt x="25838" y="135418"/>
                  </a:lnTo>
                  <a:lnTo>
                    <a:pt x="25332" y="135761"/>
                  </a:lnTo>
                  <a:lnTo>
                    <a:pt x="24321" y="136429"/>
                  </a:lnTo>
                  <a:cubicBezTo>
                    <a:pt x="23635" y="136862"/>
                    <a:pt x="22985" y="137368"/>
                    <a:pt x="22335" y="137837"/>
                  </a:cubicBezTo>
                  <a:cubicBezTo>
                    <a:pt x="19735" y="139751"/>
                    <a:pt x="17279" y="141882"/>
                    <a:pt x="15004" y="144193"/>
                  </a:cubicBezTo>
                  <a:cubicBezTo>
                    <a:pt x="14445" y="144789"/>
                    <a:pt x="13885" y="145366"/>
                    <a:pt x="13343" y="145980"/>
                  </a:cubicBezTo>
                  <a:lnTo>
                    <a:pt x="11736" y="147822"/>
                  </a:lnTo>
                  <a:lnTo>
                    <a:pt x="10220" y="149754"/>
                  </a:lnTo>
                  <a:cubicBezTo>
                    <a:pt x="9732" y="150386"/>
                    <a:pt x="9263" y="151072"/>
                    <a:pt x="8793" y="151740"/>
                  </a:cubicBezTo>
                  <a:cubicBezTo>
                    <a:pt x="7872" y="153094"/>
                    <a:pt x="6988" y="154484"/>
                    <a:pt x="6211" y="155947"/>
                  </a:cubicBezTo>
                  <a:lnTo>
                    <a:pt x="5904" y="156489"/>
                  </a:lnTo>
                  <a:lnTo>
                    <a:pt x="5760" y="156759"/>
                  </a:lnTo>
                  <a:lnTo>
                    <a:pt x="5615" y="157030"/>
                  </a:lnTo>
                  <a:lnTo>
                    <a:pt x="5074" y="158168"/>
                  </a:lnTo>
                  <a:lnTo>
                    <a:pt x="4803" y="158728"/>
                  </a:lnTo>
                  <a:lnTo>
                    <a:pt x="4640" y="159053"/>
                  </a:lnTo>
                  <a:lnTo>
                    <a:pt x="4586" y="159143"/>
                  </a:lnTo>
                  <a:lnTo>
                    <a:pt x="4532" y="159251"/>
                  </a:lnTo>
                  <a:cubicBezTo>
                    <a:pt x="4514" y="159323"/>
                    <a:pt x="4478" y="159414"/>
                    <a:pt x="4442" y="159486"/>
                  </a:cubicBezTo>
                  <a:lnTo>
                    <a:pt x="3738" y="161346"/>
                  </a:lnTo>
                  <a:lnTo>
                    <a:pt x="3015" y="163205"/>
                  </a:lnTo>
                  <a:cubicBezTo>
                    <a:pt x="2817" y="163819"/>
                    <a:pt x="2654" y="164415"/>
                    <a:pt x="2474" y="165029"/>
                  </a:cubicBezTo>
                  <a:lnTo>
                    <a:pt x="1932" y="166871"/>
                  </a:lnTo>
                  <a:cubicBezTo>
                    <a:pt x="1751" y="167485"/>
                    <a:pt x="1589" y="168116"/>
                    <a:pt x="1426" y="168748"/>
                  </a:cubicBezTo>
                  <a:lnTo>
                    <a:pt x="903" y="170626"/>
                  </a:lnTo>
                  <a:lnTo>
                    <a:pt x="776" y="171096"/>
                  </a:lnTo>
                  <a:cubicBezTo>
                    <a:pt x="776" y="171114"/>
                    <a:pt x="849" y="171114"/>
                    <a:pt x="867" y="171114"/>
                  </a:cubicBezTo>
                  <a:lnTo>
                    <a:pt x="993" y="171114"/>
                  </a:lnTo>
                  <a:lnTo>
                    <a:pt x="1210" y="171132"/>
                  </a:lnTo>
                  <a:lnTo>
                    <a:pt x="2149" y="171186"/>
                  </a:lnTo>
                  <a:lnTo>
                    <a:pt x="5904" y="171403"/>
                  </a:lnTo>
                  <a:cubicBezTo>
                    <a:pt x="6518" y="171439"/>
                    <a:pt x="7204" y="171439"/>
                    <a:pt x="7890" y="171439"/>
                  </a:cubicBezTo>
                  <a:lnTo>
                    <a:pt x="18002" y="171439"/>
                  </a:lnTo>
                  <a:lnTo>
                    <a:pt x="27174" y="171457"/>
                  </a:lnTo>
                  <a:cubicBezTo>
                    <a:pt x="36149" y="171477"/>
                    <a:pt x="45150" y="171489"/>
                    <a:pt x="54190" y="171489"/>
                  </a:cubicBezTo>
                  <a:cubicBezTo>
                    <a:pt x="69847" y="171489"/>
                    <a:pt x="85618" y="171451"/>
                    <a:pt x="101563" y="171348"/>
                  </a:cubicBezTo>
                  <a:lnTo>
                    <a:pt x="101563" y="172161"/>
                  </a:lnTo>
                  <a:cubicBezTo>
                    <a:pt x="136917" y="172251"/>
                    <a:pt x="172667" y="172378"/>
                    <a:pt x="208833" y="172576"/>
                  </a:cubicBezTo>
                  <a:cubicBezTo>
                    <a:pt x="223873" y="172576"/>
                    <a:pt x="236783" y="172179"/>
                    <a:pt x="247580" y="171710"/>
                  </a:cubicBezTo>
                  <a:cubicBezTo>
                    <a:pt x="194135" y="171005"/>
                    <a:pt x="138181" y="170680"/>
                    <a:pt x="81702" y="170500"/>
                  </a:cubicBezTo>
                  <a:lnTo>
                    <a:pt x="39271" y="170373"/>
                  </a:lnTo>
                  <a:lnTo>
                    <a:pt x="18020" y="170337"/>
                  </a:lnTo>
                  <a:lnTo>
                    <a:pt x="12711" y="170319"/>
                  </a:lnTo>
                  <a:lnTo>
                    <a:pt x="8631" y="170319"/>
                  </a:lnTo>
                  <a:cubicBezTo>
                    <a:pt x="8508" y="170321"/>
                    <a:pt x="8386" y="170322"/>
                    <a:pt x="8265" y="170322"/>
                  </a:cubicBezTo>
                  <a:cubicBezTo>
                    <a:pt x="7019" y="170322"/>
                    <a:pt x="5879" y="170242"/>
                    <a:pt x="4694" y="170193"/>
                  </a:cubicBezTo>
                  <a:lnTo>
                    <a:pt x="2763" y="170121"/>
                  </a:lnTo>
                  <a:lnTo>
                    <a:pt x="2275" y="170085"/>
                  </a:lnTo>
                  <a:cubicBezTo>
                    <a:pt x="2265" y="170085"/>
                    <a:pt x="2231" y="170096"/>
                    <a:pt x="2207" y="170096"/>
                  </a:cubicBezTo>
                  <a:cubicBezTo>
                    <a:pt x="2189" y="170096"/>
                    <a:pt x="2177" y="170090"/>
                    <a:pt x="2185" y="170066"/>
                  </a:cubicBezTo>
                  <a:lnTo>
                    <a:pt x="2221" y="169940"/>
                  </a:lnTo>
                  <a:lnTo>
                    <a:pt x="2293" y="169705"/>
                  </a:lnTo>
                  <a:lnTo>
                    <a:pt x="2546" y="168748"/>
                  </a:lnTo>
                  <a:lnTo>
                    <a:pt x="3069" y="166816"/>
                  </a:lnTo>
                  <a:cubicBezTo>
                    <a:pt x="3250" y="166185"/>
                    <a:pt x="3431" y="165571"/>
                    <a:pt x="3629" y="164939"/>
                  </a:cubicBezTo>
                  <a:cubicBezTo>
                    <a:pt x="3810" y="164307"/>
                    <a:pt x="3990" y="163693"/>
                    <a:pt x="4207" y="163061"/>
                  </a:cubicBezTo>
                  <a:lnTo>
                    <a:pt x="4947" y="161183"/>
                  </a:lnTo>
                  <a:lnTo>
                    <a:pt x="5308" y="160244"/>
                  </a:lnTo>
                  <a:lnTo>
                    <a:pt x="5489" y="159775"/>
                  </a:lnTo>
                  <a:cubicBezTo>
                    <a:pt x="5525" y="159684"/>
                    <a:pt x="5561" y="159612"/>
                    <a:pt x="5597" y="159540"/>
                  </a:cubicBezTo>
                  <a:lnTo>
                    <a:pt x="5688" y="159341"/>
                  </a:lnTo>
                  <a:lnTo>
                    <a:pt x="6301" y="158059"/>
                  </a:lnTo>
                  <a:cubicBezTo>
                    <a:pt x="7981" y="154719"/>
                    <a:pt x="10021" y="151577"/>
                    <a:pt x="12386" y="148689"/>
                  </a:cubicBezTo>
                  <a:cubicBezTo>
                    <a:pt x="14733" y="145818"/>
                    <a:pt x="17352" y="143182"/>
                    <a:pt x="20186" y="140816"/>
                  </a:cubicBezTo>
                  <a:cubicBezTo>
                    <a:pt x="23021" y="138451"/>
                    <a:pt x="26072" y="136357"/>
                    <a:pt x="29304" y="134569"/>
                  </a:cubicBezTo>
                  <a:lnTo>
                    <a:pt x="31706" y="133269"/>
                  </a:lnTo>
                  <a:cubicBezTo>
                    <a:pt x="32518" y="132854"/>
                    <a:pt x="33331" y="132493"/>
                    <a:pt x="34143" y="132077"/>
                  </a:cubicBezTo>
                  <a:cubicBezTo>
                    <a:pt x="34956" y="131662"/>
                    <a:pt x="35805" y="131301"/>
                    <a:pt x="36617" y="130940"/>
                  </a:cubicBezTo>
                  <a:cubicBezTo>
                    <a:pt x="37430" y="130579"/>
                    <a:pt x="38260" y="130200"/>
                    <a:pt x="39091" y="129893"/>
                  </a:cubicBezTo>
                  <a:lnTo>
                    <a:pt x="41600" y="128881"/>
                  </a:lnTo>
                  <a:lnTo>
                    <a:pt x="44128" y="127979"/>
                  </a:lnTo>
                  <a:cubicBezTo>
                    <a:pt x="44977" y="127654"/>
                    <a:pt x="45825" y="127401"/>
                    <a:pt x="46674" y="127112"/>
                  </a:cubicBezTo>
                  <a:cubicBezTo>
                    <a:pt x="47523" y="126823"/>
                    <a:pt x="48371" y="126534"/>
                    <a:pt x="49220" y="126281"/>
                  </a:cubicBezTo>
                  <a:cubicBezTo>
                    <a:pt x="52614" y="125216"/>
                    <a:pt x="56027" y="124277"/>
                    <a:pt x="59421" y="123374"/>
                  </a:cubicBezTo>
                  <a:cubicBezTo>
                    <a:pt x="66210" y="121569"/>
                    <a:pt x="72981" y="119944"/>
                    <a:pt x="79554" y="117976"/>
                  </a:cubicBezTo>
                  <a:lnTo>
                    <a:pt x="79554" y="117976"/>
                  </a:lnTo>
                  <a:cubicBezTo>
                    <a:pt x="74010" y="119655"/>
                    <a:pt x="68251" y="121118"/>
                    <a:pt x="62383" y="122652"/>
                  </a:cubicBezTo>
                  <a:cubicBezTo>
                    <a:pt x="56514" y="124205"/>
                    <a:pt x="50538" y="125866"/>
                    <a:pt x="44598" y="127943"/>
                  </a:cubicBezTo>
                  <a:cubicBezTo>
                    <a:pt x="38675" y="130073"/>
                    <a:pt x="32771" y="132601"/>
                    <a:pt x="27228" y="136013"/>
                  </a:cubicBezTo>
                  <a:cubicBezTo>
                    <a:pt x="21649" y="139462"/>
                    <a:pt x="16683" y="143832"/>
                    <a:pt x="12531" y="148923"/>
                  </a:cubicBezTo>
                  <a:cubicBezTo>
                    <a:pt x="10436" y="151469"/>
                    <a:pt x="8613" y="154232"/>
                    <a:pt x="7060" y="157157"/>
                  </a:cubicBezTo>
                  <a:cubicBezTo>
                    <a:pt x="6681" y="157897"/>
                    <a:pt x="6338" y="158637"/>
                    <a:pt x="5958" y="159396"/>
                  </a:cubicBezTo>
                  <a:cubicBezTo>
                    <a:pt x="5904" y="159504"/>
                    <a:pt x="5850" y="159594"/>
                    <a:pt x="5796" y="159739"/>
                  </a:cubicBezTo>
                  <a:cubicBezTo>
                    <a:pt x="5742" y="159865"/>
                    <a:pt x="5688" y="160009"/>
                    <a:pt x="5633" y="160136"/>
                  </a:cubicBezTo>
                  <a:lnTo>
                    <a:pt x="5326" y="160948"/>
                  </a:lnTo>
                  <a:lnTo>
                    <a:pt x="4694" y="162555"/>
                  </a:lnTo>
                  <a:cubicBezTo>
                    <a:pt x="4478" y="163079"/>
                    <a:pt x="4297" y="163621"/>
                    <a:pt x="4153" y="164180"/>
                  </a:cubicBezTo>
                  <a:lnTo>
                    <a:pt x="3665" y="165787"/>
                  </a:lnTo>
                  <a:cubicBezTo>
                    <a:pt x="3485" y="166311"/>
                    <a:pt x="3340" y="166853"/>
                    <a:pt x="3196" y="167412"/>
                  </a:cubicBezTo>
                  <a:lnTo>
                    <a:pt x="2744" y="169055"/>
                  </a:lnTo>
                  <a:lnTo>
                    <a:pt x="2618" y="169489"/>
                  </a:lnTo>
                  <a:lnTo>
                    <a:pt x="2564" y="169687"/>
                  </a:lnTo>
                  <a:lnTo>
                    <a:pt x="2528" y="169796"/>
                  </a:lnTo>
                  <a:lnTo>
                    <a:pt x="2510" y="169850"/>
                  </a:lnTo>
                  <a:lnTo>
                    <a:pt x="2582" y="169850"/>
                  </a:lnTo>
                  <a:lnTo>
                    <a:pt x="3413" y="169886"/>
                  </a:lnTo>
                  <a:lnTo>
                    <a:pt x="5056" y="169940"/>
                  </a:lnTo>
                  <a:lnTo>
                    <a:pt x="6717" y="170012"/>
                  </a:lnTo>
                  <a:cubicBezTo>
                    <a:pt x="6988" y="170030"/>
                    <a:pt x="7258" y="170048"/>
                    <a:pt x="7547" y="170048"/>
                  </a:cubicBezTo>
                  <a:lnTo>
                    <a:pt x="14499" y="170048"/>
                  </a:lnTo>
                  <a:lnTo>
                    <a:pt x="23797" y="170066"/>
                  </a:lnTo>
                  <a:cubicBezTo>
                    <a:pt x="36166" y="170103"/>
                    <a:pt x="48317" y="170175"/>
                    <a:pt x="60053" y="170283"/>
                  </a:cubicBezTo>
                  <a:cubicBezTo>
                    <a:pt x="127112" y="170680"/>
                    <a:pt x="187455" y="170482"/>
                    <a:pt x="247815" y="171096"/>
                  </a:cubicBezTo>
                  <a:lnTo>
                    <a:pt x="257655" y="171222"/>
                  </a:lnTo>
                  <a:cubicBezTo>
                    <a:pt x="261935" y="170987"/>
                    <a:pt x="265762" y="170753"/>
                    <a:pt x="269175" y="170536"/>
                  </a:cubicBezTo>
                  <a:cubicBezTo>
                    <a:pt x="278330" y="169833"/>
                    <a:pt x="284365" y="168952"/>
                    <a:pt x="278708" y="168137"/>
                  </a:cubicBezTo>
                  <a:lnTo>
                    <a:pt x="278708" y="168137"/>
                  </a:lnTo>
                  <a:cubicBezTo>
                    <a:pt x="279685" y="164054"/>
                    <a:pt x="280710" y="145211"/>
                    <a:pt x="281236" y="117290"/>
                  </a:cubicBezTo>
                  <a:lnTo>
                    <a:pt x="282049" y="117290"/>
                  </a:lnTo>
                  <a:cubicBezTo>
                    <a:pt x="281834" y="146227"/>
                    <a:pt x="282324" y="151752"/>
                    <a:pt x="282979" y="151752"/>
                  </a:cubicBezTo>
                  <a:cubicBezTo>
                    <a:pt x="283384" y="151752"/>
                    <a:pt x="283852" y="149643"/>
                    <a:pt x="284257" y="149643"/>
                  </a:cubicBezTo>
                  <a:cubicBezTo>
                    <a:pt x="284411" y="149643"/>
                    <a:pt x="284556" y="149951"/>
                    <a:pt x="284685" y="150801"/>
                  </a:cubicBezTo>
                  <a:cubicBezTo>
                    <a:pt x="284685" y="124006"/>
                    <a:pt x="284901" y="97176"/>
                    <a:pt x="285497" y="70345"/>
                  </a:cubicBezTo>
                  <a:lnTo>
                    <a:pt x="285497" y="37520"/>
                  </a:lnTo>
                  <a:cubicBezTo>
                    <a:pt x="285244" y="37375"/>
                    <a:pt x="284974" y="37249"/>
                    <a:pt x="284721" y="37104"/>
                  </a:cubicBezTo>
                  <a:lnTo>
                    <a:pt x="279358" y="34342"/>
                  </a:lnTo>
                  <a:lnTo>
                    <a:pt x="277769" y="33511"/>
                  </a:lnTo>
                  <a:cubicBezTo>
                    <a:pt x="277517" y="33385"/>
                    <a:pt x="277246" y="33241"/>
                    <a:pt x="276975" y="33114"/>
                  </a:cubicBezTo>
                  <a:lnTo>
                    <a:pt x="276217" y="32681"/>
                  </a:lnTo>
                  <a:cubicBezTo>
                    <a:pt x="275169" y="32121"/>
                    <a:pt x="274158" y="31507"/>
                    <a:pt x="273147" y="30911"/>
                  </a:cubicBezTo>
                  <a:cubicBezTo>
                    <a:pt x="269067" y="28492"/>
                    <a:pt x="265040" y="25838"/>
                    <a:pt x="260978" y="23147"/>
                  </a:cubicBezTo>
                  <a:cubicBezTo>
                    <a:pt x="252871" y="17767"/>
                    <a:pt x="244655" y="12188"/>
                    <a:pt x="235591" y="7674"/>
                  </a:cubicBezTo>
                  <a:cubicBezTo>
                    <a:pt x="233334" y="6536"/>
                    <a:pt x="231005" y="5507"/>
                    <a:pt x="228622" y="4532"/>
                  </a:cubicBezTo>
                  <a:lnTo>
                    <a:pt x="226816" y="3846"/>
                  </a:lnTo>
                  <a:cubicBezTo>
                    <a:pt x="226220" y="3611"/>
                    <a:pt x="225606" y="3431"/>
                    <a:pt x="224992" y="3196"/>
                  </a:cubicBezTo>
                  <a:cubicBezTo>
                    <a:pt x="223783" y="2763"/>
                    <a:pt x="222519" y="2419"/>
                    <a:pt x="221291" y="2040"/>
                  </a:cubicBezTo>
                  <a:lnTo>
                    <a:pt x="219395" y="1553"/>
                  </a:lnTo>
                  <a:cubicBezTo>
                    <a:pt x="219070" y="1481"/>
                    <a:pt x="218763" y="1390"/>
                    <a:pt x="218438" y="1318"/>
                  </a:cubicBezTo>
                  <a:lnTo>
                    <a:pt x="217463" y="1119"/>
                  </a:lnTo>
                  <a:lnTo>
                    <a:pt x="216506" y="921"/>
                  </a:lnTo>
                  <a:cubicBezTo>
                    <a:pt x="216181" y="867"/>
                    <a:pt x="215874" y="794"/>
                    <a:pt x="215531" y="740"/>
                  </a:cubicBezTo>
                  <a:lnTo>
                    <a:pt x="213581" y="451"/>
                  </a:lnTo>
                  <a:cubicBezTo>
                    <a:pt x="213419" y="415"/>
                    <a:pt x="213256" y="397"/>
                    <a:pt x="213094" y="379"/>
                  </a:cubicBezTo>
                  <a:lnTo>
                    <a:pt x="212606" y="325"/>
                  </a:lnTo>
                  <a:lnTo>
                    <a:pt x="211613" y="235"/>
                  </a:lnTo>
                  <a:cubicBezTo>
                    <a:pt x="210945" y="163"/>
                    <a:pt x="210295" y="90"/>
                    <a:pt x="209627" y="72"/>
                  </a:cubicBezTo>
                  <a:lnTo>
                    <a:pt x="20764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29" name="Shape 1029"/>
        <p:cNvGrpSpPr/>
        <p:nvPr/>
      </p:nvGrpSpPr>
      <p:grpSpPr>
        <a:xfrm>
          <a:off x="0" y="0"/>
          <a:ext cx="0" cy="0"/>
          <a:chOff x="0" y="0"/>
          <a:chExt cx="0" cy="0"/>
        </a:xfrm>
      </p:grpSpPr>
      <p:grpSp>
        <p:nvGrpSpPr>
          <p:cNvPr id="1030" name="Google Shape;1030;p54"/>
          <p:cNvGrpSpPr/>
          <p:nvPr/>
        </p:nvGrpSpPr>
        <p:grpSpPr>
          <a:xfrm>
            <a:off x="7" y="3964750"/>
            <a:ext cx="1092845" cy="690697"/>
            <a:chOff x="209625" y="551300"/>
            <a:chExt cx="7170900" cy="4592400"/>
          </a:xfrm>
        </p:grpSpPr>
        <p:sp>
          <p:nvSpPr>
            <p:cNvPr id="1031" name="Google Shape;1031;p54"/>
            <p:cNvSpPr/>
            <p:nvPr/>
          </p:nvSpPr>
          <p:spPr>
            <a:xfrm>
              <a:off x="838900" y="1811875"/>
              <a:ext cx="238725" cy="180050"/>
            </a:xfrm>
            <a:custGeom>
              <a:rect b="b" l="l" r="r" t="t"/>
              <a:pathLst>
                <a:path extrusionOk="0" h="7202" w="9549">
                  <a:moveTo>
                    <a:pt x="4802" y="0"/>
                  </a:moveTo>
                  <a:cubicBezTo>
                    <a:pt x="1601" y="0"/>
                    <a:pt x="1" y="3825"/>
                    <a:pt x="2252" y="6103"/>
                  </a:cubicBezTo>
                  <a:cubicBezTo>
                    <a:pt x="2930" y="6835"/>
                    <a:pt x="3852" y="7201"/>
                    <a:pt x="4775" y="7201"/>
                  </a:cubicBezTo>
                  <a:cubicBezTo>
                    <a:pt x="5697" y="7201"/>
                    <a:pt x="6619" y="6835"/>
                    <a:pt x="7297" y="6103"/>
                  </a:cubicBezTo>
                  <a:cubicBezTo>
                    <a:pt x="9548" y="3879"/>
                    <a:pt x="7975" y="27"/>
                    <a:pt x="480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p54"/>
            <p:cNvSpPr/>
            <p:nvPr/>
          </p:nvSpPr>
          <p:spPr>
            <a:xfrm>
              <a:off x="1469250" y="1182575"/>
              <a:ext cx="238325" cy="179750"/>
            </a:xfrm>
            <a:custGeom>
              <a:rect b="b" l="l" r="r" t="t"/>
              <a:pathLst>
                <a:path extrusionOk="0" h="7190" w="9533">
                  <a:moveTo>
                    <a:pt x="4746" y="1"/>
                  </a:moveTo>
                  <a:cubicBezTo>
                    <a:pt x="1616" y="1"/>
                    <a:pt x="0" y="3761"/>
                    <a:pt x="2182" y="6050"/>
                  </a:cubicBezTo>
                  <a:cubicBezTo>
                    <a:pt x="2859" y="6810"/>
                    <a:pt x="3796" y="7189"/>
                    <a:pt x="4739" y="7189"/>
                  </a:cubicBezTo>
                  <a:cubicBezTo>
                    <a:pt x="5648" y="7189"/>
                    <a:pt x="6562" y="6837"/>
                    <a:pt x="7254" y="6131"/>
                  </a:cubicBezTo>
                  <a:cubicBezTo>
                    <a:pt x="9532" y="3934"/>
                    <a:pt x="8013" y="55"/>
                    <a:pt x="4813" y="1"/>
                  </a:cubicBezTo>
                  <a:cubicBezTo>
                    <a:pt x="4790"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p54"/>
            <p:cNvSpPr/>
            <p:nvPr/>
          </p:nvSpPr>
          <p:spPr>
            <a:xfrm>
              <a:off x="2098325" y="551550"/>
              <a:ext cx="239200" cy="180150"/>
            </a:xfrm>
            <a:custGeom>
              <a:rect b="b" l="l" r="r" t="t"/>
              <a:pathLst>
                <a:path extrusionOk="0" h="7206" w="9568">
                  <a:moveTo>
                    <a:pt x="4746" y="0"/>
                  </a:moveTo>
                  <a:cubicBezTo>
                    <a:pt x="3826" y="0"/>
                    <a:pt x="2912" y="366"/>
                    <a:pt x="2244" y="1102"/>
                  </a:cubicBezTo>
                  <a:cubicBezTo>
                    <a:pt x="1" y="3372"/>
                    <a:pt x="1609" y="7205"/>
                    <a:pt x="4787" y="7205"/>
                  </a:cubicBezTo>
                  <a:cubicBezTo>
                    <a:pt x="4798" y="7205"/>
                    <a:pt x="4810" y="7205"/>
                    <a:pt x="4821" y="7205"/>
                  </a:cubicBezTo>
                  <a:cubicBezTo>
                    <a:pt x="7994" y="7151"/>
                    <a:pt x="9568" y="3299"/>
                    <a:pt x="7262" y="1075"/>
                  </a:cubicBezTo>
                  <a:cubicBezTo>
                    <a:pt x="6574" y="360"/>
                    <a:pt x="5657" y="0"/>
                    <a:pt x="474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54"/>
            <p:cNvSpPr/>
            <p:nvPr/>
          </p:nvSpPr>
          <p:spPr>
            <a:xfrm>
              <a:off x="1468850" y="1811875"/>
              <a:ext cx="238725" cy="180050"/>
            </a:xfrm>
            <a:custGeom>
              <a:rect b="b" l="l" r="r" t="t"/>
              <a:pathLst>
                <a:path extrusionOk="0" h="7202" w="9549">
                  <a:moveTo>
                    <a:pt x="4748" y="0"/>
                  </a:moveTo>
                  <a:cubicBezTo>
                    <a:pt x="1574" y="27"/>
                    <a:pt x="1" y="3879"/>
                    <a:pt x="2252" y="6103"/>
                  </a:cubicBezTo>
                  <a:cubicBezTo>
                    <a:pt x="2944" y="6835"/>
                    <a:pt x="3866" y="7201"/>
                    <a:pt x="4788" y="7201"/>
                  </a:cubicBezTo>
                  <a:cubicBezTo>
                    <a:pt x="5710" y="7201"/>
                    <a:pt x="6633" y="6835"/>
                    <a:pt x="7324" y="6103"/>
                  </a:cubicBezTo>
                  <a:cubicBezTo>
                    <a:pt x="9548" y="3825"/>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54"/>
            <p:cNvSpPr/>
            <p:nvPr/>
          </p:nvSpPr>
          <p:spPr>
            <a:xfrm>
              <a:off x="2116450" y="1181050"/>
              <a:ext cx="202775" cy="181225"/>
            </a:xfrm>
            <a:custGeom>
              <a:rect b="b" l="l" r="r" t="t"/>
              <a:pathLst>
                <a:path extrusionOk="0" h="7249" w="8111">
                  <a:moveTo>
                    <a:pt x="4037" y="0"/>
                  </a:moveTo>
                  <a:cubicBezTo>
                    <a:pt x="3213" y="0"/>
                    <a:pt x="2393" y="309"/>
                    <a:pt x="1709" y="930"/>
                  </a:cubicBezTo>
                  <a:cubicBezTo>
                    <a:pt x="163" y="2314"/>
                    <a:pt x="0" y="4429"/>
                    <a:pt x="1356" y="5975"/>
                  </a:cubicBezTo>
                  <a:cubicBezTo>
                    <a:pt x="2109" y="6817"/>
                    <a:pt x="3087" y="7248"/>
                    <a:pt x="4067" y="7248"/>
                  </a:cubicBezTo>
                  <a:cubicBezTo>
                    <a:pt x="4887" y="7248"/>
                    <a:pt x="5709" y="6946"/>
                    <a:pt x="6401" y="6328"/>
                  </a:cubicBezTo>
                  <a:cubicBezTo>
                    <a:pt x="7920" y="4972"/>
                    <a:pt x="8110" y="2775"/>
                    <a:pt x="6754" y="1283"/>
                  </a:cubicBezTo>
                  <a:cubicBezTo>
                    <a:pt x="5990" y="431"/>
                    <a:pt x="5011" y="0"/>
                    <a:pt x="403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p54"/>
            <p:cNvSpPr/>
            <p:nvPr/>
          </p:nvSpPr>
          <p:spPr>
            <a:xfrm>
              <a:off x="2747075" y="551300"/>
              <a:ext cx="201425" cy="180975"/>
            </a:xfrm>
            <a:custGeom>
              <a:rect b="b" l="l" r="r" t="t"/>
              <a:pathLst>
                <a:path extrusionOk="0" h="7239" w="8057">
                  <a:moveTo>
                    <a:pt x="4008" y="1"/>
                  </a:moveTo>
                  <a:cubicBezTo>
                    <a:pt x="3158" y="1"/>
                    <a:pt x="2309" y="334"/>
                    <a:pt x="1601" y="1004"/>
                  </a:cubicBezTo>
                  <a:cubicBezTo>
                    <a:pt x="82" y="2414"/>
                    <a:pt x="0" y="4557"/>
                    <a:pt x="1384" y="6049"/>
                  </a:cubicBezTo>
                  <a:cubicBezTo>
                    <a:pt x="2129" y="6837"/>
                    <a:pt x="3086" y="7239"/>
                    <a:pt x="4043" y="7239"/>
                  </a:cubicBezTo>
                  <a:cubicBezTo>
                    <a:pt x="4897" y="7239"/>
                    <a:pt x="5752" y="6918"/>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54"/>
            <p:cNvSpPr/>
            <p:nvPr/>
          </p:nvSpPr>
          <p:spPr>
            <a:xfrm>
              <a:off x="2098125" y="1811875"/>
              <a:ext cx="238725" cy="180550"/>
            </a:xfrm>
            <a:custGeom>
              <a:rect b="b" l="l" r="r" t="t"/>
              <a:pathLst>
                <a:path extrusionOk="0" h="7222" w="9549">
                  <a:moveTo>
                    <a:pt x="4775" y="0"/>
                  </a:moveTo>
                  <a:cubicBezTo>
                    <a:pt x="1601" y="0"/>
                    <a:pt x="1" y="3852"/>
                    <a:pt x="2252" y="6103"/>
                  </a:cubicBezTo>
                  <a:cubicBezTo>
                    <a:pt x="2930" y="6849"/>
                    <a:pt x="3852" y="7222"/>
                    <a:pt x="4775" y="7222"/>
                  </a:cubicBezTo>
                  <a:cubicBezTo>
                    <a:pt x="5697" y="7222"/>
                    <a:pt x="6619" y="6849"/>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p54"/>
            <p:cNvSpPr/>
            <p:nvPr/>
          </p:nvSpPr>
          <p:spPr>
            <a:xfrm>
              <a:off x="2728000" y="1181375"/>
              <a:ext cx="238800" cy="179625"/>
            </a:xfrm>
            <a:custGeom>
              <a:rect b="b" l="l" r="r" t="t"/>
              <a:pathLst>
                <a:path extrusionOk="0" h="7185" w="9552">
                  <a:moveTo>
                    <a:pt x="4771" y="1"/>
                  </a:moveTo>
                  <a:cubicBezTo>
                    <a:pt x="3826" y="1"/>
                    <a:pt x="2884" y="381"/>
                    <a:pt x="2201" y="1134"/>
                  </a:cubicBezTo>
                  <a:cubicBezTo>
                    <a:pt x="0" y="3416"/>
                    <a:pt x="1624" y="7184"/>
                    <a:pt x="4759" y="7184"/>
                  </a:cubicBezTo>
                  <a:cubicBezTo>
                    <a:pt x="4792" y="7184"/>
                    <a:pt x="4825" y="7184"/>
                    <a:pt x="4859" y="7183"/>
                  </a:cubicBezTo>
                  <a:cubicBezTo>
                    <a:pt x="8033" y="7129"/>
                    <a:pt x="9551" y="3223"/>
                    <a:pt x="7246" y="1026"/>
                  </a:cubicBezTo>
                  <a:cubicBezTo>
                    <a:pt x="6561" y="340"/>
                    <a:pt x="566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p54"/>
            <p:cNvSpPr/>
            <p:nvPr/>
          </p:nvSpPr>
          <p:spPr>
            <a:xfrm>
              <a:off x="3358025" y="551525"/>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6"/>
                    <a:pt x="4738" y="7206"/>
                    <a:pt x="4761" y="7206"/>
                  </a:cubicBezTo>
                  <a:cubicBezTo>
                    <a:pt x="7917" y="7206"/>
                    <a:pt x="9533" y="3420"/>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0" name="Google Shape;1040;p54"/>
            <p:cNvSpPr/>
            <p:nvPr/>
          </p:nvSpPr>
          <p:spPr>
            <a:xfrm>
              <a:off x="2747075" y="1810525"/>
              <a:ext cx="201425" cy="180975"/>
            </a:xfrm>
            <a:custGeom>
              <a:rect b="b" l="l" r="r" t="t"/>
              <a:pathLst>
                <a:path extrusionOk="0" h="7239" w="8057">
                  <a:moveTo>
                    <a:pt x="4008" y="0"/>
                  </a:moveTo>
                  <a:cubicBezTo>
                    <a:pt x="3158" y="0"/>
                    <a:pt x="2309" y="334"/>
                    <a:pt x="1601" y="1003"/>
                  </a:cubicBezTo>
                  <a:cubicBezTo>
                    <a:pt x="109" y="2414"/>
                    <a:pt x="0" y="4584"/>
                    <a:pt x="1384" y="6048"/>
                  </a:cubicBezTo>
                  <a:cubicBezTo>
                    <a:pt x="2086" y="6837"/>
                    <a:pt x="3060" y="7239"/>
                    <a:pt x="4036" y="7239"/>
                  </a:cubicBezTo>
                  <a:cubicBezTo>
                    <a:pt x="4906" y="7239"/>
                    <a:pt x="5778" y="6918"/>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54"/>
            <p:cNvSpPr/>
            <p:nvPr/>
          </p:nvSpPr>
          <p:spPr>
            <a:xfrm>
              <a:off x="3358025" y="1180950"/>
              <a:ext cx="238150" cy="180725"/>
            </a:xfrm>
            <a:custGeom>
              <a:rect b="b" l="l" r="r" t="t"/>
              <a:pathLst>
                <a:path extrusionOk="0" h="7229" w="9526">
                  <a:moveTo>
                    <a:pt x="4763" y="1"/>
                  </a:moveTo>
                  <a:cubicBezTo>
                    <a:pt x="3897" y="1"/>
                    <a:pt x="3028" y="347"/>
                    <a:pt x="2306" y="1043"/>
                  </a:cubicBezTo>
                  <a:cubicBezTo>
                    <a:pt x="1" y="3240"/>
                    <a:pt x="1493" y="7146"/>
                    <a:pt x="4666" y="7227"/>
                  </a:cubicBezTo>
                  <a:cubicBezTo>
                    <a:pt x="4700" y="7228"/>
                    <a:pt x="4733" y="7228"/>
                    <a:pt x="4767" y="7228"/>
                  </a:cubicBezTo>
                  <a:cubicBezTo>
                    <a:pt x="7902" y="7228"/>
                    <a:pt x="9525" y="3460"/>
                    <a:pt x="7352" y="1178"/>
                  </a:cubicBezTo>
                  <a:cubicBezTo>
                    <a:pt x="6610" y="394"/>
                    <a:pt x="5687" y="1"/>
                    <a:pt x="476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p54"/>
            <p:cNvSpPr/>
            <p:nvPr/>
          </p:nvSpPr>
          <p:spPr>
            <a:xfrm>
              <a:off x="3357750" y="1811100"/>
              <a:ext cx="239000" cy="179825"/>
            </a:xfrm>
            <a:custGeom>
              <a:rect b="b" l="l" r="r" t="t"/>
              <a:pathLst>
                <a:path extrusionOk="0" h="7193" w="9560">
                  <a:moveTo>
                    <a:pt x="4786" y="0"/>
                  </a:moveTo>
                  <a:cubicBezTo>
                    <a:pt x="3845" y="0"/>
                    <a:pt x="2903" y="380"/>
                    <a:pt x="2209" y="1143"/>
                  </a:cubicBezTo>
                  <a:cubicBezTo>
                    <a:pt x="0" y="3406"/>
                    <a:pt x="1616" y="7192"/>
                    <a:pt x="4773" y="7192"/>
                  </a:cubicBezTo>
                  <a:cubicBezTo>
                    <a:pt x="4795" y="7192"/>
                    <a:pt x="4818" y="7192"/>
                    <a:pt x="4840" y="7192"/>
                  </a:cubicBezTo>
                  <a:cubicBezTo>
                    <a:pt x="8013"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p54"/>
            <p:cNvSpPr/>
            <p:nvPr/>
          </p:nvSpPr>
          <p:spPr>
            <a:xfrm>
              <a:off x="209625" y="552625"/>
              <a:ext cx="238325" cy="180000"/>
            </a:xfrm>
            <a:custGeom>
              <a:rect b="b" l="l" r="r" t="t"/>
              <a:pathLst>
                <a:path extrusionOk="0" h="7200" w="9533">
                  <a:moveTo>
                    <a:pt x="4760" y="1"/>
                  </a:moveTo>
                  <a:cubicBezTo>
                    <a:pt x="4738" y="1"/>
                    <a:pt x="4716" y="1"/>
                    <a:pt x="4693" y="1"/>
                  </a:cubicBezTo>
                  <a:cubicBezTo>
                    <a:pt x="1520" y="55"/>
                    <a:pt x="1" y="3934"/>
                    <a:pt x="2279" y="6131"/>
                  </a:cubicBezTo>
                  <a:cubicBezTo>
                    <a:pt x="2955" y="6847"/>
                    <a:pt x="3857" y="7200"/>
                    <a:pt x="4759" y="7200"/>
                  </a:cubicBezTo>
                  <a:cubicBezTo>
                    <a:pt x="5702" y="7200"/>
                    <a:pt x="6644" y="6813"/>
                    <a:pt x="7324" y="6050"/>
                  </a:cubicBezTo>
                  <a:cubicBezTo>
                    <a:pt x="9533" y="3787"/>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p54"/>
            <p:cNvSpPr/>
            <p:nvPr/>
          </p:nvSpPr>
          <p:spPr>
            <a:xfrm>
              <a:off x="210025" y="1182575"/>
              <a:ext cx="238325" cy="179650"/>
            </a:xfrm>
            <a:custGeom>
              <a:rect b="b" l="l" r="r" t="t"/>
              <a:pathLst>
                <a:path extrusionOk="0" h="7186" w="9533">
                  <a:moveTo>
                    <a:pt x="4719" y="1"/>
                  </a:moveTo>
                  <a:cubicBezTo>
                    <a:pt x="1590" y="1"/>
                    <a:pt x="0" y="3787"/>
                    <a:pt x="2209" y="6050"/>
                  </a:cubicBezTo>
                  <a:cubicBezTo>
                    <a:pt x="2896" y="6806"/>
                    <a:pt x="3828" y="7186"/>
                    <a:pt x="4759" y="7186"/>
                  </a:cubicBezTo>
                  <a:cubicBezTo>
                    <a:pt x="5665" y="7186"/>
                    <a:pt x="6572" y="6826"/>
                    <a:pt x="7254" y="6104"/>
                  </a:cubicBezTo>
                  <a:cubicBezTo>
                    <a:pt x="9532" y="3880"/>
                    <a:pt x="7986" y="28"/>
                    <a:pt x="4786" y="1"/>
                  </a:cubicBezTo>
                  <a:cubicBezTo>
                    <a:pt x="4763" y="1"/>
                    <a:pt x="4741" y="1"/>
                    <a:pt x="471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54"/>
            <p:cNvSpPr/>
            <p:nvPr/>
          </p:nvSpPr>
          <p:spPr>
            <a:xfrm>
              <a:off x="839100" y="552650"/>
              <a:ext cx="238525" cy="179800"/>
            </a:xfrm>
            <a:custGeom>
              <a:rect b="b" l="l" r="r" t="t"/>
              <a:pathLst>
                <a:path extrusionOk="0" h="7192" w="9541">
                  <a:moveTo>
                    <a:pt x="4787" y="0"/>
                  </a:moveTo>
                  <a:cubicBezTo>
                    <a:pt x="1609" y="0"/>
                    <a:pt x="1" y="3806"/>
                    <a:pt x="2217" y="6076"/>
                  </a:cubicBezTo>
                  <a:cubicBezTo>
                    <a:pt x="2905" y="6819"/>
                    <a:pt x="3843" y="7192"/>
                    <a:pt x="4778" y="7192"/>
                  </a:cubicBezTo>
                  <a:cubicBezTo>
                    <a:pt x="5687" y="7192"/>
                    <a:pt x="6593" y="6839"/>
                    <a:pt x="7262" y="6130"/>
                  </a:cubicBezTo>
                  <a:cubicBezTo>
                    <a:pt x="9540" y="3906"/>
                    <a:pt x="7994"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p54"/>
            <p:cNvSpPr/>
            <p:nvPr/>
          </p:nvSpPr>
          <p:spPr>
            <a:xfrm>
              <a:off x="209825" y="1811850"/>
              <a:ext cx="238525" cy="180325"/>
            </a:xfrm>
            <a:custGeom>
              <a:rect b="b" l="l" r="r" t="t"/>
              <a:pathLst>
                <a:path extrusionOk="0" h="7213" w="9541">
                  <a:moveTo>
                    <a:pt x="4760" y="1"/>
                  </a:moveTo>
                  <a:cubicBezTo>
                    <a:pt x="1609" y="1"/>
                    <a:pt x="1" y="3806"/>
                    <a:pt x="2217" y="6077"/>
                  </a:cubicBezTo>
                  <a:cubicBezTo>
                    <a:pt x="2904" y="6833"/>
                    <a:pt x="3836" y="7213"/>
                    <a:pt x="4767" y="7213"/>
                  </a:cubicBezTo>
                  <a:cubicBezTo>
                    <a:pt x="5673" y="7213"/>
                    <a:pt x="6580" y="6853"/>
                    <a:pt x="7262" y="6131"/>
                  </a:cubicBezTo>
                  <a:cubicBezTo>
                    <a:pt x="9540" y="3907"/>
                    <a:pt x="7994" y="28"/>
                    <a:pt x="4794" y="1"/>
                  </a:cubicBezTo>
                  <a:cubicBezTo>
                    <a:pt x="4783" y="1"/>
                    <a:pt x="4771"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54"/>
            <p:cNvSpPr/>
            <p:nvPr/>
          </p:nvSpPr>
          <p:spPr>
            <a:xfrm>
              <a:off x="857225" y="1181075"/>
              <a:ext cx="201400" cy="181050"/>
            </a:xfrm>
            <a:custGeom>
              <a:rect b="b" l="l" r="r" t="t"/>
              <a:pathLst>
                <a:path extrusionOk="0" h="7242" w="8056">
                  <a:moveTo>
                    <a:pt x="4032" y="1"/>
                  </a:moveTo>
                  <a:cubicBezTo>
                    <a:pt x="3183" y="1"/>
                    <a:pt x="2335" y="327"/>
                    <a:pt x="1628" y="983"/>
                  </a:cubicBezTo>
                  <a:cubicBezTo>
                    <a:pt x="136" y="2394"/>
                    <a:pt x="0" y="4564"/>
                    <a:pt x="1411" y="6056"/>
                  </a:cubicBezTo>
                  <a:cubicBezTo>
                    <a:pt x="2095" y="6840"/>
                    <a:pt x="3057" y="7242"/>
                    <a:pt x="4024" y="7242"/>
                  </a:cubicBezTo>
                  <a:cubicBezTo>
                    <a:pt x="4897" y="7242"/>
                    <a:pt x="5774" y="6914"/>
                    <a:pt x="6456" y="6245"/>
                  </a:cubicBezTo>
                  <a:cubicBezTo>
                    <a:pt x="7975" y="4944"/>
                    <a:pt x="8056" y="2638"/>
                    <a:pt x="6673" y="1200"/>
                  </a:cubicBezTo>
                  <a:cubicBezTo>
                    <a:pt x="5917" y="402"/>
                    <a:pt x="4974" y="1"/>
                    <a:pt x="403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54"/>
            <p:cNvSpPr/>
            <p:nvPr/>
          </p:nvSpPr>
          <p:spPr>
            <a:xfrm>
              <a:off x="1468850" y="551525"/>
              <a:ext cx="238325" cy="180175"/>
            </a:xfrm>
            <a:custGeom>
              <a:rect b="b" l="l" r="r" t="t"/>
              <a:pathLst>
                <a:path extrusionOk="0" h="7207" w="9533">
                  <a:moveTo>
                    <a:pt x="4768" y="1"/>
                  </a:moveTo>
                  <a:cubicBezTo>
                    <a:pt x="3870" y="1"/>
                    <a:pt x="2968" y="347"/>
                    <a:pt x="2279" y="1049"/>
                  </a:cubicBezTo>
                  <a:cubicBezTo>
                    <a:pt x="1" y="3273"/>
                    <a:pt x="1520" y="7152"/>
                    <a:pt x="4720" y="7206"/>
                  </a:cubicBezTo>
                  <a:cubicBezTo>
                    <a:pt x="4743" y="7206"/>
                    <a:pt x="4765" y="7206"/>
                    <a:pt x="4787" y="7206"/>
                  </a:cubicBezTo>
                  <a:cubicBezTo>
                    <a:pt x="7917" y="7206"/>
                    <a:pt x="9533" y="3393"/>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54"/>
            <p:cNvSpPr/>
            <p:nvPr/>
          </p:nvSpPr>
          <p:spPr>
            <a:xfrm>
              <a:off x="3988000" y="1811875"/>
              <a:ext cx="238700" cy="180050"/>
            </a:xfrm>
            <a:custGeom>
              <a:rect b="b" l="l" r="r" t="t"/>
              <a:pathLst>
                <a:path extrusionOk="0" h="7202" w="9548">
                  <a:moveTo>
                    <a:pt x="4801" y="0"/>
                  </a:moveTo>
                  <a:cubicBezTo>
                    <a:pt x="1600" y="0"/>
                    <a:pt x="0" y="3825"/>
                    <a:pt x="2251" y="6103"/>
                  </a:cubicBezTo>
                  <a:cubicBezTo>
                    <a:pt x="2929" y="6835"/>
                    <a:pt x="3852" y="7201"/>
                    <a:pt x="4774" y="7201"/>
                  </a:cubicBezTo>
                  <a:cubicBezTo>
                    <a:pt x="5696" y="7201"/>
                    <a:pt x="6618" y="6835"/>
                    <a:pt x="7296" y="6103"/>
                  </a:cubicBezTo>
                  <a:cubicBezTo>
                    <a:pt x="9548" y="3879"/>
                    <a:pt x="7974"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54"/>
            <p:cNvSpPr/>
            <p:nvPr/>
          </p:nvSpPr>
          <p:spPr>
            <a:xfrm>
              <a:off x="4617650" y="1182575"/>
              <a:ext cx="239000" cy="179750"/>
            </a:xfrm>
            <a:custGeom>
              <a:rect b="b" l="l" r="r" t="t"/>
              <a:pathLst>
                <a:path extrusionOk="0" h="7190" w="9560">
                  <a:moveTo>
                    <a:pt x="4773" y="1"/>
                  </a:moveTo>
                  <a:cubicBezTo>
                    <a:pt x="1643" y="1"/>
                    <a:pt x="1" y="3761"/>
                    <a:pt x="2209" y="6050"/>
                  </a:cubicBezTo>
                  <a:cubicBezTo>
                    <a:pt x="2886" y="6810"/>
                    <a:pt x="3823" y="7189"/>
                    <a:pt x="4763" y="7189"/>
                  </a:cubicBezTo>
                  <a:cubicBezTo>
                    <a:pt x="5668" y="7189"/>
                    <a:pt x="6575" y="6837"/>
                    <a:pt x="7254" y="6131"/>
                  </a:cubicBezTo>
                  <a:cubicBezTo>
                    <a:pt x="9560" y="3934"/>
                    <a:pt x="8014" y="55"/>
                    <a:pt x="4840" y="1"/>
                  </a:cubicBezTo>
                  <a:cubicBezTo>
                    <a:pt x="4818" y="1"/>
                    <a:pt x="479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54"/>
            <p:cNvSpPr/>
            <p:nvPr/>
          </p:nvSpPr>
          <p:spPr>
            <a:xfrm>
              <a:off x="5247400" y="551550"/>
              <a:ext cx="238525" cy="180150"/>
            </a:xfrm>
            <a:custGeom>
              <a:rect b="b" l="l" r="r" t="t"/>
              <a:pathLst>
                <a:path extrusionOk="0" h="7206" w="9541">
                  <a:moveTo>
                    <a:pt x="4742" y="0"/>
                  </a:moveTo>
                  <a:cubicBezTo>
                    <a:pt x="3819" y="0"/>
                    <a:pt x="2898" y="366"/>
                    <a:pt x="2217" y="1102"/>
                  </a:cubicBezTo>
                  <a:cubicBezTo>
                    <a:pt x="1" y="3372"/>
                    <a:pt x="1609" y="7205"/>
                    <a:pt x="4788" y="7205"/>
                  </a:cubicBezTo>
                  <a:cubicBezTo>
                    <a:pt x="4799" y="7205"/>
                    <a:pt x="4810" y="7205"/>
                    <a:pt x="4821" y="7205"/>
                  </a:cubicBezTo>
                  <a:cubicBezTo>
                    <a:pt x="7995" y="7151"/>
                    <a:pt x="9541" y="3299"/>
                    <a:pt x="7262" y="1075"/>
                  </a:cubicBezTo>
                  <a:cubicBezTo>
                    <a:pt x="6574" y="360"/>
                    <a:pt x="5657" y="0"/>
                    <a:pt x="474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54"/>
            <p:cNvSpPr/>
            <p:nvPr/>
          </p:nvSpPr>
          <p:spPr>
            <a:xfrm>
              <a:off x="4617950" y="1811875"/>
              <a:ext cx="238700" cy="180050"/>
            </a:xfrm>
            <a:custGeom>
              <a:rect b="b" l="l" r="r" t="t"/>
              <a:pathLst>
                <a:path extrusionOk="0" h="7202" w="9548">
                  <a:moveTo>
                    <a:pt x="4747" y="0"/>
                  </a:moveTo>
                  <a:cubicBezTo>
                    <a:pt x="1573" y="27"/>
                    <a:pt x="0" y="3879"/>
                    <a:pt x="2251" y="6103"/>
                  </a:cubicBezTo>
                  <a:cubicBezTo>
                    <a:pt x="2943" y="6835"/>
                    <a:pt x="3865" y="7201"/>
                    <a:pt x="4784" y="7201"/>
                  </a:cubicBezTo>
                  <a:cubicBezTo>
                    <a:pt x="5703" y="7201"/>
                    <a:pt x="6618" y="6835"/>
                    <a:pt x="7296" y="6103"/>
                  </a:cubicBezTo>
                  <a:cubicBezTo>
                    <a:pt x="9548" y="3825"/>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54"/>
            <p:cNvSpPr/>
            <p:nvPr/>
          </p:nvSpPr>
          <p:spPr>
            <a:xfrm>
              <a:off x="5265525" y="1181050"/>
              <a:ext cx="202100" cy="181225"/>
            </a:xfrm>
            <a:custGeom>
              <a:rect b="b" l="l" r="r" t="t"/>
              <a:pathLst>
                <a:path extrusionOk="0" h="7249" w="8084">
                  <a:moveTo>
                    <a:pt x="4026" y="0"/>
                  </a:moveTo>
                  <a:cubicBezTo>
                    <a:pt x="3208" y="0"/>
                    <a:pt x="2393" y="309"/>
                    <a:pt x="1709" y="930"/>
                  </a:cubicBezTo>
                  <a:cubicBezTo>
                    <a:pt x="163" y="2314"/>
                    <a:pt x="0" y="4429"/>
                    <a:pt x="1357" y="5975"/>
                  </a:cubicBezTo>
                  <a:cubicBezTo>
                    <a:pt x="2110" y="6817"/>
                    <a:pt x="3087" y="7248"/>
                    <a:pt x="4067" y="7248"/>
                  </a:cubicBezTo>
                  <a:cubicBezTo>
                    <a:pt x="4888" y="7248"/>
                    <a:pt x="5709" y="6946"/>
                    <a:pt x="6402" y="6328"/>
                  </a:cubicBezTo>
                  <a:cubicBezTo>
                    <a:pt x="7893" y="4972"/>
                    <a:pt x="8083" y="2775"/>
                    <a:pt x="6727" y="1283"/>
                  </a:cubicBezTo>
                  <a:cubicBezTo>
                    <a:pt x="5963" y="431"/>
                    <a:pt x="4992"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54"/>
            <p:cNvSpPr/>
            <p:nvPr/>
          </p:nvSpPr>
          <p:spPr>
            <a:xfrm>
              <a:off x="5896150" y="551300"/>
              <a:ext cx="200750" cy="180975"/>
            </a:xfrm>
            <a:custGeom>
              <a:rect b="b" l="l" r="r" t="t"/>
              <a:pathLst>
                <a:path extrusionOk="0" h="7239" w="8030">
                  <a:moveTo>
                    <a:pt x="4008" y="1"/>
                  </a:moveTo>
                  <a:cubicBezTo>
                    <a:pt x="3158" y="1"/>
                    <a:pt x="2309" y="334"/>
                    <a:pt x="1601" y="1004"/>
                  </a:cubicBezTo>
                  <a:cubicBezTo>
                    <a:pt x="82" y="2414"/>
                    <a:pt x="1" y="4557"/>
                    <a:pt x="1384" y="6049"/>
                  </a:cubicBezTo>
                  <a:cubicBezTo>
                    <a:pt x="2129" y="6837"/>
                    <a:pt x="3086" y="7239"/>
                    <a:pt x="4043" y="7239"/>
                  </a:cubicBezTo>
                  <a:cubicBezTo>
                    <a:pt x="4898" y="7239"/>
                    <a:pt x="5752" y="6918"/>
                    <a:pt x="6456" y="6266"/>
                  </a:cubicBezTo>
                  <a:cubicBezTo>
                    <a:pt x="7948" y="4937"/>
                    <a:pt x="8029"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p54"/>
            <p:cNvSpPr/>
            <p:nvPr/>
          </p:nvSpPr>
          <p:spPr>
            <a:xfrm>
              <a:off x="5247225" y="1811875"/>
              <a:ext cx="238700" cy="180550"/>
            </a:xfrm>
            <a:custGeom>
              <a:rect b="b" l="l" r="r" t="t"/>
              <a:pathLst>
                <a:path extrusionOk="0" h="7222" w="9548">
                  <a:moveTo>
                    <a:pt x="4774" y="0"/>
                  </a:moveTo>
                  <a:cubicBezTo>
                    <a:pt x="1600" y="0"/>
                    <a:pt x="0" y="3852"/>
                    <a:pt x="2251" y="6103"/>
                  </a:cubicBezTo>
                  <a:cubicBezTo>
                    <a:pt x="2929" y="6849"/>
                    <a:pt x="3852" y="7222"/>
                    <a:pt x="4774" y="7222"/>
                  </a:cubicBezTo>
                  <a:cubicBezTo>
                    <a:pt x="5696" y="7222"/>
                    <a:pt x="6618" y="6849"/>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p54"/>
            <p:cNvSpPr/>
            <p:nvPr/>
          </p:nvSpPr>
          <p:spPr>
            <a:xfrm>
              <a:off x="5877750" y="1181150"/>
              <a:ext cx="238125" cy="179850"/>
            </a:xfrm>
            <a:custGeom>
              <a:rect b="b" l="l" r="r" t="t"/>
              <a:pathLst>
                <a:path extrusionOk="0" h="7194" w="9525">
                  <a:moveTo>
                    <a:pt x="4741" y="0"/>
                  </a:moveTo>
                  <a:cubicBezTo>
                    <a:pt x="3797" y="0"/>
                    <a:pt x="2854" y="380"/>
                    <a:pt x="2174" y="1143"/>
                  </a:cubicBezTo>
                  <a:cubicBezTo>
                    <a:pt x="0" y="3425"/>
                    <a:pt x="1597" y="7193"/>
                    <a:pt x="4732" y="7193"/>
                  </a:cubicBezTo>
                  <a:cubicBezTo>
                    <a:pt x="4765" y="7193"/>
                    <a:pt x="4799" y="7193"/>
                    <a:pt x="4832" y="7192"/>
                  </a:cubicBezTo>
                  <a:cubicBezTo>
                    <a:pt x="8006" y="7138"/>
                    <a:pt x="9525" y="3259"/>
                    <a:pt x="7219" y="1035"/>
                  </a:cubicBezTo>
                  <a:cubicBezTo>
                    <a:pt x="6544" y="346"/>
                    <a:pt x="5642" y="0"/>
                    <a:pt x="474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54"/>
            <p:cNvSpPr/>
            <p:nvPr/>
          </p:nvSpPr>
          <p:spPr>
            <a:xfrm>
              <a:off x="6506450" y="551525"/>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6"/>
                    <a:pt x="4765" y="7206"/>
                    <a:pt x="4787" y="7206"/>
                  </a:cubicBezTo>
                  <a:cubicBezTo>
                    <a:pt x="7943" y="7206"/>
                    <a:pt x="9559" y="3420"/>
                    <a:pt x="7351" y="1130"/>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p54"/>
            <p:cNvSpPr/>
            <p:nvPr/>
          </p:nvSpPr>
          <p:spPr>
            <a:xfrm>
              <a:off x="5896150" y="1810525"/>
              <a:ext cx="201425" cy="181225"/>
            </a:xfrm>
            <a:custGeom>
              <a:rect b="b" l="l" r="r" t="t"/>
              <a:pathLst>
                <a:path extrusionOk="0" h="7249" w="8057">
                  <a:moveTo>
                    <a:pt x="4008" y="0"/>
                  </a:moveTo>
                  <a:cubicBezTo>
                    <a:pt x="3158" y="0"/>
                    <a:pt x="2309" y="334"/>
                    <a:pt x="1601" y="1003"/>
                  </a:cubicBezTo>
                  <a:cubicBezTo>
                    <a:pt x="109" y="2414"/>
                    <a:pt x="1" y="4584"/>
                    <a:pt x="1384" y="6048"/>
                  </a:cubicBezTo>
                  <a:cubicBezTo>
                    <a:pt x="2083" y="6847"/>
                    <a:pt x="3051" y="7248"/>
                    <a:pt x="4022" y="7248"/>
                  </a:cubicBezTo>
                  <a:cubicBezTo>
                    <a:pt x="4897" y="7248"/>
                    <a:pt x="5774" y="6922"/>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p54"/>
            <p:cNvSpPr/>
            <p:nvPr/>
          </p:nvSpPr>
          <p:spPr>
            <a:xfrm>
              <a:off x="6507125" y="1180950"/>
              <a:ext cx="238125" cy="180725"/>
            </a:xfrm>
            <a:custGeom>
              <a:rect b="b" l="l" r="r" t="t"/>
              <a:pathLst>
                <a:path extrusionOk="0" h="7229" w="9525">
                  <a:moveTo>
                    <a:pt x="4753" y="1"/>
                  </a:moveTo>
                  <a:cubicBezTo>
                    <a:pt x="3889" y="1"/>
                    <a:pt x="3028" y="347"/>
                    <a:pt x="2306" y="1043"/>
                  </a:cubicBezTo>
                  <a:cubicBezTo>
                    <a:pt x="0" y="3240"/>
                    <a:pt x="1492" y="7146"/>
                    <a:pt x="4666" y="7227"/>
                  </a:cubicBezTo>
                  <a:cubicBezTo>
                    <a:pt x="4699" y="7228"/>
                    <a:pt x="4732" y="7228"/>
                    <a:pt x="4765" y="7228"/>
                  </a:cubicBezTo>
                  <a:cubicBezTo>
                    <a:pt x="7874" y="7228"/>
                    <a:pt x="9525" y="3460"/>
                    <a:pt x="7351" y="1178"/>
                  </a:cubicBezTo>
                  <a:cubicBezTo>
                    <a:pt x="6595" y="394"/>
                    <a:pt x="5673" y="1"/>
                    <a:pt x="475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p54"/>
            <p:cNvSpPr/>
            <p:nvPr/>
          </p:nvSpPr>
          <p:spPr>
            <a:xfrm>
              <a:off x="6506825" y="1811100"/>
              <a:ext cx="239000" cy="179825"/>
            </a:xfrm>
            <a:custGeom>
              <a:rect b="b" l="l" r="r" t="t"/>
              <a:pathLst>
                <a:path extrusionOk="0" h="7193" w="9560">
                  <a:moveTo>
                    <a:pt x="4786" y="0"/>
                  </a:moveTo>
                  <a:cubicBezTo>
                    <a:pt x="3846" y="0"/>
                    <a:pt x="2903" y="380"/>
                    <a:pt x="2209" y="1143"/>
                  </a:cubicBezTo>
                  <a:cubicBezTo>
                    <a:pt x="1" y="3406"/>
                    <a:pt x="1617" y="7192"/>
                    <a:pt x="4773" y="7192"/>
                  </a:cubicBezTo>
                  <a:cubicBezTo>
                    <a:pt x="4795" y="7192"/>
                    <a:pt x="4818" y="7192"/>
                    <a:pt x="4840" y="7192"/>
                  </a:cubicBezTo>
                  <a:cubicBezTo>
                    <a:pt x="8014"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p54"/>
            <p:cNvSpPr/>
            <p:nvPr/>
          </p:nvSpPr>
          <p:spPr>
            <a:xfrm>
              <a:off x="3988175" y="552650"/>
              <a:ext cx="238525" cy="179800"/>
            </a:xfrm>
            <a:custGeom>
              <a:rect b="b" l="l" r="r" t="t"/>
              <a:pathLst>
                <a:path extrusionOk="0" h="7192" w="9541">
                  <a:moveTo>
                    <a:pt x="4787" y="0"/>
                  </a:moveTo>
                  <a:cubicBezTo>
                    <a:pt x="1609" y="0"/>
                    <a:pt x="1" y="3806"/>
                    <a:pt x="2217" y="6076"/>
                  </a:cubicBezTo>
                  <a:cubicBezTo>
                    <a:pt x="2905" y="6819"/>
                    <a:pt x="3836" y="7192"/>
                    <a:pt x="4768" y="7192"/>
                  </a:cubicBezTo>
                  <a:cubicBezTo>
                    <a:pt x="5674" y="7192"/>
                    <a:pt x="6580" y="6839"/>
                    <a:pt x="7262" y="6130"/>
                  </a:cubicBezTo>
                  <a:cubicBezTo>
                    <a:pt x="9541" y="3906"/>
                    <a:pt x="7995"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54"/>
            <p:cNvSpPr/>
            <p:nvPr/>
          </p:nvSpPr>
          <p:spPr>
            <a:xfrm>
              <a:off x="4006975" y="1181075"/>
              <a:ext cx="201425" cy="181050"/>
            </a:xfrm>
            <a:custGeom>
              <a:rect b="b" l="l" r="r" t="t"/>
              <a:pathLst>
                <a:path extrusionOk="0" h="7242" w="8057">
                  <a:moveTo>
                    <a:pt x="4006" y="1"/>
                  </a:moveTo>
                  <a:cubicBezTo>
                    <a:pt x="3156" y="1"/>
                    <a:pt x="2308" y="327"/>
                    <a:pt x="1601" y="983"/>
                  </a:cubicBezTo>
                  <a:cubicBezTo>
                    <a:pt x="109" y="2394"/>
                    <a:pt x="0" y="4564"/>
                    <a:pt x="1384" y="6056"/>
                  </a:cubicBezTo>
                  <a:cubicBezTo>
                    <a:pt x="2082" y="6840"/>
                    <a:pt x="3051" y="7242"/>
                    <a:pt x="4021" y="7242"/>
                  </a:cubicBezTo>
                  <a:cubicBezTo>
                    <a:pt x="4897" y="7242"/>
                    <a:pt x="5774" y="6914"/>
                    <a:pt x="6456" y="6245"/>
                  </a:cubicBezTo>
                  <a:cubicBezTo>
                    <a:pt x="7948" y="4944"/>
                    <a:pt x="8056" y="2638"/>
                    <a:pt x="6646" y="1200"/>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p54"/>
            <p:cNvSpPr/>
            <p:nvPr/>
          </p:nvSpPr>
          <p:spPr>
            <a:xfrm>
              <a:off x="4617950" y="551525"/>
              <a:ext cx="238325" cy="180175"/>
            </a:xfrm>
            <a:custGeom>
              <a:rect b="b" l="l" r="r" t="t"/>
              <a:pathLst>
                <a:path extrusionOk="0" h="7207" w="9533">
                  <a:moveTo>
                    <a:pt x="4747" y="1"/>
                  </a:moveTo>
                  <a:cubicBezTo>
                    <a:pt x="3849" y="1"/>
                    <a:pt x="2954" y="347"/>
                    <a:pt x="2279" y="1049"/>
                  </a:cubicBezTo>
                  <a:cubicBezTo>
                    <a:pt x="0" y="3273"/>
                    <a:pt x="1519" y="7152"/>
                    <a:pt x="4693" y="7206"/>
                  </a:cubicBezTo>
                  <a:cubicBezTo>
                    <a:pt x="4715" y="7206"/>
                    <a:pt x="4737" y="7206"/>
                    <a:pt x="4759" y="7206"/>
                  </a:cubicBezTo>
                  <a:cubicBezTo>
                    <a:pt x="7916" y="7206"/>
                    <a:pt x="9532" y="3393"/>
                    <a:pt x="7324" y="1130"/>
                  </a:cubicBezTo>
                  <a:cubicBezTo>
                    <a:pt x="6630" y="381"/>
                    <a:pt x="5687" y="1"/>
                    <a:pt x="474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p54"/>
            <p:cNvSpPr/>
            <p:nvPr/>
          </p:nvSpPr>
          <p:spPr>
            <a:xfrm>
              <a:off x="2098125" y="3073125"/>
              <a:ext cx="238525" cy="179725"/>
            </a:xfrm>
            <a:custGeom>
              <a:rect b="b" l="l" r="r" t="t"/>
              <a:pathLst>
                <a:path extrusionOk="0" h="7189" w="9541">
                  <a:moveTo>
                    <a:pt x="4759" y="0"/>
                  </a:moveTo>
                  <a:cubicBezTo>
                    <a:pt x="3849" y="0"/>
                    <a:pt x="2937" y="360"/>
                    <a:pt x="2252" y="1085"/>
                  </a:cubicBezTo>
                  <a:cubicBezTo>
                    <a:pt x="1" y="3337"/>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p54"/>
            <p:cNvSpPr/>
            <p:nvPr/>
          </p:nvSpPr>
          <p:spPr>
            <a:xfrm>
              <a:off x="2728075" y="2443400"/>
              <a:ext cx="238150" cy="180200"/>
            </a:xfrm>
            <a:custGeom>
              <a:rect b="b" l="l" r="r" t="t"/>
              <a:pathLst>
                <a:path extrusionOk="0" h="7208" w="9526">
                  <a:moveTo>
                    <a:pt x="4761" y="0"/>
                  </a:moveTo>
                  <a:cubicBezTo>
                    <a:pt x="3895" y="0"/>
                    <a:pt x="3028" y="340"/>
                    <a:pt x="2306" y="1022"/>
                  </a:cubicBezTo>
                  <a:cubicBezTo>
                    <a:pt x="1" y="3219"/>
                    <a:pt x="1493" y="7125"/>
                    <a:pt x="4693" y="7206"/>
                  </a:cubicBezTo>
                  <a:cubicBezTo>
                    <a:pt x="4727" y="7207"/>
                    <a:pt x="4760" y="7208"/>
                    <a:pt x="4793" y="7208"/>
                  </a:cubicBezTo>
                  <a:cubicBezTo>
                    <a:pt x="7902" y="7208"/>
                    <a:pt x="9525" y="3439"/>
                    <a:pt x="7351" y="1158"/>
                  </a:cubicBezTo>
                  <a:cubicBezTo>
                    <a:pt x="6609" y="387"/>
                    <a:pt x="5686"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p54"/>
            <p:cNvSpPr/>
            <p:nvPr/>
          </p:nvSpPr>
          <p:spPr>
            <a:xfrm>
              <a:off x="839100" y="4963650"/>
              <a:ext cx="238525" cy="179975"/>
            </a:xfrm>
            <a:custGeom>
              <a:rect b="b" l="l" r="r" t="t"/>
              <a:pathLst>
                <a:path extrusionOk="0" h="7199" w="9541">
                  <a:moveTo>
                    <a:pt x="4760" y="0"/>
                  </a:moveTo>
                  <a:cubicBezTo>
                    <a:pt x="1582" y="0"/>
                    <a:pt x="1" y="3833"/>
                    <a:pt x="2244" y="6076"/>
                  </a:cubicBezTo>
                  <a:cubicBezTo>
                    <a:pt x="2925" y="6826"/>
                    <a:pt x="3853" y="7198"/>
                    <a:pt x="4779" y="7198"/>
                  </a:cubicBezTo>
                  <a:cubicBezTo>
                    <a:pt x="5697" y="7198"/>
                    <a:pt x="6614" y="6832"/>
                    <a:pt x="7289" y="6103"/>
                  </a:cubicBezTo>
                  <a:cubicBezTo>
                    <a:pt x="9540" y="3852"/>
                    <a:pt x="7967" y="0"/>
                    <a:pt x="4794"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p54"/>
            <p:cNvSpPr/>
            <p:nvPr/>
          </p:nvSpPr>
          <p:spPr>
            <a:xfrm>
              <a:off x="1469250" y="4333675"/>
              <a:ext cx="238325" cy="180100"/>
            </a:xfrm>
            <a:custGeom>
              <a:rect b="b" l="l" r="r" t="t"/>
              <a:pathLst>
                <a:path extrusionOk="0" h="7204" w="9533">
                  <a:moveTo>
                    <a:pt x="4746" y="1"/>
                  </a:moveTo>
                  <a:cubicBezTo>
                    <a:pt x="1616" y="1"/>
                    <a:pt x="0" y="3788"/>
                    <a:pt x="2182" y="6050"/>
                  </a:cubicBezTo>
                  <a:cubicBezTo>
                    <a:pt x="2865" y="6817"/>
                    <a:pt x="3813" y="7204"/>
                    <a:pt x="4765" y="7204"/>
                  </a:cubicBezTo>
                  <a:cubicBezTo>
                    <a:pt x="5665" y="7204"/>
                    <a:pt x="6568" y="6857"/>
                    <a:pt x="7254" y="6159"/>
                  </a:cubicBezTo>
                  <a:cubicBezTo>
                    <a:pt x="9532" y="3934"/>
                    <a:pt x="8013" y="56"/>
                    <a:pt x="4813" y="1"/>
                  </a:cubicBezTo>
                  <a:cubicBezTo>
                    <a:pt x="4791"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54"/>
            <p:cNvSpPr/>
            <p:nvPr/>
          </p:nvSpPr>
          <p:spPr>
            <a:xfrm>
              <a:off x="2098325" y="3702975"/>
              <a:ext cx="239200" cy="179825"/>
            </a:xfrm>
            <a:custGeom>
              <a:rect b="b" l="l" r="r" t="t"/>
              <a:pathLst>
                <a:path extrusionOk="0" h="7193" w="9568">
                  <a:moveTo>
                    <a:pt x="4771" y="1"/>
                  </a:moveTo>
                  <a:cubicBezTo>
                    <a:pt x="3843" y="1"/>
                    <a:pt x="2918" y="374"/>
                    <a:pt x="2244" y="1116"/>
                  </a:cubicBezTo>
                  <a:cubicBezTo>
                    <a:pt x="1" y="3387"/>
                    <a:pt x="1609" y="7192"/>
                    <a:pt x="4787" y="7192"/>
                  </a:cubicBezTo>
                  <a:cubicBezTo>
                    <a:pt x="4798" y="7192"/>
                    <a:pt x="4810" y="7192"/>
                    <a:pt x="4821" y="7192"/>
                  </a:cubicBezTo>
                  <a:cubicBezTo>
                    <a:pt x="7994" y="7165"/>
                    <a:pt x="9568" y="3286"/>
                    <a:pt x="7262" y="1062"/>
                  </a:cubicBezTo>
                  <a:cubicBezTo>
                    <a:pt x="6580" y="353"/>
                    <a:pt x="567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p54"/>
            <p:cNvSpPr/>
            <p:nvPr/>
          </p:nvSpPr>
          <p:spPr>
            <a:xfrm>
              <a:off x="2747075" y="3072975"/>
              <a:ext cx="201425" cy="182050"/>
            </a:xfrm>
            <a:custGeom>
              <a:rect b="b" l="l" r="r" t="t"/>
              <a:pathLst>
                <a:path extrusionOk="0" h="7282" w="8057">
                  <a:moveTo>
                    <a:pt x="4005" y="0"/>
                  </a:moveTo>
                  <a:cubicBezTo>
                    <a:pt x="3156" y="0"/>
                    <a:pt x="2308" y="327"/>
                    <a:pt x="1601" y="983"/>
                  </a:cubicBezTo>
                  <a:cubicBezTo>
                    <a:pt x="82" y="2393"/>
                    <a:pt x="0" y="4536"/>
                    <a:pt x="1384" y="6028"/>
                  </a:cubicBezTo>
                  <a:cubicBezTo>
                    <a:pt x="2097" y="6858"/>
                    <a:pt x="3093" y="7282"/>
                    <a:pt x="4092" y="7282"/>
                  </a:cubicBezTo>
                  <a:cubicBezTo>
                    <a:pt x="4954" y="7282"/>
                    <a:pt x="5819" y="6967"/>
                    <a:pt x="6510" y="6326"/>
                  </a:cubicBezTo>
                  <a:cubicBezTo>
                    <a:pt x="8002" y="4970"/>
                    <a:pt x="8056" y="2637"/>
                    <a:pt x="6646" y="1200"/>
                  </a:cubicBezTo>
                  <a:cubicBezTo>
                    <a:pt x="5890" y="401"/>
                    <a:pt x="4947" y="0"/>
                    <a:pt x="400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p54"/>
            <p:cNvSpPr/>
            <p:nvPr/>
          </p:nvSpPr>
          <p:spPr>
            <a:xfrm>
              <a:off x="3358025" y="2443400"/>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7"/>
                    <a:pt x="4738" y="7207"/>
                    <a:pt x="4761" y="7207"/>
                  </a:cubicBezTo>
                  <a:cubicBezTo>
                    <a:pt x="7917" y="7207"/>
                    <a:pt x="9533" y="3420"/>
                    <a:pt x="7324" y="1131"/>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p54"/>
            <p:cNvSpPr/>
            <p:nvPr/>
          </p:nvSpPr>
          <p:spPr>
            <a:xfrm>
              <a:off x="1468850" y="4962975"/>
              <a:ext cx="238725" cy="180400"/>
            </a:xfrm>
            <a:custGeom>
              <a:rect b="b" l="l" r="r" t="t"/>
              <a:pathLst>
                <a:path extrusionOk="0" h="7216" w="9549">
                  <a:moveTo>
                    <a:pt x="4748" y="0"/>
                  </a:moveTo>
                  <a:cubicBezTo>
                    <a:pt x="1574" y="27"/>
                    <a:pt x="1" y="3879"/>
                    <a:pt x="2252" y="6130"/>
                  </a:cubicBezTo>
                  <a:cubicBezTo>
                    <a:pt x="2937" y="6856"/>
                    <a:pt x="3849" y="7215"/>
                    <a:pt x="4763" y="7215"/>
                  </a:cubicBezTo>
                  <a:cubicBezTo>
                    <a:pt x="5693" y="7215"/>
                    <a:pt x="6626" y="6842"/>
                    <a:pt x="7324" y="6103"/>
                  </a:cubicBezTo>
                  <a:cubicBezTo>
                    <a:pt x="9548" y="3852"/>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54"/>
            <p:cNvSpPr/>
            <p:nvPr/>
          </p:nvSpPr>
          <p:spPr>
            <a:xfrm>
              <a:off x="2116450" y="4332375"/>
              <a:ext cx="202775" cy="181000"/>
            </a:xfrm>
            <a:custGeom>
              <a:rect b="b" l="l" r="r" t="t"/>
              <a:pathLst>
                <a:path extrusionOk="0" h="7240" w="8111">
                  <a:moveTo>
                    <a:pt x="4023" y="1"/>
                  </a:moveTo>
                  <a:cubicBezTo>
                    <a:pt x="3204" y="1"/>
                    <a:pt x="2389" y="303"/>
                    <a:pt x="1709" y="921"/>
                  </a:cubicBezTo>
                  <a:cubicBezTo>
                    <a:pt x="163" y="2305"/>
                    <a:pt x="0" y="4448"/>
                    <a:pt x="1356" y="5966"/>
                  </a:cubicBezTo>
                  <a:cubicBezTo>
                    <a:pt x="2109" y="6808"/>
                    <a:pt x="3087" y="7240"/>
                    <a:pt x="4067" y="7240"/>
                  </a:cubicBezTo>
                  <a:cubicBezTo>
                    <a:pt x="4887" y="7240"/>
                    <a:pt x="5709" y="6937"/>
                    <a:pt x="6401" y="6319"/>
                  </a:cubicBezTo>
                  <a:cubicBezTo>
                    <a:pt x="7920" y="4990"/>
                    <a:pt x="8110" y="2793"/>
                    <a:pt x="6754" y="1274"/>
                  </a:cubicBezTo>
                  <a:cubicBezTo>
                    <a:pt x="5986"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p54"/>
            <p:cNvSpPr/>
            <p:nvPr/>
          </p:nvSpPr>
          <p:spPr>
            <a:xfrm>
              <a:off x="2747075" y="3702650"/>
              <a:ext cx="201425" cy="180725"/>
            </a:xfrm>
            <a:custGeom>
              <a:rect b="b" l="l" r="r" t="t"/>
              <a:pathLst>
                <a:path extrusionOk="0" h="7229" w="8057">
                  <a:moveTo>
                    <a:pt x="3994" y="0"/>
                  </a:moveTo>
                  <a:cubicBezTo>
                    <a:pt x="3149" y="0"/>
                    <a:pt x="2305" y="328"/>
                    <a:pt x="1601" y="994"/>
                  </a:cubicBezTo>
                  <a:cubicBezTo>
                    <a:pt x="82" y="2431"/>
                    <a:pt x="0" y="4547"/>
                    <a:pt x="1384" y="6039"/>
                  </a:cubicBezTo>
                  <a:cubicBezTo>
                    <a:pt x="2129" y="6827"/>
                    <a:pt x="3086" y="7229"/>
                    <a:pt x="4043" y="7229"/>
                  </a:cubicBezTo>
                  <a:cubicBezTo>
                    <a:pt x="4897" y="7229"/>
                    <a:pt x="5752" y="6908"/>
                    <a:pt x="6456" y="6256"/>
                  </a:cubicBezTo>
                  <a:cubicBezTo>
                    <a:pt x="7948" y="4954"/>
                    <a:pt x="8056" y="2621"/>
                    <a:pt x="6646" y="1211"/>
                  </a:cubicBezTo>
                  <a:cubicBezTo>
                    <a:pt x="5887" y="409"/>
                    <a:pt x="4939" y="0"/>
                    <a:pt x="39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p54"/>
            <p:cNvSpPr/>
            <p:nvPr/>
          </p:nvSpPr>
          <p:spPr>
            <a:xfrm>
              <a:off x="3357750" y="3073100"/>
              <a:ext cx="239000" cy="179750"/>
            </a:xfrm>
            <a:custGeom>
              <a:rect b="b" l="l" r="r" t="t"/>
              <a:pathLst>
                <a:path extrusionOk="0" h="7190" w="9560">
                  <a:moveTo>
                    <a:pt x="4772" y="1"/>
                  </a:moveTo>
                  <a:cubicBezTo>
                    <a:pt x="3836" y="1"/>
                    <a:pt x="2900" y="381"/>
                    <a:pt x="2209" y="1141"/>
                  </a:cubicBezTo>
                  <a:cubicBezTo>
                    <a:pt x="0" y="3403"/>
                    <a:pt x="1616" y="7190"/>
                    <a:pt x="4773" y="7190"/>
                  </a:cubicBezTo>
                  <a:cubicBezTo>
                    <a:pt x="4795" y="7190"/>
                    <a:pt x="4818" y="7190"/>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54"/>
            <p:cNvSpPr/>
            <p:nvPr/>
          </p:nvSpPr>
          <p:spPr>
            <a:xfrm>
              <a:off x="2098125" y="4963650"/>
              <a:ext cx="238725" cy="180050"/>
            </a:xfrm>
            <a:custGeom>
              <a:rect b="b" l="l" r="r" t="t"/>
              <a:pathLst>
                <a:path extrusionOk="0" h="7202" w="9549">
                  <a:moveTo>
                    <a:pt x="4775" y="0"/>
                  </a:moveTo>
                  <a:cubicBezTo>
                    <a:pt x="1601" y="0"/>
                    <a:pt x="1" y="3852"/>
                    <a:pt x="2252" y="6103"/>
                  </a:cubicBezTo>
                  <a:cubicBezTo>
                    <a:pt x="2930" y="6836"/>
                    <a:pt x="3852" y="7202"/>
                    <a:pt x="4775" y="7202"/>
                  </a:cubicBezTo>
                  <a:cubicBezTo>
                    <a:pt x="5697" y="7202"/>
                    <a:pt x="6619" y="6836"/>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54"/>
            <p:cNvSpPr/>
            <p:nvPr/>
          </p:nvSpPr>
          <p:spPr>
            <a:xfrm>
              <a:off x="2728475" y="4332575"/>
              <a:ext cx="238325" cy="180175"/>
            </a:xfrm>
            <a:custGeom>
              <a:rect b="b" l="l" r="r" t="t"/>
              <a:pathLst>
                <a:path extrusionOk="0" h="7207" w="9533">
                  <a:moveTo>
                    <a:pt x="4749" y="1"/>
                  </a:moveTo>
                  <a:cubicBezTo>
                    <a:pt x="3805" y="1"/>
                    <a:pt x="2862" y="381"/>
                    <a:pt x="2182" y="1130"/>
                  </a:cubicBezTo>
                  <a:cubicBezTo>
                    <a:pt x="0" y="3420"/>
                    <a:pt x="1616" y="7207"/>
                    <a:pt x="4773" y="7207"/>
                  </a:cubicBezTo>
                  <a:cubicBezTo>
                    <a:pt x="4795" y="7207"/>
                    <a:pt x="4818" y="7207"/>
                    <a:pt x="4840" y="7206"/>
                  </a:cubicBezTo>
                  <a:cubicBezTo>
                    <a:pt x="8014" y="7125"/>
                    <a:pt x="9532" y="3246"/>
                    <a:pt x="7227" y="1049"/>
                  </a:cubicBezTo>
                  <a:cubicBezTo>
                    <a:pt x="6551"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54"/>
            <p:cNvSpPr/>
            <p:nvPr/>
          </p:nvSpPr>
          <p:spPr>
            <a:xfrm>
              <a:off x="3358025" y="3702975"/>
              <a:ext cx="238325" cy="179825"/>
            </a:xfrm>
            <a:custGeom>
              <a:rect b="b" l="l" r="r" t="t"/>
              <a:pathLst>
                <a:path extrusionOk="0" h="7193" w="9533">
                  <a:moveTo>
                    <a:pt x="4768" y="0"/>
                  </a:moveTo>
                  <a:cubicBezTo>
                    <a:pt x="3870" y="0"/>
                    <a:pt x="2968" y="346"/>
                    <a:pt x="2279" y="1035"/>
                  </a:cubicBezTo>
                  <a:cubicBezTo>
                    <a:pt x="1" y="3259"/>
                    <a:pt x="1520" y="7138"/>
                    <a:pt x="4693" y="7192"/>
                  </a:cubicBezTo>
                  <a:cubicBezTo>
                    <a:pt x="4716" y="7193"/>
                    <a:pt x="4738" y="7193"/>
                    <a:pt x="4761" y="7193"/>
                  </a:cubicBezTo>
                  <a:cubicBezTo>
                    <a:pt x="7917" y="7193"/>
                    <a:pt x="9533" y="3406"/>
                    <a:pt x="7324" y="1144"/>
                  </a:cubicBezTo>
                  <a:cubicBezTo>
                    <a:pt x="6644" y="380"/>
                    <a:pt x="5709" y="0"/>
                    <a:pt x="476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54"/>
            <p:cNvSpPr/>
            <p:nvPr/>
          </p:nvSpPr>
          <p:spPr>
            <a:xfrm>
              <a:off x="2747075" y="4962125"/>
              <a:ext cx="201425" cy="181050"/>
            </a:xfrm>
            <a:custGeom>
              <a:rect b="b" l="l" r="r" t="t"/>
              <a:pathLst>
                <a:path extrusionOk="0" h="7242" w="8057">
                  <a:moveTo>
                    <a:pt x="4005" y="1"/>
                  </a:moveTo>
                  <a:cubicBezTo>
                    <a:pt x="3156" y="1"/>
                    <a:pt x="2308" y="328"/>
                    <a:pt x="1601" y="984"/>
                  </a:cubicBezTo>
                  <a:cubicBezTo>
                    <a:pt x="109" y="2394"/>
                    <a:pt x="0" y="4564"/>
                    <a:pt x="1384" y="6056"/>
                  </a:cubicBezTo>
                  <a:cubicBezTo>
                    <a:pt x="2082" y="6840"/>
                    <a:pt x="3051" y="7242"/>
                    <a:pt x="4021" y="7242"/>
                  </a:cubicBezTo>
                  <a:cubicBezTo>
                    <a:pt x="4897" y="7242"/>
                    <a:pt x="5774" y="6915"/>
                    <a:pt x="6456" y="6246"/>
                  </a:cubicBezTo>
                  <a:cubicBezTo>
                    <a:pt x="7948" y="4944"/>
                    <a:pt x="8056" y="2638"/>
                    <a:pt x="6646" y="1201"/>
                  </a:cubicBezTo>
                  <a:cubicBezTo>
                    <a:pt x="5890" y="402"/>
                    <a:pt x="4947" y="1"/>
                    <a:pt x="400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p54"/>
            <p:cNvSpPr/>
            <p:nvPr/>
          </p:nvSpPr>
          <p:spPr>
            <a:xfrm>
              <a:off x="3358025" y="4332300"/>
              <a:ext cx="238150" cy="180475"/>
            </a:xfrm>
            <a:custGeom>
              <a:rect b="b" l="l" r="r" t="t"/>
              <a:pathLst>
                <a:path extrusionOk="0" h="7219" w="9526">
                  <a:moveTo>
                    <a:pt x="4750" y="1"/>
                  </a:moveTo>
                  <a:cubicBezTo>
                    <a:pt x="3888" y="1"/>
                    <a:pt x="3025" y="341"/>
                    <a:pt x="2306" y="1033"/>
                  </a:cubicBezTo>
                  <a:cubicBezTo>
                    <a:pt x="1" y="3230"/>
                    <a:pt x="1493" y="7136"/>
                    <a:pt x="4666" y="7217"/>
                  </a:cubicBezTo>
                  <a:cubicBezTo>
                    <a:pt x="4700" y="7218"/>
                    <a:pt x="4733" y="7218"/>
                    <a:pt x="4767" y="7218"/>
                  </a:cubicBezTo>
                  <a:cubicBezTo>
                    <a:pt x="7902" y="7218"/>
                    <a:pt x="9525" y="3450"/>
                    <a:pt x="7352" y="1169"/>
                  </a:cubicBezTo>
                  <a:cubicBezTo>
                    <a:pt x="6606" y="395"/>
                    <a:pt x="5678" y="1"/>
                    <a:pt x="475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54"/>
            <p:cNvSpPr/>
            <p:nvPr/>
          </p:nvSpPr>
          <p:spPr>
            <a:xfrm>
              <a:off x="3357750" y="4962275"/>
              <a:ext cx="239000" cy="179750"/>
            </a:xfrm>
            <a:custGeom>
              <a:rect b="b" l="l" r="r" t="t"/>
              <a:pathLst>
                <a:path extrusionOk="0" h="7190" w="9560">
                  <a:moveTo>
                    <a:pt x="4772" y="1"/>
                  </a:moveTo>
                  <a:cubicBezTo>
                    <a:pt x="3836" y="1"/>
                    <a:pt x="2900" y="381"/>
                    <a:pt x="2209" y="1140"/>
                  </a:cubicBezTo>
                  <a:cubicBezTo>
                    <a:pt x="0" y="3403"/>
                    <a:pt x="1616" y="7190"/>
                    <a:pt x="4773" y="7190"/>
                  </a:cubicBezTo>
                  <a:cubicBezTo>
                    <a:pt x="4795" y="7190"/>
                    <a:pt x="4818" y="7189"/>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p54"/>
            <p:cNvSpPr/>
            <p:nvPr/>
          </p:nvSpPr>
          <p:spPr>
            <a:xfrm>
              <a:off x="229975" y="2443400"/>
              <a:ext cx="198700" cy="179600"/>
            </a:xfrm>
            <a:custGeom>
              <a:rect b="b" l="l" r="r" t="t"/>
              <a:pathLst>
                <a:path extrusionOk="0" h="7184" w="7948">
                  <a:moveTo>
                    <a:pt x="3927" y="0"/>
                  </a:moveTo>
                  <a:cubicBezTo>
                    <a:pt x="3061" y="0"/>
                    <a:pt x="2201" y="340"/>
                    <a:pt x="1492" y="1022"/>
                  </a:cubicBezTo>
                  <a:cubicBezTo>
                    <a:pt x="55" y="2378"/>
                    <a:pt x="1" y="4657"/>
                    <a:pt x="1357" y="6067"/>
                  </a:cubicBezTo>
                  <a:cubicBezTo>
                    <a:pt x="2058" y="6810"/>
                    <a:pt x="3005" y="7184"/>
                    <a:pt x="3956" y="7184"/>
                  </a:cubicBezTo>
                  <a:cubicBezTo>
                    <a:pt x="4844" y="7184"/>
                    <a:pt x="5735" y="6858"/>
                    <a:pt x="6429" y="6203"/>
                  </a:cubicBezTo>
                  <a:lnTo>
                    <a:pt x="6402" y="6203"/>
                  </a:lnTo>
                  <a:cubicBezTo>
                    <a:pt x="7894" y="4874"/>
                    <a:pt x="7948" y="2541"/>
                    <a:pt x="6537" y="1158"/>
                  </a:cubicBezTo>
                  <a:cubicBezTo>
                    <a:pt x="5781" y="387"/>
                    <a:pt x="4851" y="0"/>
                    <a:pt x="392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54"/>
            <p:cNvSpPr/>
            <p:nvPr/>
          </p:nvSpPr>
          <p:spPr>
            <a:xfrm>
              <a:off x="209625" y="3073800"/>
              <a:ext cx="238725" cy="180050"/>
            </a:xfrm>
            <a:custGeom>
              <a:rect b="b" l="l" r="r" t="t"/>
              <a:pathLst>
                <a:path extrusionOk="0" h="7202" w="9549">
                  <a:moveTo>
                    <a:pt x="4775" y="0"/>
                  </a:moveTo>
                  <a:cubicBezTo>
                    <a:pt x="1574" y="0"/>
                    <a:pt x="1" y="3852"/>
                    <a:pt x="2252" y="6103"/>
                  </a:cubicBezTo>
                  <a:cubicBezTo>
                    <a:pt x="2930" y="6836"/>
                    <a:pt x="3852" y="7202"/>
                    <a:pt x="4775" y="7202"/>
                  </a:cubicBezTo>
                  <a:cubicBezTo>
                    <a:pt x="5697" y="7202"/>
                    <a:pt x="6619" y="6836"/>
                    <a:pt x="7297" y="6103"/>
                  </a:cubicBezTo>
                  <a:cubicBezTo>
                    <a:pt x="9548" y="3852"/>
                    <a:pt x="7948"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54"/>
            <p:cNvSpPr/>
            <p:nvPr/>
          </p:nvSpPr>
          <p:spPr>
            <a:xfrm>
              <a:off x="857225" y="2443200"/>
              <a:ext cx="202100" cy="180775"/>
            </a:xfrm>
            <a:custGeom>
              <a:rect b="b" l="l" r="r" t="t"/>
              <a:pathLst>
                <a:path extrusionOk="0" h="7231" w="8084">
                  <a:moveTo>
                    <a:pt x="4034" y="1"/>
                  </a:moveTo>
                  <a:cubicBezTo>
                    <a:pt x="3217" y="1"/>
                    <a:pt x="2401" y="304"/>
                    <a:pt x="1709" y="922"/>
                  </a:cubicBezTo>
                  <a:cubicBezTo>
                    <a:pt x="190" y="2278"/>
                    <a:pt x="0" y="4448"/>
                    <a:pt x="1356" y="5967"/>
                  </a:cubicBezTo>
                  <a:cubicBezTo>
                    <a:pt x="2083" y="6797"/>
                    <a:pt x="3070" y="7231"/>
                    <a:pt x="4063" y="7231"/>
                  </a:cubicBezTo>
                  <a:cubicBezTo>
                    <a:pt x="4886" y="7231"/>
                    <a:pt x="5713" y="6934"/>
                    <a:pt x="6401" y="6319"/>
                  </a:cubicBezTo>
                  <a:cubicBezTo>
                    <a:pt x="7893" y="4990"/>
                    <a:pt x="8083" y="2766"/>
                    <a:pt x="6754" y="1274"/>
                  </a:cubicBezTo>
                  <a:cubicBezTo>
                    <a:pt x="5986" y="433"/>
                    <a:pt x="5010" y="1"/>
                    <a:pt x="403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54"/>
            <p:cNvSpPr/>
            <p:nvPr/>
          </p:nvSpPr>
          <p:spPr>
            <a:xfrm>
              <a:off x="209625" y="3703725"/>
              <a:ext cx="238325" cy="180100"/>
            </a:xfrm>
            <a:custGeom>
              <a:rect b="b" l="l" r="r" t="t"/>
              <a:pathLst>
                <a:path extrusionOk="0" h="7204" w="9533">
                  <a:moveTo>
                    <a:pt x="4760" y="1"/>
                  </a:moveTo>
                  <a:cubicBezTo>
                    <a:pt x="4738" y="1"/>
                    <a:pt x="4716" y="1"/>
                    <a:pt x="4693" y="1"/>
                  </a:cubicBezTo>
                  <a:cubicBezTo>
                    <a:pt x="1520" y="56"/>
                    <a:pt x="1" y="3934"/>
                    <a:pt x="2279" y="6159"/>
                  </a:cubicBezTo>
                  <a:cubicBezTo>
                    <a:pt x="2952" y="6857"/>
                    <a:pt x="3848" y="7204"/>
                    <a:pt x="4745" y="7204"/>
                  </a:cubicBezTo>
                  <a:cubicBezTo>
                    <a:pt x="5693" y="7204"/>
                    <a:pt x="6641" y="6817"/>
                    <a:pt x="7324" y="6050"/>
                  </a:cubicBezTo>
                  <a:cubicBezTo>
                    <a:pt x="9533" y="3788"/>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54"/>
            <p:cNvSpPr/>
            <p:nvPr/>
          </p:nvSpPr>
          <p:spPr>
            <a:xfrm>
              <a:off x="838900" y="3073100"/>
              <a:ext cx="238150" cy="179775"/>
            </a:xfrm>
            <a:custGeom>
              <a:rect b="b" l="l" r="r" t="t"/>
              <a:pathLst>
                <a:path extrusionOk="0" h="7191" w="9526">
                  <a:moveTo>
                    <a:pt x="4788" y="1"/>
                  </a:moveTo>
                  <a:cubicBezTo>
                    <a:pt x="3886" y="1"/>
                    <a:pt x="2985" y="354"/>
                    <a:pt x="2306" y="1059"/>
                  </a:cubicBezTo>
                  <a:cubicBezTo>
                    <a:pt x="1" y="3256"/>
                    <a:pt x="1520" y="7135"/>
                    <a:pt x="4693" y="7189"/>
                  </a:cubicBezTo>
                  <a:cubicBezTo>
                    <a:pt x="4727" y="7190"/>
                    <a:pt x="4760" y="7190"/>
                    <a:pt x="4793" y="7190"/>
                  </a:cubicBezTo>
                  <a:cubicBezTo>
                    <a:pt x="7928" y="7190"/>
                    <a:pt x="9525" y="3395"/>
                    <a:pt x="7351" y="1141"/>
                  </a:cubicBezTo>
                  <a:cubicBezTo>
                    <a:pt x="6661" y="381"/>
                    <a:pt x="5724" y="1"/>
                    <a:pt x="478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54"/>
            <p:cNvSpPr/>
            <p:nvPr/>
          </p:nvSpPr>
          <p:spPr>
            <a:xfrm>
              <a:off x="1468175" y="2443250"/>
              <a:ext cx="239200" cy="180325"/>
            </a:xfrm>
            <a:custGeom>
              <a:rect b="b" l="l" r="r" t="t"/>
              <a:pathLst>
                <a:path extrusionOk="0" h="7213" w="9568">
                  <a:moveTo>
                    <a:pt x="4787" y="1"/>
                  </a:moveTo>
                  <a:cubicBezTo>
                    <a:pt x="3881" y="1"/>
                    <a:pt x="2975" y="360"/>
                    <a:pt x="2306" y="1082"/>
                  </a:cubicBezTo>
                  <a:cubicBezTo>
                    <a:pt x="1" y="3306"/>
                    <a:pt x="1574" y="7185"/>
                    <a:pt x="4747" y="7212"/>
                  </a:cubicBezTo>
                  <a:cubicBezTo>
                    <a:pt x="4759" y="7212"/>
                    <a:pt x="4770" y="7212"/>
                    <a:pt x="4781" y="7212"/>
                  </a:cubicBezTo>
                  <a:cubicBezTo>
                    <a:pt x="7959" y="7212"/>
                    <a:pt x="9567" y="3407"/>
                    <a:pt x="7324" y="1137"/>
                  </a:cubicBezTo>
                  <a:cubicBezTo>
                    <a:pt x="6650" y="380"/>
                    <a:pt x="5719"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p54"/>
            <p:cNvSpPr/>
            <p:nvPr/>
          </p:nvSpPr>
          <p:spPr>
            <a:xfrm>
              <a:off x="209825" y="4333700"/>
              <a:ext cx="238525" cy="179800"/>
            </a:xfrm>
            <a:custGeom>
              <a:rect b="b" l="l" r="r" t="t"/>
              <a:pathLst>
                <a:path extrusionOk="0" h="7192" w="9541">
                  <a:moveTo>
                    <a:pt x="4760" y="0"/>
                  </a:moveTo>
                  <a:cubicBezTo>
                    <a:pt x="1609" y="0"/>
                    <a:pt x="1" y="3806"/>
                    <a:pt x="2217" y="6076"/>
                  </a:cubicBezTo>
                  <a:cubicBezTo>
                    <a:pt x="2905" y="6819"/>
                    <a:pt x="3836" y="7192"/>
                    <a:pt x="4768" y="7192"/>
                  </a:cubicBezTo>
                  <a:cubicBezTo>
                    <a:pt x="5674" y="7192"/>
                    <a:pt x="6580" y="6839"/>
                    <a:pt x="7262" y="6130"/>
                  </a:cubicBezTo>
                  <a:cubicBezTo>
                    <a:pt x="9540" y="3906"/>
                    <a:pt x="7994" y="28"/>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p54"/>
            <p:cNvSpPr/>
            <p:nvPr/>
          </p:nvSpPr>
          <p:spPr>
            <a:xfrm>
              <a:off x="839100" y="3703750"/>
              <a:ext cx="238525" cy="180325"/>
            </a:xfrm>
            <a:custGeom>
              <a:rect b="b" l="l" r="r" t="t"/>
              <a:pathLst>
                <a:path extrusionOk="0" h="7213" w="9541">
                  <a:moveTo>
                    <a:pt x="4787" y="0"/>
                  </a:moveTo>
                  <a:cubicBezTo>
                    <a:pt x="1609" y="0"/>
                    <a:pt x="1" y="3806"/>
                    <a:pt x="2217" y="6076"/>
                  </a:cubicBezTo>
                  <a:cubicBezTo>
                    <a:pt x="2904" y="6832"/>
                    <a:pt x="3843" y="7212"/>
                    <a:pt x="4778" y="7212"/>
                  </a:cubicBezTo>
                  <a:cubicBezTo>
                    <a:pt x="5687" y="7212"/>
                    <a:pt x="6593" y="6853"/>
                    <a:pt x="7262" y="6130"/>
                  </a:cubicBezTo>
                  <a:cubicBezTo>
                    <a:pt x="9540" y="3906"/>
                    <a:pt x="7994"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54"/>
            <p:cNvSpPr/>
            <p:nvPr/>
          </p:nvSpPr>
          <p:spPr>
            <a:xfrm>
              <a:off x="1487175" y="3072975"/>
              <a:ext cx="200725" cy="180925"/>
            </a:xfrm>
            <a:custGeom>
              <a:rect b="b" l="l" r="r" t="t"/>
              <a:pathLst>
                <a:path extrusionOk="0" h="7237" w="8029">
                  <a:moveTo>
                    <a:pt x="4026" y="0"/>
                  </a:moveTo>
                  <a:cubicBezTo>
                    <a:pt x="3176" y="0"/>
                    <a:pt x="2321" y="327"/>
                    <a:pt x="1600" y="983"/>
                  </a:cubicBezTo>
                  <a:cubicBezTo>
                    <a:pt x="82" y="2393"/>
                    <a:pt x="0" y="4536"/>
                    <a:pt x="1383" y="6028"/>
                  </a:cubicBezTo>
                  <a:cubicBezTo>
                    <a:pt x="2095" y="6827"/>
                    <a:pt x="3088" y="7237"/>
                    <a:pt x="4085" y="7237"/>
                  </a:cubicBezTo>
                  <a:cubicBezTo>
                    <a:pt x="4949" y="7237"/>
                    <a:pt x="5817" y="6929"/>
                    <a:pt x="6510" y="6299"/>
                  </a:cubicBezTo>
                  <a:cubicBezTo>
                    <a:pt x="7975" y="4943"/>
                    <a:pt x="8029" y="2637"/>
                    <a:pt x="6646" y="1200"/>
                  </a:cubicBezTo>
                  <a:cubicBezTo>
                    <a:pt x="5904" y="401"/>
                    <a:pt x="4968"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54"/>
            <p:cNvSpPr/>
            <p:nvPr/>
          </p:nvSpPr>
          <p:spPr>
            <a:xfrm>
              <a:off x="2098125" y="2443175"/>
              <a:ext cx="238525" cy="179725"/>
            </a:xfrm>
            <a:custGeom>
              <a:rect b="b" l="l" r="r" t="t"/>
              <a:pathLst>
                <a:path extrusionOk="0" h="7189" w="9541">
                  <a:moveTo>
                    <a:pt x="4759" y="0"/>
                  </a:moveTo>
                  <a:cubicBezTo>
                    <a:pt x="3849" y="0"/>
                    <a:pt x="2937" y="360"/>
                    <a:pt x="2252" y="1085"/>
                  </a:cubicBezTo>
                  <a:cubicBezTo>
                    <a:pt x="1" y="3309"/>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p54"/>
            <p:cNvSpPr/>
            <p:nvPr/>
          </p:nvSpPr>
          <p:spPr>
            <a:xfrm>
              <a:off x="209825" y="4962975"/>
              <a:ext cx="238525" cy="180325"/>
            </a:xfrm>
            <a:custGeom>
              <a:rect b="b" l="l" r="r" t="t"/>
              <a:pathLst>
                <a:path extrusionOk="0" h="7213" w="9541">
                  <a:moveTo>
                    <a:pt x="4760" y="0"/>
                  </a:moveTo>
                  <a:cubicBezTo>
                    <a:pt x="1609" y="0"/>
                    <a:pt x="1" y="3833"/>
                    <a:pt x="2217" y="6076"/>
                  </a:cubicBezTo>
                  <a:cubicBezTo>
                    <a:pt x="2904" y="6832"/>
                    <a:pt x="3836" y="7212"/>
                    <a:pt x="4767" y="7212"/>
                  </a:cubicBezTo>
                  <a:cubicBezTo>
                    <a:pt x="5673" y="7212"/>
                    <a:pt x="6580" y="6853"/>
                    <a:pt x="7262" y="6130"/>
                  </a:cubicBezTo>
                  <a:cubicBezTo>
                    <a:pt x="9540" y="3906"/>
                    <a:pt x="7994" y="55"/>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54"/>
            <p:cNvSpPr/>
            <p:nvPr/>
          </p:nvSpPr>
          <p:spPr>
            <a:xfrm>
              <a:off x="857225" y="4332350"/>
              <a:ext cx="201400" cy="180975"/>
            </a:xfrm>
            <a:custGeom>
              <a:rect b="b" l="l" r="r" t="t"/>
              <a:pathLst>
                <a:path extrusionOk="0" h="7239" w="8056">
                  <a:moveTo>
                    <a:pt x="4035" y="1"/>
                  </a:moveTo>
                  <a:cubicBezTo>
                    <a:pt x="3185" y="1"/>
                    <a:pt x="2336" y="334"/>
                    <a:pt x="1628" y="1004"/>
                  </a:cubicBezTo>
                  <a:cubicBezTo>
                    <a:pt x="136" y="2387"/>
                    <a:pt x="0" y="4557"/>
                    <a:pt x="1411" y="6049"/>
                  </a:cubicBezTo>
                  <a:cubicBezTo>
                    <a:pt x="2098" y="6837"/>
                    <a:pt x="3066" y="7239"/>
                    <a:pt x="4038" y="7239"/>
                  </a:cubicBezTo>
                  <a:cubicBezTo>
                    <a:pt x="4906" y="7239"/>
                    <a:pt x="5777" y="6918"/>
                    <a:pt x="6456" y="6266"/>
                  </a:cubicBezTo>
                  <a:cubicBezTo>
                    <a:pt x="7975" y="4937"/>
                    <a:pt x="8056" y="2631"/>
                    <a:pt x="6673" y="1221"/>
                  </a:cubicBezTo>
                  <a:cubicBezTo>
                    <a:pt x="5918" y="409"/>
                    <a:pt x="4975"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54"/>
            <p:cNvSpPr/>
            <p:nvPr/>
          </p:nvSpPr>
          <p:spPr>
            <a:xfrm>
              <a:off x="1468850" y="3702900"/>
              <a:ext cx="238325" cy="179900"/>
            </a:xfrm>
            <a:custGeom>
              <a:rect b="b" l="l" r="r" t="t"/>
              <a:pathLst>
                <a:path extrusionOk="0" h="7196" w="9533">
                  <a:moveTo>
                    <a:pt x="4780" y="0"/>
                  </a:moveTo>
                  <a:cubicBezTo>
                    <a:pt x="3878" y="0"/>
                    <a:pt x="2971" y="346"/>
                    <a:pt x="2279" y="1038"/>
                  </a:cubicBezTo>
                  <a:cubicBezTo>
                    <a:pt x="1" y="3262"/>
                    <a:pt x="1520" y="7141"/>
                    <a:pt x="4720" y="7195"/>
                  </a:cubicBezTo>
                  <a:cubicBezTo>
                    <a:pt x="4743" y="7196"/>
                    <a:pt x="4765" y="7196"/>
                    <a:pt x="4787" y="7196"/>
                  </a:cubicBezTo>
                  <a:cubicBezTo>
                    <a:pt x="7917" y="7196"/>
                    <a:pt x="9533" y="3409"/>
                    <a:pt x="7324" y="1119"/>
                  </a:cubicBezTo>
                  <a:cubicBezTo>
                    <a:pt x="6647" y="373"/>
                    <a:pt x="5717" y="0"/>
                    <a:pt x="478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p54"/>
            <p:cNvSpPr/>
            <p:nvPr/>
          </p:nvSpPr>
          <p:spPr>
            <a:xfrm>
              <a:off x="5247225" y="3073125"/>
              <a:ext cx="239175" cy="179725"/>
            </a:xfrm>
            <a:custGeom>
              <a:rect b="b" l="l" r="r" t="t"/>
              <a:pathLst>
                <a:path extrusionOk="0" h="7189" w="9567">
                  <a:moveTo>
                    <a:pt x="4765" y="0"/>
                  </a:moveTo>
                  <a:cubicBezTo>
                    <a:pt x="3855" y="0"/>
                    <a:pt x="2950" y="360"/>
                    <a:pt x="2278" y="1085"/>
                  </a:cubicBezTo>
                  <a:cubicBezTo>
                    <a:pt x="0" y="3337"/>
                    <a:pt x="1573" y="7188"/>
                    <a:pt x="4774" y="7188"/>
                  </a:cubicBezTo>
                  <a:cubicBezTo>
                    <a:pt x="4785" y="7188"/>
                    <a:pt x="4796" y="7188"/>
                    <a:pt x="4807" y="7188"/>
                  </a:cubicBezTo>
                  <a:cubicBezTo>
                    <a:pt x="7959" y="7188"/>
                    <a:pt x="9567"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p54"/>
            <p:cNvSpPr/>
            <p:nvPr/>
          </p:nvSpPr>
          <p:spPr>
            <a:xfrm>
              <a:off x="5877175" y="2443400"/>
              <a:ext cx="238125" cy="180200"/>
            </a:xfrm>
            <a:custGeom>
              <a:rect b="b" l="l" r="r" t="t"/>
              <a:pathLst>
                <a:path extrusionOk="0" h="7208" w="9525">
                  <a:moveTo>
                    <a:pt x="4761" y="0"/>
                  </a:moveTo>
                  <a:cubicBezTo>
                    <a:pt x="3895" y="0"/>
                    <a:pt x="3027" y="340"/>
                    <a:pt x="2306" y="1022"/>
                  </a:cubicBezTo>
                  <a:cubicBezTo>
                    <a:pt x="0" y="3219"/>
                    <a:pt x="1492" y="7125"/>
                    <a:pt x="4665" y="7206"/>
                  </a:cubicBezTo>
                  <a:cubicBezTo>
                    <a:pt x="4699" y="7207"/>
                    <a:pt x="4732" y="7208"/>
                    <a:pt x="4766" y="7208"/>
                  </a:cubicBezTo>
                  <a:cubicBezTo>
                    <a:pt x="7901" y="7208"/>
                    <a:pt x="9525" y="3439"/>
                    <a:pt x="7351" y="1158"/>
                  </a:cubicBezTo>
                  <a:cubicBezTo>
                    <a:pt x="6608" y="387"/>
                    <a:pt x="5685"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p54"/>
            <p:cNvSpPr/>
            <p:nvPr/>
          </p:nvSpPr>
          <p:spPr>
            <a:xfrm>
              <a:off x="3988175" y="4963650"/>
              <a:ext cx="238525" cy="179975"/>
            </a:xfrm>
            <a:custGeom>
              <a:rect b="b" l="l" r="r" t="t"/>
              <a:pathLst>
                <a:path extrusionOk="0" h="7199" w="9541">
                  <a:moveTo>
                    <a:pt x="4760" y="0"/>
                  </a:moveTo>
                  <a:cubicBezTo>
                    <a:pt x="1582" y="0"/>
                    <a:pt x="1" y="3833"/>
                    <a:pt x="2244" y="6076"/>
                  </a:cubicBezTo>
                  <a:cubicBezTo>
                    <a:pt x="2926" y="6826"/>
                    <a:pt x="3853" y="7198"/>
                    <a:pt x="4780" y="7198"/>
                  </a:cubicBezTo>
                  <a:cubicBezTo>
                    <a:pt x="5697" y="7198"/>
                    <a:pt x="6614" y="6832"/>
                    <a:pt x="7289" y="6103"/>
                  </a:cubicBezTo>
                  <a:cubicBezTo>
                    <a:pt x="9541" y="3852"/>
                    <a:pt x="7967" y="0"/>
                    <a:pt x="4794" y="0"/>
                  </a:cubicBezTo>
                  <a:cubicBezTo>
                    <a:pt x="4783" y="0"/>
                    <a:pt x="4772"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p54"/>
            <p:cNvSpPr/>
            <p:nvPr/>
          </p:nvSpPr>
          <p:spPr>
            <a:xfrm>
              <a:off x="4617650" y="4333675"/>
              <a:ext cx="239000" cy="180100"/>
            </a:xfrm>
            <a:custGeom>
              <a:rect b="b" l="l" r="r" t="t"/>
              <a:pathLst>
                <a:path extrusionOk="0" h="7204" w="9560">
                  <a:moveTo>
                    <a:pt x="4773" y="1"/>
                  </a:moveTo>
                  <a:cubicBezTo>
                    <a:pt x="1643" y="1"/>
                    <a:pt x="1" y="3788"/>
                    <a:pt x="2209" y="6050"/>
                  </a:cubicBezTo>
                  <a:cubicBezTo>
                    <a:pt x="2892" y="6817"/>
                    <a:pt x="3840" y="7204"/>
                    <a:pt x="4788" y="7204"/>
                  </a:cubicBezTo>
                  <a:cubicBezTo>
                    <a:pt x="5685" y="7204"/>
                    <a:pt x="6582" y="6857"/>
                    <a:pt x="7254" y="6159"/>
                  </a:cubicBezTo>
                  <a:cubicBezTo>
                    <a:pt x="9560" y="3934"/>
                    <a:pt x="8014" y="56"/>
                    <a:pt x="4840" y="1"/>
                  </a:cubicBezTo>
                  <a:cubicBezTo>
                    <a:pt x="4818" y="1"/>
                    <a:pt x="4796"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54"/>
            <p:cNvSpPr/>
            <p:nvPr/>
          </p:nvSpPr>
          <p:spPr>
            <a:xfrm>
              <a:off x="5247400" y="3702975"/>
              <a:ext cx="238525" cy="179825"/>
            </a:xfrm>
            <a:custGeom>
              <a:rect b="b" l="l" r="r" t="t"/>
              <a:pathLst>
                <a:path extrusionOk="0" h="7193" w="9541">
                  <a:moveTo>
                    <a:pt x="4768" y="1"/>
                  </a:moveTo>
                  <a:cubicBezTo>
                    <a:pt x="3836" y="1"/>
                    <a:pt x="2905" y="374"/>
                    <a:pt x="2217" y="1116"/>
                  </a:cubicBezTo>
                  <a:cubicBezTo>
                    <a:pt x="1" y="3387"/>
                    <a:pt x="1609" y="7192"/>
                    <a:pt x="4787" y="7192"/>
                  </a:cubicBezTo>
                  <a:cubicBezTo>
                    <a:pt x="4799" y="7192"/>
                    <a:pt x="4810" y="7192"/>
                    <a:pt x="4821" y="7192"/>
                  </a:cubicBezTo>
                  <a:cubicBezTo>
                    <a:pt x="7995" y="7165"/>
                    <a:pt x="9541" y="3286"/>
                    <a:pt x="7262" y="1062"/>
                  </a:cubicBezTo>
                  <a:cubicBezTo>
                    <a:pt x="6580" y="353"/>
                    <a:pt x="5674"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54"/>
            <p:cNvSpPr/>
            <p:nvPr/>
          </p:nvSpPr>
          <p:spPr>
            <a:xfrm>
              <a:off x="5896150" y="3072975"/>
              <a:ext cx="202775" cy="183550"/>
            </a:xfrm>
            <a:custGeom>
              <a:rect b="b" l="l" r="r" t="t"/>
              <a:pathLst>
                <a:path extrusionOk="0" h="7342" w="8111">
                  <a:moveTo>
                    <a:pt x="4006" y="0"/>
                  </a:moveTo>
                  <a:cubicBezTo>
                    <a:pt x="3156" y="0"/>
                    <a:pt x="2308" y="327"/>
                    <a:pt x="1601" y="983"/>
                  </a:cubicBezTo>
                  <a:cubicBezTo>
                    <a:pt x="82" y="2393"/>
                    <a:pt x="1" y="4536"/>
                    <a:pt x="1384" y="6028"/>
                  </a:cubicBezTo>
                  <a:cubicBezTo>
                    <a:pt x="2090" y="6896"/>
                    <a:pt x="3109" y="7341"/>
                    <a:pt x="4135" y="7341"/>
                  </a:cubicBezTo>
                  <a:cubicBezTo>
                    <a:pt x="5000" y="7341"/>
                    <a:pt x="5870" y="7025"/>
                    <a:pt x="6565" y="6380"/>
                  </a:cubicBezTo>
                  <a:cubicBezTo>
                    <a:pt x="8084" y="4997"/>
                    <a:pt x="8111" y="2637"/>
                    <a:pt x="6646" y="1200"/>
                  </a:cubicBezTo>
                  <a:cubicBezTo>
                    <a:pt x="5890" y="401"/>
                    <a:pt x="4947" y="0"/>
                    <a:pt x="400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54"/>
            <p:cNvSpPr/>
            <p:nvPr/>
          </p:nvSpPr>
          <p:spPr>
            <a:xfrm>
              <a:off x="6506450" y="2443400"/>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7"/>
                    <a:pt x="4765" y="7207"/>
                    <a:pt x="4787" y="7207"/>
                  </a:cubicBezTo>
                  <a:cubicBezTo>
                    <a:pt x="7943" y="7207"/>
                    <a:pt x="9559" y="3420"/>
                    <a:pt x="7351" y="1131"/>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p54"/>
            <p:cNvSpPr/>
            <p:nvPr/>
          </p:nvSpPr>
          <p:spPr>
            <a:xfrm>
              <a:off x="4617950" y="4962975"/>
              <a:ext cx="238700" cy="180400"/>
            </a:xfrm>
            <a:custGeom>
              <a:rect b="b" l="l" r="r" t="t"/>
              <a:pathLst>
                <a:path extrusionOk="0" h="7216" w="9548">
                  <a:moveTo>
                    <a:pt x="4747" y="0"/>
                  </a:moveTo>
                  <a:cubicBezTo>
                    <a:pt x="1573" y="27"/>
                    <a:pt x="0" y="3879"/>
                    <a:pt x="2251" y="6130"/>
                  </a:cubicBezTo>
                  <a:cubicBezTo>
                    <a:pt x="2937" y="6856"/>
                    <a:pt x="3848" y="7215"/>
                    <a:pt x="4759" y="7215"/>
                  </a:cubicBezTo>
                  <a:cubicBezTo>
                    <a:pt x="5686" y="7215"/>
                    <a:pt x="6612" y="6842"/>
                    <a:pt x="7296" y="6103"/>
                  </a:cubicBezTo>
                  <a:cubicBezTo>
                    <a:pt x="9548" y="3852"/>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54"/>
            <p:cNvSpPr/>
            <p:nvPr/>
          </p:nvSpPr>
          <p:spPr>
            <a:xfrm>
              <a:off x="5265525" y="4332375"/>
              <a:ext cx="202100" cy="181000"/>
            </a:xfrm>
            <a:custGeom>
              <a:rect b="b" l="l" r="r" t="t"/>
              <a:pathLst>
                <a:path extrusionOk="0" h="7240" w="8084">
                  <a:moveTo>
                    <a:pt x="4012" y="1"/>
                  </a:moveTo>
                  <a:cubicBezTo>
                    <a:pt x="3198" y="1"/>
                    <a:pt x="2389" y="303"/>
                    <a:pt x="1709" y="921"/>
                  </a:cubicBezTo>
                  <a:cubicBezTo>
                    <a:pt x="163" y="2305"/>
                    <a:pt x="0" y="4448"/>
                    <a:pt x="1357" y="5966"/>
                  </a:cubicBezTo>
                  <a:cubicBezTo>
                    <a:pt x="2110" y="6808"/>
                    <a:pt x="3087" y="7240"/>
                    <a:pt x="4067" y="7240"/>
                  </a:cubicBezTo>
                  <a:cubicBezTo>
                    <a:pt x="4888" y="7240"/>
                    <a:pt x="5709" y="6937"/>
                    <a:pt x="6402" y="6319"/>
                  </a:cubicBezTo>
                  <a:cubicBezTo>
                    <a:pt x="7893" y="4990"/>
                    <a:pt x="8083" y="2793"/>
                    <a:pt x="6727" y="1274"/>
                  </a:cubicBezTo>
                  <a:cubicBezTo>
                    <a:pt x="5959"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p54"/>
            <p:cNvSpPr/>
            <p:nvPr/>
          </p:nvSpPr>
          <p:spPr>
            <a:xfrm>
              <a:off x="5896150" y="3702650"/>
              <a:ext cx="200750" cy="180725"/>
            </a:xfrm>
            <a:custGeom>
              <a:rect b="b" l="l" r="r" t="t"/>
              <a:pathLst>
                <a:path extrusionOk="0" h="7229" w="8030">
                  <a:moveTo>
                    <a:pt x="3995" y="0"/>
                  </a:moveTo>
                  <a:cubicBezTo>
                    <a:pt x="3149" y="0"/>
                    <a:pt x="2305" y="328"/>
                    <a:pt x="1601" y="994"/>
                  </a:cubicBezTo>
                  <a:cubicBezTo>
                    <a:pt x="82" y="2431"/>
                    <a:pt x="1" y="4547"/>
                    <a:pt x="1384" y="6039"/>
                  </a:cubicBezTo>
                  <a:cubicBezTo>
                    <a:pt x="2129" y="6827"/>
                    <a:pt x="3086" y="7229"/>
                    <a:pt x="4043" y="7229"/>
                  </a:cubicBezTo>
                  <a:cubicBezTo>
                    <a:pt x="4898" y="7229"/>
                    <a:pt x="5752" y="6908"/>
                    <a:pt x="6456" y="6256"/>
                  </a:cubicBezTo>
                  <a:cubicBezTo>
                    <a:pt x="7948" y="4954"/>
                    <a:pt x="8029" y="2648"/>
                    <a:pt x="6646" y="1211"/>
                  </a:cubicBezTo>
                  <a:cubicBezTo>
                    <a:pt x="5887" y="409"/>
                    <a:pt x="4940" y="0"/>
                    <a:pt x="399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54"/>
            <p:cNvSpPr/>
            <p:nvPr/>
          </p:nvSpPr>
          <p:spPr>
            <a:xfrm>
              <a:off x="6506825" y="3073100"/>
              <a:ext cx="239000" cy="179750"/>
            </a:xfrm>
            <a:custGeom>
              <a:rect b="b" l="l" r="r" t="t"/>
              <a:pathLst>
                <a:path extrusionOk="0" h="7190" w="9560">
                  <a:moveTo>
                    <a:pt x="4773" y="1"/>
                  </a:moveTo>
                  <a:cubicBezTo>
                    <a:pt x="3837" y="1"/>
                    <a:pt x="2900" y="381"/>
                    <a:pt x="2209" y="1141"/>
                  </a:cubicBezTo>
                  <a:cubicBezTo>
                    <a:pt x="1" y="3403"/>
                    <a:pt x="1617" y="7190"/>
                    <a:pt x="4773" y="7190"/>
                  </a:cubicBezTo>
                  <a:cubicBezTo>
                    <a:pt x="4795" y="7190"/>
                    <a:pt x="4818" y="7190"/>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54"/>
            <p:cNvSpPr/>
            <p:nvPr/>
          </p:nvSpPr>
          <p:spPr>
            <a:xfrm>
              <a:off x="5247225" y="4963650"/>
              <a:ext cx="238700" cy="180050"/>
            </a:xfrm>
            <a:custGeom>
              <a:rect b="b" l="l" r="r" t="t"/>
              <a:pathLst>
                <a:path extrusionOk="0" h="7202" w="9548">
                  <a:moveTo>
                    <a:pt x="4774" y="0"/>
                  </a:moveTo>
                  <a:cubicBezTo>
                    <a:pt x="1600" y="0"/>
                    <a:pt x="0" y="3852"/>
                    <a:pt x="2251" y="6103"/>
                  </a:cubicBezTo>
                  <a:cubicBezTo>
                    <a:pt x="2929" y="6836"/>
                    <a:pt x="3852" y="7202"/>
                    <a:pt x="4774" y="7202"/>
                  </a:cubicBezTo>
                  <a:cubicBezTo>
                    <a:pt x="5696" y="7202"/>
                    <a:pt x="6618" y="6836"/>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p54"/>
            <p:cNvSpPr/>
            <p:nvPr/>
          </p:nvSpPr>
          <p:spPr>
            <a:xfrm>
              <a:off x="5877550" y="4332575"/>
              <a:ext cx="238325" cy="180175"/>
            </a:xfrm>
            <a:custGeom>
              <a:rect b="b" l="l" r="r" t="t"/>
              <a:pathLst>
                <a:path extrusionOk="0" h="7207" w="9533">
                  <a:moveTo>
                    <a:pt x="4749" y="1"/>
                  </a:moveTo>
                  <a:cubicBezTo>
                    <a:pt x="3805" y="1"/>
                    <a:pt x="2862" y="381"/>
                    <a:pt x="2182" y="1130"/>
                  </a:cubicBezTo>
                  <a:cubicBezTo>
                    <a:pt x="1" y="3420"/>
                    <a:pt x="1617" y="7207"/>
                    <a:pt x="4773" y="7207"/>
                  </a:cubicBezTo>
                  <a:cubicBezTo>
                    <a:pt x="4795" y="7207"/>
                    <a:pt x="4818" y="7207"/>
                    <a:pt x="4840" y="7206"/>
                  </a:cubicBezTo>
                  <a:cubicBezTo>
                    <a:pt x="8014" y="7125"/>
                    <a:pt x="9533" y="3246"/>
                    <a:pt x="7227" y="1049"/>
                  </a:cubicBezTo>
                  <a:cubicBezTo>
                    <a:pt x="6552"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p54"/>
            <p:cNvSpPr/>
            <p:nvPr/>
          </p:nvSpPr>
          <p:spPr>
            <a:xfrm>
              <a:off x="6506450" y="3702975"/>
              <a:ext cx="239000" cy="179825"/>
            </a:xfrm>
            <a:custGeom>
              <a:rect b="b" l="l" r="r" t="t"/>
              <a:pathLst>
                <a:path extrusionOk="0" h="7193" w="9560">
                  <a:moveTo>
                    <a:pt x="4794" y="0"/>
                  </a:moveTo>
                  <a:cubicBezTo>
                    <a:pt x="3897" y="0"/>
                    <a:pt x="2994" y="346"/>
                    <a:pt x="2306" y="1035"/>
                  </a:cubicBezTo>
                  <a:cubicBezTo>
                    <a:pt x="0" y="3259"/>
                    <a:pt x="1546" y="7138"/>
                    <a:pt x="4720" y="7192"/>
                  </a:cubicBezTo>
                  <a:cubicBezTo>
                    <a:pt x="4742" y="7193"/>
                    <a:pt x="4765" y="7193"/>
                    <a:pt x="4787" y="7193"/>
                  </a:cubicBezTo>
                  <a:cubicBezTo>
                    <a:pt x="7943" y="7193"/>
                    <a:pt x="9559" y="3406"/>
                    <a:pt x="7351" y="1144"/>
                  </a:cubicBezTo>
                  <a:cubicBezTo>
                    <a:pt x="6671" y="380"/>
                    <a:pt x="5735" y="0"/>
                    <a:pt x="47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54"/>
            <p:cNvSpPr/>
            <p:nvPr/>
          </p:nvSpPr>
          <p:spPr>
            <a:xfrm>
              <a:off x="5896150" y="4962125"/>
              <a:ext cx="201425" cy="181050"/>
            </a:xfrm>
            <a:custGeom>
              <a:rect b="b" l="l" r="r" t="t"/>
              <a:pathLst>
                <a:path extrusionOk="0" h="7242" w="8057">
                  <a:moveTo>
                    <a:pt x="4006" y="1"/>
                  </a:moveTo>
                  <a:cubicBezTo>
                    <a:pt x="3156" y="1"/>
                    <a:pt x="2308" y="328"/>
                    <a:pt x="1601" y="984"/>
                  </a:cubicBezTo>
                  <a:cubicBezTo>
                    <a:pt x="109" y="2394"/>
                    <a:pt x="1" y="4564"/>
                    <a:pt x="1384" y="6056"/>
                  </a:cubicBezTo>
                  <a:cubicBezTo>
                    <a:pt x="2083" y="6840"/>
                    <a:pt x="3051" y="7242"/>
                    <a:pt x="4021" y="7242"/>
                  </a:cubicBezTo>
                  <a:cubicBezTo>
                    <a:pt x="4897" y="7242"/>
                    <a:pt x="5774" y="6915"/>
                    <a:pt x="6456" y="6246"/>
                  </a:cubicBezTo>
                  <a:cubicBezTo>
                    <a:pt x="7948" y="4944"/>
                    <a:pt x="8056" y="2638"/>
                    <a:pt x="6646" y="1201"/>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p54"/>
            <p:cNvSpPr/>
            <p:nvPr/>
          </p:nvSpPr>
          <p:spPr>
            <a:xfrm>
              <a:off x="6507125" y="4332300"/>
              <a:ext cx="238125" cy="180475"/>
            </a:xfrm>
            <a:custGeom>
              <a:rect b="b" l="l" r="r" t="t"/>
              <a:pathLst>
                <a:path extrusionOk="0" h="7219" w="9525">
                  <a:moveTo>
                    <a:pt x="4739" y="1"/>
                  </a:moveTo>
                  <a:cubicBezTo>
                    <a:pt x="3881" y="1"/>
                    <a:pt x="3024" y="341"/>
                    <a:pt x="2306" y="1033"/>
                  </a:cubicBezTo>
                  <a:cubicBezTo>
                    <a:pt x="0" y="3230"/>
                    <a:pt x="1492" y="7136"/>
                    <a:pt x="4666" y="7217"/>
                  </a:cubicBezTo>
                  <a:cubicBezTo>
                    <a:pt x="4699" y="7218"/>
                    <a:pt x="4732" y="7218"/>
                    <a:pt x="4765" y="7218"/>
                  </a:cubicBezTo>
                  <a:cubicBezTo>
                    <a:pt x="7874" y="7218"/>
                    <a:pt x="9525" y="3450"/>
                    <a:pt x="7351" y="1169"/>
                  </a:cubicBezTo>
                  <a:cubicBezTo>
                    <a:pt x="6591" y="395"/>
                    <a:pt x="5664" y="1"/>
                    <a:pt x="473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p54"/>
            <p:cNvSpPr/>
            <p:nvPr/>
          </p:nvSpPr>
          <p:spPr>
            <a:xfrm>
              <a:off x="6506825" y="4962275"/>
              <a:ext cx="239000" cy="179750"/>
            </a:xfrm>
            <a:custGeom>
              <a:rect b="b" l="l" r="r" t="t"/>
              <a:pathLst>
                <a:path extrusionOk="0" h="7190" w="9560">
                  <a:moveTo>
                    <a:pt x="4773" y="1"/>
                  </a:moveTo>
                  <a:cubicBezTo>
                    <a:pt x="3837" y="1"/>
                    <a:pt x="2900" y="381"/>
                    <a:pt x="2209" y="1140"/>
                  </a:cubicBezTo>
                  <a:cubicBezTo>
                    <a:pt x="1" y="3403"/>
                    <a:pt x="1617" y="7190"/>
                    <a:pt x="4773" y="7190"/>
                  </a:cubicBezTo>
                  <a:cubicBezTo>
                    <a:pt x="4795" y="7190"/>
                    <a:pt x="4818" y="7189"/>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54"/>
            <p:cNvSpPr/>
            <p:nvPr/>
          </p:nvSpPr>
          <p:spPr>
            <a:xfrm>
              <a:off x="4006300" y="2443200"/>
              <a:ext cx="202100" cy="180775"/>
            </a:xfrm>
            <a:custGeom>
              <a:rect b="b" l="l" r="r" t="t"/>
              <a:pathLst>
                <a:path extrusionOk="0" h="7231" w="8084">
                  <a:moveTo>
                    <a:pt x="4023" y="1"/>
                  </a:moveTo>
                  <a:cubicBezTo>
                    <a:pt x="3204" y="1"/>
                    <a:pt x="2389" y="304"/>
                    <a:pt x="1709" y="922"/>
                  </a:cubicBezTo>
                  <a:cubicBezTo>
                    <a:pt x="190" y="2278"/>
                    <a:pt x="0" y="4448"/>
                    <a:pt x="1329" y="5967"/>
                  </a:cubicBezTo>
                  <a:cubicBezTo>
                    <a:pt x="2056" y="6797"/>
                    <a:pt x="3051" y="7231"/>
                    <a:pt x="4052" y="7231"/>
                  </a:cubicBezTo>
                  <a:cubicBezTo>
                    <a:pt x="4881" y="7231"/>
                    <a:pt x="5714" y="6934"/>
                    <a:pt x="6402" y="6319"/>
                  </a:cubicBezTo>
                  <a:cubicBezTo>
                    <a:pt x="7893" y="4990"/>
                    <a:pt x="8083" y="2766"/>
                    <a:pt x="6754" y="1274"/>
                  </a:cubicBezTo>
                  <a:cubicBezTo>
                    <a:pt x="5987"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p54"/>
            <p:cNvSpPr/>
            <p:nvPr/>
          </p:nvSpPr>
          <p:spPr>
            <a:xfrm>
              <a:off x="3988000" y="3073100"/>
              <a:ext cx="238125" cy="179775"/>
            </a:xfrm>
            <a:custGeom>
              <a:rect b="b" l="l" r="r" t="t"/>
              <a:pathLst>
                <a:path extrusionOk="0" h="7191" w="9525">
                  <a:moveTo>
                    <a:pt x="4787" y="1"/>
                  </a:moveTo>
                  <a:cubicBezTo>
                    <a:pt x="3885" y="1"/>
                    <a:pt x="2984" y="354"/>
                    <a:pt x="2306" y="1059"/>
                  </a:cubicBezTo>
                  <a:cubicBezTo>
                    <a:pt x="0" y="3256"/>
                    <a:pt x="1519" y="7135"/>
                    <a:pt x="4692" y="7189"/>
                  </a:cubicBezTo>
                  <a:cubicBezTo>
                    <a:pt x="4726" y="7190"/>
                    <a:pt x="4759" y="7190"/>
                    <a:pt x="4792" y="7190"/>
                  </a:cubicBezTo>
                  <a:cubicBezTo>
                    <a:pt x="7927" y="7190"/>
                    <a:pt x="9525" y="3395"/>
                    <a:pt x="7351" y="1141"/>
                  </a:cubicBezTo>
                  <a:cubicBezTo>
                    <a:pt x="6660" y="381"/>
                    <a:pt x="5723"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p54"/>
            <p:cNvSpPr/>
            <p:nvPr/>
          </p:nvSpPr>
          <p:spPr>
            <a:xfrm>
              <a:off x="4617250" y="2443250"/>
              <a:ext cx="239200" cy="180325"/>
            </a:xfrm>
            <a:custGeom>
              <a:rect b="b" l="l" r="r" t="t"/>
              <a:pathLst>
                <a:path extrusionOk="0" h="7213" w="9568">
                  <a:moveTo>
                    <a:pt x="4791" y="1"/>
                  </a:moveTo>
                  <a:cubicBezTo>
                    <a:pt x="3881" y="1"/>
                    <a:pt x="2975" y="360"/>
                    <a:pt x="2307" y="1082"/>
                  </a:cubicBezTo>
                  <a:cubicBezTo>
                    <a:pt x="1" y="3306"/>
                    <a:pt x="1574" y="7185"/>
                    <a:pt x="4748" y="7212"/>
                  </a:cubicBezTo>
                  <a:cubicBezTo>
                    <a:pt x="4759" y="7212"/>
                    <a:pt x="4770" y="7212"/>
                    <a:pt x="4781" y="7212"/>
                  </a:cubicBezTo>
                  <a:cubicBezTo>
                    <a:pt x="7960" y="7212"/>
                    <a:pt x="9568" y="3407"/>
                    <a:pt x="7352" y="1137"/>
                  </a:cubicBezTo>
                  <a:cubicBezTo>
                    <a:pt x="6664" y="380"/>
                    <a:pt x="5726" y="1"/>
                    <a:pt x="479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p54"/>
            <p:cNvSpPr/>
            <p:nvPr/>
          </p:nvSpPr>
          <p:spPr>
            <a:xfrm>
              <a:off x="3988175" y="3703750"/>
              <a:ext cx="238525" cy="180325"/>
            </a:xfrm>
            <a:custGeom>
              <a:rect b="b" l="l" r="r" t="t"/>
              <a:pathLst>
                <a:path extrusionOk="0" h="7213" w="9541">
                  <a:moveTo>
                    <a:pt x="4787" y="0"/>
                  </a:moveTo>
                  <a:cubicBezTo>
                    <a:pt x="1609" y="0"/>
                    <a:pt x="1" y="3806"/>
                    <a:pt x="2217" y="6076"/>
                  </a:cubicBezTo>
                  <a:cubicBezTo>
                    <a:pt x="2905" y="6832"/>
                    <a:pt x="3836" y="7212"/>
                    <a:pt x="4767" y="7212"/>
                  </a:cubicBezTo>
                  <a:cubicBezTo>
                    <a:pt x="5674" y="7212"/>
                    <a:pt x="6580" y="6853"/>
                    <a:pt x="7262" y="6130"/>
                  </a:cubicBezTo>
                  <a:cubicBezTo>
                    <a:pt x="9541" y="3906"/>
                    <a:pt x="7995"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54"/>
            <p:cNvSpPr/>
            <p:nvPr/>
          </p:nvSpPr>
          <p:spPr>
            <a:xfrm>
              <a:off x="4636250" y="3072975"/>
              <a:ext cx="201425" cy="180925"/>
            </a:xfrm>
            <a:custGeom>
              <a:rect b="b" l="l" r="r" t="t"/>
              <a:pathLst>
                <a:path extrusionOk="0" h="7237" w="8057">
                  <a:moveTo>
                    <a:pt x="4023" y="0"/>
                  </a:moveTo>
                  <a:cubicBezTo>
                    <a:pt x="3177" y="0"/>
                    <a:pt x="2335" y="327"/>
                    <a:pt x="1628" y="983"/>
                  </a:cubicBezTo>
                  <a:cubicBezTo>
                    <a:pt x="109" y="2393"/>
                    <a:pt x="0" y="4536"/>
                    <a:pt x="1411" y="6028"/>
                  </a:cubicBezTo>
                  <a:cubicBezTo>
                    <a:pt x="2123" y="6827"/>
                    <a:pt x="3107" y="7237"/>
                    <a:pt x="4097" y="7237"/>
                  </a:cubicBezTo>
                  <a:cubicBezTo>
                    <a:pt x="4955" y="7237"/>
                    <a:pt x="5817" y="6929"/>
                    <a:pt x="6510" y="6299"/>
                  </a:cubicBezTo>
                  <a:cubicBezTo>
                    <a:pt x="7975" y="4943"/>
                    <a:pt x="8056" y="2637"/>
                    <a:pt x="6673" y="1200"/>
                  </a:cubicBezTo>
                  <a:cubicBezTo>
                    <a:pt x="5903" y="401"/>
                    <a:pt x="4961" y="0"/>
                    <a:pt x="4023"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p54"/>
            <p:cNvSpPr/>
            <p:nvPr/>
          </p:nvSpPr>
          <p:spPr>
            <a:xfrm>
              <a:off x="5247225" y="2443175"/>
              <a:ext cx="238500" cy="179725"/>
            </a:xfrm>
            <a:custGeom>
              <a:rect b="b" l="l" r="r" t="t"/>
              <a:pathLst>
                <a:path extrusionOk="0" h="7189" w="9540">
                  <a:moveTo>
                    <a:pt x="4765" y="0"/>
                  </a:moveTo>
                  <a:cubicBezTo>
                    <a:pt x="3855" y="0"/>
                    <a:pt x="2950" y="360"/>
                    <a:pt x="2278" y="1085"/>
                  </a:cubicBezTo>
                  <a:cubicBezTo>
                    <a:pt x="0" y="3309"/>
                    <a:pt x="1573" y="7188"/>
                    <a:pt x="4774" y="7188"/>
                  </a:cubicBezTo>
                  <a:cubicBezTo>
                    <a:pt x="4785" y="7188"/>
                    <a:pt x="4796" y="7188"/>
                    <a:pt x="4807" y="7188"/>
                  </a:cubicBezTo>
                  <a:cubicBezTo>
                    <a:pt x="7959" y="7188"/>
                    <a:pt x="9540"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54"/>
            <p:cNvSpPr/>
            <p:nvPr/>
          </p:nvSpPr>
          <p:spPr>
            <a:xfrm>
              <a:off x="4006975" y="4332350"/>
              <a:ext cx="201425" cy="181225"/>
            </a:xfrm>
            <a:custGeom>
              <a:rect b="b" l="l" r="r" t="t"/>
              <a:pathLst>
                <a:path extrusionOk="0" h="7249" w="8057">
                  <a:moveTo>
                    <a:pt x="4008" y="1"/>
                  </a:moveTo>
                  <a:cubicBezTo>
                    <a:pt x="3158" y="1"/>
                    <a:pt x="2309" y="334"/>
                    <a:pt x="1601" y="1004"/>
                  </a:cubicBezTo>
                  <a:cubicBezTo>
                    <a:pt x="109" y="2387"/>
                    <a:pt x="0" y="4557"/>
                    <a:pt x="1384" y="6049"/>
                  </a:cubicBezTo>
                  <a:cubicBezTo>
                    <a:pt x="2082" y="6847"/>
                    <a:pt x="3051" y="7249"/>
                    <a:pt x="4021" y="7249"/>
                  </a:cubicBezTo>
                  <a:cubicBezTo>
                    <a:pt x="4897" y="7249"/>
                    <a:pt x="5774" y="6922"/>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p54"/>
            <p:cNvSpPr/>
            <p:nvPr/>
          </p:nvSpPr>
          <p:spPr>
            <a:xfrm>
              <a:off x="4617950" y="3702900"/>
              <a:ext cx="238325" cy="179900"/>
            </a:xfrm>
            <a:custGeom>
              <a:rect b="b" l="l" r="r" t="t"/>
              <a:pathLst>
                <a:path extrusionOk="0" h="7196" w="9533">
                  <a:moveTo>
                    <a:pt x="4759" y="0"/>
                  </a:moveTo>
                  <a:cubicBezTo>
                    <a:pt x="3858" y="0"/>
                    <a:pt x="2957" y="346"/>
                    <a:pt x="2279" y="1038"/>
                  </a:cubicBezTo>
                  <a:cubicBezTo>
                    <a:pt x="0" y="3262"/>
                    <a:pt x="1519" y="7141"/>
                    <a:pt x="4693" y="7195"/>
                  </a:cubicBezTo>
                  <a:cubicBezTo>
                    <a:pt x="4715" y="7196"/>
                    <a:pt x="4737" y="7196"/>
                    <a:pt x="4760" y="7196"/>
                  </a:cubicBezTo>
                  <a:cubicBezTo>
                    <a:pt x="7916" y="7196"/>
                    <a:pt x="9532" y="3409"/>
                    <a:pt x="7324" y="1119"/>
                  </a:cubicBezTo>
                  <a:cubicBezTo>
                    <a:pt x="6633" y="373"/>
                    <a:pt x="5695"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9" name="Google Shape;1119;p54"/>
            <p:cNvSpPr/>
            <p:nvPr/>
          </p:nvSpPr>
          <p:spPr>
            <a:xfrm>
              <a:off x="7141825" y="1811875"/>
              <a:ext cx="238700" cy="180050"/>
            </a:xfrm>
            <a:custGeom>
              <a:rect b="b" l="l" r="r" t="t"/>
              <a:pathLst>
                <a:path extrusionOk="0" h="7202" w="9548">
                  <a:moveTo>
                    <a:pt x="4774" y="0"/>
                  </a:moveTo>
                  <a:cubicBezTo>
                    <a:pt x="1600" y="0"/>
                    <a:pt x="0" y="3825"/>
                    <a:pt x="2224" y="6103"/>
                  </a:cubicBezTo>
                  <a:cubicBezTo>
                    <a:pt x="2902" y="6835"/>
                    <a:pt x="3825" y="7201"/>
                    <a:pt x="4750" y="7201"/>
                  </a:cubicBezTo>
                  <a:cubicBezTo>
                    <a:pt x="5676" y="7201"/>
                    <a:pt x="6605" y="6835"/>
                    <a:pt x="7296" y="6103"/>
                  </a:cubicBezTo>
                  <a:cubicBezTo>
                    <a:pt x="9548" y="3879"/>
                    <a:pt x="7975" y="27"/>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p54"/>
            <p:cNvSpPr/>
            <p:nvPr/>
          </p:nvSpPr>
          <p:spPr>
            <a:xfrm>
              <a:off x="7142025" y="552650"/>
              <a:ext cx="238500" cy="179800"/>
            </a:xfrm>
            <a:custGeom>
              <a:rect b="b" l="l" r="r" t="t"/>
              <a:pathLst>
                <a:path extrusionOk="0" h="7192" w="9540">
                  <a:moveTo>
                    <a:pt x="4760" y="0"/>
                  </a:moveTo>
                  <a:cubicBezTo>
                    <a:pt x="1608" y="0"/>
                    <a:pt x="0" y="3806"/>
                    <a:pt x="2216" y="6076"/>
                  </a:cubicBezTo>
                  <a:cubicBezTo>
                    <a:pt x="2904" y="6819"/>
                    <a:pt x="3836" y="7192"/>
                    <a:pt x="4767" y="7192"/>
                  </a:cubicBezTo>
                  <a:cubicBezTo>
                    <a:pt x="5673" y="7192"/>
                    <a:pt x="6579" y="6839"/>
                    <a:pt x="7261" y="6130"/>
                  </a:cubicBezTo>
                  <a:cubicBezTo>
                    <a:pt x="9540" y="3906"/>
                    <a:pt x="7994" y="27"/>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p54"/>
            <p:cNvSpPr/>
            <p:nvPr/>
          </p:nvSpPr>
          <p:spPr>
            <a:xfrm>
              <a:off x="7160125" y="1181075"/>
              <a:ext cx="201425" cy="181050"/>
            </a:xfrm>
            <a:custGeom>
              <a:rect b="b" l="l" r="r" t="t"/>
              <a:pathLst>
                <a:path extrusionOk="0" h="7242" w="8057">
                  <a:moveTo>
                    <a:pt x="4033" y="1"/>
                  </a:moveTo>
                  <a:cubicBezTo>
                    <a:pt x="3183" y="1"/>
                    <a:pt x="2336" y="327"/>
                    <a:pt x="1628" y="983"/>
                  </a:cubicBezTo>
                  <a:cubicBezTo>
                    <a:pt x="136" y="2394"/>
                    <a:pt x="1" y="4564"/>
                    <a:pt x="1411" y="6056"/>
                  </a:cubicBezTo>
                  <a:cubicBezTo>
                    <a:pt x="2095" y="6840"/>
                    <a:pt x="3065" y="7242"/>
                    <a:pt x="4035" y="7242"/>
                  </a:cubicBezTo>
                  <a:cubicBezTo>
                    <a:pt x="4910" y="7242"/>
                    <a:pt x="5787" y="6914"/>
                    <a:pt x="6456" y="6245"/>
                  </a:cubicBezTo>
                  <a:cubicBezTo>
                    <a:pt x="7975" y="4944"/>
                    <a:pt x="8056" y="2638"/>
                    <a:pt x="6673" y="1200"/>
                  </a:cubicBezTo>
                  <a:cubicBezTo>
                    <a:pt x="5917" y="402"/>
                    <a:pt x="4974" y="1"/>
                    <a:pt x="403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54"/>
            <p:cNvSpPr/>
            <p:nvPr/>
          </p:nvSpPr>
          <p:spPr>
            <a:xfrm>
              <a:off x="7141825" y="4962975"/>
              <a:ext cx="238700" cy="180150"/>
            </a:xfrm>
            <a:custGeom>
              <a:rect b="b" l="l" r="r" t="t"/>
              <a:pathLst>
                <a:path extrusionOk="0" h="7206" w="9548">
                  <a:moveTo>
                    <a:pt x="4801" y="0"/>
                  </a:moveTo>
                  <a:cubicBezTo>
                    <a:pt x="1600" y="0"/>
                    <a:pt x="0" y="3852"/>
                    <a:pt x="2251" y="6103"/>
                  </a:cubicBezTo>
                  <a:cubicBezTo>
                    <a:pt x="2933" y="6839"/>
                    <a:pt x="3854" y="7205"/>
                    <a:pt x="4777" y="7205"/>
                  </a:cubicBezTo>
                  <a:cubicBezTo>
                    <a:pt x="5691" y="7205"/>
                    <a:pt x="6608" y="6846"/>
                    <a:pt x="7296" y="6130"/>
                  </a:cubicBezTo>
                  <a:cubicBezTo>
                    <a:pt x="9548" y="3879"/>
                    <a:pt x="7975"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p54"/>
            <p:cNvSpPr/>
            <p:nvPr/>
          </p:nvSpPr>
          <p:spPr>
            <a:xfrm>
              <a:off x="7160125" y="2443200"/>
              <a:ext cx="202100" cy="180775"/>
            </a:xfrm>
            <a:custGeom>
              <a:rect b="b" l="l" r="r" t="t"/>
              <a:pathLst>
                <a:path extrusionOk="0" h="7231" w="8084">
                  <a:moveTo>
                    <a:pt x="4012" y="1"/>
                  </a:moveTo>
                  <a:cubicBezTo>
                    <a:pt x="3198" y="1"/>
                    <a:pt x="2389" y="304"/>
                    <a:pt x="1709" y="922"/>
                  </a:cubicBezTo>
                  <a:cubicBezTo>
                    <a:pt x="190" y="2278"/>
                    <a:pt x="1" y="4448"/>
                    <a:pt x="1330" y="5967"/>
                  </a:cubicBezTo>
                  <a:cubicBezTo>
                    <a:pt x="2057" y="6797"/>
                    <a:pt x="3051" y="7231"/>
                    <a:pt x="4048" y="7231"/>
                  </a:cubicBezTo>
                  <a:cubicBezTo>
                    <a:pt x="4873" y="7231"/>
                    <a:pt x="5699" y="6934"/>
                    <a:pt x="6375" y="6319"/>
                  </a:cubicBezTo>
                  <a:cubicBezTo>
                    <a:pt x="7894" y="4990"/>
                    <a:pt x="8083" y="2766"/>
                    <a:pt x="6727" y="1274"/>
                  </a:cubicBezTo>
                  <a:cubicBezTo>
                    <a:pt x="5960"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p54"/>
            <p:cNvSpPr/>
            <p:nvPr/>
          </p:nvSpPr>
          <p:spPr>
            <a:xfrm>
              <a:off x="7141825" y="3073100"/>
              <a:ext cx="238125" cy="179775"/>
            </a:xfrm>
            <a:custGeom>
              <a:rect b="b" l="l" r="r" t="t"/>
              <a:pathLst>
                <a:path extrusionOk="0" h="7191" w="9525">
                  <a:moveTo>
                    <a:pt x="4781" y="1"/>
                  </a:moveTo>
                  <a:cubicBezTo>
                    <a:pt x="3878" y="1"/>
                    <a:pt x="2971" y="354"/>
                    <a:pt x="2279" y="1059"/>
                  </a:cubicBezTo>
                  <a:cubicBezTo>
                    <a:pt x="0" y="3256"/>
                    <a:pt x="1519" y="7135"/>
                    <a:pt x="4693" y="7189"/>
                  </a:cubicBezTo>
                  <a:cubicBezTo>
                    <a:pt x="4726" y="7190"/>
                    <a:pt x="4759" y="7190"/>
                    <a:pt x="4792" y="7190"/>
                  </a:cubicBezTo>
                  <a:cubicBezTo>
                    <a:pt x="7927" y="7190"/>
                    <a:pt x="9525" y="3395"/>
                    <a:pt x="7324" y="1141"/>
                  </a:cubicBezTo>
                  <a:cubicBezTo>
                    <a:pt x="6647" y="381"/>
                    <a:pt x="5717" y="1"/>
                    <a:pt x="478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54"/>
            <p:cNvSpPr/>
            <p:nvPr/>
          </p:nvSpPr>
          <p:spPr>
            <a:xfrm>
              <a:off x="7142025" y="3703750"/>
              <a:ext cx="238500" cy="180325"/>
            </a:xfrm>
            <a:custGeom>
              <a:rect b="b" l="l" r="r" t="t"/>
              <a:pathLst>
                <a:path extrusionOk="0" h="7213" w="9540">
                  <a:moveTo>
                    <a:pt x="4760" y="0"/>
                  </a:moveTo>
                  <a:cubicBezTo>
                    <a:pt x="1608" y="0"/>
                    <a:pt x="0" y="3806"/>
                    <a:pt x="2216" y="6076"/>
                  </a:cubicBezTo>
                  <a:cubicBezTo>
                    <a:pt x="2904" y="6832"/>
                    <a:pt x="3835" y="7212"/>
                    <a:pt x="4767" y="7212"/>
                  </a:cubicBezTo>
                  <a:cubicBezTo>
                    <a:pt x="5673" y="7212"/>
                    <a:pt x="6579" y="6853"/>
                    <a:pt x="7261" y="6130"/>
                  </a:cubicBezTo>
                  <a:cubicBezTo>
                    <a:pt x="9540" y="3906"/>
                    <a:pt x="7994" y="28"/>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54"/>
            <p:cNvSpPr/>
            <p:nvPr/>
          </p:nvSpPr>
          <p:spPr>
            <a:xfrm>
              <a:off x="7160125" y="4332350"/>
              <a:ext cx="201425" cy="181225"/>
            </a:xfrm>
            <a:custGeom>
              <a:rect b="b" l="l" r="r" t="t"/>
              <a:pathLst>
                <a:path extrusionOk="0" h="7249" w="8057">
                  <a:moveTo>
                    <a:pt x="4035" y="1"/>
                  </a:moveTo>
                  <a:cubicBezTo>
                    <a:pt x="3185" y="1"/>
                    <a:pt x="2336" y="334"/>
                    <a:pt x="1628" y="1004"/>
                  </a:cubicBezTo>
                  <a:cubicBezTo>
                    <a:pt x="136" y="2387"/>
                    <a:pt x="1" y="4557"/>
                    <a:pt x="1411" y="6049"/>
                  </a:cubicBezTo>
                  <a:cubicBezTo>
                    <a:pt x="2095" y="6847"/>
                    <a:pt x="3065" y="7249"/>
                    <a:pt x="4035" y="7249"/>
                  </a:cubicBezTo>
                  <a:cubicBezTo>
                    <a:pt x="4911" y="7249"/>
                    <a:pt x="5787" y="6922"/>
                    <a:pt x="6456" y="6266"/>
                  </a:cubicBezTo>
                  <a:cubicBezTo>
                    <a:pt x="7975" y="4937"/>
                    <a:pt x="8056" y="2631"/>
                    <a:pt x="6673" y="1221"/>
                  </a:cubicBezTo>
                  <a:cubicBezTo>
                    <a:pt x="5918" y="409"/>
                    <a:pt x="4976"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27" name="Google Shape;1127;p54"/>
          <p:cNvSpPr/>
          <p:nvPr/>
        </p:nvSpPr>
        <p:spPr>
          <a:xfrm rot="8406966">
            <a:off x="-3608318" y="-300087"/>
            <a:ext cx="6498316" cy="5262672"/>
          </a:xfrm>
          <a:custGeom>
            <a:rect b="b" l="l" r="r" t="t"/>
            <a:pathLst>
              <a:path extrusionOk="0" h="195830" w="237196">
                <a:moveTo>
                  <a:pt x="182493" y="0"/>
                </a:moveTo>
                <a:cubicBezTo>
                  <a:pt x="160794" y="0"/>
                  <a:pt x="136857" y="13684"/>
                  <a:pt x="125770" y="46667"/>
                </a:cubicBezTo>
                <a:cubicBezTo>
                  <a:pt x="112501" y="86475"/>
                  <a:pt x="99703" y="101135"/>
                  <a:pt x="82683" y="101135"/>
                </a:cubicBezTo>
                <a:cubicBezTo>
                  <a:pt x="77764" y="101135"/>
                  <a:pt x="72494" y="99911"/>
                  <a:pt x="66757" y="97716"/>
                </a:cubicBezTo>
                <a:cubicBezTo>
                  <a:pt x="59909" y="95081"/>
                  <a:pt x="53433" y="93896"/>
                  <a:pt x="47460" y="93896"/>
                </a:cubicBezTo>
                <a:cubicBezTo>
                  <a:pt x="17332" y="93896"/>
                  <a:pt x="1" y="124030"/>
                  <a:pt x="12313" y="150071"/>
                </a:cubicBezTo>
                <a:cubicBezTo>
                  <a:pt x="19223" y="164795"/>
                  <a:pt x="29540" y="168076"/>
                  <a:pt x="41648" y="168076"/>
                </a:cubicBezTo>
                <a:cubicBezTo>
                  <a:pt x="51382" y="168076"/>
                  <a:pt x="62272" y="165955"/>
                  <a:pt x="73479" y="165955"/>
                </a:cubicBezTo>
                <a:cubicBezTo>
                  <a:pt x="86528" y="165955"/>
                  <a:pt x="100005" y="168830"/>
                  <a:pt x="112584" y="181275"/>
                </a:cubicBezTo>
                <a:cubicBezTo>
                  <a:pt x="123109" y="191650"/>
                  <a:pt x="135906" y="195830"/>
                  <a:pt x="148277" y="195830"/>
                </a:cubicBezTo>
                <a:cubicBezTo>
                  <a:pt x="168129" y="195830"/>
                  <a:pt x="186885" y="185066"/>
                  <a:pt x="193400" y="171875"/>
                </a:cubicBezTo>
                <a:cubicBezTo>
                  <a:pt x="213115" y="132315"/>
                  <a:pt x="187003" y="136231"/>
                  <a:pt x="220818" y="61420"/>
                </a:cubicBezTo>
                <a:cubicBezTo>
                  <a:pt x="237196" y="25134"/>
                  <a:pt x="211900" y="0"/>
                  <a:pt x="182493" y="0"/>
                </a:cubicBezTo>
                <a:close/>
              </a:path>
            </a:pathLst>
          </a:custGeom>
          <a:solidFill>
            <a:srgbClr val="FDB32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28" name="Google Shape;1128;p54"/>
          <p:cNvGrpSpPr/>
          <p:nvPr/>
        </p:nvGrpSpPr>
        <p:grpSpPr>
          <a:xfrm rot="3964283">
            <a:off x="4663667" y="1584342"/>
            <a:ext cx="740665" cy="722589"/>
            <a:chOff x="235075" y="777725"/>
            <a:chExt cx="7186900" cy="4132775"/>
          </a:xfrm>
        </p:grpSpPr>
        <p:sp>
          <p:nvSpPr>
            <p:cNvPr id="1129" name="Google Shape;1129;p54"/>
            <p:cNvSpPr/>
            <p:nvPr/>
          </p:nvSpPr>
          <p:spPr>
            <a:xfrm>
              <a:off x="342575" y="932875"/>
              <a:ext cx="7079400" cy="3826525"/>
            </a:xfrm>
            <a:custGeom>
              <a:rect b="b" l="l" r="r" t="t"/>
              <a:pathLst>
                <a:path extrusionOk="0" h="153061" w="283176">
                  <a:moveTo>
                    <a:pt x="168404" y="0"/>
                  </a:moveTo>
                  <a:cubicBezTo>
                    <a:pt x="157709" y="0"/>
                    <a:pt x="146666" y="1269"/>
                    <a:pt x="137470" y="1958"/>
                  </a:cubicBezTo>
                  <a:cubicBezTo>
                    <a:pt x="99769" y="4776"/>
                    <a:pt x="61970" y="14736"/>
                    <a:pt x="30657" y="36550"/>
                  </a:cubicBezTo>
                  <a:cubicBezTo>
                    <a:pt x="16422" y="46461"/>
                    <a:pt x="2915" y="60284"/>
                    <a:pt x="1336" y="77580"/>
                  </a:cubicBezTo>
                  <a:cubicBezTo>
                    <a:pt x="0" y="92204"/>
                    <a:pt x="7774" y="106560"/>
                    <a:pt x="18778" y="116301"/>
                  </a:cubicBezTo>
                  <a:cubicBezTo>
                    <a:pt x="29807" y="126043"/>
                    <a:pt x="43726" y="131800"/>
                    <a:pt x="57670" y="136415"/>
                  </a:cubicBezTo>
                  <a:cubicBezTo>
                    <a:pt x="91058" y="147472"/>
                    <a:pt x="125903" y="153060"/>
                    <a:pt x="160873" y="153060"/>
                  </a:cubicBezTo>
                  <a:cubicBezTo>
                    <a:pt x="176382" y="153060"/>
                    <a:pt x="191917" y="151961"/>
                    <a:pt x="207359" y="149752"/>
                  </a:cubicBezTo>
                  <a:cubicBezTo>
                    <a:pt x="222226" y="147614"/>
                    <a:pt x="237360" y="144286"/>
                    <a:pt x="249871" y="135929"/>
                  </a:cubicBezTo>
                  <a:cubicBezTo>
                    <a:pt x="275062" y="119095"/>
                    <a:pt x="283175" y="80398"/>
                    <a:pt x="265102" y="56057"/>
                  </a:cubicBezTo>
                  <a:cubicBezTo>
                    <a:pt x="255968" y="43789"/>
                    <a:pt x="242097" y="36137"/>
                    <a:pt x="229125" y="28024"/>
                  </a:cubicBezTo>
                  <a:cubicBezTo>
                    <a:pt x="217003" y="20420"/>
                    <a:pt x="204881" y="7643"/>
                    <a:pt x="191278" y="3027"/>
                  </a:cubicBezTo>
                  <a:cubicBezTo>
                    <a:pt x="184502" y="737"/>
                    <a:pt x="176554" y="0"/>
                    <a:pt x="168404" y="0"/>
                  </a:cubicBezTo>
                  <a:close/>
                </a:path>
              </a:pathLst>
            </a:custGeom>
            <a:solidFill>
              <a:srgbClr val="F0A9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54"/>
            <p:cNvSpPr/>
            <p:nvPr/>
          </p:nvSpPr>
          <p:spPr>
            <a:xfrm>
              <a:off x="235075" y="777725"/>
              <a:ext cx="7126775" cy="4132775"/>
            </a:xfrm>
            <a:custGeom>
              <a:rect b="b" l="l" r="r" t="t"/>
              <a:pathLst>
                <a:path extrusionOk="0" h="165311" w="285071">
                  <a:moveTo>
                    <a:pt x="193683" y="2310"/>
                  </a:moveTo>
                  <a:lnTo>
                    <a:pt x="194120" y="2431"/>
                  </a:lnTo>
                  <a:lnTo>
                    <a:pt x="194557" y="2553"/>
                  </a:lnTo>
                  <a:lnTo>
                    <a:pt x="195456" y="2820"/>
                  </a:lnTo>
                  <a:lnTo>
                    <a:pt x="196198" y="3047"/>
                  </a:lnTo>
                  <a:lnTo>
                    <a:pt x="196198" y="3047"/>
                  </a:lnTo>
                  <a:cubicBezTo>
                    <a:pt x="196113" y="3020"/>
                    <a:pt x="196027" y="2993"/>
                    <a:pt x="195942" y="2966"/>
                  </a:cubicBezTo>
                  <a:lnTo>
                    <a:pt x="194825" y="2626"/>
                  </a:lnTo>
                  <a:cubicBezTo>
                    <a:pt x="194436" y="2504"/>
                    <a:pt x="194072" y="2383"/>
                    <a:pt x="193683" y="2310"/>
                  </a:cubicBezTo>
                  <a:close/>
                  <a:moveTo>
                    <a:pt x="196198" y="3047"/>
                  </a:moveTo>
                  <a:cubicBezTo>
                    <a:pt x="196309" y="3081"/>
                    <a:pt x="196421" y="3115"/>
                    <a:pt x="196532" y="3149"/>
                  </a:cubicBezTo>
                  <a:lnTo>
                    <a:pt x="196532" y="3149"/>
                  </a:lnTo>
                  <a:lnTo>
                    <a:pt x="196198" y="3047"/>
                  </a:lnTo>
                  <a:close/>
                  <a:moveTo>
                    <a:pt x="196532" y="3149"/>
                  </a:moveTo>
                  <a:lnTo>
                    <a:pt x="197205" y="3354"/>
                  </a:lnTo>
                  <a:cubicBezTo>
                    <a:pt x="197213" y="3356"/>
                    <a:pt x="197220" y="3358"/>
                    <a:pt x="197228" y="3360"/>
                  </a:cubicBezTo>
                  <a:lnTo>
                    <a:pt x="197228" y="3360"/>
                  </a:lnTo>
                  <a:cubicBezTo>
                    <a:pt x="196996" y="3288"/>
                    <a:pt x="196764" y="3219"/>
                    <a:pt x="196532" y="3149"/>
                  </a:cubicBezTo>
                  <a:close/>
                  <a:moveTo>
                    <a:pt x="197228" y="3360"/>
                  </a:moveTo>
                  <a:lnTo>
                    <a:pt x="197228" y="3360"/>
                  </a:lnTo>
                  <a:cubicBezTo>
                    <a:pt x="197350" y="3398"/>
                    <a:pt x="197472" y="3437"/>
                    <a:pt x="197593" y="3477"/>
                  </a:cubicBezTo>
                  <a:lnTo>
                    <a:pt x="197593" y="3477"/>
                  </a:lnTo>
                  <a:cubicBezTo>
                    <a:pt x="197473" y="3434"/>
                    <a:pt x="197353" y="3392"/>
                    <a:pt x="197228" y="3360"/>
                  </a:cubicBezTo>
                  <a:close/>
                  <a:moveTo>
                    <a:pt x="197593" y="3477"/>
                  </a:moveTo>
                  <a:lnTo>
                    <a:pt x="197593" y="3477"/>
                  </a:lnTo>
                  <a:cubicBezTo>
                    <a:pt x="197745" y="3533"/>
                    <a:pt x="197897" y="3593"/>
                    <a:pt x="198055" y="3646"/>
                  </a:cubicBezTo>
                  <a:lnTo>
                    <a:pt x="198930" y="3986"/>
                  </a:lnTo>
                  <a:cubicBezTo>
                    <a:pt x="199513" y="4205"/>
                    <a:pt x="200096" y="4423"/>
                    <a:pt x="200655" y="4666"/>
                  </a:cubicBezTo>
                  <a:cubicBezTo>
                    <a:pt x="200971" y="4803"/>
                    <a:pt x="201287" y="4943"/>
                    <a:pt x="201601" y="5085"/>
                  </a:cubicBezTo>
                  <a:lnTo>
                    <a:pt x="201601" y="5085"/>
                  </a:lnTo>
                  <a:lnTo>
                    <a:pt x="200412" y="4545"/>
                  </a:lnTo>
                  <a:lnTo>
                    <a:pt x="198201" y="3694"/>
                  </a:lnTo>
                  <a:cubicBezTo>
                    <a:pt x="197999" y="3616"/>
                    <a:pt x="197796" y="3545"/>
                    <a:pt x="197593" y="3477"/>
                  </a:cubicBezTo>
                  <a:close/>
                  <a:moveTo>
                    <a:pt x="201601" y="5085"/>
                  </a:moveTo>
                  <a:lnTo>
                    <a:pt x="201792" y="5172"/>
                  </a:lnTo>
                  <a:lnTo>
                    <a:pt x="201792" y="5172"/>
                  </a:lnTo>
                  <a:cubicBezTo>
                    <a:pt x="201728" y="5143"/>
                    <a:pt x="201665" y="5114"/>
                    <a:pt x="201601" y="5085"/>
                  </a:cubicBezTo>
                  <a:close/>
                  <a:moveTo>
                    <a:pt x="201792" y="5172"/>
                  </a:moveTo>
                  <a:cubicBezTo>
                    <a:pt x="202347" y="5425"/>
                    <a:pt x="202898" y="5687"/>
                    <a:pt x="203447" y="5957"/>
                  </a:cubicBezTo>
                  <a:lnTo>
                    <a:pt x="203447" y="5957"/>
                  </a:lnTo>
                  <a:cubicBezTo>
                    <a:pt x="203149" y="5808"/>
                    <a:pt x="202850" y="5661"/>
                    <a:pt x="202550" y="5516"/>
                  </a:cubicBezTo>
                  <a:lnTo>
                    <a:pt x="201792" y="5172"/>
                  </a:lnTo>
                  <a:close/>
                  <a:moveTo>
                    <a:pt x="203447" y="5957"/>
                  </a:moveTo>
                  <a:cubicBezTo>
                    <a:pt x="205025" y="6746"/>
                    <a:pt x="206570" y="7594"/>
                    <a:pt x="208082" y="8506"/>
                  </a:cubicBezTo>
                  <a:lnTo>
                    <a:pt x="208082" y="8506"/>
                  </a:lnTo>
                  <a:cubicBezTo>
                    <a:pt x="207745" y="8301"/>
                    <a:pt x="207407" y="8098"/>
                    <a:pt x="207068" y="7897"/>
                  </a:cubicBezTo>
                  <a:cubicBezTo>
                    <a:pt x="205877" y="7204"/>
                    <a:pt x="204670" y="6559"/>
                    <a:pt x="203447" y="5957"/>
                  </a:cubicBezTo>
                  <a:close/>
                  <a:moveTo>
                    <a:pt x="208082" y="8506"/>
                  </a:moveTo>
                  <a:cubicBezTo>
                    <a:pt x="208378" y="8686"/>
                    <a:pt x="208674" y="8868"/>
                    <a:pt x="208969" y="9051"/>
                  </a:cubicBezTo>
                  <a:lnTo>
                    <a:pt x="208969" y="9051"/>
                  </a:lnTo>
                  <a:cubicBezTo>
                    <a:pt x="208675" y="8867"/>
                    <a:pt x="208379" y="8685"/>
                    <a:pt x="208082" y="8506"/>
                  </a:cubicBezTo>
                  <a:close/>
                  <a:moveTo>
                    <a:pt x="274827" y="94613"/>
                  </a:moveTo>
                  <a:cubicBezTo>
                    <a:pt x="274825" y="94672"/>
                    <a:pt x="274822" y="94731"/>
                    <a:pt x="274819" y="94790"/>
                  </a:cubicBezTo>
                  <a:lnTo>
                    <a:pt x="274827" y="94613"/>
                  </a:lnTo>
                  <a:close/>
                  <a:moveTo>
                    <a:pt x="182036" y="164515"/>
                  </a:moveTo>
                  <a:cubicBezTo>
                    <a:pt x="182009" y="164557"/>
                    <a:pt x="182151" y="164591"/>
                    <a:pt x="182606" y="164606"/>
                  </a:cubicBezTo>
                  <a:cubicBezTo>
                    <a:pt x="182112" y="164589"/>
                    <a:pt x="181975" y="164562"/>
                    <a:pt x="182036" y="164515"/>
                  </a:cubicBezTo>
                  <a:close/>
                  <a:moveTo>
                    <a:pt x="171889" y="1"/>
                  </a:moveTo>
                  <a:cubicBezTo>
                    <a:pt x="169431" y="1"/>
                    <a:pt x="166985" y="62"/>
                    <a:pt x="164556" y="148"/>
                  </a:cubicBezTo>
                  <a:cubicBezTo>
                    <a:pt x="156370" y="512"/>
                    <a:pt x="148378" y="1314"/>
                    <a:pt x="140483" y="1872"/>
                  </a:cubicBezTo>
                  <a:cubicBezTo>
                    <a:pt x="132321" y="2456"/>
                    <a:pt x="124183" y="3379"/>
                    <a:pt x="116020" y="4666"/>
                  </a:cubicBezTo>
                  <a:lnTo>
                    <a:pt x="112960" y="5128"/>
                  </a:lnTo>
                  <a:cubicBezTo>
                    <a:pt x="111964" y="5298"/>
                    <a:pt x="110943" y="5516"/>
                    <a:pt x="109923" y="5686"/>
                  </a:cubicBezTo>
                  <a:lnTo>
                    <a:pt x="106887" y="6269"/>
                  </a:lnTo>
                  <a:lnTo>
                    <a:pt x="105380" y="6537"/>
                  </a:lnTo>
                  <a:lnTo>
                    <a:pt x="103850" y="6877"/>
                  </a:lnTo>
                  <a:cubicBezTo>
                    <a:pt x="101834" y="7314"/>
                    <a:pt x="99817" y="7727"/>
                    <a:pt x="97777" y="8188"/>
                  </a:cubicBezTo>
                  <a:lnTo>
                    <a:pt x="91704" y="9719"/>
                  </a:lnTo>
                  <a:cubicBezTo>
                    <a:pt x="90878" y="9913"/>
                    <a:pt x="90052" y="10180"/>
                    <a:pt x="89226" y="10423"/>
                  </a:cubicBezTo>
                  <a:lnTo>
                    <a:pt x="86797" y="11128"/>
                  </a:lnTo>
                  <a:lnTo>
                    <a:pt x="84416" y="11857"/>
                  </a:lnTo>
                  <a:cubicBezTo>
                    <a:pt x="83615" y="12099"/>
                    <a:pt x="82861" y="12391"/>
                    <a:pt x="82108" y="12634"/>
                  </a:cubicBezTo>
                  <a:lnTo>
                    <a:pt x="77614" y="14213"/>
                  </a:lnTo>
                  <a:cubicBezTo>
                    <a:pt x="76157" y="14747"/>
                    <a:pt x="74748" y="15355"/>
                    <a:pt x="73363" y="15889"/>
                  </a:cubicBezTo>
                  <a:lnTo>
                    <a:pt x="71323" y="16739"/>
                  </a:lnTo>
                  <a:lnTo>
                    <a:pt x="70327" y="17152"/>
                  </a:lnTo>
                  <a:lnTo>
                    <a:pt x="69331" y="17590"/>
                  </a:lnTo>
                  <a:lnTo>
                    <a:pt x="65517" y="19363"/>
                  </a:lnTo>
                  <a:lnTo>
                    <a:pt x="63671" y="20213"/>
                  </a:lnTo>
                  <a:lnTo>
                    <a:pt x="61922" y="21136"/>
                  </a:lnTo>
                  <a:lnTo>
                    <a:pt x="58521" y="22910"/>
                  </a:lnTo>
                  <a:lnTo>
                    <a:pt x="62772" y="21088"/>
                  </a:lnTo>
                  <a:lnTo>
                    <a:pt x="63841" y="20650"/>
                  </a:lnTo>
                  <a:lnTo>
                    <a:pt x="64909" y="20213"/>
                  </a:lnTo>
                  <a:lnTo>
                    <a:pt x="67072" y="19387"/>
                  </a:lnTo>
                  <a:lnTo>
                    <a:pt x="69234" y="18561"/>
                  </a:lnTo>
                  <a:cubicBezTo>
                    <a:pt x="69962" y="18270"/>
                    <a:pt x="70691" y="17978"/>
                    <a:pt x="71420" y="17735"/>
                  </a:cubicBezTo>
                  <a:lnTo>
                    <a:pt x="75817" y="16229"/>
                  </a:lnTo>
                  <a:cubicBezTo>
                    <a:pt x="76545" y="15962"/>
                    <a:pt x="77274" y="15695"/>
                    <a:pt x="78027" y="15476"/>
                  </a:cubicBezTo>
                  <a:lnTo>
                    <a:pt x="80238" y="14796"/>
                  </a:lnTo>
                  <a:cubicBezTo>
                    <a:pt x="81720" y="14334"/>
                    <a:pt x="83202" y="13873"/>
                    <a:pt x="84708" y="13411"/>
                  </a:cubicBezTo>
                  <a:lnTo>
                    <a:pt x="89202" y="12172"/>
                  </a:lnTo>
                  <a:lnTo>
                    <a:pt x="91461" y="11565"/>
                  </a:lnTo>
                  <a:lnTo>
                    <a:pt x="93744" y="11031"/>
                  </a:lnTo>
                  <a:lnTo>
                    <a:pt x="98287" y="9913"/>
                  </a:lnTo>
                  <a:cubicBezTo>
                    <a:pt x="99817" y="9597"/>
                    <a:pt x="101372" y="9282"/>
                    <a:pt x="102878" y="8942"/>
                  </a:cubicBezTo>
                  <a:lnTo>
                    <a:pt x="105186" y="8480"/>
                  </a:lnTo>
                  <a:cubicBezTo>
                    <a:pt x="105963" y="8310"/>
                    <a:pt x="106716" y="8188"/>
                    <a:pt x="107494" y="8043"/>
                  </a:cubicBezTo>
                  <a:lnTo>
                    <a:pt x="112134" y="7217"/>
                  </a:lnTo>
                  <a:cubicBezTo>
                    <a:pt x="118328" y="6197"/>
                    <a:pt x="124547" y="5322"/>
                    <a:pt x="130839" y="4715"/>
                  </a:cubicBezTo>
                  <a:lnTo>
                    <a:pt x="133195" y="4472"/>
                  </a:lnTo>
                  <a:lnTo>
                    <a:pt x="134361" y="4350"/>
                  </a:lnTo>
                  <a:lnTo>
                    <a:pt x="135551" y="4277"/>
                  </a:lnTo>
                  <a:lnTo>
                    <a:pt x="140264" y="3913"/>
                  </a:lnTo>
                  <a:lnTo>
                    <a:pt x="141454" y="3816"/>
                  </a:lnTo>
                  <a:lnTo>
                    <a:pt x="142596" y="3743"/>
                  </a:lnTo>
                  <a:lnTo>
                    <a:pt x="144928" y="3573"/>
                  </a:lnTo>
                  <a:lnTo>
                    <a:pt x="149568" y="3209"/>
                  </a:lnTo>
                  <a:cubicBezTo>
                    <a:pt x="155811" y="2747"/>
                    <a:pt x="162151" y="2261"/>
                    <a:pt x="168589" y="2140"/>
                  </a:cubicBezTo>
                  <a:lnTo>
                    <a:pt x="171018" y="2115"/>
                  </a:lnTo>
                  <a:cubicBezTo>
                    <a:pt x="171419" y="2103"/>
                    <a:pt x="171820" y="2097"/>
                    <a:pt x="172224" y="2097"/>
                  </a:cubicBezTo>
                  <a:cubicBezTo>
                    <a:pt x="172628" y="2097"/>
                    <a:pt x="173034" y="2103"/>
                    <a:pt x="173447" y="2115"/>
                  </a:cubicBezTo>
                  <a:lnTo>
                    <a:pt x="175877" y="2164"/>
                  </a:lnTo>
                  <a:cubicBezTo>
                    <a:pt x="176678" y="2188"/>
                    <a:pt x="177504" y="2237"/>
                    <a:pt x="178330" y="2261"/>
                  </a:cubicBezTo>
                  <a:lnTo>
                    <a:pt x="179545" y="2334"/>
                  </a:lnTo>
                  <a:cubicBezTo>
                    <a:pt x="179958" y="2358"/>
                    <a:pt x="180346" y="2407"/>
                    <a:pt x="180759" y="2431"/>
                  </a:cubicBezTo>
                  <a:lnTo>
                    <a:pt x="183237" y="2650"/>
                  </a:lnTo>
                  <a:lnTo>
                    <a:pt x="185691" y="2941"/>
                  </a:lnTo>
                  <a:cubicBezTo>
                    <a:pt x="186104" y="2990"/>
                    <a:pt x="186517" y="3039"/>
                    <a:pt x="186930" y="3111"/>
                  </a:cubicBezTo>
                  <a:lnTo>
                    <a:pt x="188168" y="3330"/>
                  </a:lnTo>
                  <a:lnTo>
                    <a:pt x="189407" y="3549"/>
                  </a:lnTo>
                  <a:cubicBezTo>
                    <a:pt x="189820" y="3622"/>
                    <a:pt x="190233" y="3694"/>
                    <a:pt x="190646" y="3792"/>
                  </a:cubicBezTo>
                  <a:lnTo>
                    <a:pt x="193124" y="4350"/>
                  </a:lnTo>
                  <a:cubicBezTo>
                    <a:pt x="193537" y="4447"/>
                    <a:pt x="193950" y="4569"/>
                    <a:pt x="194363" y="4690"/>
                  </a:cubicBezTo>
                  <a:lnTo>
                    <a:pt x="195602" y="5079"/>
                  </a:lnTo>
                  <a:lnTo>
                    <a:pt x="196841" y="5443"/>
                  </a:lnTo>
                  <a:lnTo>
                    <a:pt x="198055" y="5905"/>
                  </a:lnTo>
                  <a:cubicBezTo>
                    <a:pt x="201238" y="7144"/>
                    <a:pt x="204299" y="8650"/>
                    <a:pt x="207189" y="10448"/>
                  </a:cubicBezTo>
                  <a:cubicBezTo>
                    <a:pt x="212898" y="13921"/>
                    <a:pt x="217975" y="17954"/>
                    <a:pt x="222955" y="21865"/>
                  </a:cubicBezTo>
                  <a:cubicBezTo>
                    <a:pt x="225433" y="23808"/>
                    <a:pt x="227911" y="25752"/>
                    <a:pt x="230388" y="27574"/>
                  </a:cubicBezTo>
                  <a:cubicBezTo>
                    <a:pt x="231020" y="28035"/>
                    <a:pt x="231627" y="28472"/>
                    <a:pt x="232259" y="28910"/>
                  </a:cubicBezTo>
                  <a:lnTo>
                    <a:pt x="233206" y="29566"/>
                  </a:lnTo>
                  <a:lnTo>
                    <a:pt x="234154" y="30173"/>
                  </a:lnTo>
                  <a:cubicBezTo>
                    <a:pt x="235368" y="30999"/>
                    <a:pt x="236753" y="31849"/>
                    <a:pt x="238065" y="32675"/>
                  </a:cubicBezTo>
                  <a:cubicBezTo>
                    <a:pt x="240761" y="34351"/>
                    <a:pt x="243482" y="36027"/>
                    <a:pt x="246178" y="37752"/>
                  </a:cubicBezTo>
                  <a:cubicBezTo>
                    <a:pt x="248875" y="39477"/>
                    <a:pt x="251571" y="41250"/>
                    <a:pt x="254243" y="43145"/>
                  </a:cubicBezTo>
                  <a:cubicBezTo>
                    <a:pt x="256891" y="45040"/>
                    <a:pt x="259491" y="47032"/>
                    <a:pt x="262017" y="49194"/>
                  </a:cubicBezTo>
                  <a:cubicBezTo>
                    <a:pt x="264543" y="51356"/>
                    <a:pt x="266924" y="53712"/>
                    <a:pt x="269135" y="56214"/>
                  </a:cubicBezTo>
                  <a:lnTo>
                    <a:pt x="269961" y="57161"/>
                  </a:lnTo>
                  <a:cubicBezTo>
                    <a:pt x="270228" y="57477"/>
                    <a:pt x="270495" y="57817"/>
                    <a:pt x="270762" y="58133"/>
                  </a:cubicBezTo>
                  <a:lnTo>
                    <a:pt x="272317" y="60125"/>
                  </a:lnTo>
                  <a:lnTo>
                    <a:pt x="273774" y="62239"/>
                  </a:lnTo>
                  <a:cubicBezTo>
                    <a:pt x="274017" y="62579"/>
                    <a:pt x="274236" y="62943"/>
                    <a:pt x="274455" y="63307"/>
                  </a:cubicBezTo>
                  <a:lnTo>
                    <a:pt x="275111" y="64401"/>
                  </a:lnTo>
                  <a:cubicBezTo>
                    <a:pt x="276811" y="67340"/>
                    <a:pt x="278269" y="70401"/>
                    <a:pt x="279410" y="73607"/>
                  </a:cubicBezTo>
                  <a:cubicBezTo>
                    <a:pt x="280528" y="76790"/>
                    <a:pt x="281354" y="80069"/>
                    <a:pt x="281864" y="83397"/>
                  </a:cubicBezTo>
                  <a:lnTo>
                    <a:pt x="282082" y="84636"/>
                  </a:lnTo>
                  <a:cubicBezTo>
                    <a:pt x="282155" y="85049"/>
                    <a:pt x="282180" y="85462"/>
                    <a:pt x="282228" y="85875"/>
                  </a:cubicBezTo>
                  <a:lnTo>
                    <a:pt x="282350" y="87138"/>
                  </a:lnTo>
                  <a:cubicBezTo>
                    <a:pt x="282398" y="87551"/>
                    <a:pt x="282447" y="87964"/>
                    <a:pt x="282471" y="88377"/>
                  </a:cubicBezTo>
                  <a:lnTo>
                    <a:pt x="282617" y="90879"/>
                  </a:lnTo>
                  <a:lnTo>
                    <a:pt x="282641" y="93381"/>
                  </a:lnTo>
                  <a:cubicBezTo>
                    <a:pt x="282593" y="100037"/>
                    <a:pt x="281524" y="106620"/>
                    <a:pt x="279459" y="112961"/>
                  </a:cubicBezTo>
                  <a:lnTo>
                    <a:pt x="279094" y="114127"/>
                  </a:lnTo>
                  <a:cubicBezTo>
                    <a:pt x="278973" y="114515"/>
                    <a:pt x="278803" y="114904"/>
                    <a:pt x="278657" y="115293"/>
                  </a:cubicBezTo>
                  <a:lnTo>
                    <a:pt x="278220" y="116459"/>
                  </a:lnTo>
                  <a:cubicBezTo>
                    <a:pt x="278074" y="116847"/>
                    <a:pt x="277928" y="117236"/>
                    <a:pt x="277758" y="117600"/>
                  </a:cubicBezTo>
                  <a:lnTo>
                    <a:pt x="276787" y="119884"/>
                  </a:lnTo>
                  <a:lnTo>
                    <a:pt x="275718" y="122094"/>
                  </a:lnTo>
                  <a:cubicBezTo>
                    <a:pt x="274236" y="125058"/>
                    <a:pt x="272536" y="127876"/>
                    <a:pt x="270616" y="130572"/>
                  </a:cubicBezTo>
                  <a:cubicBezTo>
                    <a:pt x="277224" y="121171"/>
                    <a:pt x="281208" y="110191"/>
                    <a:pt x="282204" y="98774"/>
                  </a:cubicBezTo>
                  <a:cubicBezTo>
                    <a:pt x="282447" y="95835"/>
                    <a:pt x="282495" y="92895"/>
                    <a:pt x="282350" y="89980"/>
                  </a:cubicBezTo>
                  <a:cubicBezTo>
                    <a:pt x="282180" y="87017"/>
                    <a:pt x="281815" y="84077"/>
                    <a:pt x="281208" y="81162"/>
                  </a:cubicBezTo>
                  <a:cubicBezTo>
                    <a:pt x="280601" y="78247"/>
                    <a:pt x="279775" y="75381"/>
                    <a:pt x="278706" y="72587"/>
                  </a:cubicBezTo>
                  <a:cubicBezTo>
                    <a:pt x="277637" y="69769"/>
                    <a:pt x="276325" y="67073"/>
                    <a:pt x="274770" y="64498"/>
                  </a:cubicBezTo>
                  <a:cubicBezTo>
                    <a:pt x="274357" y="63842"/>
                    <a:pt x="273993" y="63186"/>
                    <a:pt x="273580" y="62579"/>
                  </a:cubicBezTo>
                  <a:lnTo>
                    <a:pt x="272293" y="60708"/>
                  </a:lnTo>
                  <a:cubicBezTo>
                    <a:pt x="272171" y="60562"/>
                    <a:pt x="272074" y="60417"/>
                    <a:pt x="271953" y="60271"/>
                  </a:cubicBezTo>
                  <a:lnTo>
                    <a:pt x="271612" y="59809"/>
                  </a:lnTo>
                  <a:lnTo>
                    <a:pt x="270932" y="58935"/>
                  </a:lnTo>
                  <a:lnTo>
                    <a:pt x="270228" y="58060"/>
                  </a:lnTo>
                  <a:cubicBezTo>
                    <a:pt x="270009" y="57769"/>
                    <a:pt x="269742" y="57502"/>
                    <a:pt x="269523" y="57210"/>
                  </a:cubicBezTo>
                  <a:cubicBezTo>
                    <a:pt x="267604" y="54951"/>
                    <a:pt x="265539" y="52837"/>
                    <a:pt x="263353" y="50845"/>
                  </a:cubicBezTo>
                  <a:cubicBezTo>
                    <a:pt x="259005" y="46910"/>
                    <a:pt x="254341" y="43534"/>
                    <a:pt x="249652" y="40424"/>
                  </a:cubicBezTo>
                  <a:cubicBezTo>
                    <a:pt x="244964" y="37339"/>
                    <a:pt x="240251" y="34448"/>
                    <a:pt x="235708" y="31558"/>
                  </a:cubicBezTo>
                  <a:cubicBezTo>
                    <a:pt x="231312" y="28764"/>
                    <a:pt x="227230" y="25533"/>
                    <a:pt x="223125" y="22254"/>
                  </a:cubicBezTo>
                  <a:cubicBezTo>
                    <a:pt x="220186" y="19922"/>
                    <a:pt x="217222" y="17565"/>
                    <a:pt x="214161" y="15330"/>
                  </a:cubicBezTo>
                  <a:cubicBezTo>
                    <a:pt x="211076" y="13023"/>
                    <a:pt x="207845" y="10933"/>
                    <a:pt x="204469" y="9039"/>
                  </a:cubicBezTo>
                  <a:lnTo>
                    <a:pt x="203181" y="8359"/>
                  </a:lnTo>
                  <a:cubicBezTo>
                    <a:pt x="202744" y="8140"/>
                    <a:pt x="202307" y="7897"/>
                    <a:pt x="201869" y="7703"/>
                  </a:cubicBezTo>
                  <a:lnTo>
                    <a:pt x="200509" y="7095"/>
                  </a:lnTo>
                  <a:cubicBezTo>
                    <a:pt x="200072" y="6901"/>
                    <a:pt x="199634" y="6658"/>
                    <a:pt x="199149" y="6488"/>
                  </a:cubicBezTo>
                  <a:lnTo>
                    <a:pt x="197764" y="5954"/>
                  </a:lnTo>
                  <a:cubicBezTo>
                    <a:pt x="197278" y="5784"/>
                    <a:pt x="196817" y="5589"/>
                    <a:pt x="196355" y="5468"/>
                  </a:cubicBezTo>
                  <a:lnTo>
                    <a:pt x="193513" y="4593"/>
                  </a:lnTo>
                  <a:cubicBezTo>
                    <a:pt x="189796" y="3670"/>
                    <a:pt x="186031" y="3014"/>
                    <a:pt x="182217" y="2698"/>
                  </a:cubicBezTo>
                  <a:cubicBezTo>
                    <a:pt x="178826" y="2386"/>
                    <a:pt x="175435" y="2258"/>
                    <a:pt x="172044" y="2258"/>
                  </a:cubicBezTo>
                  <a:cubicBezTo>
                    <a:pt x="171743" y="2258"/>
                    <a:pt x="171441" y="2259"/>
                    <a:pt x="171140" y="2261"/>
                  </a:cubicBezTo>
                  <a:cubicBezTo>
                    <a:pt x="167496" y="2285"/>
                    <a:pt x="163876" y="2480"/>
                    <a:pt x="160305" y="2674"/>
                  </a:cubicBezTo>
                  <a:cubicBezTo>
                    <a:pt x="156734" y="2868"/>
                    <a:pt x="153212" y="3184"/>
                    <a:pt x="149738" y="3476"/>
                  </a:cubicBezTo>
                  <a:lnTo>
                    <a:pt x="139341" y="4326"/>
                  </a:lnTo>
                  <a:lnTo>
                    <a:pt x="134094" y="4763"/>
                  </a:lnTo>
                  <a:lnTo>
                    <a:pt x="128847" y="5322"/>
                  </a:lnTo>
                  <a:cubicBezTo>
                    <a:pt x="127122" y="5492"/>
                    <a:pt x="125373" y="5735"/>
                    <a:pt x="123648" y="5954"/>
                  </a:cubicBezTo>
                  <a:cubicBezTo>
                    <a:pt x="121923" y="6197"/>
                    <a:pt x="120199" y="6391"/>
                    <a:pt x="118474" y="6682"/>
                  </a:cubicBezTo>
                  <a:lnTo>
                    <a:pt x="113300" y="7508"/>
                  </a:lnTo>
                  <a:cubicBezTo>
                    <a:pt x="111599" y="7824"/>
                    <a:pt x="109899" y="8164"/>
                    <a:pt x="108174" y="8456"/>
                  </a:cubicBezTo>
                  <a:lnTo>
                    <a:pt x="105623" y="8942"/>
                  </a:lnTo>
                  <a:lnTo>
                    <a:pt x="103073" y="9500"/>
                  </a:lnTo>
                  <a:lnTo>
                    <a:pt x="100546" y="10059"/>
                  </a:lnTo>
                  <a:cubicBezTo>
                    <a:pt x="99696" y="10253"/>
                    <a:pt x="98846" y="10399"/>
                    <a:pt x="97996" y="10618"/>
                  </a:cubicBezTo>
                  <a:lnTo>
                    <a:pt x="92967" y="11881"/>
                  </a:lnTo>
                  <a:lnTo>
                    <a:pt x="91704" y="12172"/>
                  </a:lnTo>
                  <a:lnTo>
                    <a:pt x="90441" y="12537"/>
                  </a:lnTo>
                  <a:lnTo>
                    <a:pt x="87963" y="13241"/>
                  </a:lnTo>
                  <a:cubicBezTo>
                    <a:pt x="84611" y="14116"/>
                    <a:pt x="81331" y="15233"/>
                    <a:pt x="78027" y="16253"/>
                  </a:cubicBezTo>
                  <a:cubicBezTo>
                    <a:pt x="76400" y="16812"/>
                    <a:pt x="74772" y="17395"/>
                    <a:pt x="73120" y="17978"/>
                  </a:cubicBezTo>
                  <a:cubicBezTo>
                    <a:pt x="72343" y="18270"/>
                    <a:pt x="71517" y="18537"/>
                    <a:pt x="70691" y="18828"/>
                  </a:cubicBezTo>
                  <a:lnTo>
                    <a:pt x="68262" y="19776"/>
                  </a:lnTo>
                  <a:lnTo>
                    <a:pt x="65833" y="20723"/>
                  </a:lnTo>
                  <a:cubicBezTo>
                    <a:pt x="65055" y="21063"/>
                    <a:pt x="64229" y="21355"/>
                    <a:pt x="63452" y="21719"/>
                  </a:cubicBezTo>
                  <a:lnTo>
                    <a:pt x="58666" y="23784"/>
                  </a:lnTo>
                  <a:lnTo>
                    <a:pt x="57646" y="24221"/>
                  </a:lnTo>
                  <a:cubicBezTo>
                    <a:pt x="57306" y="24367"/>
                    <a:pt x="56966" y="24537"/>
                    <a:pt x="56626" y="24707"/>
                  </a:cubicBezTo>
                  <a:lnTo>
                    <a:pt x="54585" y="25679"/>
                  </a:lnTo>
                  <a:lnTo>
                    <a:pt x="52520" y="26651"/>
                  </a:lnTo>
                  <a:lnTo>
                    <a:pt x="51500" y="27136"/>
                  </a:lnTo>
                  <a:cubicBezTo>
                    <a:pt x="51160" y="27282"/>
                    <a:pt x="50820" y="27452"/>
                    <a:pt x="50480" y="27622"/>
                  </a:cubicBezTo>
                  <a:lnTo>
                    <a:pt x="45791" y="30732"/>
                  </a:lnTo>
                  <a:cubicBezTo>
                    <a:pt x="45427" y="30975"/>
                    <a:pt x="45063" y="31217"/>
                    <a:pt x="44698" y="31460"/>
                  </a:cubicBezTo>
                  <a:lnTo>
                    <a:pt x="43678" y="32213"/>
                  </a:lnTo>
                  <a:lnTo>
                    <a:pt x="41710" y="33671"/>
                  </a:lnTo>
                  <a:lnTo>
                    <a:pt x="39961" y="35031"/>
                  </a:lnTo>
                  <a:lnTo>
                    <a:pt x="39160" y="35687"/>
                  </a:lnTo>
                  <a:cubicBezTo>
                    <a:pt x="38892" y="35882"/>
                    <a:pt x="38650" y="36124"/>
                    <a:pt x="38382" y="36343"/>
                  </a:cubicBezTo>
                  <a:cubicBezTo>
                    <a:pt x="37411" y="37218"/>
                    <a:pt x="36560" y="37995"/>
                    <a:pt x="35880" y="38699"/>
                  </a:cubicBezTo>
                  <a:cubicBezTo>
                    <a:pt x="34520" y="40084"/>
                    <a:pt x="33791" y="41056"/>
                    <a:pt x="34034" y="41396"/>
                  </a:cubicBezTo>
                  <a:cubicBezTo>
                    <a:pt x="34094" y="41474"/>
                    <a:pt x="34212" y="41515"/>
                    <a:pt x="34392" y="41515"/>
                  </a:cubicBezTo>
                  <a:cubicBezTo>
                    <a:pt x="34934" y="41515"/>
                    <a:pt x="36041" y="41142"/>
                    <a:pt x="37848" y="40303"/>
                  </a:cubicBezTo>
                  <a:cubicBezTo>
                    <a:pt x="38455" y="40011"/>
                    <a:pt x="39135" y="39671"/>
                    <a:pt x="39913" y="39282"/>
                  </a:cubicBezTo>
                  <a:cubicBezTo>
                    <a:pt x="40301" y="39112"/>
                    <a:pt x="40690" y="38894"/>
                    <a:pt x="41127" y="38675"/>
                  </a:cubicBezTo>
                  <a:lnTo>
                    <a:pt x="42488" y="38019"/>
                  </a:lnTo>
                  <a:cubicBezTo>
                    <a:pt x="43435" y="37558"/>
                    <a:pt x="44480" y="37023"/>
                    <a:pt x="45597" y="36440"/>
                  </a:cubicBezTo>
                  <a:lnTo>
                    <a:pt x="47370" y="35541"/>
                  </a:lnTo>
                  <a:lnTo>
                    <a:pt x="49338" y="34618"/>
                  </a:lnTo>
                  <a:lnTo>
                    <a:pt x="51500" y="33404"/>
                  </a:lnTo>
                  <a:lnTo>
                    <a:pt x="52715" y="32748"/>
                  </a:lnTo>
                  <a:cubicBezTo>
                    <a:pt x="53152" y="32529"/>
                    <a:pt x="53565" y="32286"/>
                    <a:pt x="54002" y="32068"/>
                  </a:cubicBezTo>
                  <a:lnTo>
                    <a:pt x="59274" y="29444"/>
                  </a:lnTo>
                  <a:lnTo>
                    <a:pt x="59881" y="29128"/>
                  </a:lnTo>
                  <a:lnTo>
                    <a:pt x="60488" y="28861"/>
                  </a:lnTo>
                  <a:lnTo>
                    <a:pt x="61654" y="28351"/>
                  </a:lnTo>
                  <a:lnTo>
                    <a:pt x="63598" y="27452"/>
                  </a:lnTo>
                  <a:lnTo>
                    <a:pt x="65395" y="26651"/>
                  </a:lnTo>
                  <a:cubicBezTo>
                    <a:pt x="65757" y="26575"/>
                    <a:pt x="66038" y="26542"/>
                    <a:pt x="66253" y="26542"/>
                  </a:cubicBezTo>
                  <a:cubicBezTo>
                    <a:pt x="66730" y="26542"/>
                    <a:pt x="66871" y="26707"/>
                    <a:pt x="66804" y="26942"/>
                  </a:cubicBezTo>
                  <a:cubicBezTo>
                    <a:pt x="66707" y="27258"/>
                    <a:pt x="66197" y="27817"/>
                    <a:pt x="65687" y="28375"/>
                  </a:cubicBezTo>
                  <a:cubicBezTo>
                    <a:pt x="83323" y="20820"/>
                    <a:pt x="102077" y="15986"/>
                    <a:pt x="121098" y="13241"/>
                  </a:cubicBezTo>
                  <a:lnTo>
                    <a:pt x="128239" y="12318"/>
                  </a:lnTo>
                  <a:cubicBezTo>
                    <a:pt x="130644" y="12075"/>
                    <a:pt x="133025" y="11808"/>
                    <a:pt x="135430" y="11565"/>
                  </a:cubicBezTo>
                  <a:lnTo>
                    <a:pt x="149908" y="10448"/>
                  </a:lnTo>
                  <a:cubicBezTo>
                    <a:pt x="154742" y="10059"/>
                    <a:pt x="159552" y="9695"/>
                    <a:pt x="164338" y="9476"/>
                  </a:cubicBezTo>
                  <a:cubicBezTo>
                    <a:pt x="166718" y="9354"/>
                    <a:pt x="169093" y="9294"/>
                    <a:pt x="171468" y="9294"/>
                  </a:cubicBezTo>
                  <a:cubicBezTo>
                    <a:pt x="173842" y="9294"/>
                    <a:pt x="176217" y="9354"/>
                    <a:pt x="178597" y="9476"/>
                  </a:cubicBezTo>
                  <a:cubicBezTo>
                    <a:pt x="179326" y="9500"/>
                    <a:pt x="180055" y="9573"/>
                    <a:pt x="180784" y="9646"/>
                  </a:cubicBezTo>
                  <a:lnTo>
                    <a:pt x="181877" y="9719"/>
                  </a:lnTo>
                  <a:cubicBezTo>
                    <a:pt x="182241" y="9743"/>
                    <a:pt x="182606" y="9767"/>
                    <a:pt x="182970" y="9840"/>
                  </a:cubicBezTo>
                  <a:lnTo>
                    <a:pt x="185132" y="10108"/>
                  </a:lnTo>
                  <a:lnTo>
                    <a:pt x="185666" y="10156"/>
                  </a:lnTo>
                  <a:cubicBezTo>
                    <a:pt x="185861" y="10180"/>
                    <a:pt x="186031" y="10229"/>
                    <a:pt x="186201" y="10253"/>
                  </a:cubicBezTo>
                  <a:lnTo>
                    <a:pt x="187270" y="10448"/>
                  </a:lnTo>
                  <a:lnTo>
                    <a:pt x="188339" y="10618"/>
                  </a:lnTo>
                  <a:cubicBezTo>
                    <a:pt x="188509" y="10666"/>
                    <a:pt x="188703" y="10691"/>
                    <a:pt x="188873" y="10715"/>
                  </a:cubicBezTo>
                  <a:lnTo>
                    <a:pt x="189407" y="10836"/>
                  </a:lnTo>
                  <a:lnTo>
                    <a:pt x="191472" y="11322"/>
                  </a:lnTo>
                  <a:cubicBezTo>
                    <a:pt x="191837" y="11419"/>
                    <a:pt x="192152" y="11541"/>
                    <a:pt x="192493" y="11638"/>
                  </a:cubicBezTo>
                  <a:lnTo>
                    <a:pt x="193513" y="11929"/>
                  </a:lnTo>
                  <a:lnTo>
                    <a:pt x="194533" y="12245"/>
                  </a:lnTo>
                  <a:cubicBezTo>
                    <a:pt x="194849" y="12367"/>
                    <a:pt x="195165" y="12488"/>
                    <a:pt x="195505" y="12610"/>
                  </a:cubicBezTo>
                  <a:cubicBezTo>
                    <a:pt x="196817" y="13071"/>
                    <a:pt x="198080" y="13678"/>
                    <a:pt x="199367" y="14286"/>
                  </a:cubicBezTo>
                  <a:lnTo>
                    <a:pt x="201262" y="15282"/>
                  </a:lnTo>
                  <a:cubicBezTo>
                    <a:pt x="201894" y="15622"/>
                    <a:pt x="202501" y="16011"/>
                    <a:pt x="203133" y="16351"/>
                  </a:cubicBezTo>
                  <a:cubicBezTo>
                    <a:pt x="205610" y="17832"/>
                    <a:pt x="208015" y="19460"/>
                    <a:pt x="210396" y="21209"/>
                  </a:cubicBezTo>
                  <a:cubicBezTo>
                    <a:pt x="215157" y="24707"/>
                    <a:pt x="219773" y="28545"/>
                    <a:pt x="224655" y="32238"/>
                  </a:cubicBezTo>
                  <a:cubicBezTo>
                    <a:pt x="225870" y="33137"/>
                    <a:pt x="227109" y="34060"/>
                    <a:pt x="228396" y="34934"/>
                  </a:cubicBezTo>
                  <a:lnTo>
                    <a:pt x="229344" y="35614"/>
                  </a:lnTo>
                  <a:lnTo>
                    <a:pt x="230316" y="36270"/>
                  </a:lnTo>
                  <a:cubicBezTo>
                    <a:pt x="230971" y="36683"/>
                    <a:pt x="231627" y="37145"/>
                    <a:pt x="232259" y="37533"/>
                  </a:cubicBezTo>
                  <a:lnTo>
                    <a:pt x="239838" y="42295"/>
                  </a:lnTo>
                  <a:cubicBezTo>
                    <a:pt x="242365" y="43898"/>
                    <a:pt x="244818" y="45477"/>
                    <a:pt x="247223" y="47129"/>
                  </a:cubicBezTo>
                  <a:cubicBezTo>
                    <a:pt x="248438" y="47955"/>
                    <a:pt x="249652" y="48781"/>
                    <a:pt x="250794" y="49631"/>
                  </a:cubicBezTo>
                  <a:cubicBezTo>
                    <a:pt x="251960" y="50505"/>
                    <a:pt x="253102" y="51356"/>
                    <a:pt x="254219" y="52254"/>
                  </a:cubicBezTo>
                  <a:cubicBezTo>
                    <a:pt x="258713" y="55825"/>
                    <a:pt x="262746" y="59761"/>
                    <a:pt x="266025" y="64158"/>
                  </a:cubicBezTo>
                  <a:cubicBezTo>
                    <a:pt x="267629" y="66344"/>
                    <a:pt x="269037" y="68676"/>
                    <a:pt x="270228" y="71105"/>
                  </a:cubicBezTo>
                  <a:cubicBezTo>
                    <a:pt x="271370" y="73559"/>
                    <a:pt x="272341" y="76109"/>
                    <a:pt x="273070" y="78709"/>
                  </a:cubicBezTo>
                  <a:cubicBezTo>
                    <a:pt x="274386" y="83525"/>
                    <a:pt x="274985" y="88486"/>
                    <a:pt x="274868" y="93457"/>
                  </a:cubicBezTo>
                  <a:lnTo>
                    <a:pt x="274868" y="93457"/>
                  </a:lnTo>
                  <a:lnTo>
                    <a:pt x="274868" y="91170"/>
                  </a:lnTo>
                  <a:lnTo>
                    <a:pt x="274843" y="90660"/>
                  </a:lnTo>
                  <a:lnTo>
                    <a:pt x="274746" y="88571"/>
                  </a:lnTo>
                  <a:lnTo>
                    <a:pt x="274528" y="86531"/>
                  </a:lnTo>
                  <a:cubicBezTo>
                    <a:pt x="274212" y="83786"/>
                    <a:pt x="273677" y="81089"/>
                    <a:pt x="272924" y="78417"/>
                  </a:cubicBezTo>
                  <a:cubicBezTo>
                    <a:pt x="272147" y="75794"/>
                    <a:pt x="271151" y="73243"/>
                    <a:pt x="269936" y="70789"/>
                  </a:cubicBezTo>
                  <a:lnTo>
                    <a:pt x="269013" y="68967"/>
                  </a:lnTo>
                  <a:lnTo>
                    <a:pt x="267944" y="67194"/>
                  </a:lnTo>
                  <a:lnTo>
                    <a:pt x="267701" y="66757"/>
                  </a:lnTo>
                  <a:lnTo>
                    <a:pt x="267386" y="66344"/>
                  </a:lnTo>
                  <a:lnTo>
                    <a:pt x="266778" y="65494"/>
                  </a:lnTo>
                  <a:lnTo>
                    <a:pt x="266195" y="64643"/>
                  </a:lnTo>
                  <a:lnTo>
                    <a:pt x="265564" y="63818"/>
                  </a:lnTo>
                  <a:lnTo>
                    <a:pt x="264932" y="62992"/>
                  </a:lnTo>
                  <a:cubicBezTo>
                    <a:pt x="264738" y="62724"/>
                    <a:pt x="264519" y="62457"/>
                    <a:pt x="264300" y="62190"/>
                  </a:cubicBezTo>
                  <a:lnTo>
                    <a:pt x="262940" y="60587"/>
                  </a:lnTo>
                  <a:cubicBezTo>
                    <a:pt x="261993" y="59566"/>
                    <a:pt x="261045" y="58522"/>
                    <a:pt x="260025" y="57550"/>
                  </a:cubicBezTo>
                  <a:cubicBezTo>
                    <a:pt x="257984" y="55582"/>
                    <a:pt x="255822" y="53712"/>
                    <a:pt x="253588" y="51963"/>
                  </a:cubicBezTo>
                  <a:cubicBezTo>
                    <a:pt x="249069" y="48416"/>
                    <a:pt x="244138" y="45210"/>
                    <a:pt x="239134" y="42027"/>
                  </a:cubicBezTo>
                  <a:lnTo>
                    <a:pt x="231554" y="37266"/>
                  </a:lnTo>
                  <a:cubicBezTo>
                    <a:pt x="228907" y="35566"/>
                    <a:pt x="226429" y="33768"/>
                    <a:pt x="224000" y="31922"/>
                  </a:cubicBezTo>
                  <a:cubicBezTo>
                    <a:pt x="219165" y="28229"/>
                    <a:pt x="214598" y="24440"/>
                    <a:pt x="209886" y="20990"/>
                  </a:cubicBezTo>
                  <a:cubicBezTo>
                    <a:pt x="207578" y="19290"/>
                    <a:pt x="205173" y="17687"/>
                    <a:pt x="202695" y="16205"/>
                  </a:cubicBezTo>
                  <a:cubicBezTo>
                    <a:pt x="201481" y="15476"/>
                    <a:pt x="200242" y="14845"/>
                    <a:pt x="199003" y="14189"/>
                  </a:cubicBezTo>
                  <a:lnTo>
                    <a:pt x="197108" y="13314"/>
                  </a:lnTo>
                  <a:cubicBezTo>
                    <a:pt x="196792" y="13168"/>
                    <a:pt x="196476" y="13071"/>
                    <a:pt x="196136" y="12925"/>
                  </a:cubicBezTo>
                  <a:lnTo>
                    <a:pt x="195189" y="12561"/>
                  </a:lnTo>
                  <a:cubicBezTo>
                    <a:pt x="194557" y="12318"/>
                    <a:pt x="193901" y="12099"/>
                    <a:pt x="193221" y="11905"/>
                  </a:cubicBezTo>
                  <a:lnTo>
                    <a:pt x="192225" y="11614"/>
                  </a:lnTo>
                  <a:lnTo>
                    <a:pt x="191739" y="11444"/>
                  </a:lnTo>
                  <a:lnTo>
                    <a:pt x="191229" y="11322"/>
                  </a:lnTo>
                  <a:lnTo>
                    <a:pt x="189189" y="10836"/>
                  </a:lnTo>
                  <a:cubicBezTo>
                    <a:pt x="188849" y="10763"/>
                    <a:pt x="188484" y="10691"/>
                    <a:pt x="188144" y="10642"/>
                  </a:cubicBezTo>
                  <a:lnTo>
                    <a:pt x="187100" y="10448"/>
                  </a:lnTo>
                  <a:cubicBezTo>
                    <a:pt x="185715" y="10180"/>
                    <a:pt x="184282" y="10035"/>
                    <a:pt x="182873" y="9840"/>
                  </a:cubicBezTo>
                  <a:cubicBezTo>
                    <a:pt x="182144" y="9767"/>
                    <a:pt x="181440" y="9719"/>
                    <a:pt x="180711" y="9646"/>
                  </a:cubicBezTo>
                  <a:cubicBezTo>
                    <a:pt x="180006" y="9597"/>
                    <a:pt x="179278" y="9500"/>
                    <a:pt x="178549" y="9500"/>
                  </a:cubicBezTo>
                  <a:cubicBezTo>
                    <a:pt x="176287" y="9385"/>
                    <a:pt x="174025" y="9330"/>
                    <a:pt x="171763" y="9330"/>
                  </a:cubicBezTo>
                  <a:cubicBezTo>
                    <a:pt x="169264" y="9330"/>
                    <a:pt x="166764" y="9397"/>
                    <a:pt x="164265" y="9525"/>
                  </a:cubicBezTo>
                  <a:cubicBezTo>
                    <a:pt x="159479" y="9767"/>
                    <a:pt x="154621" y="10156"/>
                    <a:pt x="149762" y="10569"/>
                  </a:cubicBezTo>
                  <a:cubicBezTo>
                    <a:pt x="147333" y="10788"/>
                    <a:pt x="144880" y="10982"/>
                    <a:pt x="142402" y="11176"/>
                  </a:cubicBezTo>
                  <a:lnTo>
                    <a:pt x="135163" y="11784"/>
                  </a:lnTo>
                  <a:lnTo>
                    <a:pt x="127924" y="12561"/>
                  </a:lnTo>
                  <a:lnTo>
                    <a:pt x="120709" y="13557"/>
                  </a:lnTo>
                  <a:cubicBezTo>
                    <a:pt x="101518" y="16424"/>
                    <a:pt x="82546" y="21476"/>
                    <a:pt x="64739" y="29347"/>
                  </a:cubicBezTo>
                  <a:cubicBezTo>
                    <a:pt x="64352" y="29816"/>
                    <a:pt x="64239" y="30165"/>
                    <a:pt x="64800" y="30165"/>
                  </a:cubicBezTo>
                  <a:cubicBezTo>
                    <a:pt x="64908" y="30165"/>
                    <a:pt x="65040" y="30152"/>
                    <a:pt x="65201" y="30124"/>
                  </a:cubicBezTo>
                  <a:cubicBezTo>
                    <a:pt x="66027" y="29979"/>
                    <a:pt x="66829" y="29760"/>
                    <a:pt x="67630" y="29468"/>
                  </a:cubicBezTo>
                  <a:cubicBezTo>
                    <a:pt x="68796" y="29128"/>
                    <a:pt x="70302" y="28618"/>
                    <a:pt x="72294" y="27914"/>
                  </a:cubicBezTo>
                  <a:lnTo>
                    <a:pt x="73436" y="27549"/>
                  </a:lnTo>
                  <a:cubicBezTo>
                    <a:pt x="73825" y="27404"/>
                    <a:pt x="74238" y="27258"/>
                    <a:pt x="74699" y="27112"/>
                  </a:cubicBezTo>
                  <a:cubicBezTo>
                    <a:pt x="75622" y="26821"/>
                    <a:pt x="76618" y="26480"/>
                    <a:pt x="77712" y="26116"/>
                  </a:cubicBezTo>
                  <a:cubicBezTo>
                    <a:pt x="78780" y="25752"/>
                    <a:pt x="79946" y="25339"/>
                    <a:pt x="81210" y="24926"/>
                  </a:cubicBezTo>
                  <a:lnTo>
                    <a:pt x="85194" y="23687"/>
                  </a:lnTo>
                  <a:lnTo>
                    <a:pt x="87356" y="22982"/>
                  </a:lnTo>
                  <a:lnTo>
                    <a:pt x="89590" y="22326"/>
                  </a:lnTo>
                  <a:cubicBezTo>
                    <a:pt x="91145" y="21889"/>
                    <a:pt x="92724" y="21428"/>
                    <a:pt x="94352" y="20966"/>
                  </a:cubicBezTo>
                  <a:lnTo>
                    <a:pt x="99405" y="19654"/>
                  </a:lnTo>
                  <a:lnTo>
                    <a:pt x="100716" y="19314"/>
                  </a:lnTo>
                  <a:lnTo>
                    <a:pt x="102028" y="19023"/>
                  </a:lnTo>
                  <a:lnTo>
                    <a:pt x="104700" y="18415"/>
                  </a:lnTo>
                  <a:lnTo>
                    <a:pt x="107421" y="17808"/>
                  </a:lnTo>
                  <a:lnTo>
                    <a:pt x="110166" y="17249"/>
                  </a:lnTo>
                  <a:lnTo>
                    <a:pt x="112935" y="16691"/>
                  </a:lnTo>
                  <a:lnTo>
                    <a:pt x="114320" y="16424"/>
                  </a:lnTo>
                  <a:lnTo>
                    <a:pt x="115705" y="16181"/>
                  </a:lnTo>
                  <a:lnTo>
                    <a:pt x="121292" y="15233"/>
                  </a:lnTo>
                  <a:lnTo>
                    <a:pt x="126831" y="14456"/>
                  </a:lnTo>
                  <a:lnTo>
                    <a:pt x="128191" y="14261"/>
                  </a:lnTo>
                  <a:lnTo>
                    <a:pt x="129551" y="14116"/>
                  </a:lnTo>
                  <a:lnTo>
                    <a:pt x="132248" y="13800"/>
                  </a:lnTo>
                  <a:lnTo>
                    <a:pt x="134871" y="13508"/>
                  </a:lnTo>
                  <a:cubicBezTo>
                    <a:pt x="135746" y="13411"/>
                    <a:pt x="136620" y="13338"/>
                    <a:pt x="137471" y="13266"/>
                  </a:cubicBezTo>
                  <a:lnTo>
                    <a:pt x="142426" y="12853"/>
                  </a:lnTo>
                  <a:lnTo>
                    <a:pt x="147163" y="12512"/>
                  </a:lnTo>
                  <a:cubicBezTo>
                    <a:pt x="151317" y="12245"/>
                    <a:pt x="155423" y="11929"/>
                    <a:pt x="159528" y="11711"/>
                  </a:cubicBezTo>
                  <a:cubicBezTo>
                    <a:pt x="163335" y="11486"/>
                    <a:pt x="167122" y="11344"/>
                    <a:pt x="170888" y="11344"/>
                  </a:cubicBezTo>
                  <a:cubicBezTo>
                    <a:pt x="171182" y="11344"/>
                    <a:pt x="171477" y="11345"/>
                    <a:pt x="171771" y="11346"/>
                  </a:cubicBezTo>
                  <a:cubicBezTo>
                    <a:pt x="175779" y="11346"/>
                    <a:pt x="179788" y="11589"/>
                    <a:pt x="183772" y="12075"/>
                  </a:cubicBezTo>
                  <a:cubicBezTo>
                    <a:pt x="187585" y="12512"/>
                    <a:pt x="191326" y="13411"/>
                    <a:pt x="194922" y="14747"/>
                  </a:cubicBezTo>
                  <a:cubicBezTo>
                    <a:pt x="198371" y="16083"/>
                    <a:pt x="201796" y="18002"/>
                    <a:pt x="205149" y="20262"/>
                  </a:cubicBezTo>
                  <a:cubicBezTo>
                    <a:pt x="208477" y="22497"/>
                    <a:pt x="211781" y="25047"/>
                    <a:pt x="215133" y="27671"/>
                  </a:cubicBezTo>
                  <a:cubicBezTo>
                    <a:pt x="218510" y="30319"/>
                    <a:pt x="221910" y="33064"/>
                    <a:pt x="225554" y="35711"/>
                  </a:cubicBezTo>
                  <a:cubicBezTo>
                    <a:pt x="226502" y="36343"/>
                    <a:pt x="227401" y="37023"/>
                    <a:pt x="228372" y="37655"/>
                  </a:cubicBezTo>
                  <a:lnTo>
                    <a:pt x="229805" y="38602"/>
                  </a:lnTo>
                  <a:lnTo>
                    <a:pt x="230534" y="39088"/>
                  </a:lnTo>
                  <a:lnTo>
                    <a:pt x="231214" y="39501"/>
                  </a:lnTo>
                  <a:lnTo>
                    <a:pt x="236729" y="42951"/>
                  </a:lnTo>
                  <a:cubicBezTo>
                    <a:pt x="240373" y="45234"/>
                    <a:pt x="243944" y="47493"/>
                    <a:pt x="247369" y="49850"/>
                  </a:cubicBezTo>
                  <a:cubicBezTo>
                    <a:pt x="250721" y="52157"/>
                    <a:pt x="253928" y="54659"/>
                    <a:pt x="256940" y="57356"/>
                  </a:cubicBezTo>
                  <a:cubicBezTo>
                    <a:pt x="259855" y="59955"/>
                    <a:pt x="262503" y="62846"/>
                    <a:pt x="264811" y="65980"/>
                  </a:cubicBezTo>
                  <a:cubicBezTo>
                    <a:pt x="266997" y="69040"/>
                    <a:pt x="268770" y="72368"/>
                    <a:pt x="270082" y="75891"/>
                  </a:cubicBezTo>
                  <a:lnTo>
                    <a:pt x="270349" y="76547"/>
                  </a:lnTo>
                  <a:cubicBezTo>
                    <a:pt x="270422" y="76765"/>
                    <a:pt x="270495" y="76984"/>
                    <a:pt x="270568" y="77202"/>
                  </a:cubicBezTo>
                  <a:lnTo>
                    <a:pt x="270981" y="78539"/>
                  </a:lnTo>
                  <a:cubicBezTo>
                    <a:pt x="271151" y="79000"/>
                    <a:pt x="271248" y="79462"/>
                    <a:pt x="271370" y="79899"/>
                  </a:cubicBezTo>
                  <a:lnTo>
                    <a:pt x="271734" y="81284"/>
                  </a:lnTo>
                  <a:lnTo>
                    <a:pt x="272050" y="82668"/>
                  </a:lnTo>
                  <a:cubicBezTo>
                    <a:pt x="272123" y="83130"/>
                    <a:pt x="272244" y="83591"/>
                    <a:pt x="272317" y="84053"/>
                  </a:cubicBezTo>
                  <a:lnTo>
                    <a:pt x="272536" y="85462"/>
                  </a:lnTo>
                  <a:lnTo>
                    <a:pt x="272633" y="86166"/>
                  </a:lnTo>
                  <a:cubicBezTo>
                    <a:pt x="272681" y="86385"/>
                    <a:pt x="272706" y="86628"/>
                    <a:pt x="272730" y="86871"/>
                  </a:cubicBezTo>
                  <a:cubicBezTo>
                    <a:pt x="273143" y="90636"/>
                    <a:pt x="273167" y="94426"/>
                    <a:pt x="272778" y="98215"/>
                  </a:cubicBezTo>
                  <a:cubicBezTo>
                    <a:pt x="272754" y="98677"/>
                    <a:pt x="272681" y="99138"/>
                    <a:pt x="272608" y="99624"/>
                  </a:cubicBezTo>
                  <a:lnTo>
                    <a:pt x="272414" y="101009"/>
                  </a:lnTo>
                  <a:cubicBezTo>
                    <a:pt x="272268" y="101956"/>
                    <a:pt x="272074" y="102879"/>
                    <a:pt x="271928" y="103802"/>
                  </a:cubicBezTo>
                  <a:cubicBezTo>
                    <a:pt x="271710" y="104750"/>
                    <a:pt x="271515" y="105649"/>
                    <a:pt x="271272" y="106572"/>
                  </a:cubicBezTo>
                  <a:lnTo>
                    <a:pt x="270884" y="107932"/>
                  </a:lnTo>
                  <a:cubicBezTo>
                    <a:pt x="270762" y="108369"/>
                    <a:pt x="270641" y="108831"/>
                    <a:pt x="270471" y="109268"/>
                  </a:cubicBezTo>
                  <a:cubicBezTo>
                    <a:pt x="269353" y="112815"/>
                    <a:pt x="267871" y="116264"/>
                    <a:pt x="266050" y="119519"/>
                  </a:cubicBezTo>
                  <a:lnTo>
                    <a:pt x="265564" y="120394"/>
                  </a:lnTo>
                  <a:lnTo>
                    <a:pt x="265029" y="121244"/>
                  </a:lnTo>
                  <a:lnTo>
                    <a:pt x="264495" y="122119"/>
                  </a:lnTo>
                  <a:lnTo>
                    <a:pt x="264252" y="122532"/>
                  </a:lnTo>
                  <a:lnTo>
                    <a:pt x="263960" y="122945"/>
                  </a:lnTo>
                  <a:lnTo>
                    <a:pt x="262843" y="124596"/>
                  </a:lnTo>
                  <a:lnTo>
                    <a:pt x="261628" y="126200"/>
                  </a:lnTo>
                  <a:cubicBezTo>
                    <a:pt x="260001" y="128289"/>
                    <a:pt x="258203" y="130257"/>
                    <a:pt x="256284" y="132054"/>
                  </a:cubicBezTo>
                  <a:cubicBezTo>
                    <a:pt x="254341" y="133828"/>
                    <a:pt x="252276" y="135431"/>
                    <a:pt x="250089" y="136864"/>
                  </a:cubicBezTo>
                  <a:lnTo>
                    <a:pt x="248389" y="137933"/>
                  </a:lnTo>
                  <a:lnTo>
                    <a:pt x="246616" y="138929"/>
                  </a:lnTo>
                  <a:lnTo>
                    <a:pt x="246178" y="139196"/>
                  </a:lnTo>
                  <a:lnTo>
                    <a:pt x="245741" y="139415"/>
                  </a:lnTo>
                  <a:lnTo>
                    <a:pt x="244818" y="139876"/>
                  </a:lnTo>
                  <a:lnTo>
                    <a:pt x="243919" y="140338"/>
                  </a:lnTo>
                  <a:lnTo>
                    <a:pt x="242996" y="140775"/>
                  </a:lnTo>
                  <a:lnTo>
                    <a:pt x="242049" y="141188"/>
                  </a:lnTo>
                  <a:lnTo>
                    <a:pt x="241587" y="141407"/>
                  </a:lnTo>
                  <a:lnTo>
                    <a:pt x="241126" y="141601"/>
                  </a:lnTo>
                  <a:lnTo>
                    <a:pt x="239231" y="142403"/>
                  </a:lnTo>
                  <a:lnTo>
                    <a:pt x="237287" y="143131"/>
                  </a:lnTo>
                  <a:cubicBezTo>
                    <a:pt x="236656" y="143399"/>
                    <a:pt x="235976" y="143593"/>
                    <a:pt x="235344" y="143836"/>
                  </a:cubicBezTo>
                  <a:cubicBezTo>
                    <a:pt x="232721" y="144735"/>
                    <a:pt x="230000" y="145512"/>
                    <a:pt x="227255" y="146192"/>
                  </a:cubicBezTo>
                  <a:cubicBezTo>
                    <a:pt x="224485" y="146872"/>
                    <a:pt x="221692" y="147455"/>
                    <a:pt x="218850" y="147990"/>
                  </a:cubicBezTo>
                  <a:cubicBezTo>
                    <a:pt x="216007" y="148500"/>
                    <a:pt x="213117" y="148986"/>
                    <a:pt x="210226" y="149374"/>
                  </a:cubicBezTo>
                  <a:cubicBezTo>
                    <a:pt x="194787" y="151592"/>
                    <a:pt x="179230" y="152704"/>
                    <a:pt x="163670" y="152704"/>
                  </a:cubicBezTo>
                  <a:cubicBezTo>
                    <a:pt x="155702" y="152704"/>
                    <a:pt x="147733" y="152412"/>
                    <a:pt x="139778" y="151828"/>
                  </a:cubicBezTo>
                  <a:lnTo>
                    <a:pt x="136742" y="151634"/>
                  </a:lnTo>
                  <a:lnTo>
                    <a:pt x="133705" y="151342"/>
                  </a:lnTo>
                  <a:lnTo>
                    <a:pt x="127608" y="150735"/>
                  </a:lnTo>
                  <a:cubicBezTo>
                    <a:pt x="125567" y="150492"/>
                    <a:pt x="123551" y="150225"/>
                    <a:pt x="121510" y="149958"/>
                  </a:cubicBezTo>
                  <a:lnTo>
                    <a:pt x="118450" y="149569"/>
                  </a:lnTo>
                  <a:cubicBezTo>
                    <a:pt x="117454" y="149423"/>
                    <a:pt x="116433" y="149253"/>
                    <a:pt x="115413" y="149107"/>
                  </a:cubicBezTo>
                  <a:lnTo>
                    <a:pt x="109316" y="148111"/>
                  </a:lnTo>
                  <a:cubicBezTo>
                    <a:pt x="107275" y="147747"/>
                    <a:pt x="105235" y="147358"/>
                    <a:pt x="103218" y="146970"/>
                  </a:cubicBezTo>
                  <a:lnTo>
                    <a:pt x="100182" y="146387"/>
                  </a:lnTo>
                  <a:cubicBezTo>
                    <a:pt x="99162" y="146192"/>
                    <a:pt x="98141" y="145949"/>
                    <a:pt x="97145" y="145731"/>
                  </a:cubicBezTo>
                  <a:lnTo>
                    <a:pt x="91072" y="144370"/>
                  </a:lnTo>
                  <a:cubicBezTo>
                    <a:pt x="89056" y="143884"/>
                    <a:pt x="87040" y="143374"/>
                    <a:pt x="85048" y="142864"/>
                  </a:cubicBezTo>
                  <a:lnTo>
                    <a:pt x="82036" y="142087"/>
                  </a:lnTo>
                  <a:cubicBezTo>
                    <a:pt x="81040" y="141820"/>
                    <a:pt x="80044" y="141528"/>
                    <a:pt x="79048" y="141237"/>
                  </a:cubicBezTo>
                  <a:lnTo>
                    <a:pt x="73096" y="139536"/>
                  </a:lnTo>
                  <a:cubicBezTo>
                    <a:pt x="71128" y="138929"/>
                    <a:pt x="69161" y="138273"/>
                    <a:pt x="67193" y="137666"/>
                  </a:cubicBezTo>
                  <a:cubicBezTo>
                    <a:pt x="63258" y="136451"/>
                    <a:pt x="59395" y="135115"/>
                    <a:pt x="55630" y="133682"/>
                  </a:cubicBezTo>
                  <a:cubicBezTo>
                    <a:pt x="51865" y="132249"/>
                    <a:pt x="48221" y="130694"/>
                    <a:pt x="44698" y="128993"/>
                  </a:cubicBezTo>
                  <a:cubicBezTo>
                    <a:pt x="41249" y="127342"/>
                    <a:pt x="37921" y="125471"/>
                    <a:pt x="34714" y="123358"/>
                  </a:cubicBezTo>
                  <a:cubicBezTo>
                    <a:pt x="33937" y="122847"/>
                    <a:pt x="33159" y="122337"/>
                    <a:pt x="32406" y="121779"/>
                  </a:cubicBezTo>
                  <a:lnTo>
                    <a:pt x="31289" y="120953"/>
                  </a:lnTo>
                  <a:cubicBezTo>
                    <a:pt x="30925" y="120685"/>
                    <a:pt x="30560" y="120394"/>
                    <a:pt x="30196" y="120127"/>
                  </a:cubicBezTo>
                  <a:cubicBezTo>
                    <a:pt x="29831" y="119835"/>
                    <a:pt x="29467" y="119568"/>
                    <a:pt x="29103" y="119252"/>
                  </a:cubicBezTo>
                  <a:lnTo>
                    <a:pt x="28058" y="118378"/>
                  </a:lnTo>
                  <a:cubicBezTo>
                    <a:pt x="27354" y="117795"/>
                    <a:pt x="26722" y="117187"/>
                    <a:pt x="26066" y="116580"/>
                  </a:cubicBezTo>
                  <a:cubicBezTo>
                    <a:pt x="23491" y="114151"/>
                    <a:pt x="21159" y="111479"/>
                    <a:pt x="19143" y="108588"/>
                  </a:cubicBezTo>
                  <a:cubicBezTo>
                    <a:pt x="17199" y="105770"/>
                    <a:pt x="15572" y="102782"/>
                    <a:pt x="14309" y="99624"/>
                  </a:cubicBezTo>
                  <a:cubicBezTo>
                    <a:pt x="13094" y="96612"/>
                    <a:pt x="12317" y="93478"/>
                    <a:pt x="11928" y="90247"/>
                  </a:cubicBezTo>
                  <a:lnTo>
                    <a:pt x="11807" y="89081"/>
                  </a:lnTo>
                  <a:cubicBezTo>
                    <a:pt x="11782" y="88887"/>
                    <a:pt x="11782" y="88693"/>
                    <a:pt x="11782" y="88523"/>
                  </a:cubicBezTo>
                  <a:lnTo>
                    <a:pt x="11758" y="87940"/>
                  </a:lnTo>
                  <a:lnTo>
                    <a:pt x="11734" y="86774"/>
                  </a:lnTo>
                  <a:cubicBezTo>
                    <a:pt x="11709" y="86385"/>
                    <a:pt x="11758" y="86021"/>
                    <a:pt x="11758" y="85632"/>
                  </a:cubicBezTo>
                  <a:cubicBezTo>
                    <a:pt x="11807" y="84101"/>
                    <a:pt x="11977" y="82571"/>
                    <a:pt x="12268" y="81065"/>
                  </a:cubicBezTo>
                  <a:cubicBezTo>
                    <a:pt x="13361" y="75065"/>
                    <a:pt x="16228" y="69478"/>
                    <a:pt x="19823" y="64571"/>
                  </a:cubicBezTo>
                  <a:cubicBezTo>
                    <a:pt x="21305" y="62530"/>
                    <a:pt x="22884" y="60562"/>
                    <a:pt x="24584" y="58692"/>
                  </a:cubicBezTo>
                  <a:cubicBezTo>
                    <a:pt x="26139" y="56967"/>
                    <a:pt x="27621" y="55485"/>
                    <a:pt x="28981" y="54149"/>
                  </a:cubicBezTo>
                  <a:cubicBezTo>
                    <a:pt x="31678" y="51501"/>
                    <a:pt x="33864" y="49534"/>
                    <a:pt x="35394" y="48100"/>
                  </a:cubicBezTo>
                  <a:cubicBezTo>
                    <a:pt x="36147" y="47372"/>
                    <a:pt x="36730" y="46789"/>
                    <a:pt x="37168" y="46327"/>
                  </a:cubicBezTo>
                  <a:cubicBezTo>
                    <a:pt x="37484" y="45987"/>
                    <a:pt x="37751" y="45623"/>
                    <a:pt x="37969" y="45210"/>
                  </a:cubicBezTo>
                  <a:cubicBezTo>
                    <a:pt x="38077" y="44940"/>
                    <a:pt x="37975" y="44805"/>
                    <a:pt x="37672" y="44805"/>
                  </a:cubicBezTo>
                  <a:cubicBezTo>
                    <a:pt x="37429" y="44805"/>
                    <a:pt x="37057" y="44891"/>
                    <a:pt x="36560" y="45064"/>
                  </a:cubicBezTo>
                  <a:cubicBezTo>
                    <a:pt x="34836" y="45720"/>
                    <a:pt x="33184" y="46546"/>
                    <a:pt x="31605" y="47517"/>
                  </a:cubicBezTo>
                  <a:cubicBezTo>
                    <a:pt x="28860" y="49145"/>
                    <a:pt x="26260" y="50967"/>
                    <a:pt x="23783" y="52983"/>
                  </a:cubicBezTo>
                  <a:cubicBezTo>
                    <a:pt x="20333" y="55753"/>
                    <a:pt x="17199" y="58886"/>
                    <a:pt x="14454" y="62311"/>
                  </a:cubicBezTo>
                  <a:cubicBezTo>
                    <a:pt x="12778" y="64352"/>
                    <a:pt x="11272" y="66538"/>
                    <a:pt x="9960" y="68822"/>
                  </a:cubicBezTo>
                  <a:cubicBezTo>
                    <a:pt x="9620" y="69429"/>
                    <a:pt x="9280" y="70061"/>
                    <a:pt x="8989" y="70692"/>
                  </a:cubicBezTo>
                  <a:cubicBezTo>
                    <a:pt x="8673" y="71324"/>
                    <a:pt x="8381" y="71980"/>
                    <a:pt x="8066" y="72636"/>
                  </a:cubicBezTo>
                  <a:cubicBezTo>
                    <a:pt x="7458" y="73996"/>
                    <a:pt x="6948" y="75381"/>
                    <a:pt x="6511" y="76814"/>
                  </a:cubicBezTo>
                  <a:lnTo>
                    <a:pt x="5466" y="76498"/>
                  </a:lnTo>
                  <a:cubicBezTo>
                    <a:pt x="5879" y="75065"/>
                    <a:pt x="6365" y="73680"/>
                    <a:pt x="6924" y="72295"/>
                  </a:cubicBezTo>
                  <a:cubicBezTo>
                    <a:pt x="7483" y="71008"/>
                    <a:pt x="8017" y="69769"/>
                    <a:pt x="8600" y="68652"/>
                  </a:cubicBezTo>
                  <a:cubicBezTo>
                    <a:pt x="9669" y="66611"/>
                    <a:pt x="10835" y="64643"/>
                    <a:pt x="12098" y="62749"/>
                  </a:cubicBezTo>
                  <a:cubicBezTo>
                    <a:pt x="13896" y="60149"/>
                    <a:pt x="15815" y="57623"/>
                    <a:pt x="17880" y="55218"/>
                  </a:cubicBezTo>
                  <a:cubicBezTo>
                    <a:pt x="19386" y="53420"/>
                    <a:pt x="20455" y="52206"/>
                    <a:pt x="21135" y="51356"/>
                  </a:cubicBezTo>
                  <a:cubicBezTo>
                    <a:pt x="21791" y="50505"/>
                    <a:pt x="22058" y="50020"/>
                    <a:pt x="22058" y="49728"/>
                  </a:cubicBezTo>
                  <a:cubicBezTo>
                    <a:pt x="22068" y="49503"/>
                    <a:pt x="21894" y="49429"/>
                    <a:pt x="21629" y="49429"/>
                  </a:cubicBezTo>
                  <a:cubicBezTo>
                    <a:pt x="21263" y="49429"/>
                    <a:pt x="20725" y="49571"/>
                    <a:pt x="20260" y="49655"/>
                  </a:cubicBezTo>
                  <a:cubicBezTo>
                    <a:pt x="20065" y="49697"/>
                    <a:pt x="19883" y="49725"/>
                    <a:pt x="19731" y="49725"/>
                  </a:cubicBezTo>
                  <a:cubicBezTo>
                    <a:pt x="19262" y="49725"/>
                    <a:pt x="19095" y="49451"/>
                    <a:pt x="19774" y="48441"/>
                  </a:cubicBezTo>
                  <a:lnTo>
                    <a:pt x="19774" y="48441"/>
                  </a:lnTo>
                  <a:cubicBezTo>
                    <a:pt x="15159" y="52789"/>
                    <a:pt x="10859" y="57672"/>
                    <a:pt x="7385" y="63283"/>
                  </a:cubicBezTo>
                  <a:cubicBezTo>
                    <a:pt x="6511" y="64692"/>
                    <a:pt x="5685" y="66125"/>
                    <a:pt x="4956" y="67631"/>
                  </a:cubicBezTo>
                  <a:cubicBezTo>
                    <a:pt x="4227" y="69162"/>
                    <a:pt x="3547" y="70668"/>
                    <a:pt x="2964" y="72271"/>
                  </a:cubicBezTo>
                  <a:cubicBezTo>
                    <a:pt x="2357" y="73850"/>
                    <a:pt x="1847" y="75478"/>
                    <a:pt x="1434" y="77130"/>
                  </a:cubicBezTo>
                  <a:cubicBezTo>
                    <a:pt x="1215" y="77956"/>
                    <a:pt x="997" y="78781"/>
                    <a:pt x="875" y="79632"/>
                  </a:cubicBezTo>
                  <a:cubicBezTo>
                    <a:pt x="729" y="80458"/>
                    <a:pt x="559" y="81308"/>
                    <a:pt x="462" y="82158"/>
                  </a:cubicBezTo>
                  <a:cubicBezTo>
                    <a:pt x="49" y="85583"/>
                    <a:pt x="1" y="89033"/>
                    <a:pt x="365" y="92458"/>
                  </a:cubicBezTo>
                  <a:cubicBezTo>
                    <a:pt x="754" y="95835"/>
                    <a:pt x="1507" y="99187"/>
                    <a:pt x="2576" y="102418"/>
                  </a:cubicBezTo>
                  <a:cubicBezTo>
                    <a:pt x="3620" y="105600"/>
                    <a:pt x="4980" y="108685"/>
                    <a:pt x="6608" y="111624"/>
                  </a:cubicBezTo>
                  <a:cubicBezTo>
                    <a:pt x="8211" y="114564"/>
                    <a:pt x="10033" y="117357"/>
                    <a:pt x="12098" y="120005"/>
                  </a:cubicBezTo>
                  <a:cubicBezTo>
                    <a:pt x="12608" y="120661"/>
                    <a:pt x="13264" y="121341"/>
                    <a:pt x="13920" y="122094"/>
                  </a:cubicBezTo>
                  <a:cubicBezTo>
                    <a:pt x="14576" y="122872"/>
                    <a:pt x="15353" y="123649"/>
                    <a:pt x="16155" y="124451"/>
                  </a:cubicBezTo>
                  <a:lnTo>
                    <a:pt x="16762" y="125058"/>
                  </a:lnTo>
                  <a:lnTo>
                    <a:pt x="17418" y="125665"/>
                  </a:lnTo>
                  <a:lnTo>
                    <a:pt x="18730" y="126880"/>
                  </a:lnTo>
                  <a:cubicBezTo>
                    <a:pt x="19191" y="127293"/>
                    <a:pt x="19653" y="127682"/>
                    <a:pt x="20115" y="128070"/>
                  </a:cubicBezTo>
                  <a:cubicBezTo>
                    <a:pt x="20576" y="128459"/>
                    <a:pt x="21038" y="128872"/>
                    <a:pt x="21523" y="129261"/>
                  </a:cubicBezTo>
                  <a:cubicBezTo>
                    <a:pt x="24900" y="131957"/>
                    <a:pt x="28471" y="134386"/>
                    <a:pt x="32212" y="136548"/>
                  </a:cubicBezTo>
                  <a:cubicBezTo>
                    <a:pt x="36245" y="138856"/>
                    <a:pt x="40399" y="140921"/>
                    <a:pt x="44674" y="142743"/>
                  </a:cubicBezTo>
                  <a:cubicBezTo>
                    <a:pt x="48901" y="144540"/>
                    <a:pt x="53152" y="146119"/>
                    <a:pt x="57379" y="147577"/>
                  </a:cubicBezTo>
                  <a:cubicBezTo>
                    <a:pt x="58423" y="147917"/>
                    <a:pt x="59492" y="148306"/>
                    <a:pt x="60561" y="148621"/>
                  </a:cubicBezTo>
                  <a:lnTo>
                    <a:pt x="63743" y="149642"/>
                  </a:lnTo>
                  <a:lnTo>
                    <a:pt x="66926" y="150638"/>
                  </a:lnTo>
                  <a:cubicBezTo>
                    <a:pt x="67970" y="150953"/>
                    <a:pt x="69039" y="151318"/>
                    <a:pt x="70108" y="151609"/>
                  </a:cubicBezTo>
                  <a:cubicBezTo>
                    <a:pt x="74383" y="152824"/>
                    <a:pt x="78635" y="154087"/>
                    <a:pt x="82934" y="155107"/>
                  </a:cubicBezTo>
                  <a:lnTo>
                    <a:pt x="86141" y="155909"/>
                  </a:lnTo>
                  <a:lnTo>
                    <a:pt x="87769" y="156346"/>
                  </a:lnTo>
                  <a:lnTo>
                    <a:pt x="89372" y="156711"/>
                  </a:lnTo>
                  <a:lnTo>
                    <a:pt x="95834" y="158144"/>
                  </a:lnTo>
                  <a:cubicBezTo>
                    <a:pt x="96392" y="158241"/>
                    <a:pt x="96927" y="158387"/>
                    <a:pt x="97461" y="158484"/>
                  </a:cubicBezTo>
                  <a:lnTo>
                    <a:pt x="99089" y="158800"/>
                  </a:lnTo>
                  <a:lnTo>
                    <a:pt x="102320" y="159407"/>
                  </a:lnTo>
                  <a:cubicBezTo>
                    <a:pt x="104506" y="159796"/>
                    <a:pt x="106644" y="160257"/>
                    <a:pt x="108830" y="160573"/>
                  </a:cubicBezTo>
                  <a:lnTo>
                    <a:pt x="115340" y="161618"/>
                  </a:lnTo>
                  <a:cubicBezTo>
                    <a:pt x="116409" y="161812"/>
                    <a:pt x="117502" y="161934"/>
                    <a:pt x="118595" y="162079"/>
                  </a:cubicBezTo>
                  <a:lnTo>
                    <a:pt x="121851" y="162492"/>
                  </a:lnTo>
                  <a:lnTo>
                    <a:pt x="125106" y="162930"/>
                  </a:lnTo>
                  <a:lnTo>
                    <a:pt x="125932" y="163027"/>
                  </a:lnTo>
                  <a:lnTo>
                    <a:pt x="126758" y="163124"/>
                  </a:lnTo>
                  <a:lnTo>
                    <a:pt x="128385" y="163270"/>
                  </a:lnTo>
                  <a:lnTo>
                    <a:pt x="134920" y="163950"/>
                  </a:lnTo>
                  <a:cubicBezTo>
                    <a:pt x="137082" y="164144"/>
                    <a:pt x="139268" y="164290"/>
                    <a:pt x="141454" y="164436"/>
                  </a:cubicBezTo>
                  <a:lnTo>
                    <a:pt x="144734" y="164679"/>
                  </a:lnTo>
                  <a:cubicBezTo>
                    <a:pt x="145827" y="164751"/>
                    <a:pt x="146920" y="164800"/>
                    <a:pt x="147989" y="164849"/>
                  </a:cubicBezTo>
                  <a:lnTo>
                    <a:pt x="154548" y="165140"/>
                  </a:lnTo>
                  <a:lnTo>
                    <a:pt x="161083" y="165262"/>
                  </a:lnTo>
                  <a:lnTo>
                    <a:pt x="164338" y="165310"/>
                  </a:lnTo>
                  <a:lnTo>
                    <a:pt x="167617" y="165262"/>
                  </a:lnTo>
                  <a:lnTo>
                    <a:pt x="174152" y="165189"/>
                  </a:lnTo>
                  <a:lnTo>
                    <a:pt x="180662" y="164897"/>
                  </a:lnTo>
                  <a:cubicBezTo>
                    <a:pt x="181755" y="164849"/>
                    <a:pt x="182824" y="164824"/>
                    <a:pt x="183917" y="164776"/>
                  </a:cubicBezTo>
                  <a:lnTo>
                    <a:pt x="187173" y="164533"/>
                  </a:lnTo>
                  <a:cubicBezTo>
                    <a:pt x="189335" y="164363"/>
                    <a:pt x="191497" y="164241"/>
                    <a:pt x="193659" y="164071"/>
                  </a:cubicBezTo>
                  <a:lnTo>
                    <a:pt x="200145" y="163415"/>
                  </a:lnTo>
                  <a:cubicBezTo>
                    <a:pt x="201213" y="163294"/>
                    <a:pt x="202307" y="163197"/>
                    <a:pt x="203375" y="163075"/>
                  </a:cubicBezTo>
                  <a:lnTo>
                    <a:pt x="206606" y="162662"/>
                  </a:lnTo>
                  <a:cubicBezTo>
                    <a:pt x="208744" y="162371"/>
                    <a:pt x="210882" y="162104"/>
                    <a:pt x="213044" y="161812"/>
                  </a:cubicBezTo>
                  <a:cubicBezTo>
                    <a:pt x="217344" y="161156"/>
                    <a:pt x="221668" y="160427"/>
                    <a:pt x="225992" y="159504"/>
                  </a:cubicBezTo>
                  <a:cubicBezTo>
                    <a:pt x="230364" y="158581"/>
                    <a:pt x="234688" y="157415"/>
                    <a:pt x="238915" y="155982"/>
                  </a:cubicBezTo>
                  <a:cubicBezTo>
                    <a:pt x="243263" y="154524"/>
                    <a:pt x="247466" y="152727"/>
                    <a:pt x="251523" y="150613"/>
                  </a:cubicBezTo>
                  <a:cubicBezTo>
                    <a:pt x="251766" y="150468"/>
                    <a:pt x="252033" y="150346"/>
                    <a:pt x="252276" y="150200"/>
                  </a:cubicBezTo>
                  <a:lnTo>
                    <a:pt x="253029" y="149763"/>
                  </a:lnTo>
                  <a:lnTo>
                    <a:pt x="254559" y="148913"/>
                  </a:lnTo>
                  <a:cubicBezTo>
                    <a:pt x="255555" y="148306"/>
                    <a:pt x="256527" y="147674"/>
                    <a:pt x="257499" y="147042"/>
                  </a:cubicBezTo>
                  <a:lnTo>
                    <a:pt x="258956" y="146022"/>
                  </a:lnTo>
                  <a:lnTo>
                    <a:pt x="259685" y="145488"/>
                  </a:lnTo>
                  <a:lnTo>
                    <a:pt x="260049" y="145245"/>
                  </a:lnTo>
                  <a:lnTo>
                    <a:pt x="260389" y="144953"/>
                  </a:lnTo>
                  <a:lnTo>
                    <a:pt x="261774" y="143860"/>
                  </a:lnTo>
                  <a:lnTo>
                    <a:pt x="262479" y="143301"/>
                  </a:lnTo>
                  <a:cubicBezTo>
                    <a:pt x="262697" y="143107"/>
                    <a:pt x="262916" y="142913"/>
                    <a:pt x="263134" y="142718"/>
                  </a:cubicBezTo>
                  <a:cubicBezTo>
                    <a:pt x="266657" y="139609"/>
                    <a:pt x="269839" y="136111"/>
                    <a:pt x="272560" y="132297"/>
                  </a:cubicBezTo>
                  <a:cubicBezTo>
                    <a:pt x="272924" y="131836"/>
                    <a:pt x="273240" y="131350"/>
                    <a:pt x="273556" y="130864"/>
                  </a:cubicBezTo>
                  <a:lnTo>
                    <a:pt x="274528" y="129406"/>
                  </a:lnTo>
                  <a:cubicBezTo>
                    <a:pt x="275159" y="128410"/>
                    <a:pt x="275718" y="127414"/>
                    <a:pt x="276325" y="126418"/>
                  </a:cubicBezTo>
                  <a:lnTo>
                    <a:pt x="277151" y="124864"/>
                  </a:lnTo>
                  <a:cubicBezTo>
                    <a:pt x="277418" y="124354"/>
                    <a:pt x="277710" y="123843"/>
                    <a:pt x="277953" y="123309"/>
                  </a:cubicBezTo>
                  <a:lnTo>
                    <a:pt x="278706" y="121754"/>
                  </a:lnTo>
                  <a:lnTo>
                    <a:pt x="279094" y="120953"/>
                  </a:lnTo>
                  <a:lnTo>
                    <a:pt x="279435" y="120151"/>
                  </a:lnTo>
                  <a:cubicBezTo>
                    <a:pt x="281256" y="115900"/>
                    <a:pt x="282665" y="111454"/>
                    <a:pt x="283637" y="106912"/>
                  </a:cubicBezTo>
                  <a:cubicBezTo>
                    <a:pt x="283686" y="106645"/>
                    <a:pt x="283759" y="106353"/>
                    <a:pt x="283807" y="106062"/>
                  </a:cubicBezTo>
                  <a:lnTo>
                    <a:pt x="283953" y="105211"/>
                  </a:lnTo>
                  <a:lnTo>
                    <a:pt x="284269" y="103487"/>
                  </a:lnTo>
                  <a:cubicBezTo>
                    <a:pt x="284439" y="102345"/>
                    <a:pt x="284560" y="101179"/>
                    <a:pt x="284730" y="100037"/>
                  </a:cubicBezTo>
                  <a:cubicBezTo>
                    <a:pt x="284803" y="98871"/>
                    <a:pt x="284925" y="97729"/>
                    <a:pt x="284973" y="96563"/>
                  </a:cubicBezTo>
                  <a:lnTo>
                    <a:pt x="285046" y="94814"/>
                  </a:lnTo>
                  <a:lnTo>
                    <a:pt x="285070" y="93940"/>
                  </a:lnTo>
                  <a:lnTo>
                    <a:pt x="285070" y="93065"/>
                  </a:lnTo>
                  <a:cubicBezTo>
                    <a:pt x="285070" y="88377"/>
                    <a:pt x="284536" y="83688"/>
                    <a:pt x="283491" y="79122"/>
                  </a:cubicBezTo>
                  <a:cubicBezTo>
                    <a:pt x="282423" y="74482"/>
                    <a:pt x="280771" y="70012"/>
                    <a:pt x="278560" y="65809"/>
                  </a:cubicBezTo>
                  <a:lnTo>
                    <a:pt x="277710" y="64230"/>
                  </a:lnTo>
                  <a:cubicBezTo>
                    <a:pt x="277443" y="63720"/>
                    <a:pt x="277127" y="63210"/>
                    <a:pt x="276811" y="62700"/>
                  </a:cubicBezTo>
                  <a:cubicBezTo>
                    <a:pt x="276495" y="62190"/>
                    <a:pt x="276179" y="61680"/>
                    <a:pt x="275864" y="61170"/>
                  </a:cubicBezTo>
                  <a:lnTo>
                    <a:pt x="274819" y="59712"/>
                  </a:lnTo>
                  <a:cubicBezTo>
                    <a:pt x="273459" y="57793"/>
                    <a:pt x="272001" y="55947"/>
                    <a:pt x="270422" y="54198"/>
                  </a:cubicBezTo>
                  <a:cubicBezTo>
                    <a:pt x="267313" y="50797"/>
                    <a:pt x="263936" y="47688"/>
                    <a:pt x="260292" y="44870"/>
                  </a:cubicBezTo>
                  <a:cubicBezTo>
                    <a:pt x="253199" y="39307"/>
                    <a:pt x="245668" y="34813"/>
                    <a:pt x="238502" y="30343"/>
                  </a:cubicBezTo>
                  <a:lnTo>
                    <a:pt x="237166" y="29517"/>
                  </a:lnTo>
                  <a:lnTo>
                    <a:pt x="236486" y="29104"/>
                  </a:lnTo>
                  <a:lnTo>
                    <a:pt x="235879" y="28691"/>
                  </a:lnTo>
                  <a:lnTo>
                    <a:pt x="234640" y="27889"/>
                  </a:lnTo>
                  <a:cubicBezTo>
                    <a:pt x="234227" y="27622"/>
                    <a:pt x="233838" y="27331"/>
                    <a:pt x="233425" y="27039"/>
                  </a:cubicBezTo>
                  <a:cubicBezTo>
                    <a:pt x="233012" y="26748"/>
                    <a:pt x="232599" y="26456"/>
                    <a:pt x="232186" y="26165"/>
                  </a:cubicBezTo>
                  <a:lnTo>
                    <a:pt x="230947" y="25242"/>
                  </a:lnTo>
                  <a:cubicBezTo>
                    <a:pt x="230121" y="24659"/>
                    <a:pt x="229295" y="24003"/>
                    <a:pt x="228469" y="23395"/>
                  </a:cubicBezTo>
                  <a:cubicBezTo>
                    <a:pt x="225166" y="20869"/>
                    <a:pt x="221813" y="18173"/>
                    <a:pt x="218315" y="15525"/>
                  </a:cubicBezTo>
                  <a:cubicBezTo>
                    <a:pt x="215309" y="13209"/>
                    <a:pt x="212185" y="11047"/>
                    <a:pt x="208969" y="9051"/>
                  </a:cubicBezTo>
                  <a:lnTo>
                    <a:pt x="208969" y="9051"/>
                  </a:lnTo>
                  <a:cubicBezTo>
                    <a:pt x="209456" y="9356"/>
                    <a:pt x="209940" y="9668"/>
                    <a:pt x="210420" y="9986"/>
                  </a:cubicBezTo>
                  <a:cubicBezTo>
                    <a:pt x="210736" y="10180"/>
                    <a:pt x="211028" y="10375"/>
                    <a:pt x="211343" y="10593"/>
                  </a:cubicBezTo>
                  <a:lnTo>
                    <a:pt x="212242" y="11201"/>
                  </a:lnTo>
                  <a:cubicBezTo>
                    <a:pt x="212849" y="11614"/>
                    <a:pt x="213457" y="12002"/>
                    <a:pt x="214040" y="12415"/>
                  </a:cubicBezTo>
                  <a:cubicBezTo>
                    <a:pt x="215206" y="13266"/>
                    <a:pt x="216372" y="14091"/>
                    <a:pt x="217489" y="14966"/>
                  </a:cubicBezTo>
                  <a:cubicBezTo>
                    <a:pt x="219748" y="16642"/>
                    <a:pt x="221910" y="18367"/>
                    <a:pt x="224072" y="20067"/>
                  </a:cubicBezTo>
                  <a:cubicBezTo>
                    <a:pt x="226210" y="21743"/>
                    <a:pt x="228299" y="23395"/>
                    <a:pt x="230413" y="24974"/>
                  </a:cubicBezTo>
                  <a:cubicBezTo>
                    <a:pt x="232526" y="26553"/>
                    <a:pt x="234591" y="27987"/>
                    <a:pt x="236729" y="29371"/>
                  </a:cubicBezTo>
                  <a:cubicBezTo>
                    <a:pt x="241271" y="32213"/>
                    <a:pt x="245911" y="35056"/>
                    <a:pt x="250551" y="38092"/>
                  </a:cubicBezTo>
                  <a:cubicBezTo>
                    <a:pt x="252883" y="39647"/>
                    <a:pt x="255191" y="41226"/>
                    <a:pt x="257450" y="42902"/>
                  </a:cubicBezTo>
                  <a:cubicBezTo>
                    <a:pt x="258592" y="43728"/>
                    <a:pt x="259709" y="44627"/>
                    <a:pt x="260827" y="45501"/>
                  </a:cubicBezTo>
                  <a:cubicBezTo>
                    <a:pt x="261385" y="45963"/>
                    <a:pt x="261944" y="46424"/>
                    <a:pt x="262503" y="46886"/>
                  </a:cubicBezTo>
                  <a:lnTo>
                    <a:pt x="263329" y="47566"/>
                  </a:lnTo>
                  <a:lnTo>
                    <a:pt x="264130" y="48295"/>
                  </a:lnTo>
                  <a:cubicBezTo>
                    <a:pt x="266317" y="50214"/>
                    <a:pt x="268382" y="52279"/>
                    <a:pt x="270325" y="54441"/>
                  </a:cubicBezTo>
                  <a:lnTo>
                    <a:pt x="271782" y="56117"/>
                  </a:lnTo>
                  <a:cubicBezTo>
                    <a:pt x="272244" y="56676"/>
                    <a:pt x="272706" y="57283"/>
                    <a:pt x="273167" y="57866"/>
                  </a:cubicBezTo>
                  <a:lnTo>
                    <a:pt x="273847" y="58740"/>
                  </a:lnTo>
                  <a:cubicBezTo>
                    <a:pt x="274066" y="59032"/>
                    <a:pt x="274260" y="59348"/>
                    <a:pt x="274503" y="59664"/>
                  </a:cubicBezTo>
                  <a:lnTo>
                    <a:pt x="275766" y="61510"/>
                  </a:lnTo>
                  <a:cubicBezTo>
                    <a:pt x="276544" y="62797"/>
                    <a:pt x="277370" y="64060"/>
                    <a:pt x="278050" y="65396"/>
                  </a:cubicBezTo>
                  <a:lnTo>
                    <a:pt x="278560" y="66392"/>
                  </a:lnTo>
                  <a:lnTo>
                    <a:pt x="278827" y="66903"/>
                  </a:lnTo>
                  <a:cubicBezTo>
                    <a:pt x="278900" y="67073"/>
                    <a:pt x="278997" y="67243"/>
                    <a:pt x="279070" y="67413"/>
                  </a:cubicBezTo>
                  <a:lnTo>
                    <a:pt x="279993" y="69453"/>
                  </a:lnTo>
                  <a:cubicBezTo>
                    <a:pt x="280309" y="70133"/>
                    <a:pt x="280552" y="70838"/>
                    <a:pt x="280844" y="71518"/>
                  </a:cubicBezTo>
                  <a:lnTo>
                    <a:pt x="281232" y="72563"/>
                  </a:lnTo>
                  <a:cubicBezTo>
                    <a:pt x="281378" y="72927"/>
                    <a:pt x="281475" y="73267"/>
                    <a:pt x="281597" y="73632"/>
                  </a:cubicBezTo>
                  <a:cubicBezTo>
                    <a:pt x="281815" y="74336"/>
                    <a:pt x="282058" y="75040"/>
                    <a:pt x="282277" y="75745"/>
                  </a:cubicBezTo>
                  <a:lnTo>
                    <a:pt x="282884" y="77907"/>
                  </a:lnTo>
                  <a:cubicBezTo>
                    <a:pt x="283589" y="80773"/>
                    <a:pt x="284099" y="83688"/>
                    <a:pt x="284390" y="86628"/>
                  </a:cubicBezTo>
                  <a:lnTo>
                    <a:pt x="284536" y="87721"/>
                  </a:lnTo>
                  <a:lnTo>
                    <a:pt x="284609" y="88838"/>
                  </a:lnTo>
                  <a:cubicBezTo>
                    <a:pt x="284657" y="89567"/>
                    <a:pt x="284706" y="90296"/>
                    <a:pt x="284730" y="91025"/>
                  </a:cubicBezTo>
                  <a:cubicBezTo>
                    <a:pt x="284755" y="92507"/>
                    <a:pt x="284779" y="93964"/>
                    <a:pt x="284706" y="95422"/>
                  </a:cubicBezTo>
                  <a:cubicBezTo>
                    <a:pt x="284682" y="96903"/>
                    <a:pt x="284512" y="98337"/>
                    <a:pt x="284414" y="99794"/>
                  </a:cubicBezTo>
                  <a:cubicBezTo>
                    <a:pt x="284317" y="100523"/>
                    <a:pt x="284220" y="101252"/>
                    <a:pt x="284123" y="101980"/>
                  </a:cubicBezTo>
                  <a:lnTo>
                    <a:pt x="284002" y="103074"/>
                  </a:lnTo>
                  <a:lnTo>
                    <a:pt x="283807" y="104142"/>
                  </a:lnTo>
                  <a:cubicBezTo>
                    <a:pt x="283321" y="107009"/>
                    <a:pt x="282641" y="109851"/>
                    <a:pt x="281791" y="112645"/>
                  </a:cubicBezTo>
                  <a:lnTo>
                    <a:pt x="281135" y="114734"/>
                  </a:lnTo>
                  <a:cubicBezTo>
                    <a:pt x="280892" y="115414"/>
                    <a:pt x="280625" y="116094"/>
                    <a:pt x="280382" y="116799"/>
                  </a:cubicBezTo>
                  <a:lnTo>
                    <a:pt x="279993" y="117819"/>
                  </a:lnTo>
                  <a:cubicBezTo>
                    <a:pt x="279872" y="118159"/>
                    <a:pt x="279726" y="118499"/>
                    <a:pt x="279580" y="118839"/>
                  </a:cubicBezTo>
                  <a:cubicBezTo>
                    <a:pt x="279289" y="119495"/>
                    <a:pt x="279022" y="120175"/>
                    <a:pt x="278706" y="120856"/>
                  </a:cubicBezTo>
                  <a:cubicBezTo>
                    <a:pt x="278074" y="122167"/>
                    <a:pt x="277491" y="123503"/>
                    <a:pt x="276762" y="124767"/>
                  </a:cubicBezTo>
                  <a:lnTo>
                    <a:pt x="276252" y="125738"/>
                  </a:lnTo>
                  <a:lnTo>
                    <a:pt x="275985" y="126224"/>
                  </a:lnTo>
                  <a:lnTo>
                    <a:pt x="275694" y="126710"/>
                  </a:lnTo>
                  <a:lnTo>
                    <a:pt x="274576" y="128580"/>
                  </a:lnTo>
                  <a:cubicBezTo>
                    <a:pt x="271442" y="133609"/>
                    <a:pt x="267604" y="138152"/>
                    <a:pt x="263159" y="142063"/>
                  </a:cubicBezTo>
                  <a:lnTo>
                    <a:pt x="262333" y="142816"/>
                  </a:lnTo>
                  <a:cubicBezTo>
                    <a:pt x="262041" y="143059"/>
                    <a:pt x="261750" y="143277"/>
                    <a:pt x="261458" y="143520"/>
                  </a:cubicBezTo>
                  <a:cubicBezTo>
                    <a:pt x="260875" y="144006"/>
                    <a:pt x="260292" y="144443"/>
                    <a:pt x="259709" y="144905"/>
                  </a:cubicBezTo>
                  <a:cubicBezTo>
                    <a:pt x="258495" y="145755"/>
                    <a:pt x="257280" y="146678"/>
                    <a:pt x="256017" y="147431"/>
                  </a:cubicBezTo>
                  <a:lnTo>
                    <a:pt x="255094" y="148014"/>
                  </a:lnTo>
                  <a:lnTo>
                    <a:pt x="254632" y="148330"/>
                  </a:lnTo>
                  <a:lnTo>
                    <a:pt x="254195" y="148621"/>
                  </a:lnTo>
                  <a:lnTo>
                    <a:pt x="252276" y="149715"/>
                  </a:lnTo>
                  <a:cubicBezTo>
                    <a:pt x="251644" y="150079"/>
                    <a:pt x="250988" y="150395"/>
                    <a:pt x="250357" y="150735"/>
                  </a:cubicBezTo>
                  <a:lnTo>
                    <a:pt x="249385" y="151245"/>
                  </a:lnTo>
                  <a:lnTo>
                    <a:pt x="248389" y="151707"/>
                  </a:lnTo>
                  <a:cubicBezTo>
                    <a:pt x="243166" y="154160"/>
                    <a:pt x="237749" y="156103"/>
                    <a:pt x="232162" y="157561"/>
                  </a:cubicBezTo>
                  <a:cubicBezTo>
                    <a:pt x="229417" y="158290"/>
                    <a:pt x="226672" y="158921"/>
                    <a:pt x="223902" y="159480"/>
                  </a:cubicBezTo>
                  <a:cubicBezTo>
                    <a:pt x="221133" y="160039"/>
                    <a:pt x="218364" y="160525"/>
                    <a:pt x="215619" y="160962"/>
                  </a:cubicBezTo>
                  <a:lnTo>
                    <a:pt x="213554" y="161278"/>
                  </a:lnTo>
                  <a:cubicBezTo>
                    <a:pt x="212849" y="161399"/>
                    <a:pt x="212169" y="161496"/>
                    <a:pt x="211465" y="161569"/>
                  </a:cubicBezTo>
                  <a:lnTo>
                    <a:pt x="207335" y="162128"/>
                  </a:lnTo>
                  <a:lnTo>
                    <a:pt x="203181" y="162662"/>
                  </a:lnTo>
                  <a:cubicBezTo>
                    <a:pt x="201796" y="162808"/>
                    <a:pt x="200412" y="162954"/>
                    <a:pt x="199027" y="163100"/>
                  </a:cubicBezTo>
                  <a:cubicBezTo>
                    <a:pt x="196234" y="163367"/>
                    <a:pt x="193464" y="163707"/>
                    <a:pt x="190646" y="163853"/>
                  </a:cubicBezTo>
                  <a:lnTo>
                    <a:pt x="186444" y="164168"/>
                  </a:lnTo>
                  <a:cubicBezTo>
                    <a:pt x="185059" y="164266"/>
                    <a:pt x="183650" y="164387"/>
                    <a:pt x="182241" y="164436"/>
                  </a:cubicBezTo>
                  <a:cubicBezTo>
                    <a:pt x="182897" y="164217"/>
                    <a:pt x="184816" y="163901"/>
                    <a:pt x="181561" y="163901"/>
                  </a:cubicBezTo>
                  <a:lnTo>
                    <a:pt x="183699" y="163804"/>
                  </a:lnTo>
                  <a:lnTo>
                    <a:pt x="185812" y="163610"/>
                  </a:lnTo>
                  <a:lnTo>
                    <a:pt x="190063" y="163270"/>
                  </a:lnTo>
                  <a:lnTo>
                    <a:pt x="192201" y="163075"/>
                  </a:lnTo>
                  <a:lnTo>
                    <a:pt x="193246" y="163002"/>
                  </a:lnTo>
                  <a:lnTo>
                    <a:pt x="194314" y="162881"/>
                  </a:lnTo>
                  <a:lnTo>
                    <a:pt x="198541" y="162419"/>
                  </a:lnTo>
                  <a:lnTo>
                    <a:pt x="202768" y="161958"/>
                  </a:lnTo>
                  <a:lnTo>
                    <a:pt x="206971" y="161375"/>
                  </a:lnTo>
                  <a:cubicBezTo>
                    <a:pt x="209764" y="160986"/>
                    <a:pt x="212558" y="160597"/>
                    <a:pt x="215352" y="160160"/>
                  </a:cubicBezTo>
                  <a:cubicBezTo>
                    <a:pt x="218145" y="159699"/>
                    <a:pt x="220939" y="159213"/>
                    <a:pt x="223732" y="158630"/>
                  </a:cubicBezTo>
                  <a:cubicBezTo>
                    <a:pt x="226526" y="158047"/>
                    <a:pt x="229320" y="157415"/>
                    <a:pt x="232089" y="156662"/>
                  </a:cubicBezTo>
                  <a:cubicBezTo>
                    <a:pt x="234858" y="155909"/>
                    <a:pt x="237603" y="155059"/>
                    <a:pt x="240324" y="154087"/>
                  </a:cubicBezTo>
                  <a:cubicBezTo>
                    <a:pt x="241028" y="153844"/>
                    <a:pt x="241684" y="153553"/>
                    <a:pt x="242365" y="153310"/>
                  </a:cubicBezTo>
                  <a:lnTo>
                    <a:pt x="243385" y="152921"/>
                  </a:lnTo>
                  <a:cubicBezTo>
                    <a:pt x="243725" y="152775"/>
                    <a:pt x="244065" y="152630"/>
                    <a:pt x="244381" y="152484"/>
                  </a:cubicBezTo>
                  <a:cubicBezTo>
                    <a:pt x="245061" y="152217"/>
                    <a:pt x="245717" y="151925"/>
                    <a:pt x="246397" y="151634"/>
                  </a:cubicBezTo>
                  <a:lnTo>
                    <a:pt x="248389" y="150711"/>
                  </a:lnTo>
                  <a:cubicBezTo>
                    <a:pt x="249045" y="150395"/>
                    <a:pt x="249677" y="150055"/>
                    <a:pt x="250332" y="149715"/>
                  </a:cubicBezTo>
                  <a:cubicBezTo>
                    <a:pt x="250988" y="149374"/>
                    <a:pt x="251644" y="149034"/>
                    <a:pt x="252276" y="148670"/>
                  </a:cubicBezTo>
                  <a:lnTo>
                    <a:pt x="254195" y="147553"/>
                  </a:lnTo>
                  <a:lnTo>
                    <a:pt x="256041" y="146387"/>
                  </a:lnTo>
                  <a:cubicBezTo>
                    <a:pt x="258543" y="144759"/>
                    <a:pt x="260924" y="142937"/>
                    <a:pt x="263134" y="140945"/>
                  </a:cubicBezTo>
                  <a:lnTo>
                    <a:pt x="263960" y="140192"/>
                  </a:lnTo>
                  <a:lnTo>
                    <a:pt x="264762" y="139415"/>
                  </a:lnTo>
                  <a:cubicBezTo>
                    <a:pt x="265272" y="138905"/>
                    <a:pt x="265831" y="138394"/>
                    <a:pt x="266341" y="137836"/>
                  </a:cubicBezTo>
                  <a:lnTo>
                    <a:pt x="267847" y="136208"/>
                  </a:lnTo>
                  <a:lnTo>
                    <a:pt x="268212" y="135795"/>
                  </a:lnTo>
                  <a:lnTo>
                    <a:pt x="268552" y="135358"/>
                  </a:lnTo>
                  <a:lnTo>
                    <a:pt x="269256" y="134508"/>
                  </a:lnTo>
                  <a:cubicBezTo>
                    <a:pt x="270228" y="133390"/>
                    <a:pt x="271078" y="132176"/>
                    <a:pt x="271953" y="130985"/>
                  </a:cubicBezTo>
                  <a:cubicBezTo>
                    <a:pt x="272778" y="129771"/>
                    <a:pt x="273629" y="128556"/>
                    <a:pt x="274382" y="127293"/>
                  </a:cubicBezTo>
                  <a:lnTo>
                    <a:pt x="274916" y="126346"/>
                  </a:lnTo>
                  <a:lnTo>
                    <a:pt x="275208" y="125860"/>
                  </a:lnTo>
                  <a:lnTo>
                    <a:pt x="275451" y="125374"/>
                  </a:lnTo>
                  <a:lnTo>
                    <a:pt x="276519" y="123455"/>
                  </a:lnTo>
                  <a:cubicBezTo>
                    <a:pt x="276860" y="122799"/>
                    <a:pt x="277151" y="122119"/>
                    <a:pt x="277491" y="121463"/>
                  </a:cubicBezTo>
                  <a:lnTo>
                    <a:pt x="277953" y="120467"/>
                  </a:lnTo>
                  <a:lnTo>
                    <a:pt x="278390" y="119471"/>
                  </a:lnTo>
                  <a:cubicBezTo>
                    <a:pt x="279556" y="116774"/>
                    <a:pt x="280552" y="114005"/>
                    <a:pt x="281378" y="111187"/>
                  </a:cubicBezTo>
                  <a:lnTo>
                    <a:pt x="281961" y="109074"/>
                  </a:lnTo>
                  <a:cubicBezTo>
                    <a:pt x="282131" y="108369"/>
                    <a:pt x="282277" y="107641"/>
                    <a:pt x="282447" y="106936"/>
                  </a:cubicBezTo>
                  <a:lnTo>
                    <a:pt x="282690" y="105867"/>
                  </a:lnTo>
                  <a:lnTo>
                    <a:pt x="282884" y="104774"/>
                  </a:lnTo>
                  <a:cubicBezTo>
                    <a:pt x="283006" y="104045"/>
                    <a:pt x="283151" y="103341"/>
                    <a:pt x="283248" y="102612"/>
                  </a:cubicBezTo>
                  <a:cubicBezTo>
                    <a:pt x="283686" y="99697"/>
                    <a:pt x="283929" y="96758"/>
                    <a:pt x="283977" y="93818"/>
                  </a:cubicBezTo>
                  <a:cubicBezTo>
                    <a:pt x="284026" y="90879"/>
                    <a:pt x="283856" y="87915"/>
                    <a:pt x="283491" y="85000"/>
                  </a:cubicBezTo>
                  <a:cubicBezTo>
                    <a:pt x="283394" y="84247"/>
                    <a:pt x="283273" y="83518"/>
                    <a:pt x="283151" y="82790"/>
                  </a:cubicBezTo>
                  <a:lnTo>
                    <a:pt x="282981" y="81697"/>
                  </a:lnTo>
                  <a:lnTo>
                    <a:pt x="282763" y="80603"/>
                  </a:lnTo>
                  <a:cubicBezTo>
                    <a:pt x="282593" y="79875"/>
                    <a:pt x="282471" y="79146"/>
                    <a:pt x="282277" y="78417"/>
                  </a:cubicBezTo>
                  <a:lnTo>
                    <a:pt x="281694" y="76255"/>
                  </a:lnTo>
                  <a:cubicBezTo>
                    <a:pt x="281621" y="75891"/>
                    <a:pt x="281499" y="75551"/>
                    <a:pt x="281378" y="75186"/>
                  </a:cubicBezTo>
                  <a:lnTo>
                    <a:pt x="281038" y="74117"/>
                  </a:lnTo>
                  <a:lnTo>
                    <a:pt x="280698" y="73049"/>
                  </a:lnTo>
                  <a:cubicBezTo>
                    <a:pt x="280576" y="72708"/>
                    <a:pt x="280431" y="72344"/>
                    <a:pt x="280285" y="72004"/>
                  </a:cubicBezTo>
                  <a:cubicBezTo>
                    <a:pt x="280018" y="71324"/>
                    <a:pt x="279750" y="70595"/>
                    <a:pt x="279483" y="69915"/>
                  </a:cubicBezTo>
                  <a:lnTo>
                    <a:pt x="278536" y="67874"/>
                  </a:lnTo>
                  <a:cubicBezTo>
                    <a:pt x="278244" y="67170"/>
                    <a:pt x="277880" y="66514"/>
                    <a:pt x="277515" y="65858"/>
                  </a:cubicBezTo>
                  <a:cubicBezTo>
                    <a:pt x="277175" y="65178"/>
                    <a:pt x="276835" y="64498"/>
                    <a:pt x="276447" y="63866"/>
                  </a:cubicBezTo>
                  <a:lnTo>
                    <a:pt x="275256" y="61923"/>
                  </a:lnTo>
                  <a:cubicBezTo>
                    <a:pt x="274843" y="61291"/>
                    <a:pt x="274406" y="60684"/>
                    <a:pt x="273993" y="60052"/>
                  </a:cubicBezTo>
                  <a:cubicBezTo>
                    <a:pt x="273774" y="59736"/>
                    <a:pt x="273556" y="59445"/>
                    <a:pt x="273337" y="59129"/>
                  </a:cubicBezTo>
                  <a:lnTo>
                    <a:pt x="272657" y="58255"/>
                  </a:lnTo>
                  <a:cubicBezTo>
                    <a:pt x="272171" y="57672"/>
                    <a:pt x="271758" y="57064"/>
                    <a:pt x="271272" y="56506"/>
                  </a:cubicBezTo>
                  <a:lnTo>
                    <a:pt x="269815" y="54805"/>
                  </a:lnTo>
                  <a:cubicBezTo>
                    <a:pt x="269572" y="54514"/>
                    <a:pt x="269329" y="54246"/>
                    <a:pt x="269062" y="53979"/>
                  </a:cubicBezTo>
                  <a:lnTo>
                    <a:pt x="268309" y="53178"/>
                  </a:lnTo>
                  <a:cubicBezTo>
                    <a:pt x="267313" y="52084"/>
                    <a:pt x="266244" y="51113"/>
                    <a:pt x="265199" y="50068"/>
                  </a:cubicBezTo>
                  <a:cubicBezTo>
                    <a:pt x="264106" y="49096"/>
                    <a:pt x="263037" y="48100"/>
                    <a:pt x="261920" y="47202"/>
                  </a:cubicBezTo>
                  <a:cubicBezTo>
                    <a:pt x="257474" y="43461"/>
                    <a:pt x="252762" y="40230"/>
                    <a:pt x="248049" y="37193"/>
                  </a:cubicBezTo>
                  <a:cubicBezTo>
                    <a:pt x="245693" y="35687"/>
                    <a:pt x="243361" y="34230"/>
                    <a:pt x="241004" y="32772"/>
                  </a:cubicBezTo>
                  <a:lnTo>
                    <a:pt x="237506" y="30610"/>
                  </a:lnTo>
                  <a:lnTo>
                    <a:pt x="236656" y="30076"/>
                  </a:lnTo>
                  <a:lnTo>
                    <a:pt x="236219" y="29784"/>
                  </a:lnTo>
                  <a:lnTo>
                    <a:pt x="235806" y="29541"/>
                  </a:lnTo>
                  <a:lnTo>
                    <a:pt x="234178" y="28472"/>
                  </a:lnTo>
                  <a:cubicBezTo>
                    <a:pt x="229878" y="25557"/>
                    <a:pt x="225627" y="22156"/>
                    <a:pt x="221206" y="18731"/>
                  </a:cubicBezTo>
                  <a:cubicBezTo>
                    <a:pt x="218971" y="17031"/>
                    <a:pt x="216712" y="15306"/>
                    <a:pt x="214331" y="13630"/>
                  </a:cubicBezTo>
                  <a:cubicBezTo>
                    <a:pt x="213190" y="12804"/>
                    <a:pt x="211951" y="12002"/>
                    <a:pt x="210736" y="11176"/>
                  </a:cubicBezTo>
                  <a:cubicBezTo>
                    <a:pt x="209473" y="10399"/>
                    <a:pt x="208210" y="9622"/>
                    <a:pt x="206898" y="8844"/>
                  </a:cubicBezTo>
                  <a:cubicBezTo>
                    <a:pt x="205610" y="8067"/>
                    <a:pt x="204226" y="7387"/>
                    <a:pt x="202865" y="6707"/>
                  </a:cubicBezTo>
                  <a:cubicBezTo>
                    <a:pt x="201456" y="6051"/>
                    <a:pt x="200072" y="5395"/>
                    <a:pt x="198541" y="4885"/>
                  </a:cubicBezTo>
                  <a:lnTo>
                    <a:pt x="197424" y="4472"/>
                  </a:lnTo>
                  <a:cubicBezTo>
                    <a:pt x="197059" y="4326"/>
                    <a:pt x="196695" y="4229"/>
                    <a:pt x="196306" y="4132"/>
                  </a:cubicBezTo>
                  <a:lnTo>
                    <a:pt x="194047" y="3476"/>
                  </a:lnTo>
                  <a:cubicBezTo>
                    <a:pt x="193318" y="3257"/>
                    <a:pt x="192541" y="3111"/>
                    <a:pt x="191812" y="2941"/>
                  </a:cubicBezTo>
                  <a:cubicBezTo>
                    <a:pt x="191059" y="2796"/>
                    <a:pt x="190306" y="2601"/>
                    <a:pt x="189553" y="2504"/>
                  </a:cubicBezTo>
                  <a:lnTo>
                    <a:pt x="189747" y="1435"/>
                  </a:lnTo>
                  <a:lnTo>
                    <a:pt x="188144" y="1168"/>
                  </a:lnTo>
                  <a:cubicBezTo>
                    <a:pt x="187610" y="1071"/>
                    <a:pt x="187051" y="949"/>
                    <a:pt x="186541" y="901"/>
                  </a:cubicBezTo>
                  <a:lnTo>
                    <a:pt x="183334" y="512"/>
                  </a:lnTo>
                  <a:lnTo>
                    <a:pt x="180152" y="245"/>
                  </a:lnTo>
                  <a:cubicBezTo>
                    <a:pt x="179107" y="172"/>
                    <a:pt x="178063" y="148"/>
                    <a:pt x="176994" y="99"/>
                  </a:cubicBezTo>
                  <a:cubicBezTo>
                    <a:pt x="175288" y="30"/>
                    <a:pt x="173586" y="1"/>
                    <a:pt x="171889" y="1"/>
                  </a:cubicBezTo>
                  <a:close/>
                </a:path>
              </a:pathLst>
            </a:custGeom>
            <a:solidFill>
              <a:srgbClr val="F0A9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31" name="Google Shape;1131;p54"/>
          <p:cNvSpPr txBox="1"/>
          <p:nvPr>
            <p:ph type="title"/>
          </p:nvPr>
        </p:nvSpPr>
        <p:spPr>
          <a:xfrm>
            <a:off x="1340525" y="1635000"/>
            <a:ext cx="2337900" cy="187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32" name="Google Shape;1132;p54"/>
          <p:cNvSpPr txBox="1"/>
          <p:nvPr>
            <p:ph idx="2" type="title"/>
          </p:nvPr>
        </p:nvSpPr>
        <p:spPr>
          <a:xfrm>
            <a:off x="4165300" y="2381700"/>
            <a:ext cx="1750200" cy="369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1600"/>
            </a:lvl2pPr>
            <a:lvl3pPr lvl="2" algn="ctr">
              <a:lnSpc>
                <a:spcPct val="100000"/>
              </a:lnSpc>
              <a:spcBef>
                <a:spcPts val="0"/>
              </a:spcBef>
              <a:spcAft>
                <a:spcPts val="0"/>
              </a:spcAft>
              <a:buSzPts val="2800"/>
              <a:buNone/>
              <a:defRPr sz="1600"/>
            </a:lvl3pPr>
            <a:lvl4pPr lvl="3" algn="ctr">
              <a:lnSpc>
                <a:spcPct val="100000"/>
              </a:lnSpc>
              <a:spcBef>
                <a:spcPts val="0"/>
              </a:spcBef>
              <a:spcAft>
                <a:spcPts val="0"/>
              </a:spcAft>
              <a:buSzPts val="2800"/>
              <a:buNone/>
              <a:defRPr sz="1600"/>
            </a:lvl4pPr>
            <a:lvl5pPr lvl="4" algn="ctr">
              <a:lnSpc>
                <a:spcPct val="100000"/>
              </a:lnSpc>
              <a:spcBef>
                <a:spcPts val="0"/>
              </a:spcBef>
              <a:spcAft>
                <a:spcPts val="0"/>
              </a:spcAft>
              <a:buSzPts val="2800"/>
              <a:buNone/>
              <a:defRPr sz="1600"/>
            </a:lvl5pPr>
            <a:lvl6pPr lvl="5" algn="ctr">
              <a:lnSpc>
                <a:spcPct val="100000"/>
              </a:lnSpc>
              <a:spcBef>
                <a:spcPts val="0"/>
              </a:spcBef>
              <a:spcAft>
                <a:spcPts val="0"/>
              </a:spcAft>
              <a:buSzPts val="2800"/>
              <a:buNone/>
              <a:defRPr sz="1600"/>
            </a:lvl6pPr>
            <a:lvl7pPr lvl="6" algn="ctr">
              <a:lnSpc>
                <a:spcPct val="100000"/>
              </a:lnSpc>
              <a:spcBef>
                <a:spcPts val="0"/>
              </a:spcBef>
              <a:spcAft>
                <a:spcPts val="0"/>
              </a:spcAft>
              <a:buSzPts val="2800"/>
              <a:buNone/>
              <a:defRPr sz="1600"/>
            </a:lvl7pPr>
            <a:lvl8pPr lvl="7" algn="ctr">
              <a:lnSpc>
                <a:spcPct val="100000"/>
              </a:lnSpc>
              <a:spcBef>
                <a:spcPts val="0"/>
              </a:spcBef>
              <a:spcAft>
                <a:spcPts val="0"/>
              </a:spcAft>
              <a:buSzPts val="2800"/>
              <a:buNone/>
              <a:defRPr sz="1600"/>
            </a:lvl8pPr>
            <a:lvl9pPr lvl="8" algn="ctr">
              <a:lnSpc>
                <a:spcPct val="100000"/>
              </a:lnSpc>
              <a:spcBef>
                <a:spcPts val="0"/>
              </a:spcBef>
              <a:spcAft>
                <a:spcPts val="0"/>
              </a:spcAft>
              <a:buSzPts val="2800"/>
              <a:buNone/>
              <a:defRPr sz="1600"/>
            </a:lvl9pPr>
          </a:lstStyle>
          <a:p/>
        </p:txBody>
      </p:sp>
      <p:sp>
        <p:nvSpPr>
          <p:cNvPr id="1133" name="Google Shape;1133;p54"/>
          <p:cNvSpPr txBox="1"/>
          <p:nvPr>
            <p:ph idx="1" type="subTitle"/>
          </p:nvPr>
        </p:nvSpPr>
        <p:spPr>
          <a:xfrm>
            <a:off x="4101000" y="2784125"/>
            <a:ext cx="1866000" cy="1750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1134" name="Google Shape;1134;p54"/>
          <p:cNvGrpSpPr/>
          <p:nvPr/>
        </p:nvGrpSpPr>
        <p:grpSpPr>
          <a:xfrm rot="3964283">
            <a:off x="6692192" y="1584342"/>
            <a:ext cx="740665" cy="722589"/>
            <a:chOff x="235075" y="777725"/>
            <a:chExt cx="7186900" cy="4132775"/>
          </a:xfrm>
        </p:grpSpPr>
        <p:sp>
          <p:nvSpPr>
            <p:cNvPr id="1135" name="Google Shape;1135;p54"/>
            <p:cNvSpPr/>
            <p:nvPr/>
          </p:nvSpPr>
          <p:spPr>
            <a:xfrm>
              <a:off x="342575" y="932875"/>
              <a:ext cx="7079400" cy="3826525"/>
            </a:xfrm>
            <a:custGeom>
              <a:rect b="b" l="l" r="r" t="t"/>
              <a:pathLst>
                <a:path extrusionOk="0" h="153061" w="283176">
                  <a:moveTo>
                    <a:pt x="168404" y="0"/>
                  </a:moveTo>
                  <a:cubicBezTo>
                    <a:pt x="157709" y="0"/>
                    <a:pt x="146666" y="1269"/>
                    <a:pt x="137470" y="1958"/>
                  </a:cubicBezTo>
                  <a:cubicBezTo>
                    <a:pt x="99769" y="4776"/>
                    <a:pt x="61970" y="14736"/>
                    <a:pt x="30657" y="36550"/>
                  </a:cubicBezTo>
                  <a:cubicBezTo>
                    <a:pt x="16422" y="46461"/>
                    <a:pt x="2915" y="60284"/>
                    <a:pt x="1336" y="77580"/>
                  </a:cubicBezTo>
                  <a:cubicBezTo>
                    <a:pt x="0" y="92204"/>
                    <a:pt x="7774" y="106560"/>
                    <a:pt x="18778" y="116301"/>
                  </a:cubicBezTo>
                  <a:cubicBezTo>
                    <a:pt x="29807" y="126043"/>
                    <a:pt x="43726" y="131800"/>
                    <a:pt x="57670" y="136415"/>
                  </a:cubicBezTo>
                  <a:cubicBezTo>
                    <a:pt x="91058" y="147472"/>
                    <a:pt x="125903" y="153060"/>
                    <a:pt x="160873" y="153060"/>
                  </a:cubicBezTo>
                  <a:cubicBezTo>
                    <a:pt x="176382" y="153060"/>
                    <a:pt x="191917" y="151961"/>
                    <a:pt x="207359" y="149752"/>
                  </a:cubicBezTo>
                  <a:cubicBezTo>
                    <a:pt x="222226" y="147614"/>
                    <a:pt x="237360" y="144286"/>
                    <a:pt x="249871" y="135929"/>
                  </a:cubicBezTo>
                  <a:cubicBezTo>
                    <a:pt x="275062" y="119095"/>
                    <a:pt x="283175" y="80398"/>
                    <a:pt x="265102" y="56057"/>
                  </a:cubicBezTo>
                  <a:cubicBezTo>
                    <a:pt x="255968" y="43789"/>
                    <a:pt x="242097" y="36137"/>
                    <a:pt x="229125" y="28024"/>
                  </a:cubicBezTo>
                  <a:cubicBezTo>
                    <a:pt x="217003" y="20420"/>
                    <a:pt x="204881" y="7643"/>
                    <a:pt x="191278" y="3027"/>
                  </a:cubicBezTo>
                  <a:cubicBezTo>
                    <a:pt x="184502" y="737"/>
                    <a:pt x="176554" y="0"/>
                    <a:pt x="168404"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p54"/>
            <p:cNvSpPr/>
            <p:nvPr/>
          </p:nvSpPr>
          <p:spPr>
            <a:xfrm>
              <a:off x="235075" y="777725"/>
              <a:ext cx="7126775" cy="4132775"/>
            </a:xfrm>
            <a:custGeom>
              <a:rect b="b" l="l" r="r" t="t"/>
              <a:pathLst>
                <a:path extrusionOk="0" h="165311" w="285071">
                  <a:moveTo>
                    <a:pt x="193683" y="2310"/>
                  </a:moveTo>
                  <a:lnTo>
                    <a:pt x="194120" y="2431"/>
                  </a:lnTo>
                  <a:lnTo>
                    <a:pt x="194557" y="2553"/>
                  </a:lnTo>
                  <a:lnTo>
                    <a:pt x="195456" y="2820"/>
                  </a:lnTo>
                  <a:lnTo>
                    <a:pt x="196198" y="3047"/>
                  </a:lnTo>
                  <a:lnTo>
                    <a:pt x="196198" y="3047"/>
                  </a:lnTo>
                  <a:cubicBezTo>
                    <a:pt x="196113" y="3020"/>
                    <a:pt x="196027" y="2993"/>
                    <a:pt x="195942" y="2966"/>
                  </a:cubicBezTo>
                  <a:lnTo>
                    <a:pt x="194825" y="2626"/>
                  </a:lnTo>
                  <a:cubicBezTo>
                    <a:pt x="194436" y="2504"/>
                    <a:pt x="194072" y="2383"/>
                    <a:pt x="193683" y="2310"/>
                  </a:cubicBezTo>
                  <a:close/>
                  <a:moveTo>
                    <a:pt x="196198" y="3047"/>
                  </a:moveTo>
                  <a:cubicBezTo>
                    <a:pt x="196309" y="3081"/>
                    <a:pt x="196421" y="3115"/>
                    <a:pt x="196532" y="3149"/>
                  </a:cubicBezTo>
                  <a:lnTo>
                    <a:pt x="196532" y="3149"/>
                  </a:lnTo>
                  <a:lnTo>
                    <a:pt x="196198" y="3047"/>
                  </a:lnTo>
                  <a:close/>
                  <a:moveTo>
                    <a:pt x="196532" y="3149"/>
                  </a:moveTo>
                  <a:lnTo>
                    <a:pt x="197205" y="3354"/>
                  </a:lnTo>
                  <a:cubicBezTo>
                    <a:pt x="197213" y="3356"/>
                    <a:pt x="197220" y="3358"/>
                    <a:pt x="197228" y="3360"/>
                  </a:cubicBezTo>
                  <a:lnTo>
                    <a:pt x="197228" y="3360"/>
                  </a:lnTo>
                  <a:cubicBezTo>
                    <a:pt x="196996" y="3288"/>
                    <a:pt x="196764" y="3219"/>
                    <a:pt x="196532" y="3149"/>
                  </a:cubicBezTo>
                  <a:close/>
                  <a:moveTo>
                    <a:pt x="197228" y="3360"/>
                  </a:moveTo>
                  <a:lnTo>
                    <a:pt x="197228" y="3360"/>
                  </a:lnTo>
                  <a:cubicBezTo>
                    <a:pt x="197350" y="3398"/>
                    <a:pt x="197472" y="3437"/>
                    <a:pt x="197593" y="3477"/>
                  </a:cubicBezTo>
                  <a:lnTo>
                    <a:pt x="197593" y="3477"/>
                  </a:lnTo>
                  <a:cubicBezTo>
                    <a:pt x="197473" y="3434"/>
                    <a:pt x="197353" y="3392"/>
                    <a:pt x="197228" y="3360"/>
                  </a:cubicBezTo>
                  <a:close/>
                  <a:moveTo>
                    <a:pt x="197593" y="3477"/>
                  </a:moveTo>
                  <a:lnTo>
                    <a:pt x="197593" y="3477"/>
                  </a:lnTo>
                  <a:cubicBezTo>
                    <a:pt x="197745" y="3533"/>
                    <a:pt x="197897" y="3593"/>
                    <a:pt x="198055" y="3646"/>
                  </a:cubicBezTo>
                  <a:lnTo>
                    <a:pt x="198930" y="3986"/>
                  </a:lnTo>
                  <a:cubicBezTo>
                    <a:pt x="199513" y="4205"/>
                    <a:pt x="200096" y="4423"/>
                    <a:pt x="200655" y="4666"/>
                  </a:cubicBezTo>
                  <a:cubicBezTo>
                    <a:pt x="200971" y="4803"/>
                    <a:pt x="201287" y="4943"/>
                    <a:pt x="201601" y="5085"/>
                  </a:cubicBezTo>
                  <a:lnTo>
                    <a:pt x="201601" y="5085"/>
                  </a:lnTo>
                  <a:lnTo>
                    <a:pt x="200412" y="4545"/>
                  </a:lnTo>
                  <a:lnTo>
                    <a:pt x="198201" y="3694"/>
                  </a:lnTo>
                  <a:cubicBezTo>
                    <a:pt x="197999" y="3616"/>
                    <a:pt x="197796" y="3545"/>
                    <a:pt x="197593" y="3477"/>
                  </a:cubicBezTo>
                  <a:close/>
                  <a:moveTo>
                    <a:pt x="201601" y="5085"/>
                  </a:moveTo>
                  <a:lnTo>
                    <a:pt x="201792" y="5172"/>
                  </a:lnTo>
                  <a:lnTo>
                    <a:pt x="201792" y="5172"/>
                  </a:lnTo>
                  <a:cubicBezTo>
                    <a:pt x="201728" y="5143"/>
                    <a:pt x="201665" y="5114"/>
                    <a:pt x="201601" y="5085"/>
                  </a:cubicBezTo>
                  <a:close/>
                  <a:moveTo>
                    <a:pt x="201792" y="5172"/>
                  </a:moveTo>
                  <a:cubicBezTo>
                    <a:pt x="202347" y="5425"/>
                    <a:pt x="202898" y="5687"/>
                    <a:pt x="203447" y="5957"/>
                  </a:cubicBezTo>
                  <a:lnTo>
                    <a:pt x="203447" y="5957"/>
                  </a:lnTo>
                  <a:cubicBezTo>
                    <a:pt x="203149" y="5808"/>
                    <a:pt x="202850" y="5661"/>
                    <a:pt x="202550" y="5516"/>
                  </a:cubicBezTo>
                  <a:lnTo>
                    <a:pt x="201792" y="5172"/>
                  </a:lnTo>
                  <a:close/>
                  <a:moveTo>
                    <a:pt x="203447" y="5957"/>
                  </a:moveTo>
                  <a:cubicBezTo>
                    <a:pt x="205025" y="6746"/>
                    <a:pt x="206570" y="7594"/>
                    <a:pt x="208082" y="8506"/>
                  </a:cubicBezTo>
                  <a:lnTo>
                    <a:pt x="208082" y="8506"/>
                  </a:lnTo>
                  <a:cubicBezTo>
                    <a:pt x="207745" y="8301"/>
                    <a:pt x="207407" y="8098"/>
                    <a:pt x="207068" y="7897"/>
                  </a:cubicBezTo>
                  <a:cubicBezTo>
                    <a:pt x="205877" y="7204"/>
                    <a:pt x="204670" y="6559"/>
                    <a:pt x="203447" y="5957"/>
                  </a:cubicBezTo>
                  <a:close/>
                  <a:moveTo>
                    <a:pt x="208082" y="8506"/>
                  </a:moveTo>
                  <a:cubicBezTo>
                    <a:pt x="208378" y="8686"/>
                    <a:pt x="208674" y="8868"/>
                    <a:pt x="208969" y="9051"/>
                  </a:cubicBezTo>
                  <a:lnTo>
                    <a:pt x="208969" y="9051"/>
                  </a:lnTo>
                  <a:cubicBezTo>
                    <a:pt x="208675" y="8867"/>
                    <a:pt x="208379" y="8685"/>
                    <a:pt x="208082" y="8506"/>
                  </a:cubicBezTo>
                  <a:close/>
                  <a:moveTo>
                    <a:pt x="274827" y="94613"/>
                  </a:moveTo>
                  <a:cubicBezTo>
                    <a:pt x="274825" y="94672"/>
                    <a:pt x="274822" y="94731"/>
                    <a:pt x="274819" y="94790"/>
                  </a:cubicBezTo>
                  <a:lnTo>
                    <a:pt x="274827" y="94613"/>
                  </a:lnTo>
                  <a:close/>
                  <a:moveTo>
                    <a:pt x="182036" y="164515"/>
                  </a:moveTo>
                  <a:cubicBezTo>
                    <a:pt x="182009" y="164557"/>
                    <a:pt x="182151" y="164591"/>
                    <a:pt x="182606" y="164606"/>
                  </a:cubicBezTo>
                  <a:cubicBezTo>
                    <a:pt x="182112" y="164589"/>
                    <a:pt x="181975" y="164562"/>
                    <a:pt x="182036" y="164515"/>
                  </a:cubicBezTo>
                  <a:close/>
                  <a:moveTo>
                    <a:pt x="171889" y="1"/>
                  </a:moveTo>
                  <a:cubicBezTo>
                    <a:pt x="169431" y="1"/>
                    <a:pt x="166985" y="62"/>
                    <a:pt x="164556" y="148"/>
                  </a:cubicBezTo>
                  <a:cubicBezTo>
                    <a:pt x="156370" y="512"/>
                    <a:pt x="148378" y="1314"/>
                    <a:pt x="140483" y="1872"/>
                  </a:cubicBezTo>
                  <a:cubicBezTo>
                    <a:pt x="132321" y="2456"/>
                    <a:pt x="124183" y="3379"/>
                    <a:pt x="116020" y="4666"/>
                  </a:cubicBezTo>
                  <a:lnTo>
                    <a:pt x="112960" y="5128"/>
                  </a:lnTo>
                  <a:cubicBezTo>
                    <a:pt x="111964" y="5298"/>
                    <a:pt x="110943" y="5516"/>
                    <a:pt x="109923" y="5686"/>
                  </a:cubicBezTo>
                  <a:lnTo>
                    <a:pt x="106887" y="6269"/>
                  </a:lnTo>
                  <a:lnTo>
                    <a:pt x="105380" y="6537"/>
                  </a:lnTo>
                  <a:lnTo>
                    <a:pt x="103850" y="6877"/>
                  </a:lnTo>
                  <a:cubicBezTo>
                    <a:pt x="101834" y="7314"/>
                    <a:pt x="99817" y="7727"/>
                    <a:pt x="97777" y="8188"/>
                  </a:cubicBezTo>
                  <a:lnTo>
                    <a:pt x="91704" y="9719"/>
                  </a:lnTo>
                  <a:cubicBezTo>
                    <a:pt x="90878" y="9913"/>
                    <a:pt x="90052" y="10180"/>
                    <a:pt x="89226" y="10423"/>
                  </a:cubicBezTo>
                  <a:lnTo>
                    <a:pt x="86797" y="11128"/>
                  </a:lnTo>
                  <a:lnTo>
                    <a:pt x="84416" y="11857"/>
                  </a:lnTo>
                  <a:cubicBezTo>
                    <a:pt x="83615" y="12099"/>
                    <a:pt x="82861" y="12391"/>
                    <a:pt x="82108" y="12634"/>
                  </a:cubicBezTo>
                  <a:lnTo>
                    <a:pt x="77614" y="14213"/>
                  </a:lnTo>
                  <a:cubicBezTo>
                    <a:pt x="76157" y="14747"/>
                    <a:pt x="74748" y="15355"/>
                    <a:pt x="73363" y="15889"/>
                  </a:cubicBezTo>
                  <a:lnTo>
                    <a:pt x="71323" y="16739"/>
                  </a:lnTo>
                  <a:lnTo>
                    <a:pt x="70327" y="17152"/>
                  </a:lnTo>
                  <a:lnTo>
                    <a:pt x="69331" y="17590"/>
                  </a:lnTo>
                  <a:lnTo>
                    <a:pt x="65517" y="19363"/>
                  </a:lnTo>
                  <a:lnTo>
                    <a:pt x="63671" y="20213"/>
                  </a:lnTo>
                  <a:lnTo>
                    <a:pt x="61922" y="21136"/>
                  </a:lnTo>
                  <a:lnTo>
                    <a:pt x="58521" y="22910"/>
                  </a:lnTo>
                  <a:lnTo>
                    <a:pt x="62772" y="21088"/>
                  </a:lnTo>
                  <a:lnTo>
                    <a:pt x="63841" y="20650"/>
                  </a:lnTo>
                  <a:lnTo>
                    <a:pt x="64909" y="20213"/>
                  </a:lnTo>
                  <a:lnTo>
                    <a:pt x="67072" y="19387"/>
                  </a:lnTo>
                  <a:lnTo>
                    <a:pt x="69234" y="18561"/>
                  </a:lnTo>
                  <a:cubicBezTo>
                    <a:pt x="69962" y="18270"/>
                    <a:pt x="70691" y="17978"/>
                    <a:pt x="71420" y="17735"/>
                  </a:cubicBezTo>
                  <a:lnTo>
                    <a:pt x="75817" y="16229"/>
                  </a:lnTo>
                  <a:cubicBezTo>
                    <a:pt x="76545" y="15962"/>
                    <a:pt x="77274" y="15695"/>
                    <a:pt x="78027" y="15476"/>
                  </a:cubicBezTo>
                  <a:lnTo>
                    <a:pt x="80238" y="14796"/>
                  </a:lnTo>
                  <a:cubicBezTo>
                    <a:pt x="81720" y="14334"/>
                    <a:pt x="83202" y="13873"/>
                    <a:pt x="84708" y="13411"/>
                  </a:cubicBezTo>
                  <a:lnTo>
                    <a:pt x="89202" y="12172"/>
                  </a:lnTo>
                  <a:lnTo>
                    <a:pt x="91461" y="11565"/>
                  </a:lnTo>
                  <a:lnTo>
                    <a:pt x="93744" y="11031"/>
                  </a:lnTo>
                  <a:lnTo>
                    <a:pt x="98287" y="9913"/>
                  </a:lnTo>
                  <a:cubicBezTo>
                    <a:pt x="99817" y="9597"/>
                    <a:pt x="101372" y="9282"/>
                    <a:pt x="102878" y="8942"/>
                  </a:cubicBezTo>
                  <a:lnTo>
                    <a:pt x="105186" y="8480"/>
                  </a:lnTo>
                  <a:cubicBezTo>
                    <a:pt x="105963" y="8310"/>
                    <a:pt x="106716" y="8188"/>
                    <a:pt x="107494" y="8043"/>
                  </a:cubicBezTo>
                  <a:lnTo>
                    <a:pt x="112134" y="7217"/>
                  </a:lnTo>
                  <a:cubicBezTo>
                    <a:pt x="118328" y="6197"/>
                    <a:pt x="124547" y="5322"/>
                    <a:pt x="130839" y="4715"/>
                  </a:cubicBezTo>
                  <a:lnTo>
                    <a:pt x="133195" y="4472"/>
                  </a:lnTo>
                  <a:lnTo>
                    <a:pt x="134361" y="4350"/>
                  </a:lnTo>
                  <a:lnTo>
                    <a:pt x="135551" y="4277"/>
                  </a:lnTo>
                  <a:lnTo>
                    <a:pt x="140264" y="3913"/>
                  </a:lnTo>
                  <a:lnTo>
                    <a:pt x="141454" y="3816"/>
                  </a:lnTo>
                  <a:lnTo>
                    <a:pt x="142596" y="3743"/>
                  </a:lnTo>
                  <a:lnTo>
                    <a:pt x="144928" y="3573"/>
                  </a:lnTo>
                  <a:lnTo>
                    <a:pt x="149568" y="3209"/>
                  </a:lnTo>
                  <a:cubicBezTo>
                    <a:pt x="155811" y="2747"/>
                    <a:pt x="162151" y="2261"/>
                    <a:pt x="168589" y="2140"/>
                  </a:cubicBezTo>
                  <a:lnTo>
                    <a:pt x="171018" y="2115"/>
                  </a:lnTo>
                  <a:cubicBezTo>
                    <a:pt x="171419" y="2103"/>
                    <a:pt x="171820" y="2097"/>
                    <a:pt x="172224" y="2097"/>
                  </a:cubicBezTo>
                  <a:cubicBezTo>
                    <a:pt x="172628" y="2097"/>
                    <a:pt x="173034" y="2103"/>
                    <a:pt x="173447" y="2115"/>
                  </a:cubicBezTo>
                  <a:lnTo>
                    <a:pt x="175877" y="2164"/>
                  </a:lnTo>
                  <a:cubicBezTo>
                    <a:pt x="176678" y="2188"/>
                    <a:pt x="177504" y="2237"/>
                    <a:pt x="178330" y="2261"/>
                  </a:cubicBezTo>
                  <a:lnTo>
                    <a:pt x="179545" y="2334"/>
                  </a:lnTo>
                  <a:cubicBezTo>
                    <a:pt x="179958" y="2358"/>
                    <a:pt x="180346" y="2407"/>
                    <a:pt x="180759" y="2431"/>
                  </a:cubicBezTo>
                  <a:lnTo>
                    <a:pt x="183237" y="2650"/>
                  </a:lnTo>
                  <a:lnTo>
                    <a:pt x="185691" y="2941"/>
                  </a:lnTo>
                  <a:cubicBezTo>
                    <a:pt x="186104" y="2990"/>
                    <a:pt x="186517" y="3039"/>
                    <a:pt x="186930" y="3111"/>
                  </a:cubicBezTo>
                  <a:lnTo>
                    <a:pt x="188168" y="3330"/>
                  </a:lnTo>
                  <a:lnTo>
                    <a:pt x="189407" y="3549"/>
                  </a:lnTo>
                  <a:cubicBezTo>
                    <a:pt x="189820" y="3622"/>
                    <a:pt x="190233" y="3694"/>
                    <a:pt x="190646" y="3792"/>
                  </a:cubicBezTo>
                  <a:lnTo>
                    <a:pt x="193124" y="4350"/>
                  </a:lnTo>
                  <a:cubicBezTo>
                    <a:pt x="193537" y="4447"/>
                    <a:pt x="193950" y="4569"/>
                    <a:pt x="194363" y="4690"/>
                  </a:cubicBezTo>
                  <a:lnTo>
                    <a:pt x="195602" y="5079"/>
                  </a:lnTo>
                  <a:lnTo>
                    <a:pt x="196841" y="5443"/>
                  </a:lnTo>
                  <a:lnTo>
                    <a:pt x="198055" y="5905"/>
                  </a:lnTo>
                  <a:cubicBezTo>
                    <a:pt x="201238" y="7144"/>
                    <a:pt x="204299" y="8650"/>
                    <a:pt x="207189" y="10448"/>
                  </a:cubicBezTo>
                  <a:cubicBezTo>
                    <a:pt x="212898" y="13921"/>
                    <a:pt x="217975" y="17954"/>
                    <a:pt x="222955" y="21865"/>
                  </a:cubicBezTo>
                  <a:cubicBezTo>
                    <a:pt x="225433" y="23808"/>
                    <a:pt x="227911" y="25752"/>
                    <a:pt x="230388" y="27574"/>
                  </a:cubicBezTo>
                  <a:cubicBezTo>
                    <a:pt x="231020" y="28035"/>
                    <a:pt x="231627" y="28472"/>
                    <a:pt x="232259" y="28910"/>
                  </a:cubicBezTo>
                  <a:lnTo>
                    <a:pt x="233206" y="29566"/>
                  </a:lnTo>
                  <a:lnTo>
                    <a:pt x="234154" y="30173"/>
                  </a:lnTo>
                  <a:cubicBezTo>
                    <a:pt x="235368" y="30999"/>
                    <a:pt x="236753" y="31849"/>
                    <a:pt x="238065" y="32675"/>
                  </a:cubicBezTo>
                  <a:cubicBezTo>
                    <a:pt x="240761" y="34351"/>
                    <a:pt x="243482" y="36027"/>
                    <a:pt x="246178" y="37752"/>
                  </a:cubicBezTo>
                  <a:cubicBezTo>
                    <a:pt x="248875" y="39477"/>
                    <a:pt x="251571" y="41250"/>
                    <a:pt x="254243" y="43145"/>
                  </a:cubicBezTo>
                  <a:cubicBezTo>
                    <a:pt x="256891" y="45040"/>
                    <a:pt x="259491" y="47032"/>
                    <a:pt x="262017" y="49194"/>
                  </a:cubicBezTo>
                  <a:cubicBezTo>
                    <a:pt x="264543" y="51356"/>
                    <a:pt x="266924" y="53712"/>
                    <a:pt x="269135" y="56214"/>
                  </a:cubicBezTo>
                  <a:lnTo>
                    <a:pt x="269961" y="57161"/>
                  </a:lnTo>
                  <a:cubicBezTo>
                    <a:pt x="270228" y="57477"/>
                    <a:pt x="270495" y="57817"/>
                    <a:pt x="270762" y="58133"/>
                  </a:cubicBezTo>
                  <a:lnTo>
                    <a:pt x="272317" y="60125"/>
                  </a:lnTo>
                  <a:lnTo>
                    <a:pt x="273774" y="62239"/>
                  </a:lnTo>
                  <a:cubicBezTo>
                    <a:pt x="274017" y="62579"/>
                    <a:pt x="274236" y="62943"/>
                    <a:pt x="274455" y="63307"/>
                  </a:cubicBezTo>
                  <a:lnTo>
                    <a:pt x="275111" y="64401"/>
                  </a:lnTo>
                  <a:cubicBezTo>
                    <a:pt x="276811" y="67340"/>
                    <a:pt x="278269" y="70401"/>
                    <a:pt x="279410" y="73607"/>
                  </a:cubicBezTo>
                  <a:cubicBezTo>
                    <a:pt x="280528" y="76790"/>
                    <a:pt x="281354" y="80069"/>
                    <a:pt x="281864" y="83397"/>
                  </a:cubicBezTo>
                  <a:lnTo>
                    <a:pt x="282082" y="84636"/>
                  </a:lnTo>
                  <a:cubicBezTo>
                    <a:pt x="282155" y="85049"/>
                    <a:pt x="282180" y="85462"/>
                    <a:pt x="282228" y="85875"/>
                  </a:cubicBezTo>
                  <a:lnTo>
                    <a:pt x="282350" y="87138"/>
                  </a:lnTo>
                  <a:cubicBezTo>
                    <a:pt x="282398" y="87551"/>
                    <a:pt x="282447" y="87964"/>
                    <a:pt x="282471" y="88377"/>
                  </a:cubicBezTo>
                  <a:lnTo>
                    <a:pt x="282617" y="90879"/>
                  </a:lnTo>
                  <a:lnTo>
                    <a:pt x="282641" y="93381"/>
                  </a:lnTo>
                  <a:cubicBezTo>
                    <a:pt x="282593" y="100037"/>
                    <a:pt x="281524" y="106620"/>
                    <a:pt x="279459" y="112961"/>
                  </a:cubicBezTo>
                  <a:lnTo>
                    <a:pt x="279094" y="114127"/>
                  </a:lnTo>
                  <a:cubicBezTo>
                    <a:pt x="278973" y="114515"/>
                    <a:pt x="278803" y="114904"/>
                    <a:pt x="278657" y="115293"/>
                  </a:cubicBezTo>
                  <a:lnTo>
                    <a:pt x="278220" y="116459"/>
                  </a:lnTo>
                  <a:cubicBezTo>
                    <a:pt x="278074" y="116847"/>
                    <a:pt x="277928" y="117236"/>
                    <a:pt x="277758" y="117600"/>
                  </a:cubicBezTo>
                  <a:lnTo>
                    <a:pt x="276787" y="119884"/>
                  </a:lnTo>
                  <a:lnTo>
                    <a:pt x="275718" y="122094"/>
                  </a:lnTo>
                  <a:cubicBezTo>
                    <a:pt x="274236" y="125058"/>
                    <a:pt x="272536" y="127876"/>
                    <a:pt x="270616" y="130572"/>
                  </a:cubicBezTo>
                  <a:cubicBezTo>
                    <a:pt x="277224" y="121171"/>
                    <a:pt x="281208" y="110191"/>
                    <a:pt x="282204" y="98774"/>
                  </a:cubicBezTo>
                  <a:cubicBezTo>
                    <a:pt x="282447" y="95835"/>
                    <a:pt x="282495" y="92895"/>
                    <a:pt x="282350" y="89980"/>
                  </a:cubicBezTo>
                  <a:cubicBezTo>
                    <a:pt x="282180" y="87017"/>
                    <a:pt x="281815" y="84077"/>
                    <a:pt x="281208" y="81162"/>
                  </a:cubicBezTo>
                  <a:cubicBezTo>
                    <a:pt x="280601" y="78247"/>
                    <a:pt x="279775" y="75381"/>
                    <a:pt x="278706" y="72587"/>
                  </a:cubicBezTo>
                  <a:cubicBezTo>
                    <a:pt x="277637" y="69769"/>
                    <a:pt x="276325" y="67073"/>
                    <a:pt x="274770" y="64498"/>
                  </a:cubicBezTo>
                  <a:cubicBezTo>
                    <a:pt x="274357" y="63842"/>
                    <a:pt x="273993" y="63186"/>
                    <a:pt x="273580" y="62579"/>
                  </a:cubicBezTo>
                  <a:lnTo>
                    <a:pt x="272293" y="60708"/>
                  </a:lnTo>
                  <a:cubicBezTo>
                    <a:pt x="272171" y="60562"/>
                    <a:pt x="272074" y="60417"/>
                    <a:pt x="271953" y="60271"/>
                  </a:cubicBezTo>
                  <a:lnTo>
                    <a:pt x="271612" y="59809"/>
                  </a:lnTo>
                  <a:lnTo>
                    <a:pt x="270932" y="58935"/>
                  </a:lnTo>
                  <a:lnTo>
                    <a:pt x="270228" y="58060"/>
                  </a:lnTo>
                  <a:cubicBezTo>
                    <a:pt x="270009" y="57769"/>
                    <a:pt x="269742" y="57502"/>
                    <a:pt x="269523" y="57210"/>
                  </a:cubicBezTo>
                  <a:cubicBezTo>
                    <a:pt x="267604" y="54951"/>
                    <a:pt x="265539" y="52837"/>
                    <a:pt x="263353" y="50845"/>
                  </a:cubicBezTo>
                  <a:cubicBezTo>
                    <a:pt x="259005" y="46910"/>
                    <a:pt x="254341" y="43534"/>
                    <a:pt x="249652" y="40424"/>
                  </a:cubicBezTo>
                  <a:cubicBezTo>
                    <a:pt x="244964" y="37339"/>
                    <a:pt x="240251" y="34448"/>
                    <a:pt x="235708" y="31558"/>
                  </a:cubicBezTo>
                  <a:cubicBezTo>
                    <a:pt x="231312" y="28764"/>
                    <a:pt x="227230" y="25533"/>
                    <a:pt x="223125" y="22254"/>
                  </a:cubicBezTo>
                  <a:cubicBezTo>
                    <a:pt x="220186" y="19922"/>
                    <a:pt x="217222" y="17565"/>
                    <a:pt x="214161" y="15330"/>
                  </a:cubicBezTo>
                  <a:cubicBezTo>
                    <a:pt x="211076" y="13023"/>
                    <a:pt x="207845" y="10933"/>
                    <a:pt x="204469" y="9039"/>
                  </a:cubicBezTo>
                  <a:lnTo>
                    <a:pt x="203181" y="8359"/>
                  </a:lnTo>
                  <a:cubicBezTo>
                    <a:pt x="202744" y="8140"/>
                    <a:pt x="202307" y="7897"/>
                    <a:pt x="201869" y="7703"/>
                  </a:cubicBezTo>
                  <a:lnTo>
                    <a:pt x="200509" y="7095"/>
                  </a:lnTo>
                  <a:cubicBezTo>
                    <a:pt x="200072" y="6901"/>
                    <a:pt x="199634" y="6658"/>
                    <a:pt x="199149" y="6488"/>
                  </a:cubicBezTo>
                  <a:lnTo>
                    <a:pt x="197764" y="5954"/>
                  </a:lnTo>
                  <a:cubicBezTo>
                    <a:pt x="197278" y="5784"/>
                    <a:pt x="196817" y="5589"/>
                    <a:pt x="196355" y="5468"/>
                  </a:cubicBezTo>
                  <a:lnTo>
                    <a:pt x="193513" y="4593"/>
                  </a:lnTo>
                  <a:cubicBezTo>
                    <a:pt x="189796" y="3670"/>
                    <a:pt x="186031" y="3014"/>
                    <a:pt x="182217" y="2698"/>
                  </a:cubicBezTo>
                  <a:cubicBezTo>
                    <a:pt x="178826" y="2386"/>
                    <a:pt x="175435" y="2258"/>
                    <a:pt x="172044" y="2258"/>
                  </a:cubicBezTo>
                  <a:cubicBezTo>
                    <a:pt x="171743" y="2258"/>
                    <a:pt x="171441" y="2259"/>
                    <a:pt x="171140" y="2261"/>
                  </a:cubicBezTo>
                  <a:cubicBezTo>
                    <a:pt x="167496" y="2285"/>
                    <a:pt x="163876" y="2480"/>
                    <a:pt x="160305" y="2674"/>
                  </a:cubicBezTo>
                  <a:cubicBezTo>
                    <a:pt x="156734" y="2868"/>
                    <a:pt x="153212" y="3184"/>
                    <a:pt x="149738" y="3476"/>
                  </a:cubicBezTo>
                  <a:lnTo>
                    <a:pt x="139341" y="4326"/>
                  </a:lnTo>
                  <a:lnTo>
                    <a:pt x="134094" y="4763"/>
                  </a:lnTo>
                  <a:lnTo>
                    <a:pt x="128847" y="5322"/>
                  </a:lnTo>
                  <a:cubicBezTo>
                    <a:pt x="127122" y="5492"/>
                    <a:pt x="125373" y="5735"/>
                    <a:pt x="123648" y="5954"/>
                  </a:cubicBezTo>
                  <a:cubicBezTo>
                    <a:pt x="121923" y="6197"/>
                    <a:pt x="120199" y="6391"/>
                    <a:pt x="118474" y="6682"/>
                  </a:cubicBezTo>
                  <a:lnTo>
                    <a:pt x="113300" y="7508"/>
                  </a:lnTo>
                  <a:cubicBezTo>
                    <a:pt x="111599" y="7824"/>
                    <a:pt x="109899" y="8164"/>
                    <a:pt x="108174" y="8456"/>
                  </a:cubicBezTo>
                  <a:lnTo>
                    <a:pt x="105623" y="8942"/>
                  </a:lnTo>
                  <a:lnTo>
                    <a:pt x="103073" y="9500"/>
                  </a:lnTo>
                  <a:lnTo>
                    <a:pt x="100546" y="10059"/>
                  </a:lnTo>
                  <a:cubicBezTo>
                    <a:pt x="99696" y="10253"/>
                    <a:pt x="98846" y="10399"/>
                    <a:pt x="97996" y="10618"/>
                  </a:cubicBezTo>
                  <a:lnTo>
                    <a:pt x="92967" y="11881"/>
                  </a:lnTo>
                  <a:lnTo>
                    <a:pt x="91704" y="12172"/>
                  </a:lnTo>
                  <a:lnTo>
                    <a:pt x="90441" y="12537"/>
                  </a:lnTo>
                  <a:lnTo>
                    <a:pt x="87963" y="13241"/>
                  </a:lnTo>
                  <a:cubicBezTo>
                    <a:pt x="84611" y="14116"/>
                    <a:pt x="81331" y="15233"/>
                    <a:pt x="78027" y="16253"/>
                  </a:cubicBezTo>
                  <a:cubicBezTo>
                    <a:pt x="76400" y="16812"/>
                    <a:pt x="74772" y="17395"/>
                    <a:pt x="73120" y="17978"/>
                  </a:cubicBezTo>
                  <a:cubicBezTo>
                    <a:pt x="72343" y="18270"/>
                    <a:pt x="71517" y="18537"/>
                    <a:pt x="70691" y="18828"/>
                  </a:cubicBezTo>
                  <a:lnTo>
                    <a:pt x="68262" y="19776"/>
                  </a:lnTo>
                  <a:lnTo>
                    <a:pt x="65833" y="20723"/>
                  </a:lnTo>
                  <a:cubicBezTo>
                    <a:pt x="65055" y="21063"/>
                    <a:pt x="64229" y="21355"/>
                    <a:pt x="63452" y="21719"/>
                  </a:cubicBezTo>
                  <a:lnTo>
                    <a:pt x="58666" y="23784"/>
                  </a:lnTo>
                  <a:lnTo>
                    <a:pt x="57646" y="24221"/>
                  </a:lnTo>
                  <a:cubicBezTo>
                    <a:pt x="57306" y="24367"/>
                    <a:pt x="56966" y="24537"/>
                    <a:pt x="56626" y="24707"/>
                  </a:cubicBezTo>
                  <a:lnTo>
                    <a:pt x="54585" y="25679"/>
                  </a:lnTo>
                  <a:lnTo>
                    <a:pt x="52520" y="26651"/>
                  </a:lnTo>
                  <a:lnTo>
                    <a:pt x="51500" y="27136"/>
                  </a:lnTo>
                  <a:cubicBezTo>
                    <a:pt x="51160" y="27282"/>
                    <a:pt x="50820" y="27452"/>
                    <a:pt x="50480" y="27622"/>
                  </a:cubicBezTo>
                  <a:lnTo>
                    <a:pt x="45791" y="30732"/>
                  </a:lnTo>
                  <a:cubicBezTo>
                    <a:pt x="45427" y="30975"/>
                    <a:pt x="45063" y="31217"/>
                    <a:pt x="44698" y="31460"/>
                  </a:cubicBezTo>
                  <a:lnTo>
                    <a:pt x="43678" y="32213"/>
                  </a:lnTo>
                  <a:lnTo>
                    <a:pt x="41710" y="33671"/>
                  </a:lnTo>
                  <a:lnTo>
                    <a:pt x="39961" y="35031"/>
                  </a:lnTo>
                  <a:lnTo>
                    <a:pt x="39160" y="35687"/>
                  </a:lnTo>
                  <a:cubicBezTo>
                    <a:pt x="38892" y="35882"/>
                    <a:pt x="38650" y="36124"/>
                    <a:pt x="38382" y="36343"/>
                  </a:cubicBezTo>
                  <a:cubicBezTo>
                    <a:pt x="37411" y="37218"/>
                    <a:pt x="36560" y="37995"/>
                    <a:pt x="35880" y="38699"/>
                  </a:cubicBezTo>
                  <a:cubicBezTo>
                    <a:pt x="34520" y="40084"/>
                    <a:pt x="33791" y="41056"/>
                    <a:pt x="34034" y="41396"/>
                  </a:cubicBezTo>
                  <a:cubicBezTo>
                    <a:pt x="34094" y="41474"/>
                    <a:pt x="34212" y="41515"/>
                    <a:pt x="34392" y="41515"/>
                  </a:cubicBezTo>
                  <a:cubicBezTo>
                    <a:pt x="34934" y="41515"/>
                    <a:pt x="36041" y="41142"/>
                    <a:pt x="37848" y="40303"/>
                  </a:cubicBezTo>
                  <a:cubicBezTo>
                    <a:pt x="38455" y="40011"/>
                    <a:pt x="39135" y="39671"/>
                    <a:pt x="39913" y="39282"/>
                  </a:cubicBezTo>
                  <a:cubicBezTo>
                    <a:pt x="40301" y="39112"/>
                    <a:pt x="40690" y="38894"/>
                    <a:pt x="41127" y="38675"/>
                  </a:cubicBezTo>
                  <a:lnTo>
                    <a:pt x="42488" y="38019"/>
                  </a:lnTo>
                  <a:cubicBezTo>
                    <a:pt x="43435" y="37558"/>
                    <a:pt x="44480" y="37023"/>
                    <a:pt x="45597" y="36440"/>
                  </a:cubicBezTo>
                  <a:lnTo>
                    <a:pt x="47370" y="35541"/>
                  </a:lnTo>
                  <a:lnTo>
                    <a:pt x="49338" y="34618"/>
                  </a:lnTo>
                  <a:lnTo>
                    <a:pt x="51500" y="33404"/>
                  </a:lnTo>
                  <a:lnTo>
                    <a:pt x="52715" y="32748"/>
                  </a:lnTo>
                  <a:cubicBezTo>
                    <a:pt x="53152" y="32529"/>
                    <a:pt x="53565" y="32286"/>
                    <a:pt x="54002" y="32068"/>
                  </a:cubicBezTo>
                  <a:lnTo>
                    <a:pt x="59274" y="29444"/>
                  </a:lnTo>
                  <a:lnTo>
                    <a:pt x="59881" y="29128"/>
                  </a:lnTo>
                  <a:lnTo>
                    <a:pt x="60488" y="28861"/>
                  </a:lnTo>
                  <a:lnTo>
                    <a:pt x="61654" y="28351"/>
                  </a:lnTo>
                  <a:lnTo>
                    <a:pt x="63598" y="27452"/>
                  </a:lnTo>
                  <a:lnTo>
                    <a:pt x="65395" y="26651"/>
                  </a:lnTo>
                  <a:cubicBezTo>
                    <a:pt x="65757" y="26575"/>
                    <a:pt x="66038" y="26542"/>
                    <a:pt x="66253" y="26542"/>
                  </a:cubicBezTo>
                  <a:cubicBezTo>
                    <a:pt x="66730" y="26542"/>
                    <a:pt x="66871" y="26707"/>
                    <a:pt x="66804" y="26942"/>
                  </a:cubicBezTo>
                  <a:cubicBezTo>
                    <a:pt x="66707" y="27258"/>
                    <a:pt x="66197" y="27817"/>
                    <a:pt x="65687" y="28375"/>
                  </a:cubicBezTo>
                  <a:cubicBezTo>
                    <a:pt x="83323" y="20820"/>
                    <a:pt x="102077" y="15986"/>
                    <a:pt x="121098" y="13241"/>
                  </a:cubicBezTo>
                  <a:lnTo>
                    <a:pt x="128239" y="12318"/>
                  </a:lnTo>
                  <a:cubicBezTo>
                    <a:pt x="130644" y="12075"/>
                    <a:pt x="133025" y="11808"/>
                    <a:pt x="135430" y="11565"/>
                  </a:cubicBezTo>
                  <a:lnTo>
                    <a:pt x="149908" y="10448"/>
                  </a:lnTo>
                  <a:cubicBezTo>
                    <a:pt x="154742" y="10059"/>
                    <a:pt x="159552" y="9695"/>
                    <a:pt x="164338" y="9476"/>
                  </a:cubicBezTo>
                  <a:cubicBezTo>
                    <a:pt x="166718" y="9354"/>
                    <a:pt x="169093" y="9294"/>
                    <a:pt x="171468" y="9294"/>
                  </a:cubicBezTo>
                  <a:cubicBezTo>
                    <a:pt x="173842" y="9294"/>
                    <a:pt x="176217" y="9354"/>
                    <a:pt x="178597" y="9476"/>
                  </a:cubicBezTo>
                  <a:cubicBezTo>
                    <a:pt x="179326" y="9500"/>
                    <a:pt x="180055" y="9573"/>
                    <a:pt x="180784" y="9646"/>
                  </a:cubicBezTo>
                  <a:lnTo>
                    <a:pt x="181877" y="9719"/>
                  </a:lnTo>
                  <a:cubicBezTo>
                    <a:pt x="182241" y="9743"/>
                    <a:pt x="182606" y="9767"/>
                    <a:pt x="182970" y="9840"/>
                  </a:cubicBezTo>
                  <a:lnTo>
                    <a:pt x="185132" y="10108"/>
                  </a:lnTo>
                  <a:lnTo>
                    <a:pt x="185666" y="10156"/>
                  </a:lnTo>
                  <a:cubicBezTo>
                    <a:pt x="185861" y="10180"/>
                    <a:pt x="186031" y="10229"/>
                    <a:pt x="186201" y="10253"/>
                  </a:cubicBezTo>
                  <a:lnTo>
                    <a:pt x="187270" y="10448"/>
                  </a:lnTo>
                  <a:lnTo>
                    <a:pt x="188339" y="10618"/>
                  </a:lnTo>
                  <a:cubicBezTo>
                    <a:pt x="188509" y="10666"/>
                    <a:pt x="188703" y="10691"/>
                    <a:pt x="188873" y="10715"/>
                  </a:cubicBezTo>
                  <a:lnTo>
                    <a:pt x="189407" y="10836"/>
                  </a:lnTo>
                  <a:lnTo>
                    <a:pt x="191472" y="11322"/>
                  </a:lnTo>
                  <a:cubicBezTo>
                    <a:pt x="191837" y="11419"/>
                    <a:pt x="192152" y="11541"/>
                    <a:pt x="192493" y="11638"/>
                  </a:cubicBezTo>
                  <a:lnTo>
                    <a:pt x="193513" y="11929"/>
                  </a:lnTo>
                  <a:lnTo>
                    <a:pt x="194533" y="12245"/>
                  </a:lnTo>
                  <a:cubicBezTo>
                    <a:pt x="194849" y="12367"/>
                    <a:pt x="195165" y="12488"/>
                    <a:pt x="195505" y="12610"/>
                  </a:cubicBezTo>
                  <a:cubicBezTo>
                    <a:pt x="196817" y="13071"/>
                    <a:pt x="198080" y="13678"/>
                    <a:pt x="199367" y="14286"/>
                  </a:cubicBezTo>
                  <a:lnTo>
                    <a:pt x="201262" y="15282"/>
                  </a:lnTo>
                  <a:cubicBezTo>
                    <a:pt x="201894" y="15622"/>
                    <a:pt x="202501" y="16011"/>
                    <a:pt x="203133" y="16351"/>
                  </a:cubicBezTo>
                  <a:cubicBezTo>
                    <a:pt x="205610" y="17832"/>
                    <a:pt x="208015" y="19460"/>
                    <a:pt x="210396" y="21209"/>
                  </a:cubicBezTo>
                  <a:cubicBezTo>
                    <a:pt x="215157" y="24707"/>
                    <a:pt x="219773" y="28545"/>
                    <a:pt x="224655" y="32238"/>
                  </a:cubicBezTo>
                  <a:cubicBezTo>
                    <a:pt x="225870" y="33137"/>
                    <a:pt x="227109" y="34060"/>
                    <a:pt x="228396" y="34934"/>
                  </a:cubicBezTo>
                  <a:lnTo>
                    <a:pt x="229344" y="35614"/>
                  </a:lnTo>
                  <a:lnTo>
                    <a:pt x="230316" y="36270"/>
                  </a:lnTo>
                  <a:cubicBezTo>
                    <a:pt x="230971" y="36683"/>
                    <a:pt x="231627" y="37145"/>
                    <a:pt x="232259" y="37533"/>
                  </a:cubicBezTo>
                  <a:lnTo>
                    <a:pt x="239838" y="42295"/>
                  </a:lnTo>
                  <a:cubicBezTo>
                    <a:pt x="242365" y="43898"/>
                    <a:pt x="244818" y="45477"/>
                    <a:pt x="247223" y="47129"/>
                  </a:cubicBezTo>
                  <a:cubicBezTo>
                    <a:pt x="248438" y="47955"/>
                    <a:pt x="249652" y="48781"/>
                    <a:pt x="250794" y="49631"/>
                  </a:cubicBezTo>
                  <a:cubicBezTo>
                    <a:pt x="251960" y="50505"/>
                    <a:pt x="253102" y="51356"/>
                    <a:pt x="254219" y="52254"/>
                  </a:cubicBezTo>
                  <a:cubicBezTo>
                    <a:pt x="258713" y="55825"/>
                    <a:pt x="262746" y="59761"/>
                    <a:pt x="266025" y="64158"/>
                  </a:cubicBezTo>
                  <a:cubicBezTo>
                    <a:pt x="267629" y="66344"/>
                    <a:pt x="269037" y="68676"/>
                    <a:pt x="270228" y="71105"/>
                  </a:cubicBezTo>
                  <a:cubicBezTo>
                    <a:pt x="271370" y="73559"/>
                    <a:pt x="272341" y="76109"/>
                    <a:pt x="273070" y="78709"/>
                  </a:cubicBezTo>
                  <a:cubicBezTo>
                    <a:pt x="274386" y="83525"/>
                    <a:pt x="274985" y="88486"/>
                    <a:pt x="274868" y="93457"/>
                  </a:cubicBezTo>
                  <a:lnTo>
                    <a:pt x="274868" y="93457"/>
                  </a:lnTo>
                  <a:lnTo>
                    <a:pt x="274868" y="91170"/>
                  </a:lnTo>
                  <a:lnTo>
                    <a:pt x="274843" y="90660"/>
                  </a:lnTo>
                  <a:lnTo>
                    <a:pt x="274746" y="88571"/>
                  </a:lnTo>
                  <a:lnTo>
                    <a:pt x="274528" y="86531"/>
                  </a:lnTo>
                  <a:cubicBezTo>
                    <a:pt x="274212" y="83786"/>
                    <a:pt x="273677" y="81089"/>
                    <a:pt x="272924" y="78417"/>
                  </a:cubicBezTo>
                  <a:cubicBezTo>
                    <a:pt x="272147" y="75794"/>
                    <a:pt x="271151" y="73243"/>
                    <a:pt x="269936" y="70789"/>
                  </a:cubicBezTo>
                  <a:lnTo>
                    <a:pt x="269013" y="68967"/>
                  </a:lnTo>
                  <a:lnTo>
                    <a:pt x="267944" y="67194"/>
                  </a:lnTo>
                  <a:lnTo>
                    <a:pt x="267701" y="66757"/>
                  </a:lnTo>
                  <a:lnTo>
                    <a:pt x="267386" y="66344"/>
                  </a:lnTo>
                  <a:lnTo>
                    <a:pt x="266778" y="65494"/>
                  </a:lnTo>
                  <a:lnTo>
                    <a:pt x="266195" y="64643"/>
                  </a:lnTo>
                  <a:lnTo>
                    <a:pt x="265564" y="63818"/>
                  </a:lnTo>
                  <a:lnTo>
                    <a:pt x="264932" y="62992"/>
                  </a:lnTo>
                  <a:cubicBezTo>
                    <a:pt x="264738" y="62724"/>
                    <a:pt x="264519" y="62457"/>
                    <a:pt x="264300" y="62190"/>
                  </a:cubicBezTo>
                  <a:lnTo>
                    <a:pt x="262940" y="60587"/>
                  </a:lnTo>
                  <a:cubicBezTo>
                    <a:pt x="261993" y="59566"/>
                    <a:pt x="261045" y="58522"/>
                    <a:pt x="260025" y="57550"/>
                  </a:cubicBezTo>
                  <a:cubicBezTo>
                    <a:pt x="257984" y="55582"/>
                    <a:pt x="255822" y="53712"/>
                    <a:pt x="253588" y="51963"/>
                  </a:cubicBezTo>
                  <a:cubicBezTo>
                    <a:pt x="249069" y="48416"/>
                    <a:pt x="244138" y="45210"/>
                    <a:pt x="239134" y="42027"/>
                  </a:cubicBezTo>
                  <a:lnTo>
                    <a:pt x="231554" y="37266"/>
                  </a:lnTo>
                  <a:cubicBezTo>
                    <a:pt x="228907" y="35566"/>
                    <a:pt x="226429" y="33768"/>
                    <a:pt x="224000" y="31922"/>
                  </a:cubicBezTo>
                  <a:cubicBezTo>
                    <a:pt x="219165" y="28229"/>
                    <a:pt x="214598" y="24440"/>
                    <a:pt x="209886" y="20990"/>
                  </a:cubicBezTo>
                  <a:cubicBezTo>
                    <a:pt x="207578" y="19290"/>
                    <a:pt x="205173" y="17687"/>
                    <a:pt x="202695" y="16205"/>
                  </a:cubicBezTo>
                  <a:cubicBezTo>
                    <a:pt x="201481" y="15476"/>
                    <a:pt x="200242" y="14845"/>
                    <a:pt x="199003" y="14189"/>
                  </a:cubicBezTo>
                  <a:lnTo>
                    <a:pt x="197108" y="13314"/>
                  </a:lnTo>
                  <a:cubicBezTo>
                    <a:pt x="196792" y="13168"/>
                    <a:pt x="196476" y="13071"/>
                    <a:pt x="196136" y="12925"/>
                  </a:cubicBezTo>
                  <a:lnTo>
                    <a:pt x="195189" y="12561"/>
                  </a:lnTo>
                  <a:cubicBezTo>
                    <a:pt x="194557" y="12318"/>
                    <a:pt x="193901" y="12099"/>
                    <a:pt x="193221" y="11905"/>
                  </a:cubicBezTo>
                  <a:lnTo>
                    <a:pt x="192225" y="11614"/>
                  </a:lnTo>
                  <a:lnTo>
                    <a:pt x="191739" y="11444"/>
                  </a:lnTo>
                  <a:lnTo>
                    <a:pt x="191229" y="11322"/>
                  </a:lnTo>
                  <a:lnTo>
                    <a:pt x="189189" y="10836"/>
                  </a:lnTo>
                  <a:cubicBezTo>
                    <a:pt x="188849" y="10763"/>
                    <a:pt x="188484" y="10691"/>
                    <a:pt x="188144" y="10642"/>
                  </a:cubicBezTo>
                  <a:lnTo>
                    <a:pt x="187100" y="10448"/>
                  </a:lnTo>
                  <a:cubicBezTo>
                    <a:pt x="185715" y="10180"/>
                    <a:pt x="184282" y="10035"/>
                    <a:pt x="182873" y="9840"/>
                  </a:cubicBezTo>
                  <a:cubicBezTo>
                    <a:pt x="182144" y="9767"/>
                    <a:pt x="181440" y="9719"/>
                    <a:pt x="180711" y="9646"/>
                  </a:cubicBezTo>
                  <a:cubicBezTo>
                    <a:pt x="180006" y="9597"/>
                    <a:pt x="179278" y="9500"/>
                    <a:pt x="178549" y="9500"/>
                  </a:cubicBezTo>
                  <a:cubicBezTo>
                    <a:pt x="176287" y="9385"/>
                    <a:pt x="174025" y="9330"/>
                    <a:pt x="171763" y="9330"/>
                  </a:cubicBezTo>
                  <a:cubicBezTo>
                    <a:pt x="169264" y="9330"/>
                    <a:pt x="166764" y="9397"/>
                    <a:pt x="164265" y="9525"/>
                  </a:cubicBezTo>
                  <a:cubicBezTo>
                    <a:pt x="159479" y="9767"/>
                    <a:pt x="154621" y="10156"/>
                    <a:pt x="149762" y="10569"/>
                  </a:cubicBezTo>
                  <a:cubicBezTo>
                    <a:pt x="147333" y="10788"/>
                    <a:pt x="144880" y="10982"/>
                    <a:pt x="142402" y="11176"/>
                  </a:cubicBezTo>
                  <a:lnTo>
                    <a:pt x="135163" y="11784"/>
                  </a:lnTo>
                  <a:lnTo>
                    <a:pt x="127924" y="12561"/>
                  </a:lnTo>
                  <a:lnTo>
                    <a:pt x="120709" y="13557"/>
                  </a:lnTo>
                  <a:cubicBezTo>
                    <a:pt x="101518" y="16424"/>
                    <a:pt x="82546" y="21476"/>
                    <a:pt x="64739" y="29347"/>
                  </a:cubicBezTo>
                  <a:cubicBezTo>
                    <a:pt x="64352" y="29816"/>
                    <a:pt x="64239" y="30165"/>
                    <a:pt x="64800" y="30165"/>
                  </a:cubicBezTo>
                  <a:cubicBezTo>
                    <a:pt x="64908" y="30165"/>
                    <a:pt x="65040" y="30152"/>
                    <a:pt x="65201" y="30124"/>
                  </a:cubicBezTo>
                  <a:cubicBezTo>
                    <a:pt x="66027" y="29979"/>
                    <a:pt x="66829" y="29760"/>
                    <a:pt x="67630" y="29468"/>
                  </a:cubicBezTo>
                  <a:cubicBezTo>
                    <a:pt x="68796" y="29128"/>
                    <a:pt x="70302" y="28618"/>
                    <a:pt x="72294" y="27914"/>
                  </a:cubicBezTo>
                  <a:lnTo>
                    <a:pt x="73436" y="27549"/>
                  </a:lnTo>
                  <a:cubicBezTo>
                    <a:pt x="73825" y="27404"/>
                    <a:pt x="74238" y="27258"/>
                    <a:pt x="74699" y="27112"/>
                  </a:cubicBezTo>
                  <a:cubicBezTo>
                    <a:pt x="75622" y="26821"/>
                    <a:pt x="76618" y="26480"/>
                    <a:pt x="77712" y="26116"/>
                  </a:cubicBezTo>
                  <a:cubicBezTo>
                    <a:pt x="78780" y="25752"/>
                    <a:pt x="79946" y="25339"/>
                    <a:pt x="81210" y="24926"/>
                  </a:cubicBezTo>
                  <a:lnTo>
                    <a:pt x="85194" y="23687"/>
                  </a:lnTo>
                  <a:lnTo>
                    <a:pt x="87356" y="22982"/>
                  </a:lnTo>
                  <a:lnTo>
                    <a:pt x="89590" y="22326"/>
                  </a:lnTo>
                  <a:cubicBezTo>
                    <a:pt x="91145" y="21889"/>
                    <a:pt x="92724" y="21428"/>
                    <a:pt x="94352" y="20966"/>
                  </a:cubicBezTo>
                  <a:lnTo>
                    <a:pt x="99405" y="19654"/>
                  </a:lnTo>
                  <a:lnTo>
                    <a:pt x="100716" y="19314"/>
                  </a:lnTo>
                  <a:lnTo>
                    <a:pt x="102028" y="19023"/>
                  </a:lnTo>
                  <a:lnTo>
                    <a:pt x="104700" y="18415"/>
                  </a:lnTo>
                  <a:lnTo>
                    <a:pt x="107421" y="17808"/>
                  </a:lnTo>
                  <a:lnTo>
                    <a:pt x="110166" y="17249"/>
                  </a:lnTo>
                  <a:lnTo>
                    <a:pt x="112935" y="16691"/>
                  </a:lnTo>
                  <a:lnTo>
                    <a:pt x="114320" y="16424"/>
                  </a:lnTo>
                  <a:lnTo>
                    <a:pt x="115705" y="16181"/>
                  </a:lnTo>
                  <a:lnTo>
                    <a:pt x="121292" y="15233"/>
                  </a:lnTo>
                  <a:lnTo>
                    <a:pt x="126831" y="14456"/>
                  </a:lnTo>
                  <a:lnTo>
                    <a:pt x="128191" y="14261"/>
                  </a:lnTo>
                  <a:lnTo>
                    <a:pt x="129551" y="14116"/>
                  </a:lnTo>
                  <a:lnTo>
                    <a:pt x="132248" y="13800"/>
                  </a:lnTo>
                  <a:lnTo>
                    <a:pt x="134871" y="13508"/>
                  </a:lnTo>
                  <a:cubicBezTo>
                    <a:pt x="135746" y="13411"/>
                    <a:pt x="136620" y="13338"/>
                    <a:pt x="137471" y="13266"/>
                  </a:cubicBezTo>
                  <a:lnTo>
                    <a:pt x="142426" y="12853"/>
                  </a:lnTo>
                  <a:lnTo>
                    <a:pt x="147163" y="12512"/>
                  </a:lnTo>
                  <a:cubicBezTo>
                    <a:pt x="151317" y="12245"/>
                    <a:pt x="155423" y="11929"/>
                    <a:pt x="159528" y="11711"/>
                  </a:cubicBezTo>
                  <a:cubicBezTo>
                    <a:pt x="163335" y="11486"/>
                    <a:pt x="167122" y="11344"/>
                    <a:pt x="170888" y="11344"/>
                  </a:cubicBezTo>
                  <a:cubicBezTo>
                    <a:pt x="171182" y="11344"/>
                    <a:pt x="171477" y="11345"/>
                    <a:pt x="171771" y="11346"/>
                  </a:cubicBezTo>
                  <a:cubicBezTo>
                    <a:pt x="175779" y="11346"/>
                    <a:pt x="179788" y="11589"/>
                    <a:pt x="183772" y="12075"/>
                  </a:cubicBezTo>
                  <a:cubicBezTo>
                    <a:pt x="187585" y="12512"/>
                    <a:pt x="191326" y="13411"/>
                    <a:pt x="194922" y="14747"/>
                  </a:cubicBezTo>
                  <a:cubicBezTo>
                    <a:pt x="198371" y="16083"/>
                    <a:pt x="201796" y="18002"/>
                    <a:pt x="205149" y="20262"/>
                  </a:cubicBezTo>
                  <a:cubicBezTo>
                    <a:pt x="208477" y="22497"/>
                    <a:pt x="211781" y="25047"/>
                    <a:pt x="215133" y="27671"/>
                  </a:cubicBezTo>
                  <a:cubicBezTo>
                    <a:pt x="218510" y="30319"/>
                    <a:pt x="221910" y="33064"/>
                    <a:pt x="225554" y="35711"/>
                  </a:cubicBezTo>
                  <a:cubicBezTo>
                    <a:pt x="226502" y="36343"/>
                    <a:pt x="227401" y="37023"/>
                    <a:pt x="228372" y="37655"/>
                  </a:cubicBezTo>
                  <a:lnTo>
                    <a:pt x="229805" y="38602"/>
                  </a:lnTo>
                  <a:lnTo>
                    <a:pt x="230534" y="39088"/>
                  </a:lnTo>
                  <a:lnTo>
                    <a:pt x="231214" y="39501"/>
                  </a:lnTo>
                  <a:lnTo>
                    <a:pt x="236729" y="42951"/>
                  </a:lnTo>
                  <a:cubicBezTo>
                    <a:pt x="240373" y="45234"/>
                    <a:pt x="243944" y="47493"/>
                    <a:pt x="247369" y="49850"/>
                  </a:cubicBezTo>
                  <a:cubicBezTo>
                    <a:pt x="250721" y="52157"/>
                    <a:pt x="253928" y="54659"/>
                    <a:pt x="256940" y="57356"/>
                  </a:cubicBezTo>
                  <a:cubicBezTo>
                    <a:pt x="259855" y="59955"/>
                    <a:pt x="262503" y="62846"/>
                    <a:pt x="264811" y="65980"/>
                  </a:cubicBezTo>
                  <a:cubicBezTo>
                    <a:pt x="266997" y="69040"/>
                    <a:pt x="268770" y="72368"/>
                    <a:pt x="270082" y="75891"/>
                  </a:cubicBezTo>
                  <a:lnTo>
                    <a:pt x="270349" y="76547"/>
                  </a:lnTo>
                  <a:cubicBezTo>
                    <a:pt x="270422" y="76765"/>
                    <a:pt x="270495" y="76984"/>
                    <a:pt x="270568" y="77202"/>
                  </a:cubicBezTo>
                  <a:lnTo>
                    <a:pt x="270981" y="78539"/>
                  </a:lnTo>
                  <a:cubicBezTo>
                    <a:pt x="271151" y="79000"/>
                    <a:pt x="271248" y="79462"/>
                    <a:pt x="271370" y="79899"/>
                  </a:cubicBezTo>
                  <a:lnTo>
                    <a:pt x="271734" y="81284"/>
                  </a:lnTo>
                  <a:lnTo>
                    <a:pt x="272050" y="82668"/>
                  </a:lnTo>
                  <a:cubicBezTo>
                    <a:pt x="272123" y="83130"/>
                    <a:pt x="272244" y="83591"/>
                    <a:pt x="272317" y="84053"/>
                  </a:cubicBezTo>
                  <a:lnTo>
                    <a:pt x="272536" y="85462"/>
                  </a:lnTo>
                  <a:lnTo>
                    <a:pt x="272633" y="86166"/>
                  </a:lnTo>
                  <a:cubicBezTo>
                    <a:pt x="272681" y="86385"/>
                    <a:pt x="272706" y="86628"/>
                    <a:pt x="272730" y="86871"/>
                  </a:cubicBezTo>
                  <a:cubicBezTo>
                    <a:pt x="273143" y="90636"/>
                    <a:pt x="273167" y="94426"/>
                    <a:pt x="272778" y="98215"/>
                  </a:cubicBezTo>
                  <a:cubicBezTo>
                    <a:pt x="272754" y="98677"/>
                    <a:pt x="272681" y="99138"/>
                    <a:pt x="272608" y="99624"/>
                  </a:cubicBezTo>
                  <a:lnTo>
                    <a:pt x="272414" y="101009"/>
                  </a:lnTo>
                  <a:cubicBezTo>
                    <a:pt x="272268" y="101956"/>
                    <a:pt x="272074" y="102879"/>
                    <a:pt x="271928" y="103802"/>
                  </a:cubicBezTo>
                  <a:cubicBezTo>
                    <a:pt x="271710" y="104750"/>
                    <a:pt x="271515" y="105649"/>
                    <a:pt x="271272" y="106572"/>
                  </a:cubicBezTo>
                  <a:lnTo>
                    <a:pt x="270884" y="107932"/>
                  </a:lnTo>
                  <a:cubicBezTo>
                    <a:pt x="270762" y="108369"/>
                    <a:pt x="270641" y="108831"/>
                    <a:pt x="270471" y="109268"/>
                  </a:cubicBezTo>
                  <a:cubicBezTo>
                    <a:pt x="269353" y="112815"/>
                    <a:pt x="267871" y="116264"/>
                    <a:pt x="266050" y="119519"/>
                  </a:cubicBezTo>
                  <a:lnTo>
                    <a:pt x="265564" y="120394"/>
                  </a:lnTo>
                  <a:lnTo>
                    <a:pt x="265029" y="121244"/>
                  </a:lnTo>
                  <a:lnTo>
                    <a:pt x="264495" y="122119"/>
                  </a:lnTo>
                  <a:lnTo>
                    <a:pt x="264252" y="122532"/>
                  </a:lnTo>
                  <a:lnTo>
                    <a:pt x="263960" y="122945"/>
                  </a:lnTo>
                  <a:lnTo>
                    <a:pt x="262843" y="124596"/>
                  </a:lnTo>
                  <a:lnTo>
                    <a:pt x="261628" y="126200"/>
                  </a:lnTo>
                  <a:cubicBezTo>
                    <a:pt x="260001" y="128289"/>
                    <a:pt x="258203" y="130257"/>
                    <a:pt x="256284" y="132054"/>
                  </a:cubicBezTo>
                  <a:cubicBezTo>
                    <a:pt x="254341" y="133828"/>
                    <a:pt x="252276" y="135431"/>
                    <a:pt x="250089" y="136864"/>
                  </a:cubicBezTo>
                  <a:lnTo>
                    <a:pt x="248389" y="137933"/>
                  </a:lnTo>
                  <a:lnTo>
                    <a:pt x="246616" y="138929"/>
                  </a:lnTo>
                  <a:lnTo>
                    <a:pt x="246178" y="139196"/>
                  </a:lnTo>
                  <a:lnTo>
                    <a:pt x="245741" y="139415"/>
                  </a:lnTo>
                  <a:lnTo>
                    <a:pt x="244818" y="139876"/>
                  </a:lnTo>
                  <a:lnTo>
                    <a:pt x="243919" y="140338"/>
                  </a:lnTo>
                  <a:lnTo>
                    <a:pt x="242996" y="140775"/>
                  </a:lnTo>
                  <a:lnTo>
                    <a:pt x="242049" y="141188"/>
                  </a:lnTo>
                  <a:lnTo>
                    <a:pt x="241587" y="141407"/>
                  </a:lnTo>
                  <a:lnTo>
                    <a:pt x="241126" y="141601"/>
                  </a:lnTo>
                  <a:lnTo>
                    <a:pt x="239231" y="142403"/>
                  </a:lnTo>
                  <a:lnTo>
                    <a:pt x="237287" y="143131"/>
                  </a:lnTo>
                  <a:cubicBezTo>
                    <a:pt x="236656" y="143399"/>
                    <a:pt x="235976" y="143593"/>
                    <a:pt x="235344" y="143836"/>
                  </a:cubicBezTo>
                  <a:cubicBezTo>
                    <a:pt x="232721" y="144735"/>
                    <a:pt x="230000" y="145512"/>
                    <a:pt x="227255" y="146192"/>
                  </a:cubicBezTo>
                  <a:cubicBezTo>
                    <a:pt x="224485" y="146872"/>
                    <a:pt x="221692" y="147455"/>
                    <a:pt x="218850" y="147990"/>
                  </a:cubicBezTo>
                  <a:cubicBezTo>
                    <a:pt x="216007" y="148500"/>
                    <a:pt x="213117" y="148986"/>
                    <a:pt x="210226" y="149374"/>
                  </a:cubicBezTo>
                  <a:cubicBezTo>
                    <a:pt x="194787" y="151592"/>
                    <a:pt x="179230" y="152704"/>
                    <a:pt x="163670" y="152704"/>
                  </a:cubicBezTo>
                  <a:cubicBezTo>
                    <a:pt x="155702" y="152704"/>
                    <a:pt x="147733" y="152412"/>
                    <a:pt x="139778" y="151828"/>
                  </a:cubicBezTo>
                  <a:lnTo>
                    <a:pt x="136742" y="151634"/>
                  </a:lnTo>
                  <a:lnTo>
                    <a:pt x="133705" y="151342"/>
                  </a:lnTo>
                  <a:lnTo>
                    <a:pt x="127608" y="150735"/>
                  </a:lnTo>
                  <a:cubicBezTo>
                    <a:pt x="125567" y="150492"/>
                    <a:pt x="123551" y="150225"/>
                    <a:pt x="121510" y="149958"/>
                  </a:cubicBezTo>
                  <a:lnTo>
                    <a:pt x="118450" y="149569"/>
                  </a:lnTo>
                  <a:cubicBezTo>
                    <a:pt x="117454" y="149423"/>
                    <a:pt x="116433" y="149253"/>
                    <a:pt x="115413" y="149107"/>
                  </a:cubicBezTo>
                  <a:lnTo>
                    <a:pt x="109316" y="148111"/>
                  </a:lnTo>
                  <a:cubicBezTo>
                    <a:pt x="107275" y="147747"/>
                    <a:pt x="105235" y="147358"/>
                    <a:pt x="103218" y="146970"/>
                  </a:cubicBezTo>
                  <a:lnTo>
                    <a:pt x="100182" y="146387"/>
                  </a:lnTo>
                  <a:cubicBezTo>
                    <a:pt x="99162" y="146192"/>
                    <a:pt x="98141" y="145949"/>
                    <a:pt x="97145" y="145731"/>
                  </a:cubicBezTo>
                  <a:lnTo>
                    <a:pt x="91072" y="144370"/>
                  </a:lnTo>
                  <a:cubicBezTo>
                    <a:pt x="89056" y="143884"/>
                    <a:pt x="87040" y="143374"/>
                    <a:pt x="85048" y="142864"/>
                  </a:cubicBezTo>
                  <a:lnTo>
                    <a:pt x="82036" y="142087"/>
                  </a:lnTo>
                  <a:cubicBezTo>
                    <a:pt x="81040" y="141820"/>
                    <a:pt x="80044" y="141528"/>
                    <a:pt x="79048" y="141237"/>
                  </a:cubicBezTo>
                  <a:lnTo>
                    <a:pt x="73096" y="139536"/>
                  </a:lnTo>
                  <a:cubicBezTo>
                    <a:pt x="71128" y="138929"/>
                    <a:pt x="69161" y="138273"/>
                    <a:pt x="67193" y="137666"/>
                  </a:cubicBezTo>
                  <a:cubicBezTo>
                    <a:pt x="63258" y="136451"/>
                    <a:pt x="59395" y="135115"/>
                    <a:pt x="55630" y="133682"/>
                  </a:cubicBezTo>
                  <a:cubicBezTo>
                    <a:pt x="51865" y="132249"/>
                    <a:pt x="48221" y="130694"/>
                    <a:pt x="44698" y="128993"/>
                  </a:cubicBezTo>
                  <a:cubicBezTo>
                    <a:pt x="41249" y="127342"/>
                    <a:pt x="37921" y="125471"/>
                    <a:pt x="34714" y="123358"/>
                  </a:cubicBezTo>
                  <a:cubicBezTo>
                    <a:pt x="33937" y="122847"/>
                    <a:pt x="33159" y="122337"/>
                    <a:pt x="32406" y="121779"/>
                  </a:cubicBezTo>
                  <a:lnTo>
                    <a:pt x="31289" y="120953"/>
                  </a:lnTo>
                  <a:cubicBezTo>
                    <a:pt x="30925" y="120685"/>
                    <a:pt x="30560" y="120394"/>
                    <a:pt x="30196" y="120127"/>
                  </a:cubicBezTo>
                  <a:cubicBezTo>
                    <a:pt x="29831" y="119835"/>
                    <a:pt x="29467" y="119568"/>
                    <a:pt x="29103" y="119252"/>
                  </a:cubicBezTo>
                  <a:lnTo>
                    <a:pt x="28058" y="118378"/>
                  </a:lnTo>
                  <a:cubicBezTo>
                    <a:pt x="27354" y="117795"/>
                    <a:pt x="26722" y="117187"/>
                    <a:pt x="26066" y="116580"/>
                  </a:cubicBezTo>
                  <a:cubicBezTo>
                    <a:pt x="23491" y="114151"/>
                    <a:pt x="21159" y="111479"/>
                    <a:pt x="19143" y="108588"/>
                  </a:cubicBezTo>
                  <a:cubicBezTo>
                    <a:pt x="17199" y="105770"/>
                    <a:pt x="15572" y="102782"/>
                    <a:pt x="14309" y="99624"/>
                  </a:cubicBezTo>
                  <a:cubicBezTo>
                    <a:pt x="13094" y="96612"/>
                    <a:pt x="12317" y="93478"/>
                    <a:pt x="11928" y="90247"/>
                  </a:cubicBezTo>
                  <a:lnTo>
                    <a:pt x="11807" y="89081"/>
                  </a:lnTo>
                  <a:cubicBezTo>
                    <a:pt x="11782" y="88887"/>
                    <a:pt x="11782" y="88693"/>
                    <a:pt x="11782" y="88523"/>
                  </a:cubicBezTo>
                  <a:lnTo>
                    <a:pt x="11758" y="87940"/>
                  </a:lnTo>
                  <a:lnTo>
                    <a:pt x="11734" y="86774"/>
                  </a:lnTo>
                  <a:cubicBezTo>
                    <a:pt x="11709" y="86385"/>
                    <a:pt x="11758" y="86021"/>
                    <a:pt x="11758" y="85632"/>
                  </a:cubicBezTo>
                  <a:cubicBezTo>
                    <a:pt x="11807" y="84101"/>
                    <a:pt x="11977" y="82571"/>
                    <a:pt x="12268" y="81065"/>
                  </a:cubicBezTo>
                  <a:cubicBezTo>
                    <a:pt x="13361" y="75065"/>
                    <a:pt x="16228" y="69478"/>
                    <a:pt x="19823" y="64571"/>
                  </a:cubicBezTo>
                  <a:cubicBezTo>
                    <a:pt x="21305" y="62530"/>
                    <a:pt x="22884" y="60562"/>
                    <a:pt x="24584" y="58692"/>
                  </a:cubicBezTo>
                  <a:cubicBezTo>
                    <a:pt x="26139" y="56967"/>
                    <a:pt x="27621" y="55485"/>
                    <a:pt x="28981" y="54149"/>
                  </a:cubicBezTo>
                  <a:cubicBezTo>
                    <a:pt x="31678" y="51501"/>
                    <a:pt x="33864" y="49534"/>
                    <a:pt x="35394" y="48100"/>
                  </a:cubicBezTo>
                  <a:cubicBezTo>
                    <a:pt x="36147" y="47372"/>
                    <a:pt x="36730" y="46789"/>
                    <a:pt x="37168" y="46327"/>
                  </a:cubicBezTo>
                  <a:cubicBezTo>
                    <a:pt x="37484" y="45987"/>
                    <a:pt x="37751" y="45623"/>
                    <a:pt x="37969" y="45210"/>
                  </a:cubicBezTo>
                  <a:cubicBezTo>
                    <a:pt x="38077" y="44940"/>
                    <a:pt x="37975" y="44805"/>
                    <a:pt x="37672" y="44805"/>
                  </a:cubicBezTo>
                  <a:cubicBezTo>
                    <a:pt x="37429" y="44805"/>
                    <a:pt x="37057" y="44891"/>
                    <a:pt x="36560" y="45064"/>
                  </a:cubicBezTo>
                  <a:cubicBezTo>
                    <a:pt x="34836" y="45720"/>
                    <a:pt x="33184" y="46546"/>
                    <a:pt x="31605" y="47517"/>
                  </a:cubicBezTo>
                  <a:cubicBezTo>
                    <a:pt x="28860" y="49145"/>
                    <a:pt x="26260" y="50967"/>
                    <a:pt x="23783" y="52983"/>
                  </a:cubicBezTo>
                  <a:cubicBezTo>
                    <a:pt x="20333" y="55753"/>
                    <a:pt x="17199" y="58886"/>
                    <a:pt x="14454" y="62311"/>
                  </a:cubicBezTo>
                  <a:cubicBezTo>
                    <a:pt x="12778" y="64352"/>
                    <a:pt x="11272" y="66538"/>
                    <a:pt x="9960" y="68822"/>
                  </a:cubicBezTo>
                  <a:cubicBezTo>
                    <a:pt x="9620" y="69429"/>
                    <a:pt x="9280" y="70061"/>
                    <a:pt x="8989" y="70692"/>
                  </a:cubicBezTo>
                  <a:cubicBezTo>
                    <a:pt x="8673" y="71324"/>
                    <a:pt x="8381" y="71980"/>
                    <a:pt x="8066" y="72636"/>
                  </a:cubicBezTo>
                  <a:cubicBezTo>
                    <a:pt x="7458" y="73996"/>
                    <a:pt x="6948" y="75381"/>
                    <a:pt x="6511" y="76814"/>
                  </a:cubicBezTo>
                  <a:lnTo>
                    <a:pt x="5466" y="76498"/>
                  </a:lnTo>
                  <a:cubicBezTo>
                    <a:pt x="5879" y="75065"/>
                    <a:pt x="6365" y="73680"/>
                    <a:pt x="6924" y="72295"/>
                  </a:cubicBezTo>
                  <a:cubicBezTo>
                    <a:pt x="7483" y="71008"/>
                    <a:pt x="8017" y="69769"/>
                    <a:pt x="8600" y="68652"/>
                  </a:cubicBezTo>
                  <a:cubicBezTo>
                    <a:pt x="9669" y="66611"/>
                    <a:pt x="10835" y="64643"/>
                    <a:pt x="12098" y="62749"/>
                  </a:cubicBezTo>
                  <a:cubicBezTo>
                    <a:pt x="13896" y="60149"/>
                    <a:pt x="15815" y="57623"/>
                    <a:pt x="17880" y="55218"/>
                  </a:cubicBezTo>
                  <a:cubicBezTo>
                    <a:pt x="19386" y="53420"/>
                    <a:pt x="20455" y="52206"/>
                    <a:pt x="21135" y="51356"/>
                  </a:cubicBezTo>
                  <a:cubicBezTo>
                    <a:pt x="21791" y="50505"/>
                    <a:pt x="22058" y="50020"/>
                    <a:pt x="22058" y="49728"/>
                  </a:cubicBezTo>
                  <a:cubicBezTo>
                    <a:pt x="22068" y="49503"/>
                    <a:pt x="21894" y="49429"/>
                    <a:pt x="21629" y="49429"/>
                  </a:cubicBezTo>
                  <a:cubicBezTo>
                    <a:pt x="21263" y="49429"/>
                    <a:pt x="20725" y="49571"/>
                    <a:pt x="20260" y="49655"/>
                  </a:cubicBezTo>
                  <a:cubicBezTo>
                    <a:pt x="20065" y="49697"/>
                    <a:pt x="19883" y="49725"/>
                    <a:pt x="19731" y="49725"/>
                  </a:cubicBezTo>
                  <a:cubicBezTo>
                    <a:pt x="19262" y="49725"/>
                    <a:pt x="19095" y="49451"/>
                    <a:pt x="19774" y="48441"/>
                  </a:cubicBezTo>
                  <a:lnTo>
                    <a:pt x="19774" y="48441"/>
                  </a:lnTo>
                  <a:cubicBezTo>
                    <a:pt x="15159" y="52789"/>
                    <a:pt x="10859" y="57672"/>
                    <a:pt x="7385" y="63283"/>
                  </a:cubicBezTo>
                  <a:cubicBezTo>
                    <a:pt x="6511" y="64692"/>
                    <a:pt x="5685" y="66125"/>
                    <a:pt x="4956" y="67631"/>
                  </a:cubicBezTo>
                  <a:cubicBezTo>
                    <a:pt x="4227" y="69162"/>
                    <a:pt x="3547" y="70668"/>
                    <a:pt x="2964" y="72271"/>
                  </a:cubicBezTo>
                  <a:cubicBezTo>
                    <a:pt x="2357" y="73850"/>
                    <a:pt x="1847" y="75478"/>
                    <a:pt x="1434" y="77130"/>
                  </a:cubicBezTo>
                  <a:cubicBezTo>
                    <a:pt x="1215" y="77956"/>
                    <a:pt x="997" y="78781"/>
                    <a:pt x="875" y="79632"/>
                  </a:cubicBezTo>
                  <a:cubicBezTo>
                    <a:pt x="729" y="80458"/>
                    <a:pt x="559" y="81308"/>
                    <a:pt x="462" y="82158"/>
                  </a:cubicBezTo>
                  <a:cubicBezTo>
                    <a:pt x="49" y="85583"/>
                    <a:pt x="1" y="89033"/>
                    <a:pt x="365" y="92458"/>
                  </a:cubicBezTo>
                  <a:cubicBezTo>
                    <a:pt x="754" y="95835"/>
                    <a:pt x="1507" y="99187"/>
                    <a:pt x="2576" y="102418"/>
                  </a:cubicBezTo>
                  <a:cubicBezTo>
                    <a:pt x="3620" y="105600"/>
                    <a:pt x="4980" y="108685"/>
                    <a:pt x="6608" y="111624"/>
                  </a:cubicBezTo>
                  <a:cubicBezTo>
                    <a:pt x="8211" y="114564"/>
                    <a:pt x="10033" y="117357"/>
                    <a:pt x="12098" y="120005"/>
                  </a:cubicBezTo>
                  <a:cubicBezTo>
                    <a:pt x="12608" y="120661"/>
                    <a:pt x="13264" y="121341"/>
                    <a:pt x="13920" y="122094"/>
                  </a:cubicBezTo>
                  <a:cubicBezTo>
                    <a:pt x="14576" y="122872"/>
                    <a:pt x="15353" y="123649"/>
                    <a:pt x="16155" y="124451"/>
                  </a:cubicBezTo>
                  <a:lnTo>
                    <a:pt x="16762" y="125058"/>
                  </a:lnTo>
                  <a:lnTo>
                    <a:pt x="17418" y="125665"/>
                  </a:lnTo>
                  <a:lnTo>
                    <a:pt x="18730" y="126880"/>
                  </a:lnTo>
                  <a:cubicBezTo>
                    <a:pt x="19191" y="127293"/>
                    <a:pt x="19653" y="127682"/>
                    <a:pt x="20115" y="128070"/>
                  </a:cubicBezTo>
                  <a:cubicBezTo>
                    <a:pt x="20576" y="128459"/>
                    <a:pt x="21038" y="128872"/>
                    <a:pt x="21523" y="129261"/>
                  </a:cubicBezTo>
                  <a:cubicBezTo>
                    <a:pt x="24900" y="131957"/>
                    <a:pt x="28471" y="134386"/>
                    <a:pt x="32212" y="136548"/>
                  </a:cubicBezTo>
                  <a:cubicBezTo>
                    <a:pt x="36245" y="138856"/>
                    <a:pt x="40399" y="140921"/>
                    <a:pt x="44674" y="142743"/>
                  </a:cubicBezTo>
                  <a:cubicBezTo>
                    <a:pt x="48901" y="144540"/>
                    <a:pt x="53152" y="146119"/>
                    <a:pt x="57379" y="147577"/>
                  </a:cubicBezTo>
                  <a:cubicBezTo>
                    <a:pt x="58423" y="147917"/>
                    <a:pt x="59492" y="148306"/>
                    <a:pt x="60561" y="148621"/>
                  </a:cubicBezTo>
                  <a:lnTo>
                    <a:pt x="63743" y="149642"/>
                  </a:lnTo>
                  <a:lnTo>
                    <a:pt x="66926" y="150638"/>
                  </a:lnTo>
                  <a:cubicBezTo>
                    <a:pt x="67970" y="150953"/>
                    <a:pt x="69039" y="151318"/>
                    <a:pt x="70108" y="151609"/>
                  </a:cubicBezTo>
                  <a:cubicBezTo>
                    <a:pt x="74383" y="152824"/>
                    <a:pt x="78635" y="154087"/>
                    <a:pt x="82934" y="155107"/>
                  </a:cubicBezTo>
                  <a:lnTo>
                    <a:pt x="86141" y="155909"/>
                  </a:lnTo>
                  <a:lnTo>
                    <a:pt x="87769" y="156346"/>
                  </a:lnTo>
                  <a:lnTo>
                    <a:pt x="89372" y="156711"/>
                  </a:lnTo>
                  <a:lnTo>
                    <a:pt x="95834" y="158144"/>
                  </a:lnTo>
                  <a:cubicBezTo>
                    <a:pt x="96392" y="158241"/>
                    <a:pt x="96927" y="158387"/>
                    <a:pt x="97461" y="158484"/>
                  </a:cubicBezTo>
                  <a:lnTo>
                    <a:pt x="99089" y="158800"/>
                  </a:lnTo>
                  <a:lnTo>
                    <a:pt x="102320" y="159407"/>
                  </a:lnTo>
                  <a:cubicBezTo>
                    <a:pt x="104506" y="159796"/>
                    <a:pt x="106644" y="160257"/>
                    <a:pt x="108830" y="160573"/>
                  </a:cubicBezTo>
                  <a:lnTo>
                    <a:pt x="115340" y="161618"/>
                  </a:lnTo>
                  <a:cubicBezTo>
                    <a:pt x="116409" y="161812"/>
                    <a:pt x="117502" y="161934"/>
                    <a:pt x="118595" y="162079"/>
                  </a:cubicBezTo>
                  <a:lnTo>
                    <a:pt x="121851" y="162492"/>
                  </a:lnTo>
                  <a:lnTo>
                    <a:pt x="125106" y="162930"/>
                  </a:lnTo>
                  <a:lnTo>
                    <a:pt x="125932" y="163027"/>
                  </a:lnTo>
                  <a:lnTo>
                    <a:pt x="126758" y="163124"/>
                  </a:lnTo>
                  <a:lnTo>
                    <a:pt x="128385" y="163270"/>
                  </a:lnTo>
                  <a:lnTo>
                    <a:pt x="134920" y="163950"/>
                  </a:lnTo>
                  <a:cubicBezTo>
                    <a:pt x="137082" y="164144"/>
                    <a:pt x="139268" y="164290"/>
                    <a:pt x="141454" y="164436"/>
                  </a:cubicBezTo>
                  <a:lnTo>
                    <a:pt x="144734" y="164679"/>
                  </a:lnTo>
                  <a:cubicBezTo>
                    <a:pt x="145827" y="164751"/>
                    <a:pt x="146920" y="164800"/>
                    <a:pt x="147989" y="164849"/>
                  </a:cubicBezTo>
                  <a:lnTo>
                    <a:pt x="154548" y="165140"/>
                  </a:lnTo>
                  <a:lnTo>
                    <a:pt x="161083" y="165262"/>
                  </a:lnTo>
                  <a:lnTo>
                    <a:pt x="164338" y="165310"/>
                  </a:lnTo>
                  <a:lnTo>
                    <a:pt x="167617" y="165262"/>
                  </a:lnTo>
                  <a:lnTo>
                    <a:pt x="174152" y="165189"/>
                  </a:lnTo>
                  <a:lnTo>
                    <a:pt x="180662" y="164897"/>
                  </a:lnTo>
                  <a:cubicBezTo>
                    <a:pt x="181755" y="164849"/>
                    <a:pt x="182824" y="164824"/>
                    <a:pt x="183917" y="164776"/>
                  </a:cubicBezTo>
                  <a:lnTo>
                    <a:pt x="187173" y="164533"/>
                  </a:lnTo>
                  <a:cubicBezTo>
                    <a:pt x="189335" y="164363"/>
                    <a:pt x="191497" y="164241"/>
                    <a:pt x="193659" y="164071"/>
                  </a:cubicBezTo>
                  <a:lnTo>
                    <a:pt x="200145" y="163415"/>
                  </a:lnTo>
                  <a:cubicBezTo>
                    <a:pt x="201213" y="163294"/>
                    <a:pt x="202307" y="163197"/>
                    <a:pt x="203375" y="163075"/>
                  </a:cubicBezTo>
                  <a:lnTo>
                    <a:pt x="206606" y="162662"/>
                  </a:lnTo>
                  <a:cubicBezTo>
                    <a:pt x="208744" y="162371"/>
                    <a:pt x="210882" y="162104"/>
                    <a:pt x="213044" y="161812"/>
                  </a:cubicBezTo>
                  <a:cubicBezTo>
                    <a:pt x="217344" y="161156"/>
                    <a:pt x="221668" y="160427"/>
                    <a:pt x="225992" y="159504"/>
                  </a:cubicBezTo>
                  <a:cubicBezTo>
                    <a:pt x="230364" y="158581"/>
                    <a:pt x="234688" y="157415"/>
                    <a:pt x="238915" y="155982"/>
                  </a:cubicBezTo>
                  <a:cubicBezTo>
                    <a:pt x="243263" y="154524"/>
                    <a:pt x="247466" y="152727"/>
                    <a:pt x="251523" y="150613"/>
                  </a:cubicBezTo>
                  <a:cubicBezTo>
                    <a:pt x="251766" y="150468"/>
                    <a:pt x="252033" y="150346"/>
                    <a:pt x="252276" y="150200"/>
                  </a:cubicBezTo>
                  <a:lnTo>
                    <a:pt x="253029" y="149763"/>
                  </a:lnTo>
                  <a:lnTo>
                    <a:pt x="254559" y="148913"/>
                  </a:lnTo>
                  <a:cubicBezTo>
                    <a:pt x="255555" y="148306"/>
                    <a:pt x="256527" y="147674"/>
                    <a:pt x="257499" y="147042"/>
                  </a:cubicBezTo>
                  <a:lnTo>
                    <a:pt x="258956" y="146022"/>
                  </a:lnTo>
                  <a:lnTo>
                    <a:pt x="259685" y="145488"/>
                  </a:lnTo>
                  <a:lnTo>
                    <a:pt x="260049" y="145245"/>
                  </a:lnTo>
                  <a:lnTo>
                    <a:pt x="260389" y="144953"/>
                  </a:lnTo>
                  <a:lnTo>
                    <a:pt x="261774" y="143860"/>
                  </a:lnTo>
                  <a:lnTo>
                    <a:pt x="262479" y="143301"/>
                  </a:lnTo>
                  <a:cubicBezTo>
                    <a:pt x="262697" y="143107"/>
                    <a:pt x="262916" y="142913"/>
                    <a:pt x="263134" y="142718"/>
                  </a:cubicBezTo>
                  <a:cubicBezTo>
                    <a:pt x="266657" y="139609"/>
                    <a:pt x="269839" y="136111"/>
                    <a:pt x="272560" y="132297"/>
                  </a:cubicBezTo>
                  <a:cubicBezTo>
                    <a:pt x="272924" y="131836"/>
                    <a:pt x="273240" y="131350"/>
                    <a:pt x="273556" y="130864"/>
                  </a:cubicBezTo>
                  <a:lnTo>
                    <a:pt x="274528" y="129406"/>
                  </a:lnTo>
                  <a:cubicBezTo>
                    <a:pt x="275159" y="128410"/>
                    <a:pt x="275718" y="127414"/>
                    <a:pt x="276325" y="126418"/>
                  </a:cubicBezTo>
                  <a:lnTo>
                    <a:pt x="277151" y="124864"/>
                  </a:lnTo>
                  <a:cubicBezTo>
                    <a:pt x="277418" y="124354"/>
                    <a:pt x="277710" y="123843"/>
                    <a:pt x="277953" y="123309"/>
                  </a:cubicBezTo>
                  <a:lnTo>
                    <a:pt x="278706" y="121754"/>
                  </a:lnTo>
                  <a:lnTo>
                    <a:pt x="279094" y="120953"/>
                  </a:lnTo>
                  <a:lnTo>
                    <a:pt x="279435" y="120151"/>
                  </a:lnTo>
                  <a:cubicBezTo>
                    <a:pt x="281256" y="115900"/>
                    <a:pt x="282665" y="111454"/>
                    <a:pt x="283637" y="106912"/>
                  </a:cubicBezTo>
                  <a:cubicBezTo>
                    <a:pt x="283686" y="106645"/>
                    <a:pt x="283759" y="106353"/>
                    <a:pt x="283807" y="106062"/>
                  </a:cubicBezTo>
                  <a:lnTo>
                    <a:pt x="283953" y="105211"/>
                  </a:lnTo>
                  <a:lnTo>
                    <a:pt x="284269" y="103487"/>
                  </a:lnTo>
                  <a:cubicBezTo>
                    <a:pt x="284439" y="102345"/>
                    <a:pt x="284560" y="101179"/>
                    <a:pt x="284730" y="100037"/>
                  </a:cubicBezTo>
                  <a:cubicBezTo>
                    <a:pt x="284803" y="98871"/>
                    <a:pt x="284925" y="97729"/>
                    <a:pt x="284973" y="96563"/>
                  </a:cubicBezTo>
                  <a:lnTo>
                    <a:pt x="285046" y="94814"/>
                  </a:lnTo>
                  <a:lnTo>
                    <a:pt x="285070" y="93940"/>
                  </a:lnTo>
                  <a:lnTo>
                    <a:pt x="285070" y="93065"/>
                  </a:lnTo>
                  <a:cubicBezTo>
                    <a:pt x="285070" y="88377"/>
                    <a:pt x="284536" y="83688"/>
                    <a:pt x="283491" y="79122"/>
                  </a:cubicBezTo>
                  <a:cubicBezTo>
                    <a:pt x="282423" y="74482"/>
                    <a:pt x="280771" y="70012"/>
                    <a:pt x="278560" y="65809"/>
                  </a:cubicBezTo>
                  <a:lnTo>
                    <a:pt x="277710" y="64230"/>
                  </a:lnTo>
                  <a:cubicBezTo>
                    <a:pt x="277443" y="63720"/>
                    <a:pt x="277127" y="63210"/>
                    <a:pt x="276811" y="62700"/>
                  </a:cubicBezTo>
                  <a:cubicBezTo>
                    <a:pt x="276495" y="62190"/>
                    <a:pt x="276179" y="61680"/>
                    <a:pt x="275864" y="61170"/>
                  </a:cubicBezTo>
                  <a:lnTo>
                    <a:pt x="274819" y="59712"/>
                  </a:lnTo>
                  <a:cubicBezTo>
                    <a:pt x="273459" y="57793"/>
                    <a:pt x="272001" y="55947"/>
                    <a:pt x="270422" y="54198"/>
                  </a:cubicBezTo>
                  <a:cubicBezTo>
                    <a:pt x="267313" y="50797"/>
                    <a:pt x="263936" y="47688"/>
                    <a:pt x="260292" y="44870"/>
                  </a:cubicBezTo>
                  <a:cubicBezTo>
                    <a:pt x="253199" y="39307"/>
                    <a:pt x="245668" y="34813"/>
                    <a:pt x="238502" y="30343"/>
                  </a:cubicBezTo>
                  <a:lnTo>
                    <a:pt x="237166" y="29517"/>
                  </a:lnTo>
                  <a:lnTo>
                    <a:pt x="236486" y="29104"/>
                  </a:lnTo>
                  <a:lnTo>
                    <a:pt x="235879" y="28691"/>
                  </a:lnTo>
                  <a:lnTo>
                    <a:pt x="234640" y="27889"/>
                  </a:lnTo>
                  <a:cubicBezTo>
                    <a:pt x="234227" y="27622"/>
                    <a:pt x="233838" y="27331"/>
                    <a:pt x="233425" y="27039"/>
                  </a:cubicBezTo>
                  <a:cubicBezTo>
                    <a:pt x="233012" y="26748"/>
                    <a:pt x="232599" y="26456"/>
                    <a:pt x="232186" y="26165"/>
                  </a:cubicBezTo>
                  <a:lnTo>
                    <a:pt x="230947" y="25242"/>
                  </a:lnTo>
                  <a:cubicBezTo>
                    <a:pt x="230121" y="24659"/>
                    <a:pt x="229295" y="24003"/>
                    <a:pt x="228469" y="23395"/>
                  </a:cubicBezTo>
                  <a:cubicBezTo>
                    <a:pt x="225166" y="20869"/>
                    <a:pt x="221813" y="18173"/>
                    <a:pt x="218315" y="15525"/>
                  </a:cubicBezTo>
                  <a:cubicBezTo>
                    <a:pt x="215309" y="13209"/>
                    <a:pt x="212185" y="11047"/>
                    <a:pt x="208969" y="9051"/>
                  </a:cubicBezTo>
                  <a:lnTo>
                    <a:pt x="208969" y="9051"/>
                  </a:lnTo>
                  <a:cubicBezTo>
                    <a:pt x="209456" y="9356"/>
                    <a:pt x="209940" y="9668"/>
                    <a:pt x="210420" y="9986"/>
                  </a:cubicBezTo>
                  <a:cubicBezTo>
                    <a:pt x="210736" y="10180"/>
                    <a:pt x="211028" y="10375"/>
                    <a:pt x="211343" y="10593"/>
                  </a:cubicBezTo>
                  <a:lnTo>
                    <a:pt x="212242" y="11201"/>
                  </a:lnTo>
                  <a:cubicBezTo>
                    <a:pt x="212849" y="11614"/>
                    <a:pt x="213457" y="12002"/>
                    <a:pt x="214040" y="12415"/>
                  </a:cubicBezTo>
                  <a:cubicBezTo>
                    <a:pt x="215206" y="13266"/>
                    <a:pt x="216372" y="14091"/>
                    <a:pt x="217489" y="14966"/>
                  </a:cubicBezTo>
                  <a:cubicBezTo>
                    <a:pt x="219748" y="16642"/>
                    <a:pt x="221910" y="18367"/>
                    <a:pt x="224072" y="20067"/>
                  </a:cubicBezTo>
                  <a:cubicBezTo>
                    <a:pt x="226210" y="21743"/>
                    <a:pt x="228299" y="23395"/>
                    <a:pt x="230413" y="24974"/>
                  </a:cubicBezTo>
                  <a:cubicBezTo>
                    <a:pt x="232526" y="26553"/>
                    <a:pt x="234591" y="27987"/>
                    <a:pt x="236729" y="29371"/>
                  </a:cubicBezTo>
                  <a:cubicBezTo>
                    <a:pt x="241271" y="32213"/>
                    <a:pt x="245911" y="35056"/>
                    <a:pt x="250551" y="38092"/>
                  </a:cubicBezTo>
                  <a:cubicBezTo>
                    <a:pt x="252883" y="39647"/>
                    <a:pt x="255191" y="41226"/>
                    <a:pt x="257450" y="42902"/>
                  </a:cubicBezTo>
                  <a:cubicBezTo>
                    <a:pt x="258592" y="43728"/>
                    <a:pt x="259709" y="44627"/>
                    <a:pt x="260827" y="45501"/>
                  </a:cubicBezTo>
                  <a:cubicBezTo>
                    <a:pt x="261385" y="45963"/>
                    <a:pt x="261944" y="46424"/>
                    <a:pt x="262503" y="46886"/>
                  </a:cubicBezTo>
                  <a:lnTo>
                    <a:pt x="263329" y="47566"/>
                  </a:lnTo>
                  <a:lnTo>
                    <a:pt x="264130" y="48295"/>
                  </a:lnTo>
                  <a:cubicBezTo>
                    <a:pt x="266317" y="50214"/>
                    <a:pt x="268382" y="52279"/>
                    <a:pt x="270325" y="54441"/>
                  </a:cubicBezTo>
                  <a:lnTo>
                    <a:pt x="271782" y="56117"/>
                  </a:lnTo>
                  <a:cubicBezTo>
                    <a:pt x="272244" y="56676"/>
                    <a:pt x="272706" y="57283"/>
                    <a:pt x="273167" y="57866"/>
                  </a:cubicBezTo>
                  <a:lnTo>
                    <a:pt x="273847" y="58740"/>
                  </a:lnTo>
                  <a:cubicBezTo>
                    <a:pt x="274066" y="59032"/>
                    <a:pt x="274260" y="59348"/>
                    <a:pt x="274503" y="59664"/>
                  </a:cubicBezTo>
                  <a:lnTo>
                    <a:pt x="275766" y="61510"/>
                  </a:lnTo>
                  <a:cubicBezTo>
                    <a:pt x="276544" y="62797"/>
                    <a:pt x="277370" y="64060"/>
                    <a:pt x="278050" y="65396"/>
                  </a:cubicBezTo>
                  <a:lnTo>
                    <a:pt x="278560" y="66392"/>
                  </a:lnTo>
                  <a:lnTo>
                    <a:pt x="278827" y="66903"/>
                  </a:lnTo>
                  <a:cubicBezTo>
                    <a:pt x="278900" y="67073"/>
                    <a:pt x="278997" y="67243"/>
                    <a:pt x="279070" y="67413"/>
                  </a:cubicBezTo>
                  <a:lnTo>
                    <a:pt x="279993" y="69453"/>
                  </a:lnTo>
                  <a:cubicBezTo>
                    <a:pt x="280309" y="70133"/>
                    <a:pt x="280552" y="70838"/>
                    <a:pt x="280844" y="71518"/>
                  </a:cubicBezTo>
                  <a:lnTo>
                    <a:pt x="281232" y="72563"/>
                  </a:lnTo>
                  <a:cubicBezTo>
                    <a:pt x="281378" y="72927"/>
                    <a:pt x="281475" y="73267"/>
                    <a:pt x="281597" y="73632"/>
                  </a:cubicBezTo>
                  <a:cubicBezTo>
                    <a:pt x="281815" y="74336"/>
                    <a:pt x="282058" y="75040"/>
                    <a:pt x="282277" y="75745"/>
                  </a:cubicBezTo>
                  <a:lnTo>
                    <a:pt x="282884" y="77907"/>
                  </a:lnTo>
                  <a:cubicBezTo>
                    <a:pt x="283589" y="80773"/>
                    <a:pt x="284099" y="83688"/>
                    <a:pt x="284390" y="86628"/>
                  </a:cubicBezTo>
                  <a:lnTo>
                    <a:pt x="284536" y="87721"/>
                  </a:lnTo>
                  <a:lnTo>
                    <a:pt x="284609" y="88838"/>
                  </a:lnTo>
                  <a:cubicBezTo>
                    <a:pt x="284657" y="89567"/>
                    <a:pt x="284706" y="90296"/>
                    <a:pt x="284730" y="91025"/>
                  </a:cubicBezTo>
                  <a:cubicBezTo>
                    <a:pt x="284755" y="92507"/>
                    <a:pt x="284779" y="93964"/>
                    <a:pt x="284706" y="95422"/>
                  </a:cubicBezTo>
                  <a:cubicBezTo>
                    <a:pt x="284682" y="96903"/>
                    <a:pt x="284512" y="98337"/>
                    <a:pt x="284414" y="99794"/>
                  </a:cubicBezTo>
                  <a:cubicBezTo>
                    <a:pt x="284317" y="100523"/>
                    <a:pt x="284220" y="101252"/>
                    <a:pt x="284123" y="101980"/>
                  </a:cubicBezTo>
                  <a:lnTo>
                    <a:pt x="284002" y="103074"/>
                  </a:lnTo>
                  <a:lnTo>
                    <a:pt x="283807" y="104142"/>
                  </a:lnTo>
                  <a:cubicBezTo>
                    <a:pt x="283321" y="107009"/>
                    <a:pt x="282641" y="109851"/>
                    <a:pt x="281791" y="112645"/>
                  </a:cubicBezTo>
                  <a:lnTo>
                    <a:pt x="281135" y="114734"/>
                  </a:lnTo>
                  <a:cubicBezTo>
                    <a:pt x="280892" y="115414"/>
                    <a:pt x="280625" y="116094"/>
                    <a:pt x="280382" y="116799"/>
                  </a:cubicBezTo>
                  <a:lnTo>
                    <a:pt x="279993" y="117819"/>
                  </a:lnTo>
                  <a:cubicBezTo>
                    <a:pt x="279872" y="118159"/>
                    <a:pt x="279726" y="118499"/>
                    <a:pt x="279580" y="118839"/>
                  </a:cubicBezTo>
                  <a:cubicBezTo>
                    <a:pt x="279289" y="119495"/>
                    <a:pt x="279022" y="120175"/>
                    <a:pt x="278706" y="120856"/>
                  </a:cubicBezTo>
                  <a:cubicBezTo>
                    <a:pt x="278074" y="122167"/>
                    <a:pt x="277491" y="123503"/>
                    <a:pt x="276762" y="124767"/>
                  </a:cubicBezTo>
                  <a:lnTo>
                    <a:pt x="276252" y="125738"/>
                  </a:lnTo>
                  <a:lnTo>
                    <a:pt x="275985" y="126224"/>
                  </a:lnTo>
                  <a:lnTo>
                    <a:pt x="275694" y="126710"/>
                  </a:lnTo>
                  <a:lnTo>
                    <a:pt x="274576" y="128580"/>
                  </a:lnTo>
                  <a:cubicBezTo>
                    <a:pt x="271442" y="133609"/>
                    <a:pt x="267604" y="138152"/>
                    <a:pt x="263159" y="142063"/>
                  </a:cubicBezTo>
                  <a:lnTo>
                    <a:pt x="262333" y="142816"/>
                  </a:lnTo>
                  <a:cubicBezTo>
                    <a:pt x="262041" y="143059"/>
                    <a:pt x="261750" y="143277"/>
                    <a:pt x="261458" y="143520"/>
                  </a:cubicBezTo>
                  <a:cubicBezTo>
                    <a:pt x="260875" y="144006"/>
                    <a:pt x="260292" y="144443"/>
                    <a:pt x="259709" y="144905"/>
                  </a:cubicBezTo>
                  <a:cubicBezTo>
                    <a:pt x="258495" y="145755"/>
                    <a:pt x="257280" y="146678"/>
                    <a:pt x="256017" y="147431"/>
                  </a:cubicBezTo>
                  <a:lnTo>
                    <a:pt x="255094" y="148014"/>
                  </a:lnTo>
                  <a:lnTo>
                    <a:pt x="254632" y="148330"/>
                  </a:lnTo>
                  <a:lnTo>
                    <a:pt x="254195" y="148621"/>
                  </a:lnTo>
                  <a:lnTo>
                    <a:pt x="252276" y="149715"/>
                  </a:lnTo>
                  <a:cubicBezTo>
                    <a:pt x="251644" y="150079"/>
                    <a:pt x="250988" y="150395"/>
                    <a:pt x="250357" y="150735"/>
                  </a:cubicBezTo>
                  <a:lnTo>
                    <a:pt x="249385" y="151245"/>
                  </a:lnTo>
                  <a:lnTo>
                    <a:pt x="248389" y="151707"/>
                  </a:lnTo>
                  <a:cubicBezTo>
                    <a:pt x="243166" y="154160"/>
                    <a:pt x="237749" y="156103"/>
                    <a:pt x="232162" y="157561"/>
                  </a:cubicBezTo>
                  <a:cubicBezTo>
                    <a:pt x="229417" y="158290"/>
                    <a:pt x="226672" y="158921"/>
                    <a:pt x="223902" y="159480"/>
                  </a:cubicBezTo>
                  <a:cubicBezTo>
                    <a:pt x="221133" y="160039"/>
                    <a:pt x="218364" y="160525"/>
                    <a:pt x="215619" y="160962"/>
                  </a:cubicBezTo>
                  <a:lnTo>
                    <a:pt x="213554" y="161278"/>
                  </a:lnTo>
                  <a:cubicBezTo>
                    <a:pt x="212849" y="161399"/>
                    <a:pt x="212169" y="161496"/>
                    <a:pt x="211465" y="161569"/>
                  </a:cubicBezTo>
                  <a:lnTo>
                    <a:pt x="207335" y="162128"/>
                  </a:lnTo>
                  <a:lnTo>
                    <a:pt x="203181" y="162662"/>
                  </a:lnTo>
                  <a:cubicBezTo>
                    <a:pt x="201796" y="162808"/>
                    <a:pt x="200412" y="162954"/>
                    <a:pt x="199027" y="163100"/>
                  </a:cubicBezTo>
                  <a:cubicBezTo>
                    <a:pt x="196234" y="163367"/>
                    <a:pt x="193464" y="163707"/>
                    <a:pt x="190646" y="163853"/>
                  </a:cubicBezTo>
                  <a:lnTo>
                    <a:pt x="186444" y="164168"/>
                  </a:lnTo>
                  <a:cubicBezTo>
                    <a:pt x="185059" y="164266"/>
                    <a:pt x="183650" y="164387"/>
                    <a:pt x="182241" y="164436"/>
                  </a:cubicBezTo>
                  <a:cubicBezTo>
                    <a:pt x="182897" y="164217"/>
                    <a:pt x="184816" y="163901"/>
                    <a:pt x="181561" y="163901"/>
                  </a:cubicBezTo>
                  <a:lnTo>
                    <a:pt x="183699" y="163804"/>
                  </a:lnTo>
                  <a:lnTo>
                    <a:pt x="185812" y="163610"/>
                  </a:lnTo>
                  <a:lnTo>
                    <a:pt x="190063" y="163270"/>
                  </a:lnTo>
                  <a:lnTo>
                    <a:pt x="192201" y="163075"/>
                  </a:lnTo>
                  <a:lnTo>
                    <a:pt x="193246" y="163002"/>
                  </a:lnTo>
                  <a:lnTo>
                    <a:pt x="194314" y="162881"/>
                  </a:lnTo>
                  <a:lnTo>
                    <a:pt x="198541" y="162419"/>
                  </a:lnTo>
                  <a:lnTo>
                    <a:pt x="202768" y="161958"/>
                  </a:lnTo>
                  <a:lnTo>
                    <a:pt x="206971" y="161375"/>
                  </a:lnTo>
                  <a:cubicBezTo>
                    <a:pt x="209764" y="160986"/>
                    <a:pt x="212558" y="160597"/>
                    <a:pt x="215352" y="160160"/>
                  </a:cubicBezTo>
                  <a:cubicBezTo>
                    <a:pt x="218145" y="159699"/>
                    <a:pt x="220939" y="159213"/>
                    <a:pt x="223732" y="158630"/>
                  </a:cubicBezTo>
                  <a:cubicBezTo>
                    <a:pt x="226526" y="158047"/>
                    <a:pt x="229320" y="157415"/>
                    <a:pt x="232089" y="156662"/>
                  </a:cubicBezTo>
                  <a:cubicBezTo>
                    <a:pt x="234858" y="155909"/>
                    <a:pt x="237603" y="155059"/>
                    <a:pt x="240324" y="154087"/>
                  </a:cubicBezTo>
                  <a:cubicBezTo>
                    <a:pt x="241028" y="153844"/>
                    <a:pt x="241684" y="153553"/>
                    <a:pt x="242365" y="153310"/>
                  </a:cubicBezTo>
                  <a:lnTo>
                    <a:pt x="243385" y="152921"/>
                  </a:lnTo>
                  <a:cubicBezTo>
                    <a:pt x="243725" y="152775"/>
                    <a:pt x="244065" y="152630"/>
                    <a:pt x="244381" y="152484"/>
                  </a:cubicBezTo>
                  <a:cubicBezTo>
                    <a:pt x="245061" y="152217"/>
                    <a:pt x="245717" y="151925"/>
                    <a:pt x="246397" y="151634"/>
                  </a:cubicBezTo>
                  <a:lnTo>
                    <a:pt x="248389" y="150711"/>
                  </a:lnTo>
                  <a:cubicBezTo>
                    <a:pt x="249045" y="150395"/>
                    <a:pt x="249677" y="150055"/>
                    <a:pt x="250332" y="149715"/>
                  </a:cubicBezTo>
                  <a:cubicBezTo>
                    <a:pt x="250988" y="149374"/>
                    <a:pt x="251644" y="149034"/>
                    <a:pt x="252276" y="148670"/>
                  </a:cubicBezTo>
                  <a:lnTo>
                    <a:pt x="254195" y="147553"/>
                  </a:lnTo>
                  <a:lnTo>
                    <a:pt x="256041" y="146387"/>
                  </a:lnTo>
                  <a:cubicBezTo>
                    <a:pt x="258543" y="144759"/>
                    <a:pt x="260924" y="142937"/>
                    <a:pt x="263134" y="140945"/>
                  </a:cubicBezTo>
                  <a:lnTo>
                    <a:pt x="263960" y="140192"/>
                  </a:lnTo>
                  <a:lnTo>
                    <a:pt x="264762" y="139415"/>
                  </a:lnTo>
                  <a:cubicBezTo>
                    <a:pt x="265272" y="138905"/>
                    <a:pt x="265831" y="138394"/>
                    <a:pt x="266341" y="137836"/>
                  </a:cubicBezTo>
                  <a:lnTo>
                    <a:pt x="267847" y="136208"/>
                  </a:lnTo>
                  <a:lnTo>
                    <a:pt x="268212" y="135795"/>
                  </a:lnTo>
                  <a:lnTo>
                    <a:pt x="268552" y="135358"/>
                  </a:lnTo>
                  <a:lnTo>
                    <a:pt x="269256" y="134508"/>
                  </a:lnTo>
                  <a:cubicBezTo>
                    <a:pt x="270228" y="133390"/>
                    <a:pt x="271078" y="132176"/>
                    <a:pt x="271953" y="130985"/>
                  </a:cubicBezTo>
                  <a:cubicBezTo>
                    <a:pt x="272778" y="129771"/>
                    <a:pt x="273629" y="128556"/>
                    <a:pt x="274382" y="127293"/>
                  </a:cubicBezTo>
                  <a:lnTo>
                    <a:pt x="274916" y="126346"/>
                  </a:lnTo>
                  <a:lnTo>
                    <a:pt x="275208" y="125860"/>
                  </a:lnTo>
                  <a:lnTo>
                    <a:pt x="275451" y="125374"/>
                  </a:lnTo>
                  <a:lnTo>
                    <a:pt x="276519" y="123455"/>
                  </a:lnTo>
                  <a:cubicBezTo>
                    <a:pt x="276860" y="122799"/>
                    <a:pt x="277151" y="122119"/>
                    <a:pt x="277491" y="121463"/>
                  </a:cubicBezTo>
                  <a:lnTo>
                    <a:pt x="277953" y="120467"/>
                  </a:lnTo>
                  <a:lnTo>
                    <a:pt x="278390" y="119471"/>
                  </a:lnTo>
                  <a:cubicBezTo>
                    <a:pt x="279556" y="116774"/>
                    <a:pt x="280552" y="114005"/>
                    <a:pt x="281378" y="111187"/>
                  </a:cubicBezTo>
                  <a:lnTo>
                    <a:pt x="281961" y="109074"/>
                  </a:lnTo>
                  <a:cubicBezTo>
                    <a:pt x="282131" y="108369"/>
                    <a:pt x="282277" y="107641"/>
                    <a:pt x="282447" y="106936"/>
                  </a:cubicBezTo>
                  <a:lnTo>
                    <a:pt x="282690" y="105867"/>
                  </a:lnTo>
                  <a:lnTo>
                    <a:pt x="282884" y="104774"/>
                  </a:lnTo>
                  <a:cubicBezTo>
                    <a:pt x="283006" y="104045"/>
                    <a:pt x="283151" y="103341"/>
                    <a:pt x="283248" y="102612"/>
                  </a:cubicBezTo>
                  <a:cubicBezTo>
                    <a:pt x="283686" y="99697"/>
                    <a:pt x="283929" y="96758"/>
                    <a:pt x="283977" y="93818"/>
                  </a:cubicBezTo>
                  <a:cubicBezTo>
                    <a:pt x="284026" y="90879"/>
                    <a:pt x="283856" y="87915"/>
                    <a:pt x="283491" y="85000"/>
                  </a:cubicBezTo>
                  <a:cubicBezTo>
                    <a:pt x="283394" y="84247"/>
                    <a:pt x="283273" y="83518"/>
                    <a:pt x="283151" y="82790"/>
                  </a:cubicBezTo>
                  <a:lnTo>
                    <a:pt x="282981" y="81697"/>
                  </a:lnTo>
                  <a:lnTo>
                    <a:pt x="282763" y="80603"/>
                  </a:lnTo>
                  <a:cubicBezTo>
                    <a:pt x="282593" y="79875"/>
                    <a:pt x="282471" y="79146"/>
                    <a:pt x="282277" y="78417"/>
                  </a:cubicBezTo>
                  <a:lnTo>
                    <a:pt x="281694" y="76255"/>
                  </a:lnTo>
                  <a:cubicBezTo>
                    <a:pt x="281621" y="75891"/>
                    <a:pt x="281499" y="75551"/>
                    <a:pt x="281378" y="75186"/>
                  </a:cubicBezTo>
                  <a:lnTo>
                    <a:pt x="281038" y="74117"/>
                  </a:lnTo>
                  <a:lnTo>
                    <a:pt x="280698" y="73049"/>
                  </a:lnTo>
                  <a:cubicBezTo>
                    <a:pt x="280576" y="72708"/>
                    <a:pt x="280431" y="72344"/>
                    <a:pt x="280285" y="72004"/>
                  </a:cubicBezTo>
                  <a:cubicBezTo>
                    <a:pt x="280018" y="71324"/>
                    <a:pt x="279750" y="70595"/>
                    <a:pt x="279483" y="69915"/>
                  </a:cubicBezTo>
                  <a:lnTo>
                    <a:pt x="278536" y="67874"/>
                  </a:lnTo>
                  <a:cubicBezTo>
                    <a:pt x="278244" y="67170"/>
                    <a:pt x="277880" y="66514"/>
                    <a:pt x="277515" y="65858"/>
                  </a:cubicBezTo>
                  <a:cubicBezTo>
                    <a:pt x="277175" y="65178"/>
                    <a:pt x="276835" y="64498"/>
                    <a:pt x="276447" y="63866"/>
                  </a:cubicBezTo>
                  <a:lnTo>
                    <a:pt x="275256" y="61923"/>
                  </a:lnTo>
                  <a:cubicBezTo>
                    <a:pt x="274843" y="61291"/>
                    <a:pt x="274406" y="60684"/>
                    <a:pt x="273993" y="60052"/>
                  </a:cubicBezTo>
                  <a:cubicBezTo>
                    <a:pt x="273774" y="59736"/>
                    <a:pt x="273556" y="59445"/>
                    <a:pt x="273337" y="59129"/>
                  </a:cubicBezTo>
                  <a:lnTo>
                    <a:pt x="272657" y="58255"/>
                  </a:lnTo>
                  <a:cubicBezTo>
                    <a:pt x="272171" y="57672"/>
                    <a:pt x="271758" y="57064"/>
                    <a:pt x="271272" y="56506"/>
                  </a:cubicBezTo>
                  <a:lnTo>
                    <a:pt x="269815" y="54805"/>
                  </a:lnTo>
                  <a:cubicBezTo>
                    <a:pt x="269572" y="54514"/>
                    <a:pt x="269329" y="54246"/>
                    <a:pt x="269062" y="53979"/>
                  </a:cubicBezTo>
                  <a:lnTo>
                    <a:pt x="268309" y="53178"/>
                  </a:lnTo>
                  <a:cubicBezTo>
                    <a:pt x="267313" y="52084"/>
                    <a:pt x="266244" y="51113"/>
                    <a:pt x="265199" y="50068"/>
                  </a:cubicBezTo>
                  <a:cubicBezTo>
                    <a:pt x="264106" y="49096"/>
                    <a:pt x="263037" y="48100"/>
                    <a:pt x="261920" y="47202"/>
                  </a:cubicBezTo>
                  <a:cubicBezTo>
                    <a:pt x="257474" y="43461"/>
                    <a:pt x="252762" y="40230"/>
                    <a:pt x="248049" y="37193"/>
                  </a:cubicBezTo>
                  <a:cubicBezTo>
                    <a:pt x="245693" y="35687"/>
                    <a:pt x="243361" y="34230"/>
                    <a:pt x="241004" y="32772"/>
                  </a:cubicBezTo>
                  <a:lnTo>
                    <a:pt x="237506" y="30610"/>
                  </a:lnTo>
                  <a:lnTo>
                    <a:pt x="236656" y="30076"/>
                  </a:lnTo>
                  <a:lnTo>
                    <a:pt x="236219" y="29784"/>
                  </a:lnTo>
                  <a:lnTo>
                    <a:pt x="235806" y="29541"/>
                  </a:lnTo>
                  <a:lnTo>
                    <a:pt x="234178" y="28472"/>
                  </a:lnTo>
                  <a:cubicBezTo>
                    <a:pt x="229878" y="25557"/>
                    <a:pt x="225627" y="22156"/>
                    <a:pt x="221206" y="18731"/>
                  </a:cubicBezTo>
                  <a:cubicBezTo>
                    <a:pt x="218971" y="17031"/>
                    <a:pt x="216712" y="15306"/>
                    <a:pt x="214331" y="13630"/>
                  </a:cubicBezTo>
                  <a:cubicBezTo>
                    <a:pt x="213190" y="12804"/>
                    <a:pt x="211951" y="12002"/>
                    <a:pt x="210736" y="11176"/>
                  </a:cubicBezTo>
                  <a:cubicBezTo>
                    <a:pt x="209473" y="10399"/>
                    <a:pt x="208210" y="9622"/>
                    <a:pt x="206898" y="8844"/>
                  </a:cubicBezTo>
                  <a:cubicBezTo>
                    <a:pt x="205610" y="8067"/>
                    <a:pt x="204226" y="7387"/>
                    <a:pt x="202865" y="6707"/>
                  </a:cubicBezTo>
                  <a:cubicBezTo>
                    <a:pt x="201456" y="6051"/>
                    <a:pt x="200072" y="5395"/>
                    <a:pt x="198541" y="4885"/>
                  </a:cubicBezTo>
                  <a:lnTo>
                    <a:pt x="197424" y="4472"/>
                  </a:lnTo>
                  <a:cubicBezTo>
                    <a:pt x="197059" y="4326"/>
                    <a:pt x="196695" y="4229"/>
                    <a:pt x="196306" y="4132"/>
                  </a:cubicBezTo>
                  <a:lnTo>
                    <a:pt x="194047" y="3476"/>
                  </a:lnTo>
                  <a:cubicBezTo>
                    <a:pt x="193318" y="3257"/>
                    <a:pt x="192541" y="3111"/>
                    <a:pt x="191812" y="2941"/>
                  </a:cubicBezTo>
                  <a:cubicBezTo>
                    <a:pt x="191059" y="2796"/>
                    <a:pt x="190306" y="2601"/>
                    <a:pt x="189553" y="2504"/>
                  </a:cubicBezTo>
                  <a:lnTo>
                    <a:pt x="189747" y="1435"/>
                  </a:lnTo>
                  <a:lnTo>
                    <a:pt x="188144" y="1168"/>
                  </a:lnTo>
                  <a:cubicBezTo>
                    <a:pt x="187610" y="1071"/>
                    <a:pt x="187051" y="949"/>
                    <a:pt x="186541" y="901"/>
                  </a:cubicBezTo>
                  <a:lnTo>
                    <a:pt x="183334" y="512"/>
                  </a:lnTo>
                  <a:lnTo>
                    <a:pt x="180152" y="245"/>
                  </a:lnTo>
                  <a:cubicBezTo>
                    <a:pt x="179107" y="172"/>
                    <a:pt x="178063" y="148"/>
                    <a:pt x="176994" y="99"/>
                  </a:cubicBezTo>
                  <a:cubicBezTo>
                    <a:pt x="175288" y="30"/>
                    <a:pt x="173586" y="1"/>
                    <a:pt x="171889"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37" name="Google Shape;1137;p54"/>
          <p:cNvSpPr txBox="1"/>
          <p:nvPr>
            <p:ph idx="3" type="title"/>
          </p:nvPr>
        </p:nvSpPr>
        <p:spPr>
          <a:xfrm>
            <a:off x="6193825" y="2381700"/>
            <a:ext cx="1750200" cy="369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1600"/>
            </a:lvl2pPr>
            <a:lvl3pPr lvl="2" algn="ctr">
              <a:lnSpc>
                <a:spcPct val="100000"/>
              </a:lnSpc>
              <a:spcBef>
                <a:spcPts val="0"/>
              </a:spcBef>
              <a:spcAft>
                <a:spcPts val="0"/>
              </a:spcAft>
              <a:buSzPts val="2800"/>
              <a:buNone/>
              <a:defRPr sz="1600"/>
            </a:lvl3pPr>
            <a:lvl4pPr lvl="3" algn="ctr">
              <a:lnSpc>
                <a:spcPct val="100000"/>
              </a:lnSpc>
              <a:spcBef>
                <a:spcPts val="0"/>
              </a:spcBef>
              <a:spcAft>
                <a:spcPts val="0"/>
              </a:spcAft>
              <a:buSzPts val="2800"/>
              <a:buNone/>
              <a:defRPr sz="1600"/>
            </a:lvl4pPr>
            <a:lvl5pPr lvl="4" algn="ctr">
              <a:lnSpc>
                <a:spcPct val="100000"/>
              </a:lnSpc>
              <a:spcBef>
                <a:spcPts val="0"/>
              </a:spcBef>
              <a:spcAft>
                <a:spcPts val="0"/>
              </a:spcAft>
              <a:buSzPts val="2800"/>
              <a:buNone/>
              <a:defRPr sz="1600"/>
            </a:lvl5pPr>
            <a:lvl6pPr lvl="5" algn="ctr">
              <a:lnSpc>
                <a:spcPct val="100000"/>
              </a:lnSpc>
              <a:spcBef>
                <a:spcPts val="0"/>
              </a:spcBef>
              <a:spcAft>
                <a:spcPts val="0"/>
              </a:spcAft>
              <a:buSzPts val="2800"/>
              <a:buNone/>
              <a:defRPr sz="1600"/>
            </a:lvl6pPr>
            <a:lvl7pPr lvl="6" algn="ctr">
              <a:lnSpc>
                <a:spcPct val="100000"/>
              </a:lnSpc>
              <a:spcBef>
                <a:spcPts val="0"/>
              </a:spcBef>
              <a:spcAft>
                <a:spcPts val="0"/>
              </a:spcAft>
              <a:buSzPts val="2800"/>
              <a:buNone/>
              <a:defRPr sz="1600"/>
            </a:lvl7pPr>
            <a:lvl8pPr lvl="7" algn="ctr">
              <a:lnSpc>
                <a:spcPct val="100000"/>
              </a:lnSpc>
              <a:spcBef>
                <a:spcPts val="0"/>
              </a:spcBef>
              <a:spcAft>
                <a:spcPts val="0"/>
              </a:spcAft>
              <a:buSzPts val="2800"/>
              <a:buNone/>
              <a:defRPr sz="1600"/>
            </a:lvl8pPr>
            <a:lvl9pPr lvl="8" algn="ctr">
              <a:lnSpc>
                <a:spcPct val="100000"/>
              </a:lnSpc>
              <a:spcBef>
                <a:spcPts val="0"/>
              </a:spcBef>
              <a:spcAft>
                <a:spcPts val="0"/>
              </a:spcAft>
              <a:buSzPts val="2800"/>
              <a:buNone/>
              <a:defRPr sz="1600"/>
            </a:lvl9pPr>
          </a:lstStyle>
          <a:p/>
        </p:txBody>
      </p:sp>
      <p:sp>
        <p:nvSpPr>
          <p:cNvPr id="1138" name="Google Shape;1138;p54"/>
          <p:cNvSpPr txBox="1"/>
          <p:nvPr>
            <p:ph idx="4" type="subTitle"/>
          </p:nvPr>
        </p:nvSpPr>
        <p:spPr>
          <a:xfrm>
            <a:off x="6129525" y="2784125"/>
            <a:ext cx="1866000" cy="1750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one famous">
  <p:cSld name="Someone famous">
    <p:bg>
      <p:bgPr>
        <a:solidFill>
          <a:schemeClr val="accent1"/>
        </a:solidFill>
      </p:bgPr>
    </p:bg>
    <p:spTree>
      <p:nvGrpSpPr>
        <p:cNvPr id="1139" name="Shape 1139"/>
        <p:cNvGrpSpPr/>
        <p:nvPr/>
      </p:nvGrpSpPr>
      <p:grpSpPr>
        <a:xfrm>
          <a:off x="0" y="0"/>
          <a:ext cx="0" cy="0"/>
          <a:chOff x="0" y="0"/>
          <a:chExt cx="0" cy="0"/>
        </a:xfrm>
      </p:grpSpPr>
      <p:grpSp>
        <p:nvGrpSpPr>
          <p:cNvPr id="1140" name="Google Shape;1140;p55"/>
          <p:cNvGrpSpPr/>
          <p:nvPr/>
        </p:nvGrpSpPr>
        <p:grpSpPr>
          <a:xfrm rot="3956225">
            <a:off x="-2573398" y="1710856"/>
            <a:ext cx="6973539" cy="5624014"/>
            <a:chOff x="879525" y="238350"/>
            <a:chExt cx="5929900" cy="5134125"/>
          </a:xfrm>
        </p:grpSpPr>
        <p:sp>
          <p:nvSpPr>
            <p:cNvPr id="1141" name="Google Shape;1141;p55"/>
            <p:cNvSpPr/>
            <p:nvPr/>
          </p:nvSpPr>
          <p:spPr>
            <a:xfrm>
              <a:off x="879525" y="350950"/>
              <a:ext cx="5929900" cy="4895750"/>
            </a:xfrm>
            <a:custGeom>
              <a:rect b="b" l="l" r="r" t="t"/>
              <a:pathLst>
                <a:path extrusionOk="0" h="195830" w="237196">
                  <a:moveTo>
                    <a:pt x="182493" y="0"/>
                  </a:moveTo>
                  <a:cubicBezTo>
                    <a:pt x="160794" y="0"/>
                    <a:pt x="136857" y="13684"/>
                    <a:pt x="125770" y="46667"/>
                  </a:cubicBezTo>
                  <a:cubicBezTo>
                    <a:pt x="112501" y="86475"/>
                    <a:pt x="99703" y="101135"/>
                    <a:pt x="82683" y="101135"/>
                  </a:cubicBezTo>
                  <a:cubicBezTo>
                    <a:pt x="77764" y="101135"/>
                    <a:pt x="72494" y="99911"/>
                    <a:pt x="66757" y="97716"/>
                  </a:cubicBezTo>
                  <a:cubicBezTo>
                    <a:pt x="59909" y="95081"/>
                    <a:pt x="53433" y="93896"/>
                    <a:pt x="47460" y="93896"/>
                  </a:cubicBezTo>
                  <a:cubicBezTo>
                    <a:pt x="17332" y="93896"/>
                    <a:pt x="1" y="124030"/>
                    <a:pt x="12313" y="150071"/>
                  </a:cubicBezTo>
                  <a:cubicBezTo>
                    <a:pt x="19223" y="164795"/>
                    <a:pt x="29540" y="168076"/>
                    <a:pt x="41648" y="168076"/>
                  </a:cubicBezTo>
                  <a:cubicBezTo>
                    <a:pt x="51382" y="168076"/>
                    <a:pt x="62272" y="165955"/>
                    <a:pt x="73479" y="165955"/>
                  </a:cubicBezTo>
                  <a:cubicBezTo>
                    <a:pt x="86528" y="165955"/>
                    <a:pt x="100005" y="168830"/>
                    <a:pt x="112584" y="181275"/>
                  </a:cubicBezTo>
                  <a:cubicBezTo>
                    <a:pt x="123109" y="191650"/>
                    <a:pt x="135906" y="195830"/>
                    <a:pt x="148277" y="195830"/>
                  </a:cubicBezTo>
                  <a:cubicBezTo>
                    <a:pt x="168129" y="195830"/>
                    <a:pt x="186885" y="185066"/>
                    <a:pt x="193400" y="171875"/>
                  </a:cubicBezTo>
                  <a:cubicBezTo>
                    <a:pt x="213115" y="132315"/>
                    <a:pt x="187003" y="136231"/>
                    <a:pt x="220818" y="61420"/>
                  </a:cubicBezTo>
                  <a:cubicBezTo>
                    <a:pt x="237196" y="25134"/>
                    <a:pt x="211900" y="0"/>
                    <a:pt x="182493" y="0"/>
                  </a:cubicBezTo>
                  <a:close/>
                </a:path>
              </a:pathLst>
            </a:custGeom>
            <a:solidFill>
              <a:srgbClr val="5EA4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p55"/>
            <p:cNvSpPr/>
            <p:nvPr/>
          </p:nvSpPr>
          <p:spPr>
            <a:xfrm>
              <a:off x="945800" y="238350"/>
              <a:ext cx="5695725" cy="5134125"/>
            </a:xfrm>
            <a:custGeom>
              <a:rect b="b" l="l" r="r" t="t"/>
              <a:pathLst>
                <a:path extrusionOk="0" h="205365" w="227829">
                  <a:moveTo>
                    <a:pt x="206027" y="18003"/>
                  </a:moveTo>
                  <a:lnTo>
                    <a:pt x="206027" y="18003"/>
                  </a:lnTo>
                  <a:cubicBezTo>
                    <a:pt x="208273" y="19839"/>
                    <a:pt x="210274" y="21959"/>
                    <a:pt x="212031" y="24275"/>
                  </a:cubicBezTo>
                  <a:lnTo>
                    <a:pt x="210464" y="22056"/>
                  </a:lnTo>
                  <a:lnTo>
                    <a:pt x="208506" y="20097"/>
                  </a:lnTo>
                  <a:cubicBezTo>
                    <a:pt x="207853" y="19445"/>
                    <a:pt x="207070" y="18922"/>
                    <a:pt x="206417" y="18270"/>
                  </a:cubicBezTo>
                  <a:cubicBezTo>
                    <a:pt x="206283" y="18181"/>
                    <a:pt x="206154" y="18092"/>
                    <a:pt x="206027" y="18003"/>
                  </a:cubicBezTo>
                  <a:close/>
                  <a:moveTo>
                    <a:pt x="180437" y="1544"/>
                  </a:moveTo>
                  <a:cubicBezTo>
                    <a:pt x="180872" y="1544"/>
                    <a:pt x="181307" y="1548"/>
                    <a:pt x="181741" y="1558"/>
                  </a:cubicBezTo>
                  <a:cubicBezTo>
                    <a:pt x="188008" y="1819"/>
                    <a:pt x="194144" y="3255"/>
                    <a:pt x="199889" y="5605"/>
                  </a:cubicBezTo>
                  <a:cubicBezTo>
                    <a:pt x="205633" y="8086"/>
                    <a:pt x="210856" y="11611"/>
                    <a:pt x="215164" y="16181"/>
                  </a:cubicBezTo>
                  <a:cubicBezTo>
                    <a:pt x="219473" y="20881"/>
                    <a:pt x="222606" y="26495"/>
                    <a:pt x="224304" y="32501"/>
                  </a:cubicBezTo>
                  <a:cubicBezTo>
                    <a:pt x="224695" y="33806"/>
                    <a:pt x="224956" y="34981"/>
                    <a:pt x="225087" y="36287"/>
                  </a:cubicBezTo>
                  <a:cubicBezTo>
                    <a:pt x="225146" y="36584"/>
                    <a:pt x="225199" y="36875"/>
                    <a:pt x="225247" y="37162"/>
                  </a:cubicBezTo>
                  <a:lnTo>
                    <a:pt x="225247" y="37162"/>
                  </a:lnTo>
                  <a:cubicBezTo>
                    <a:pt x="225195" y="36909"/>
                    <a:pt x="225141" y="36660"/>
                    <a:pt x="225087" y="36417"/>
                  </a:cubicBezTo>
                  <a:cubicBezTo>
                    <a:pt x="224956" y="35112"/>
                    <a:pt x="224695" y="33806"/>
                    <a:pt x="224304" y="32631"/>
                  </a:cubicBezTo>
                  <a:cubicBezTo>
                    <a:pt x="222606" y="26495"/>
                    <a:pt x="219342" y="20881"/>
                    <a:pt x="214903" y="16181"/>
                  </a:cubicBezTo>
                  <a:cubicBezTo>
                    <a:pt x="210595" y="11611"/>
                    <a:pt x="205242" y="8086"/>
                    <a:pt x="199366" y="5736"/>
                  </a:cubicBezTo>
                  <a:cubicBezTo>
                    <a:pt x="193028" y="3172"/>
                    <a:pt x="186263" y="1890"/>
                    <a:pt x="179494" y="1890"/>
                  </a:cubicBezTo>
                  <a:cubicBezTo>
                    <a:pt x="173853" y="1890"/>
                    <a:pt x="168210" y="2780"/>
                    <a:pt x="162810" y="4561"/>
                  </a:cubicBezTo>
                  <a:cubicBezTo>
                    <a:pt x="156934" y="6388"/>
                    <a:pt x="151320" y="9261"/>
                    <a:pt x="146228" y="12786"/>
                  </a:cubicBezTo>
                  <a:cubicBezTo>
                    <a:pt x="141398" y="16442"/>
                    <a:pt x="136959" y="20750"/>
                    <a:pt x="133172" y="25581"/>
                  </a:cubicBezTo>
                  <a:cubicBezTo>
                    <a:pt x="131644" y="27547"/>
                    <a:pt x="130115" y="29604"/>
                    <a:pt x="128739" y="31752"/>
                  </a:cubicBezTo>
                  <a:lnTo>
                    <a:pt x="128739" y="31752"/>
                  </a:lnTo>
                  <a:lnTo>
                    <a:pt x="129386" y="30673"/>
                  </a:lnTo>
                  <a:cubicBezTo>
                    <a:pt x="129778" y="30020"/>
                    <a:pt x="130300" y="29367"/>
                    <a:pt x="130692" y="28714"/>
                  </a:cubicBezTo>
                  <a:lnTo>
                    <a:pt x="133433" y="25059"/>
                  </a:lnTo>
                  <a:cubicBezTo>
                    <a:pt x="137350" y="20228"/>
                    <a:pt x="141789" y="15919"/>
                    <a:pt x="146751" y="12264"/>
                  </a:cubicBezTo>
                  <a:cubicBezTo>
                    <a:pt x="151842" y="8739"/>
                    <a:pt x="157457" y="5997"/>
                    <a:pt x="163462" y="4169"/>
                  </a:cubicBezTo>
                  <a:cubicBezTo>
                    <a:pt x="168922" y="2349"/>
                    <a:pt x="174720" y="1544"/>
                    <a:pt x="180437" y="1544"/>
                  </a:cubicBezTo>
                  <a:close/>
                  <a:moveTo>
                    <a:pt x="225608" y="40063"/>
                  </a:moveTo>
                  <a:cubicBezTo>
                    <a:pt x="225608" y="40067"/>
                    <a:pt x="225609" y="40070"/>
                    <a:pt x="225609" y="40073"/>
                  </a:cubicBezTo>
                  <a:lnTo>
                    <a:pt x="225740" y="43859"/>
                  </a:lnTo>
                  <a:lnTo>
                    <a:pt x="225735" y="43990"/>
                  </a:lnTo>
                  <a:lnTo>
                    <a:pt x="225609" y="40204"/>
                  </a:lnTo>
                  <a:cubicBezTo>
                    <a:pt x="225609" y="40157"/>
                    <a:pt x="225609" y="40110"/>
                    <a:pt x="225608" y="40063"/>
                  </a:cubicBezTo>
                  <a:close/>
                  <a:moveTo>
                    <a:pt x="127845" y="33228"/>
                  </a:moveTo>
                  <a:cubicBezTo>
                    <a:pt x="127202" y="34465"/>
                    <a:pt x="126349" y="35702"/>
                    <a:pt x="125730" y="36940"/>
                  </a:cubicBezTo>
                  <a:lnTo>
                    <a:pt x="123772" y="40987"/>
                  </a:lnTo>
                  <a:lnTo>
                    <a:pt x="122728" y="43076"/>
                  </a:lnTo>
                  <a:lnTo>
                    <a:pt x="121944" y="45165"/>
                  </a:lnTo>
                  <a:lnTo>
                    <a:pt x="120671" y="48298"/>
                  </a:lnTo>
                  <a:lnTo>
                    <a:pt x="121944" y="44904"/>
                  </a:lnTo>
                  <a:cubicBezTo>
                    <a:pt x="122205" y="44121"/>
                    <a:pt x="122466" y="43468"/>
                    <a:pt x="122858" y="42684"/>
                  </a:cubicBezTo>
                  <a:lnTo>
                    <a:pt x="123772" y="40726"/>
                  </a:lnTo>
                  <a:lnTo>
                    <a:pt x="125861" y="36548"/>
                  </a:lnTo>
                  <a:cubicBezTo>
                    <a:pt x="126414" y="35441"/>
                    <a:pt x="127155" y="34334"/>
                    <a:pt x="127845" y="33228"/>
                  </a:cubicBezTo>
                  <a:close/>
                  <a:moveTo>
                    <a:pt x="225723" y="44365"/>
                  </a:moveTo>
                  <a:lnTo>
                    <a:pt x="225609" y="47776"/>
                  </a:lnTo>
                  <a:cubicBezTo>
                    <a:pt x="225479" y="48951"/>
                    <a:pt x="225348" y="50257"/>
                    <a:pt x="225087" y="51432"/>
                  </a:cubicBezTo>
                  <a:cubicBezTo>
                    <a:pt x="224826" y="52738"/>
                    <a:pt x="224695" y="54043"/>
                    <a:pt x="224304" y="55218"/>
                  </a:cubicBezTo>
                  <a:cubicBezTo>
                    <a:pt x="224565" y="54043"/>
                    <a:pt x="224826" y="52868"/>
                    <a:pt x="224956" y="51562"/>
                  </a:cubicBezTo>
                  <a:lnTo>
                    <a:pt x="225348" y="49735"/>
                  </a:lnTo>
                  <a:cubicBezTo>
                    <a:pt x="225479" y="49082"/>
                    <a:pt x="225479" y="48429"/>
                    <a:pt x="225479" y="47907"/>
                  </a:cubicBezTo>
                  <a:lnTo>
                    <a:pt x="225723" y="44365"/>
                  </a:lnTo>
                  <a:close/>
                  <a:moveTo>
                    <a:pt x="118815" y="53361"/>
                  </a:moveTo>
                  <a:lnTo>
                    <a:pt x="118815" y="53361"/>
                  </a:lnTo>
                  <a:cubicBezTo>
                    <a:pt x="118357" y="54687"/>
                    <a:pt x="117899" y="55997"/>
                    <a:pt x="117375" y="57307"/>
                  </a:cubicBezTo>
                  <a:lnTo>
                    <a:pt x="118815" y="53361"/>
                  </a:lnTo>
                  <a:close/>
                  <a:moveTo>
                    <a:pt x="178999" y="7417"/>
                  </a:moveTo>
                  <a:cubicBezTo>
                    <a:pt x="181891" y="7417"/>
                    <a:pt x="184798" y="7683"/>
                    <a:pt x="187616" y="8216"/>
                  </a:cubicBezTo>
                  <a:cubicBezTo>
                    <a:pt x="194405" y="9261"/>
                    <a:pt x="200803" y="11872"/>
                    <a:pt x="206286" y="16050"/>
                  </a:cubicBezTo>
                  <a:cubicBezTo>
                    <a:pt x="211509" y="19967"/>
                    <a:pt x="215556" y="25320"/>
                    <a:pt x="217906" y="31456"/>
                  </a:cubicBezTo>
                  <a:cubicBezTo>
                    <a:pt x="218522" y="33158"/>
                    <a:pt x="218997" y="34900"/>
                    <a:pt x="219339" y="36666"/>
                  </a:cubicBezTo>
                  <a:lnTo>
                    <a:pt x="219339" y="36666"/>
                  </a:lnTo>
                  <a:cubicBezTo>
                    <a:pt x="218667" y="33287"/>
                    <a:pt x="217483" y="30031"/>
                    <a:pt x="215817" y="27017"/>
                  </a:cubicBezTo>
                  <a:cubicBezTo>
                    <a:pt x="212945" y="22056"/>
                    <a:pt x="208897" y="17747"/>
                    <a:pt x="204067" y="14744"/>
                  </a:cubicBezTo>
                  <a:cubicBezTo>
                    <a:pt x="196724" y="10010"/>
                    <a:pt x="188167" y="7564"/>
                    <a:pt x="179558" y="7564"/>
                  </a:cubicBezTo>
                  <a:cubicBezTo>
                    <a:pt x="176532" y="7564"/>
                    <a:pt x="173500" y="7866"/>
                    <a:pt x="170513" y="8477"/>
                  </a:cubicBezTo>
                  <a:cubicBezTo>
                    <a:pt x="164637" y="9522"/>
                    <a:pt x="159023" y="11741"/>
                    <a:pt x="153931" y="14744"/>
                  </a:cubicBezTo>
                  <a:cubicBezTo>
                    <a:pt x="148840" y="17747"/>
                    <a:pt x="144270" y="21664"/>
                    <a:pt x="140484" y="26234"/>
                  </a:cubicBezTo>
                  <a:lnTo>
                    <a:pt x="139048" y="27800"/>
                  </a:lnTo>
                  <a:cubicBezTo>
                    <a:pt x="138525" y="28323"/>
                    <a:pt x="138003" y="28975"/>
                    <a:pt x="137611" y="29628"/>
                  </a:cubicBezTo>
                  <a:lnTo>
                    <a:pt x="135000" y="33284"/>
                  </a:lnTo>
                  <a:cubicBezTo>
                    <a:pt x="134086" y="34459"/>
                    <a:pt x="133433" y="35765"/>
                    <a:pt x="132650" y="37070"/>
                  </a:cubicBezTo>
                  <a:lnTo>
                    <a:pt x="131475" y="39029"/>
                  </a:lnTo>
                  <a:cubicBezTo>
                    <a:pt x="131083" y="39681"/>
                    <a:pt x="130822" y="40334"/>
                    <a:pt x="130431" y="41118"/>
                  </a:cubicBezTo>
                  <a:lnTo>
                    <a:pt x="128603" y="45165"/>
                  </a:lnTo>
                  <a:cubicBezTo>
                    <a:pt x="127950" y="46471"/>
                    <a:pt x="127428" y="47907"/>
                    <a:pt x="126905" y="49343"/>
                  </a:cubicBezTo>
                  <a:cubicBezTo>
                    <a:pt x="125861" y="52085"/>
                    <a:pt x="124816" y="55088"/>
                    <a:pt x="123772" y="58091"/>
                  </a:cubicBezTo>
                  <a:cubicBezTo>
                    <a:pt x="121552" y="63966"/>
                    <a:pt x="119333" y="69841"/>
                    <a:pt x="116722" y="75455"/>
                  </a:cubicBezTo>
                  <a:cubicBezTo>
                    <a:pt x="114111" y="81200"/>
                    <a:pt x="110977" y="86814"/>
                    <a:pt x="107321" y="92036"/>
                  </a:cubicBezTo>
                  <a:cubicBezTo>
                    <a:pt x="113327" y="82897"/>
                    <a:pt x="118288" y="73105"/>
                    <a:pt x="121814" y="62791"/>
                  </a:cubicBezTo>
                  <a:cubicBezTo>
                    <a:pt x="123903" y="57699"/>
                    <a:pt x="125469" y="52215"/>
                    <a:pt x="127428" y="47385"/>
                  </a:cubicBezTo>
                  <a:lnTo>
                    <a:pt x="128211" y="45426"/>
                  </a:lnTo>
                  <a:cubicBezTo>
                    <a:pt x="128472" y="44773"/>
                    <a:pt x="128733" y="44251"/>
                    <a:pt x="128994" y="43598"/>
                  </a:cubicBezTo>
                  <a:lnTo>
                    <a:pt x="130692" y="39943"/>
                  </a:lnTo>
                  <a:cubicBezTo>
                    <a:pt x="131345" y="38768"/>
                    <a:pt x="131997" y="37592"/>
                    <a:pt x="132650" y="36417"/>
                  </a:cubicBezTo>
                  <a:cubicBezTo>
                    <a:pt x="133303" y="35242"/>
                    <a:pt x="133956" y="34067"/>
                    <a:pt x="134739" y="33023"/>
                  </a:cubicBezTo>
                  <a:cubicBezTo>
                    <a:pt x="136175" y="30803"/>
                    <a:pt x="137873" y="28584"/>
                    <a:pt x="139570" y="26625"/>
                  </a:cubicBezTo>
                  <a:cubicBezTo>
                    <a:pt x="140484" y="25711"/>
                    <a:pt x="141267" y="24536"/>
                    <a:pt x="142312" y="23622"/>
                  </a:cubicBezTo>
                  <a:lnTo>
                    <a:pt x="145053" y="21011"/>
                  </a:lnTo>
                  <a:cubicBezTo>
                    <a:pt x="148970" y="17486"/>
                    <a:pt x="153409" y="14483"/>
                    <a:pt x="158109" y="12264"/>
                  </a:cubicBezTo>
                  <a:cubicBezTo>
                    <a:pt x="162810" y="10044"/>
                    <a:pt x="167771" y="8608"/>
                    <a:pt x="172863" y="7825"/>
                  </a:cubicBezTo>
                  <a:cubicBezTo>
                    <a:pt x="174876" y="7553"/>
                    <a:pt x="176934" y="7417"/>
                    <a:pt x="178999" y="7417"/>
                  </a:cubicBezTo>
                  <a:close/>
                  <a:moveTo>
                    <a:pt x="23240" y="110054"/>
                  </a:moveTo>
                  <a:lnTo>
                    <a:pt x="23240" y="110054"/>
                  </a:lnTo>
                  <a:cubicBezTo>
                    <a:pt x="23203" y="110129"/>
                    <a:pt x="23176" y="110194"/>
                    <a:pt x="23170" y="110238"/>
                  </a:cubicBezTo>
                  <a:lnTo>
                    <a:pt x="23170" y="110238"/>
                  </a:lnTo>
                  <a:cubicBezTo>
                    <a:pt x="23161" y="110214"/>
                    <a:pt x="23191" y="110152"/>
                    <a:pt x="23240" y="110054"/>
                  </a:cubicBezTo>
                  <a:close/>
                  <a:moveTo>
                    <a:pt x="179863" y="1"/>
                  </a:moveTo>
                  <a:cubicBezTo>
                    <a:pt x="174698" y="1"/>
                    <a:pt x="169541" y="694"/>
                    <a:pt x="164507" y="2080"/>
                  </a:cubicBezTo>
                  <a:cubicBezTo>
                    <a:pt x="155629" y="4561"/>
                    <a:pt x="147403" y="9000"/>
                    <a:pt x="140484" y="15136"/>
                  </a:cubicBezTo>
                  <a:cubicBezTo>
                    <a:pt x="133825" y="21272"/>
                    <a:pt x="128342" y="28453"/>
                    <a:pt x="124164" y="36548"/>
                  </a:cubicBezTo>
                  <a:cubicBezTo>
                    <a:pt x="123250" y="38506"/>
                    <a:pt x="122205" y="40595"/>
                    <a:pt x="121291" y="42554"/>
                  </a:cubicBezTo>
                  <a:lnTo>
                    <a:pt x="118941" y="48821"/>
                  </a:lnTo>
                  <a:cubicBezTo>
                    <a:pt x="117375" y="52738"/>
                    <a:pt x="116200" y="56524"/>
                    <a:pt x="114633" y="60441"/>
                  </a:cubicBezTo>
                  <a:cubicBezTo>
                    <a:pt x="111891" y="67752"/>
                    <a:pt x="108496" y="74933"/>
                    <a:pt x="104580" y="81853"/>
                  </a:cubicBezTo>
                  <a:cubicBezTo>
                    <a:pt x="101838" y="86553"/>
                    <a:pt x="98574" y="90861"/>
                    <a:pt x="94657" y="94517"/>
                  </a:cubicBezTo>
                  <a:cubicBezTo>
                    <a:pt x="91132" y="97781"/>
                    <a:pt x="86562" y="99739"/>
                    <a:pt x="81862" y="100131"/>
                  </a:cubicBezTo>
                  <a:cubicBezTo>
                    <a:pt x="81332" y="100158"/>
                    <a:pt x="80803" y="100171"/>
                    <a:pt x="80275" y="100171"/>
                  </a:cubicBezTo>
                  <a:cubicBezTo>
                    <a:pt x="75610" y="100171"/>
                    <a:pt x="71071" y="99149"/>
                    <a:pt x="66848" y="97389"/>
                  </a:cubicBezTo>
                  <a:lnTo>
                    <a:pt x="62409" y="95823"/>
                  </a:lnTo>
                  <a:cubicBezTo>
                    <a:pt x="60842" y="95431"/>
                    <a:pt x="59275" y="95039"/>
                    <a:pt x="57708" y="94517"/>
                  </a:cubicBezTo>
                  <a:cubicBezTo>
                    <a:pt x="54444" y="93734"/>
                    <a:pt x="51311" y="93342"/>
                    <a:pt x="48047" y="93081"/>
                  </a:cubicBezTo>
                  <a:cubicBezTo>
                    <a:pt x="46915" y="93037"/>
                    <a:pt x="45798" y="93008"/>
                    <a:pt x="44691" y="93008"/>
                  </a:cubicBezTo>
                  <a:cubicBezTo>
                    <a:pt x="42476" y="93008"/>
                    <a:pt x="40300" y="93124"/>
                    <a:pt x="38124" y="93472"/>
                  </a:cubicBezTo>
                  <a:cubicBezTo>
                    <a:pt x="34730" y="93995"/>
                    <a:pt x="31466" y="94778"/>
                    <a:pt x="28332" y="95953"/>
                  </a:cubicBezTo>
                  <a:cubicBezTo>
                    <a:pt x="25068" y="97259"/>
                    <a:pt x="22065" y="98825"/>
                    <a:pt x="19324" y="100653"/>
                  </a:cubicBezTo>
                  <a:cubicBezTo>
                    <a:pt x="16582" y="102612"/>
                    <a:pt x="13971" y="104831"/>
                    <a:pt x="11751" y="107442"/>
                  </a:cubicBezTo>
                  <a:cubicBezTo>
                    <a:pt x="7182" y="112404"/>
                    <a:pt x="3918" y="118410"/>
                    <a:pt x="2220" y="124938"/>
                  </a:cubicBezTo>
                  <a:cubicBezTo>
                    <a:pt x="392" y="131466"/>
                    <a:pt x="1" y="138255"/>
                    <a:pt x="1176" y="144783"/>
                  </a:cubicBezTo>
                  <a:cubicBezTo>
                    <a:pt x="1959" y="149353"/>
                    <a:pt x="3395" y="153792"/>
                    <a:pt x="5484" y="157839"/>
                  </a:cubicBezTo>
                  <a:cubicBezTo>
                    <a:pt x="7573" y="162147"/>
                    <a:pt x="10446" y="166064"/>
                    <a:pt x="13971" y="169328"/>
                  </a:cubicBezTo>
                  <a:cubicBezTo>
                    <a:pt x="17626" y="172723"/>
                    <a:pt x="22065" y="175073"/>
                    <a:pt x="27027" y="176248"/>
                  </a:cubicBezTo>
                  <a:cubicBezTo>
                    <a:pt x="31017" y="177187"/>
                    <a:pt x="35219" y="177704"/>
                    <a:pt x="39347" y="177704"/>
                  </a:cubicBezTo>
                  <a:cubicBezTo>
                    <a:pt x="39811" y="177704"/>
                    <a:pt x="40274" y="177697"/>
                    <a:pt x="40736" y="177684"/>
                  </a:cubicBezTo>
                  <a:cubicBezTo>
                    <a:pt x="49614" y="177423"/>
                    <a:pt x="57839" y="176117"/>
                    <a:pt x="65673" y="175726"/>
                  </a:cubicBezTo>
                  <a:cubicBezTo>
                    <a:pt x="67169" y="175626"/>
                    <a:pt x="68665" y="175583"/>
                    <a:pt x="70161" y="175583"/>
                  </a:cubicBezTo>
                  <a:cubicBezTo>
                    <a:pt x="72582" y="175583"/>
                    <a:pt x="75002" y="175695"/>
                    <a:pt x="77423" y="175856"/>
                  </a:cubicBezTo>
                  <a:cubicBezTo>
                    <a:pt x="81079" y="176248"/>
                    <a:pt x="84734" y="177031"/>
                    <a:pt x="88260" y="178206"/>
                  </a:cubicBezTo>
                  <a:cubicBezTo>
                    <a:pt x="95179" y="180426"/>
                    <a:pt x="101316" y="184343"/>
                    <a:pt x="106538" y="189565"/>
                  </a:cubicBezTo>
                  <a:cubicBezTo>
                    <a:pt x="112544" y="195571"/>
                    <a:pt x="119986" y="200141"/>
                    <a:pt x="128211" y="202752"/>
                  </a:cubicBezTo>
                  <a:cubicBezTo>
                    <a:pt x="133720" y="204526"/>
                    <a:pt x="139495" y="205365"/>
                    <a:pt x="145299" y="205365"/>
                  </a:cubicBezTo>
                  <a:cubicBezTo>
                    <a:pt x="147611" y="205365"/>
                    <a:pt x="149928" y="205232"/>
                    <a:pt x="152234" y="204971"/>
                  </a:cubicBezTo>
                  <a:cubicBezTo>
                    <a:pt x="159676" y="204188"/>
                    <a:pt x="166857" y="201968"/>
                    <a:pt x="173516" y="198443"/>
                  </a:cubicBezTo>
                  <a:cubicBezTo>
                    <a:pt x="178346" y="195963"/>
                    <a:pt x="182785" y="192829"/>
                    <a:pt x="186572" y="189043"/>
                  </a:cubicBezTo>
                  <a:cubicBezTo>
                    <a:pt x="189052" y="186562"/>
                    <a:pt x="191011" y="183821"/>
                    <a:pt x="192577" y="180818"/>
                  </a:cubicBezTo>
                  <a:cubicBezTo>
                    <a:pt x="192969" y="179904"/>
                    <a:pt x="193361" y="179120"/>
                    <a:pt x="193752" y="178206"/>
                  </a:cubicBezTo>
                  <a:cubicBezTo>
                    <a:pt x="193883" y="177815"/>
                    <a:pt x="193883" y="177293"/>
                    <a:pt x="194014" y="176901"/>
                  </a:cubicBezTo>
                  <a:cubicBezTo>
                    <a:pt x="193963" y="176700"/>
                    <a:pt x="193874" y="176595"/>
                    <a:pt x="193746" y="176595"/>
                  </a:cubicBezTo>
                  <a:cubicBezTo>
                    <a:pt x="193542" y="176595"/>
                    <a:pt x="193240" y="176861"/>
                    <a:pt x="192838" y="177423"/>
                  </a:cubicBezTo>
                  <a:cubicBezTo>
                    <a:pt x="189705" y="181732"/>
                    <a:pt x="186049" y="185387"/>
                    <a:pt x="181871" y="188521"/>
                  </a:cubicBezTo>
                  <a:cubicBezTo>
                    <a:pt x="173777" y="194265"/>
                    <a:pt x="164376" y="197921"/>
                    <a:pt x="154584" y="199227"/>
                  </a:cubicBezTo>
                  <a:lnTo>
                    <a:pt x="154454" y="198443"/>
                  </a:lnTo>
                  <a:cubicBezTo>
                    <a:pt x="159284" y="197660"/>
                    <a:pt x="163854" y="196354"/>
                    <a:pt x="168293" y="194396"/>
                  </a:cubicBezTo>
                  <a:cubicBezTo>
                    <a:pt x="170904" y="193221"/>
                    <a:pt x="173646" y="191785"/>
                    <a:pt x="175996" y="190087"/>
                  </a:cubicBezTo>
                  <a:cubicBezTo>
                    <a:pt x="177302" y="189174"/>
                    <a:pt x="178607" y="188260"/>
                    <a:pt x="179652" y="187085"/>
                  </a:cubicBezTo>
                  <a:cubicBezTo>
                    <a:pt x="180305" y="186432"/>
                    <a:pt x="180696" y="186040"/>
                    <a:pt x="180696" y="185779"/>
                  </a:cubicBezTo>
                  <a:cubicBezTo>
                    <a:pt x="180725" y="185581"/>
                    <a:pt x="180569" y="185518"/>
                    <a:pt x="180326" y="185518"/>
                  </a:cubicBezTo>
                  <a:cubicBezTo>
                    <a:pt x="179899" y="185518"/>
                    <a:pt x="179203" y="185713"/>
                    <a:pt x="178766" y="185713"/>
                  </a:cubicBezTo>
                  <a:cubicBezTo>
                    <a:pt x="178306" y="185713"/>
                    <a:pt x="178134" y="185496"/>
                    <a:pt x="178868" y="184604"/>
                  </a:cubicBezTo>
                  <a:lnTo>
                    <a:pt x="178868" y="184604"/>
                  </a:lnTo>
                  <a:cubicBezTo>
                    <a:pt x="170252" y="191524"/>
                    <a:pt x="159546" y="195571"/>
                    <a:pt x="148578" y="195963"/>
                  </a:cubicBezTo>
                  <a:cubicBezTo>
                    <a:pt x="147699" y="196016"/>
                    <a:pt x="146820" y="196042"/>
                    <a:pt x="145943" y="196042"/>
                  </a:cubicBezTo>
                  <a:cubicBezTo>
                    <a:pt x="136018" y="196042"/>
                    <a:pt x="126337" y="192670"/>
                    <a:pt x="118419" y="186432"/>
                  </a:cubicBezTo>
                  <a:cubicBezTo>
                    <a:pt x="117375" y="185648"/>
                    <a:pt x="116069" y="184604"/>
                    <a:pt x="114763" y="183298"/>
                  </a:cubicBezTo>
                  <a:lnTo>
                    <a:pt x="109802" y="178859"/>
                  </a:lnTo>
                  <a:cubicBezTo>
                    <a:pt x="106538" y="175987"/>
                    <a:pt x="102882" y="173637"/>
                    <a:pt x="99096" y="171678"/>
                  </a:cubicBezTo>
                  <a:cubicBezTo>
                    <a:pt x="94788" y="169459"/>
                    <a:pt x="90218" y="167892"/>
                    <a:pt x="85648" y="166978"/>
                  </a:cubicBezTo>
                  <a:cubicBezTo>
                    <a:pt x="81079" y="165934"/>
                    <a:pt x="76379" y="165542"/>
                    <a:pt x="71809" y="165542"/>
                  </a:cubicBezTo>
                  <a:cubicBezTo>
                    <a:pt x="71379" y="165536"/>
                    <a:pt x="70950" y="165533"/>
                    <a:pt x="70521" y="165533"/>
                  </a:cubicBezTo>
                  <a:cubicBezTo>
                    <a:pt x="61847" y="165533"/>
                    <a:pt x="53535" y="166748"/>
                    <a:pt x="45697" y="167370"/>
                  </a:cubicBezTo>
                  <a:cubicBezTo>
                    <a:pt x="43592" y="167504"/>
                    <a:pt x="41504" y="167594"/>
                    <a:pt x="39466" y="167594"/>
                  </a:cubicBezTo>
                  <a:cubicBezTo>
                    <a:pt x="33541" y="167594"/>
                    <a:pt x="28037" y="166826"/>
                    <a:pt x="23763" y="164106"/>
                  </a:cubicBezTo>
                  <a:cubicBezTo>
                    <a:pt x="20760" y="162147"/>
                    <a:pt x="18279" y="159536"/>
                    <a:pt x="16451" y="156533"/>
                  </a:cubicBezTo>
                  <a:cubicBezTo>
                    <a:pt x="14493" y="153400"/>
                    <a:pt x="12926" y="150005"/>
                    <a:pt x="12012" y="146350"/>
                  </a:cubicBezTo>
                  <a:cubicBezTo>
                    <a:pt x="9923" y="139169"/>
                    <a:pt x="10315" y="131466"/>
                    <a:pt x="12926" y="124546"/>
                  </a:cubicBezTo>
                  <a:cubicBezTo>
                    <a:pt x="15668" y="117626"/>
                    <a:pt x="20629" y="111751"/>
                    <a:pt x="27027" y="107965"/>
                  </a:cubicBezTo>
                  <a:cubicBezTo>
                    <a:pt x="32353" y="104812"/>
                    <a:pt x="38403" y="103199"/>
                    <a:pt x="44575" y="103199"/>
                  </a:cubicBezTo>
                  <a:cubicBezTo>
                    <a:pt x="45816" y="103199"/>
                    <a:pt x="47062" y="103264"/>
                    <a:pt x="48308" y="103395"/>
                  </a:cubicBezTo>
                  <a:cubicBezTo>
                    <a:pt x="52094" y="103656"/>
                    <a:pt x="55881" y="104440"/>
                    <a:pt x="59536" y="105615"/>
                  </a:cubicBezTo>
                  <a:lnTo>
                    <a:pt x="65412" y="107704"/>
                  </a:lnTo>
                  <a:cubicBezTo>
                    <a:pt x="67500" y="108487"/>
                    <a:pt x="69720" y="109140"/>
                    <a:pt x="71940" y="109531"/>
                  </a:cubicBezTo>
                  <a:cubicBezTo>
                    <a:pt x="74524" y="110106"/>
                    <a:pt x="77187" y="110404"/>
                    <a:pt x="79843" y="110404"/>
                  </a:cubicBezTo>
                  <a:cubicBezTo>
                    <a:pt x="82017" y="110404"/>
                    <a:pt x="84185" y="110204"/>
                    <a:pt x="86301" y="109793"/>
                  </a:cubicBezTo>
                  <a:cubicBezTo>
                    <a:pt x="88782" y="109270"/>
                    <a:pt x="91132" y="108487"/>
                    <a:pt x="93351" y="107442"/>
                  </a:cubicBezTo>
                  <a:cubicBezTo>
                    <a:pt x="95571" y="106398"/>
                    <a:pt x="97660" y="105092"/>
                    <a:pt x="99488" y="103526"/>
                  </a:cubicBezTo>
                  <a:cubicBezTo>
                    <a:pt x="103143" y="100523"/>
                    <a:pt x="106277" y="97128"/>
                    <a:pt x="108888" y="93342"/>
                  </a:cubicBezTo>
                  <a:cubicBezTo>
                    <a:pt x="111499" y="89817"/>
                    <a:pt x="113719" y="86031"/>
                    <a:pt x="115677" y="82114"/>
                  </a:cubicBezTo>
                  <a:cubicBezTo>
                    <a:pt x="119594" y="74411"/>
                    <a:pt x="122858" y="66446"/>
                    <a:pt x="125730" y="58352"/>
                  </a:cubicBezTo>
                  <a:lnTo>
                    <a:pt x="127819" y="52346"/>
                  </a:lnTo>
                  <a:lnTo>
                    <a:pt x="129908" y="46862"/>
                  </a:lnTo>
                  <a:cubicBezTo>
                    <a:pt x="131475" y="43207"/>
                    <a:pt x="133172" y="39681"/>
                    <a:pt x="135261" y="36287"/>
                  </a:cubicBezTo>
                  <a:cubicBezTo>
                    <a:pt x="139178" y="29628"/>
                    <a:pt x="144531" y="23753"/>
                    <a:pt x="150667" y="19183"/>
                  </a:cubicBezTo>
                  <a:cubicBezTo>
                    <a:pt x="156804" y="14483"/>
                    <a:pt x="163985" y="11480"/>
                    <a:pt x="171557" y="10175"/>
                  </a:cubicBezTo>
                  <a:lnTo>
                    <a:pt x="172993" y="9914"/>
                  </a:lnTo>
                  <a:lnTo>
                    <a:pt x="174429" y="9652"/>
                  </a:lnTo>
                  <a:lnTo>
                    <a:pt x="177171" y="9391"/>
                  </a:lnTo>
                  <a:lnTo>
                    <a:pt x="181480" y="9391"/>
                  </a:lnTo>
                  <a:cubicBezTo>
                    <a:pt x="182002" y="9391"/>
                    <a:pt x="182524" y="9522"/>
                    <a:pt x="182916" y="9522"/>
                  </a:cubicBezTo>
                  <a:lnTo>
                    <a:pt x="185788" y="9783"/>
                  </a:lnTo>
                  <a:lnTo>
                    <a:pt x="188661" y="10305"/>
                  </a:lnTo>
                  <a:lnTo>
                    <a:pt x="190097" y="10436"/>
                  </a:lnTo>
                  <a:lnTo>
                    <a:pt x="191402" y="10828"/>
                  </a:lnTo>
                  <a:lnTo>
                    <a:pt x="194144" y="11611"/>
                  </a:lnTo>
                  <a:cubicBezTo>
                    <a:pt x="197669" y="12917"/>
                    <a:pt x="201064" y="14614"/>
                    <a:pt x="204197" y="16703"/>
                  </a:cubicBezTo>
                  <a:cubicBezTo>
                    <a:pt x="204847" y="17136"/>
                    <a:pt x="205407" y="17570"/>
                    <a:pt x="206027" y="18003"/>
                  </a:cubicBezTo>
                  <a:lnTo>
                    <a:pt x="206027" y="18003"/>
                  </a:lnTo>
                  <a:cubicBezTo>
                    <a:pt x="204602" y="16838"/>
                    <a:pt x="203078" y="15787"/>
                    <a:pt x="201455" y="14875"/>
                  </a:cubicBezTo>
                  <a:cubicBezTo>
                    <a:pt x="197278" y="12525"/>
                    <a:pt x="192708" y="10828"/>
                    <a:pt x="187877" y="9914"/>
                  </a:cubicBezTo>
                  <a:cubicBezTo>
                    <a:pt x="185134" y="9469"/>
                    <a:pt x="182392" y="9235"/>
                    <a:pt x="179649" y="9235"/>
                  </a:cubicBezTo>
                  <a:cubicBezTo>
                    <a:pt x="177561" y="9235"/>
                    <a:pt x="175473" y="9370"/>
                    <a:pt x="173385" y="9652"/>
                  </a:cubicBezTo>
                  <a:cubicBezTo>
                    <a:pt x="168554" y="10305"/>
                    <a:pt x="163854" y="11741"/>
                    <a:pt x="159415" y="13700"/>
                  </a:cubicBezTo>
                  <a:cubicBezTo>
                    <a:pt x="154976" y="15789"/>
                    <a:pt x="150929" y="18400"/>
                    <a:pt x="147142" y="21664"/>
                  </a:cubicBezTo>
                  <a:lnTo>
                    <a:pt x="144531" y="24145"/>
                  </a:lnTo>
                  <a:lnTo>
                    <a:pt x="143226" y="25450"/>
                  </a:lnTo>
                  <a:lnTo>
                    <a:pt x="141920" y="26756"/>
                  </a:lnTo>
                  <a:lnTo>
                    <a:pt x="139570" y="29628"/>
                  </a:lnTo>
                  <a:lnTo>
                    <a:pt x="137350" y="32631"/>
                  </a:lnTo>
                  <a:cubicBezTo>
                    <a:pt x="135914" y="34720"/>
                    <a:pt x="134609" y="36940"/>
                    <a:pt x="133303" y="39159"/>
                  </a:cubicBezTo>
                  <a:cubicBezTo>
                    <a:pt x="132781" y="40204"/>
                    <a:pt x="132258" y="41248"/>
                    <a:pt x="131736" y="42423"/>
                  </a:cubicBezTo>
                  <a:lnTo>
                    <a:pt x="130039" y="45818"/>
                  </a:lnTo>
                  <a:cubicBezTo>
                    <a:pt x="129125" y="48037"/>
                    <a:pt x="128211" y="50257"/>
                    <a:pt x="127428" y="52738"/>
                  </a:cubicBezTo>
                  <a:cubicBezTo>
                    <a:pt x="126514" y="55349"/>
                    <a:pt x="125600" y="57829"/>
                    <a:pt x="124686" y="60441"/>
                  </a:cubicBezTo>
                  <a:cubicBezTo>
                    <a:pt x="121161" y="70624"/>
                    <a:pt x="116461" y="80547"/>
                    <a:pt x="110847" y="89947"/>
                  </a:cubicBezTo>
                  <a:cubicBezTo>
                    <a:pt x="107844" y="94778"/>
                    <a:pt x="104057" y="99217"/>
                    <a:pt x="99618" y="103003"/>
                  </a:cubicBezTo>
                  <a:cubicBezTo>
                    <a:pt x="97268" y="104831"/>
                    <a:pt x="94657" y="106529"/>
                    <a:pt x="91785" y="107704"/>
                  </a:cubicBezTo>
                  <a:cubicBezTo>
                    <a:pt x="88912" y="108879"/>
                    <a:pt x="85909" y="109662"/>
                    <a:pt x="82776" y="109923"/>
                  </a:cubicBezTo>
                  <a:cubicBezTo>
                    <a:pt x="81868" y="109982"/>
                    <a:pt x="80964" y="110012"/>
                    <a:pt x="80062" y="110012"/>
                  </a:cubicBezTo>
                  <a:cubicBezTo>
                    <a:pt x="75000" y="110012"/>
                    <a:pt x="70047" y="109085"/>
                    <a:pt x="65281" y="107312"/>
                  </a:cubicBezTo>
                  <a:cubicBezTo>
                    <a:pt x="62409" y="106398"/>
                    <a:pt x="60189" y="105484"/>
                    <a:pt x="57839" y="104831"/>
                  </a:cubicBezTo>
                  <a:cubicBezTo>
                    <a:pt x="56664" y="104440"/>
                    <a:pt x="55489" y="104178"/>
                    <a:pt x="54183" y="103917"/>
                  </a:cubicBezTo>
                  <a:cubicBezTo>
                    <a:pt x="53008" y="103656"/>
                    <a:pt x="51833" y="103395"/>
                    <a:pt x="50658" y="103265"/>
                  </a:cubicBezTo>
                  <a:cubicBezTo>
                    <a:pt x="48758" y="102956"/>
                    <a:pt x="46848" y="102805"/>
                    <a:pt x="44945" y="102805"/>
                  </a:cubicBezTo>
                  <a:cubicBezTo>
                    <a:pt x="37175" y="102805"/>
                    <a:pt x="29534" y="105334"/>
                    <a:pt x="23241" y="110054"/>
                  </a:cubicBezTo>
                  <a:cubicBezTo>
                    <a:pt x="23484" y="109810"/>
                    <a:pt x="24083" y="109262"/>
                    <a:pt x="23932" y="109262"/>
                  </a:cubicBezTo>
                  <a:cubicBezTo>
                    <a:pt x="23840" y="109262"/>
                    <a:pt x="23474" y="109463"/>
                    <a:pt x="22588" y="110054"/>
                  </a:cubicBezTo>
                  <a:cubicBezTo>
                    <a:pt x="28973" y="104946"/>
                    <a:pt x="36919" y="102180"/>
                    <a:pt x="45083" y="102180"/>
                  </a:cubicBezTo>
                  <a:cubicBezTo>
                    <a:pt x="46936" y="102180"/>
                    <a:pt x="48799" y="102322"/>
                    <a:pt x="50658" y="102612"/>
                  </a:cubicBezTo>
                  <a:cubicBezTo>
                    <a:pt x="51833" y="102742"/>
                    <a:pt x="53139" y="103003"/>
                    <a:pt x="54314" y="103265"/>
                  </a:cubicBezTo>
                  <a:cubicBezTo>
                    <a:pt x="55619" y="103526"/>
                    <a:pt x="56795" y="103787"/>
                    <a:pt x="58100" y="104178"/>
                  </a:cubicBezTo>
                  <a:cubicBezTo>
                    <a:pt x="60581" y="104831"/>
                    <a:pt x="62800" y="105745"/>
                    <a:pt x="65673" y="106790"/>
                  </a:cubicBezTo>
                  <a:cubicBezTo>
                    <a:pt x="70432" y="108450"/>
                    <a:pt x="75378" y="109359"/>
                    <a:pt x="80433" y="109359"/>
                  </a:cubicBezTo>
                  <a:cubicBezTo>
                    <a:pt x="81341" y="109359"/>
                    <a:pt x="82253" y="109330"/>
                    <a:pt x="83168" y="109270"/>
                  </a:cubicBezTo>
                  <a:cubicBezTo>
                    <a:pt x="86301" y="108879"/>
                    <a:pt x="89304" y="108095"/>
                    <a:pt x="92176" y="106790"/>
                  </a:cubicBezTo>
                  <a:cubicBezTo>
                    <a:pt x="94918" y="105615"/>
                    <a:pt x="97529" y="103917"/>
                    <a:pt x="99749" y="101959"/>
                  </a:cubicBezTo>
                  <a:cubicBezTo>
                    <a:pt x="102099" y="100001"/>
                    <a:pt x="104057" y="97912"/>
                    <a:pt x="105885" y="95692"/>
                  </a:cubicBezTo>
                  <a:cubicBezTo>
                    <a:pt x="107713" y="93472"/>
                    <a:pt x="109280" y="91122"/>
                    <a:pt x="110847" y="88642"/>
                  </a:cubicBezTo>
                  <a:cubicBezTo>
                    <a:pt x="116461" y="79241"/>
                    <a:pt x="121030" y="69188"/>
                    <a:pt x="124686" y="58743"/>
                  </a:cubicBezTo>
                  <a:cubicBezTo>
                    <a:pt x="125600" y="56263"/>
                    <a:pt x="126383" y="53521"/>
                    <a:pt x="127428" y="51171"/>
                  </a:cubicBezTo>
                  <a:lnTo>
                    <a:pt x="128733" y="47646"/>
                  </a:lnTo>
                  <a:lnTo>
                    <a:pt x="129517" y="45818"/>
                  </a:lnTo>
                  <a:lnTo>
                    <a:pt x="130300" y="44121"/>
                  </a:lnTo>
                  <a:cubicBezTo>
                    <a:pt x="131345" y="41770"/>
                    <a:pt x="132520" y="39420"/>
                    <a:pt x="133825" y="37331"/>
                  </a:cubicBezTo>
                  <a:cubicBezTo>
                    <a:pt x="134478" y="36156"/>
                    <a:pt x="135131" y="35112"/>
                    <a:pt x="135784" y="34067"/>
                  </a:cubicBezTo>
                  <a:lnTo>
                    <a:pt x="138003" y="30934"/>
                  </a:lnTo>
                  <a:lnTo>
                    <a:pt x="139178" y="29367"/>
                  </a:lnTo>
                  <a:lnTo>
                    <a:pt x="140353" y="27931"/>
                  </a:lnTo>
                  <a:lnTo>
                    <a:pt x="142703" y="25320"/>
                  </a:lnTo>
                  <a:lnTo>
                    <a:pt x="145445" y="22709"/>
                  </a:lnTo>
                  <a:cubicBezTo>
                    <a:pt x="145967" y="22186"/>
                    <a:pt x="146359" y="21795"/>
                    <a:pt x="146881" y="21403"/>
                  </a:cubicBezTo>
                  <a:lnTo>
                    <a:pt x="148317" y="20228"/>
                  </a:lnTo>
                  <a:cubicBezTo>
                    <a:pt x="152234" y="17094"/>
                    <a:pt x="156543" y="14483"/>
                    <a:pt x="161112" y="12655"/>
                  </a:cubicBezTo>
                  <a:cubicBezTo>
                    <a:pt x="163462" y="11741"/>
                    <a:pt x="165812" y="10828"/>
                    <a:pt x="168293" y="10305"/>
                  </a:cubicBezTo>
                  <a:lnTo>
                    <a:pt x="171949" y="9522"/>
                  </a:lnTo>
                  <a:cubicBezTo>
                    <a:pt x="173124" y="9261"/>
                    <a:pt x="174429" y="9261"/>
                    <a:pt x="175604" y="9130"/>
                  </a:cubicBezTo>
                  <a:cubicBezTo>
                    <a:pt x="177050" y="9019"/>
                    <a:pt x="178485" y="8960"/>
                    <a:pt x="179909" y="8960"/>
                  </a:cubicBezTo>
                  <a:cubicBezTo>
                    <a:pt x="183503" y="8960"/>
                    <a:pt x="187029" y="9333"/>
                    <a:pt x="190488" y="10175"/>
                  </a:cubicBezTo>
                  <a:cubicBezTo>
                    <a:pt x="200280" y="12264"/>
                    <a:pt x="208897" y="18139"/>
                    <a:pt x="214381" y="26625"/>
                  </a:cubicBezTo>
                  <a:lnTo>
                    <a:pt x="213598" y="27017"/>
                  </a:lnTo>
                  <a:cubicBezTo>
                    <a:pt x="217123" y="33023"/>
                    <a:pt x="218689" y="39812"/>
                    <a:pt x="218037" y="46601"/>
                  </a:cubicBezTo>
                  <a:cubicBezTo>
                    <a:pt x="217906" y="48429"/>
                    <a:pt x="217645" y="50126"/>
                    <a:pt x="217253" y="51824"/>
                  </a:cubicBezTo>
                  <a:cubicBezTo>
                    <a:pt x="216992" y="53651"/>
                    <a:pt x="216470" y="55349"/>
                    <a:pt x="215948" y="57046"/>
                  </a:cubicBezTo>
                  <a:cubicBezTo>
                    <a:pt x="215425" y="58743"/>
                    <a:pt x="214773" y="60441"/>
                    <a:pt x="214120" y="62138"/>
                  </a:cubicBezTo>
                  <a:cubicBezTo>
                    <a:pt x="213467" y="63705"/>
                    <a:pt x="212553" y="65663"/>
                    <a:pt x="211770" y="67491"/>
                  </a:cubicBezTo>
                  <a:cubicBezTo>
                    <a:pt x="205242" y="81983"/>
                    <a:pt x="199236" y="97128"/>
                    <a:pt x="195841" y="113448"/>
                  </a:cubicBezTo>
                  <a:lnTo>
                    <a:pt x="195319" y="115929"/>
                  </a:lnTo>
                  <a:cubicBezTo>
                    <a:pt x="195189" y="116843"/>
                    <a:pt x="195058" y="117626"/>
                    <a:pt x="194927" y="118410"/>
                  </a:cubicBezTo>
                  <a:cubicBezTo>
                    <a:pt x="194666" y="120107"/>
                    <a:pt x="194405" y="121674"/>
                    <a:pt x="194275" y="123371"/>
                  </a:cubicBezTo>
                  <a:lnTo>
                    <a:pt x="194014" y="128202"/>
                  </a:lnTo>
                  <a:lnTo>
                    <a:pt x="194014" y="132641"/>
                  </a:lnTo>
                  <a:cubicBezTo>
                    <a:pt x="194014" y="138647"/>
                    <a:pt x="194405" y="143738"/>
                    <a:pt x="194405" y="148308"/>
                  </a:cubicBezTo>
                  <a:cubicBezTo>
                    <a:pt x="194927" y="142824"/>
                    <a:pt x="194666" y="136819"/>
                    <a:pt x="195058" y="130552"/>
                  </a:cubicBezTo>
                  <a:cubicBezTo>
                    <a:pt x="195319" y="124415"/>
                    <a:pt x="196233" y="118148"/>
                    <a:pt x="197669" y="112143"/>
                  </a:cubicBezTo>
                  <a:cubicBezTo>
                    <a:pt x="200542" y="100131"/>
                    <a:pt x="204589" y="88381"/>
                    <a:pt x="209420" y="77022"/>
                  </a:cubicBezTo>
                  <a:lnTo>
                    <a:pt x="213206" y="68535"/>
                  </a:lnTo>
                  <a:lnTo>
                    <a:pt x="215034" y="64227"/>
                  </a:lnTo>
                  <a:lnTo>
                    <a:pt x="216731" y="60180"/>
                  </a:lnTo>
                  <a:cubicBezTo>
                    <a:pt x="218820" y="54827"/>
                    <a:pt x="219864" y="49082"/>
                    <a:pt x="219995" y="43337"/>
                  </a:cubicBezTo>
                  <a:cubicBezTo>
                    <a:pt x="219995" y="42482"/>
                    <a:pt x="219963" y="41630"/>
                    <a:pt x="219900" y="40782"/>
                  </a:cubicBezTo>
                  <a:lnTo>
                    <a:pt x="219900" y="40782"/>
                  </a:lnTo>
                  <a:cubicBezTo>
                    <a:pt x="220164" y="44070"/>
                    <a:pt x="220004" y="47393"/>
                    <a:pt x="219473" y="50649"/>
                  </a:cubicBezTo>
                  <a:cubicBezTo>
                    <a:pt x="219212" y="52215"/>
                    <a:pt x="218820" y="53782"/>
                    <a:pt x="218428" y="55349"/>
                  </a:cubicBezTo>
                  <a:lnTo>
                    <a:pt x="217775" y="57699"/>
                  </a:lnTo>
                  <a:lnTo>
                    <a:pt x="217384" y="58874"/>
                  </a:lnTo>
                  <a:cubicBezTo>
                    <a:pt x="217253" y="59266"/>
                    <a:pt x="217123" y="59657"/>
                    <a:pt x="216992" y="60049"/>
                  </a:cubicBezTo>
                  <a:cubicBezTo>
                    <a:pt x="216339" y="61485"/>
                    <a:pt x="215687" y="63052"/>
                    <a:pt x="215164" y="64619"/>
                  </a:cubicBezTo>
                  <a:lnTo>
                    <a:pt x="213075" y="69319"/>
                  </a:lnTo>
                  <a:cubicBezTo>
                    <a:pt x="207331" y="81853"/>
                    <a:pt x="202630" y="94778"/>
                    <a:pt x="199105" y="107965"/>
                  </a:cubicBezTo>
                  <a:cubicBezTo>
                    <a:pt x="197408" y="114623"/>
                    <a:pt x="196233" y="121543"/>
                    <a:pt x="195841" y="128332"/>
                  </a:cubicBezTo>
                  <a:cubicBezTo>
                    <a:pt x="195189" y="135252"/>
                    <a:pt x="195711" y="142172"/>
                    <a:pt x="195189" y="148308"/>
                  </a:cubicBezTo>
                  <a:cubicBezTo>
                    <a:pt x="195058" y="149744"/>
                    <a:pt x="194927" y="151050"/>
                    <a:pt x="194797" y="152355"/>
                  </a:cubicBezTo>
                  <a:lnTo>
                    <a:pt x="194014" y="156403"/>
                  </a:lnTo>
                  <a:cubicBezTo>
                    <a:pt x="193752" y="158100"/>
                    <a:pt x="193361" y="159797"/>
                    <a:pt x="192969" y="161364"/>
                  </a:cubicBezTo>
                  <a:cubicBezTo>
                    <a:pt x="192708" y="162931"/>
                    <a:pt x="192186" y="164498"/>
                    <a:pt x="191794" y="165803"/>
                  </a:cubicBezTo>
                  <a:cubicBezTo>
                    <a:pt x="191272" y="168675"/>
                    <a:pt x="190358" y="171026"/>
                    <a:pt x="189836" y="172853"/>
                  </a:cubicBezTo>
                  <a:cubicBezTo>
                    <a:pt x="189444" y="174551"/>
                    <a:pt x="189183" y="175726"/>
                    <a:pt x="189574" y="175856"/>
                  </a:cubicBezTo>
                  <a:cubicBezTo>
                    <a:pt x="189593" y="175865"/>
                    <a:pt x="189614" y="175870"/>
                    <a:pt x="189637" y="175870"/>
                  </a:cubicBezTo>
                  <a:cubicBezTo>
                    <a:pt x="189948" y="175870"/>
                    <a:pt x="190710" y="175048"/>
                    <a:pt x="191925" y="172984"/>
                  </a:cubicBezTo>
                  <a:cubicBezTo>
                    <a:pt x="194144" y="169328"/>
                    <a:pt x="195972" y="165542"/>
                    <a:pt x="197278" y="161495"/>
                  </a:cubicBezTo>
                  <a:cubicBezTo>
                    <a:pt x="197800" y="159797"/>
                    <a:pt x="198191" y="158100"/>
                    <a:pt x="198453" y="156403"/>
                  </a:cubicBezTo>
                  <a:cubicBezTo>
                    <a:pt x="198714" y="155358"/>
                    <a:pt x="198844" y="154444"/>
                    <a:pt x="198975" y="153400"/>
                  </a:cubicBezTo>
                  <a:cubicBezTo>
                    <a:pt x="199236" y="152486"/>
                    <a:pt x="199236" y="151441"/>
                    <a:pt x="199366" y="150528"/>
                  </a:cubicBezTo>
                  <a:cubicBezTo>
                    <a:pt x="199628" y="148700"/>
                    <a:pt x="199628" y="147002"/>
                    <a:pt x="199628" y="145827"/>
                  </a:cubicBezTo>
                  <a:lnTo>
                    <a:pt x="199628" y="143869"/>
                  </a:lnTo>
                  <a:cubicBezTo>
                    <a:pt x="199783" y="142934"/>
                    <a:pt x="199960" y="142578"/>
                    <a:pt x="200140" y="142578"/>
                  </a:cubicBezTo>
                  <a:cubicBezTo>
                    <a:pt x="200414" y="142578"/>
                    <a:pt x="200697" y="143396"/>
                    <a:pt x="200933" y="144261"/>
                  </a:cubicBezTo>
                  <a:cubicBezTo>
                    <a:pt x="201064" y="139430"/>
                    <a:pt x="200933" y="134730"/>
                    <a:pt x="201194" y="130030"/>
                  </a:cubicBezTo>
                  <a:cubicBezTo>
                    <a:pt x="201325" y="127679"/>
                    <a:pt x="201455" y="125329"/>
                    <a:pt x="201847" y="122979"/>
                  </a:cubicBezTo>
                  <a:cubicBezTo>
                    <a:pt x="202239" y="120760"/>
                    <a:pt x="202500" y="118410"/>
                    <a:pt x="203022" y="116060"/>
                  </a:cubicBezTo>
                  <a:cubicBezTo>
                    <a:pt x="204850" y="106790"/>
                    <a:pt x="207592" y="97781"/>
                    <a:pt x="210986" y="88903"/>
                  </a:cubicBezTo>
                  <a:cubicBezTo>
                    <a:pt x="212814" y="84464"/>
                    <a:pt x="214511" y="80155"/>
                    <a:pt x="216339" y="75716"/>
                  </a:cubicBezTo>
                  <a:cubicBezTo>
                    <a:pt x="218297" y="71278"/>
                    <a:pt x="220255" y="67101"/>
                    <a:pt x="222083" y="62402"/>
                  </a:cubicBezTo>
                  <a:lnTo>
                    <a:pt x="222083" y="62402"/>
                  </a:lnTo>
                  <a:cubicBezTo>
                    <a:pt x="220255" y="67101"/>
                    <a:pt x="218428" y="71409"/>
                    <a:pt x="216470" y="75847"/>
                  </a:cubicBezTo>
                  <a:cubicBezTo>
                    <a:pt x="214511" y="80155"/>
                    <a:pt x="212814" y="84725"/>
                    <a:pt x="211117" y="89164"/>
                  </a:cubicBezTo>
                  <a:cubicBezTo>
                    <a:pt x="207722" y="98042"/>
                    <a:pt x="204981" y="107312"/>
                    <a:pt x="203153" y="116712"/>
                  </a:cubicBezTo>
                  <a:cubicBezTo>
                    <a:pt x="202761" y="119062"/>
                    <a:pt x="202239" y="121412"/>
                    <a:pt x="202108" y="123763"/>
                  </a:cubicBezTo>
                  <a:cubicBezTo>
                    <a:pt x="201978" y="126113"/>
                    <a:pt x="201586" y="128463"/>
                    <a:pt x="201586" y="130813"/>
                  </a:cubicBezTo>
                  <a:cubicBezTo>
                    <a:pt x="201325" y="135644"/>
                    <a:pt x="201455" y="140474"/>
                    <a:pt x="201325" y="145436"/>
                  </a:cubicBezTo>
                  <a:cubicBezTo>
                    <a:pt x="201466" y="145789"/>
                    <a:pt x="201607" y="146027"/>
                    <a:pt x="201749" y="146027"/>
                  </a:cubicBezTo>
                  <a:cubicBezTo>
                    <a:pt x="201868" y="146027"/>
                    <a:pt x="201988" y="145855"/>
                    <a:pt x="202108" y="145436"/>
                  </a:cubicBezTo>
                  <a:cubicBezTo>
                    <a:pt x="202500" y="142824"/>
                    <a:pt x="202761" y="140344"/>
                    <a:pt x="202761" y="137863"/>
                  </a:cubicBezTo>
                  <a:cubicBezTo>
                    <a:pt x="202892" y="134860"/>
                    <a:pt x="202892" y="130291"/>
                    <a:pt x="203544" y="124546"/>
                  </a:cubicBezTo>
                  <a:cubicBezTo>
                    <a:pt x="204328" y="118018"/>
                    <a:pt x="205633" y="111620"/>
                    <a:pt x="207461" y="105354"/>
                  </a:cubicBezTo>
                  <a:cubicBezTo>
                    <a:pt x="208245" y="101828"/>
                    <a:pt x="209550" y="98303"/>
                    <a:pt x="210725" y="94778"/>
                  </a:cubicBezTo>
                  <a:cubicBezTo>
                    <a:pt x="211770" y="91122"/>
                    <a:pt x="213206" y="87728"/>
                    <a:pt x="214511" y="84333"/>
                  </a:cubicBezTo>
                  <a:cubicBezTo>
                    <a:pt x="215687" y="80939"/>
                    <a:pt x="217253" y="77544"/>
                    <a:pt x="218559" y="74541"/>
                  </a:cubicBezTo>
                  <a:cubicBezTo>
                    <a:pt x="219212" y="72974"/>
                    <a:pt x="219864" y="71408"/>
                    <a:pt x="220517" y="69972"/>
                  </a:cubicBezTo>
                  <a:cubicBezTo>
                    <a:pt x="221170" y="68535"/>
                    <a:pt x="221823" y="67099"/>
                    <a:pt x="222345" y="65663"/>
                  </a:cubicBezTo>
                  <a:cubicBezTo>
                    <a:pt x="226131" y="57568"/>
                    <a:pt x="227829" y="48690"/>
                    <a:pt x="227306" y="39681"/>
                  </a:cubicBezTo>
                  <a:cubicBezTo>
                    <a:pt x="227176" y="38637"/>
                    <a:pt x="227045" y="37462"/>
                    <a:pt x="226784" y="36287"/>
                  </a:cubicBezTo>
                  <a:cubicBezTo>
                    <a:pt x="226654" y="35242"/>
                    <a:pt x="226523" y="34067"/>
                    <a:pt x="226131" y="32892"/>
                  </a:cubicBezTo>
                  <a:cubicBezTo>
                    <a:pt x="224956" y="28453"/>
                    <a:pt x="222998" y="24145"/>
                    <a:pt x="220517" y="20228"/>
                  </a:cubicBezTo>
                  <a:cubicBezTo>
                    <a:pt x="219864" y="19183"/>
                    <a:pt x="219081" y="18400"/>
                    <a:pt x="218298" y="17356"/>
                  </a:cubicBezTo>
                  <a:lnTo>
                    <a:pt x="217253" y="16050"/>
                  </a:lnTo>
                  <a:lnTo>
                    <a:pt x="216078" y="14744"/>
                  </a:lnTo>
                  <a:cubicBezTo>
                    <a:pt x="209550" y="8086"/>
                    <a:pt x="201194" y="3386"/>
                    <a:pt x="192055" y="1297"/>
                  </a:cubicBezTo>
                  <a:cubicBezTo>
                    <a:pt x="188023" y="433"/>
                    <a:pt x="183940" y="1"/>
                    <a:pt x="179863" y="1"/>
                  </a:cubicBezTo>
                  <a:close/>
                </a:path>
              </a:pathLst>
            </a:custGeom>
            <a:solidFill>
              <a:srgbClr val="5EA4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43" name="Google Shape;1143;p55"/>
          <p:cNvGrpSpPr/>
          <p:nvPr/>
        </p:nvGrpSpPr>
        <p:grpSpPr>
          <a:xfrm rot="3959244">
            <a:off x="-684480" y="-867107"/>
            <a:ext cx="2836346" cy="2990614"/>
            <a:chOff x="235075" y="777725"/>
            <a:chExt cx="7186900" cy="4132775"/>
          </a:xfrm>
        </p:grpSpPr>
        <p:sp>
          <p:nvSpPr>
            <p:cNvPr id="1144" name="Google Shape;1144;p55"/>
            <p:cNvSpPr/>
            <p:nvPr/>
          </p:nvSpPr>
          <p:spPr>
            <a:xfrm>
              <a:off x="342575" y="932875"/>
              <a:ext cx="7079400" cy="3826525"/>
            </a:xfrm>
            <a:custGeom>
              <a:rect b="b" l="l" r="r" t="t"/>
              <a:pathLst>
                <a:path extrusionOk="0" h="153061" w="283176">
                  <a:moveTo>
                    <a:pt x="168404" y="0"/>
                  </a:moveTo>
                  <a:cubicBezTo>
                    <a:pt x="157709" y="0"/>
                    <a:pt x="146666" y="1269"/>
                    <a:pt x="137470" y="1958"/>
                  </a:cubicBezTo>
                  <a:cubicBezTo>
                    <a:pt x="99769" y="4776"/>
                    <a:pt x="61970" y="14736"/>
                    <a:pt x="30657" y="36550"/>
                  </a:cubicBezTo>
                  <a:cubicBezTo>
                    <a:pt x="16422" y="46461"/>
                    <a:pt x="2915" y="60284"/>
                    <a:pt x="1336" y="77580"/>
                  </a:cubicBezTo>
                  <a:cubicBezTo>
                    <a:pt x="0" y="92204"/>
                    <a:pt x="7774" y="106560"/>
                    <a:pt x="18778" y="116301"/>
                  </a:cubicBezTo>
                  <a:cubicBezTo>
                    <a:pt x="29807" y="126043"/>
                    <a:pt x="43726" y="131800"/>
                    <a:pt x="57670" y="136415"/>
                  </a:cubicBezTo>
                  <a:cubicBezTo>
                    <a:pt x="91058" y="147472"/>
                    <a:pt x="125903" y="153060"/>
                    <a:pt x="160873" y="153060"/>
                  </a:cubicBezTo>
                  <a:cubicBezTo>
                    <a:pt x="176382" y="153060"/>
                    <a:pt x="191917" y="151961"/>
                    <a:pt x="207359" y="149752"/>
                  </a:cubicBezTo>
                  <a:cubicBezTo>
                    <a:pt x="222226" y="147614"/>
                    <a:pt x="237360" y="144286"/>
                    <a:pt x="249871" y="135929"/>
                  </a:cubicBezTo>
                  <a:cubicBezTo>
                    <a:pt x="275062" y="119095"/>
                    <a:pt x="283175" y="80398"/>
                    <a:pt x="265102" y="56057"/>
                  </a:cubicBezTo>
                  <a:cubicBezTo>
                    <a:pt x="255968" y="43789"/>
                    <a:pt x="242097" y="36137"/>
                    <a:pt x="229125" y="28024"/>
                  </a:cubicBezTo>
                  <a:cubicBezTo>
                    <a:pt x="217003" y="20420"/>
                    <a:pt x="204881" y="7643"/>
                    <a:pt x="191278" y="3027"/>
                  </a:cubicBezTo>
                  <a:cubicBezTo>
                    <a:pt x="184502" y="737"/>
                    <a:pt x="176554" y="0"/>
                    <a:pt x="168404" y="0"/>
                  </a:cubicBezTo>
                  <a:close/>
                </a:path>
              </a:pathLst>
            </a:custGeom>
            <a:solidFill>
              <a:srgbClr val="FDB32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5" name="Google Shape;1145;p55"/>
            <p:cNvSpPr/>
            <p:nvPr/>
          </p:nvSpPr>
          <p:spPr>
            <a:xfrm>
              <a:off x="235075" y="777725"/>
              <a:ext cx="7126775" cy="4132775"/>
            </a:xfrm>
            <a:custGeom>
              <a:rect b="b" l="l" r="r" t="t"/>
              <a:pathLst>
                <a:path extrusionOk="0" h="165311" w="285071">
                  <a:moveTo>
                    <a:pt x="193683" y="2310"/>
                  </a:moveTo>
                  <a:lnTo>
                    <a:pt x="194120" y="2431"/>
                  </a:lnTo>
                  <a:lnTo>
                    <a:pt x="194557" y="2553"/>
                  </a:lnTo>
                  <a:lnTo>
                    <a:pt x="195456" y="2820"/>
                  </a:lnTo>
                  <a:lnTo>
                    <a:pt x="196198" y="3047"/>
                  </a:lnTo>
                  <a:lnTo>
                    <a:pt x="196198" y="3047"/>
                  </a:lnTo>
                  <a:cubicBezTo>
                    <a:pt x="196113" y="3020"/>
                    <a:pt x="196027" y="2993"/>
                    <a:pt x="195942" y="2966"/>
                  </a:cubicBezTo>
                  <a:lnTo>
                    <a:pt x="194825" y="2626"/>
                  </a:lnTo>
                  <a:cubicBezTo>
                    <a:pt x="194436" y="2504"/>
                    <a:pt x="194072" y="2383"/>
                    <a:pt x="193683" y="2310"/>
                  </a:cubicBezTo>
                  <a:close/>
                  <a:moveTo>
                    <a:pt x="196198" y="3047"/>
                  </a:moveTo>
                  <a:cubicBezTo>
                    <a:pt x="196309" y="3081"/>
                    <a:pt x="196421" y="3115"/>
                    <a:pt x="196532" y="3149"/>
                  </a:cubicBezTo>
                  <a:lnTo>
                    <a:pt x="196532" y="3149"/>
                  </a:lnTo>
                  <a:lnTo>
                    <a:pt x="196198" y="3047"/>
                  </a:lnTo>
                  <a:close/>
                  <a:moveTo>
                    <a:pt x="196532" y="3149"/>
                  </a:moveTo>
                  <a:lnTo>
                    <a:pt x="197205" y="3354"/>
                  </a:lnTo>
                  <a:cubicBezTo>
                    <a:pt x="197213" y="3356"/>
                    <a:pt x="197220" y="3358"/>
                    <a:pt x="197228" y="3360"/>
                  </a:cubicBezTo>
                  <a:lnTo>
                    <a:pt x="197228" y="3360"/>
                  </a:lnTo>
                  <a:cubicBezTo>
                    <a:pt x="196996" y="3288"/>
                    <a:pt x="196764" y="3219"/>
                    <a:pt x="196532" y="3149"/>
                  </a:cubicBezTo>
                  <a:close/>
                  <a:moveTo>
                    <a:pt x="197228" y="3360"/>
                  </a:moveTo>
                  <a:lnTo>
                    <a:pt x="197228" y="3360"/>
                  </a:lnTo>
                  <a:cubicBezTo>
                    <a:pt x="197350" y="3398"/>
                    <a:pt x="197472" y="3437"/>
                    <a:pt x="197593" y="3477"/>
                  </a:cubicBezTo>
                  <a:lnTo>
                    <a:pt x="197593" y="3477"/>
                  </a:lnTo>
                  <a:cubicBezTo>
                    <a:pt x="197473" y="3434"/>
                    <a:pt x="197353" y="3392"/>
                    <a:pt x="197228" y="3360"/>
                  </a:cubicBezTo>
                  <a:close/>
                  <a:moveTo>
                    <a:pt x="197593" y="3477"/>
                  </a:moveTo>
                  <a:lnTo>
                    <a:pt x="197593" y="3477"/>
                  </a:lnTo>
                  <a:cubicBezTo>
                    <a:pt x="197745" y="3533"/>
                    <a:pt x="197897" y="3593"/>
                    <a:pt x="198055" y="3646"/>
                  </a:cubicBezTo>
                  <a:lnTo>
                    <a:pt x="198930" y="3986"/>
                  </a:lnTo>
                  <a:cubicBezTo>
                    <a:pt x="199513" y="4205"/>
                    <a:pt x="200096" y="4423"/>
                    <a:pt x="200655" y="4666"/>
                  </a:cubicBezTo>
                  <a:cubicBezTo>
                    <a:pt x="200971" y="4803"/>
                    <a:pt x="201287" y="4943"/>
                    <a:pt x="201601" y="5085"/>
                  </a:cubicBezTo>
                  <a:lnTo>
                    <a:pt x="201601" y="5085"/>
                  </a:lnTo>
                  <a:lnTo>
                    <a:pt x="200412" y="4545"/>
                  </a:lnTo>
                  <a:lnTo>
                    <a:pt x="198201" y="3694"/>
                  </a:lnTo>
                  <a:cubicBezTo>
                    <a:pt x="197999" y="3616"/>
                    <a:pt x="197796" y="3545"/>
                    <a:pt x="197593" y="3477"/>
                  </a:cubicBezTo>
                  <a:close/>
                  <a:moveTo>
                    <a:pt x="201601" y="5085"/>
                  </a:moveTo>
                  <a:lnTo>
                    <a:pt x="201792" y="5172"/>
                  </a:lnTo>
                  <a:lnTo>
                    <a:pt x="201792" y="5172"/>
                  </a:lnTo>
                  <a:cubicBezTo>
                    <a:pt x="201728" y="5143"/>
                    <a:pt x="201665" y="5114"/>
                    <a:pt x="201601" y="5085"/>
                  </a:cubicBezTo>
                  <a:close/>
                  <a:moveTo>
                    <a:pt x="201792" y="5172"/>
                  </a:moveTo>
                  <a:cubicBezTo>
                    <a:pt x="202347" y="5425"/>
                    <a:pt x="202898" y="5687"/>
                    <a:pt x="203447" y="5957"/>
                  </a:cubicBezTo>
                  <a:lnTo>
                    <a:pt x="203447" y="5957"/>
                  </a:lnTo>
                  <a:cubicBezTo>
                    <a:pt x="203149" y="5808"/>
                    <a:pt x="202850" y="5661"/>
                    <a:pt x="202550" y="5516"/>
                  </a:cubicBezTo>
                  <a:lnTo>
                    <a:pt x="201792" y="5172"/>
                  </a:lnTo>
                  <a:close/>
                  <a:moveTo>
                    <a:pt x="203447" y="5957"/>
                  </a:moveTo>
                  <a:cubicBezTo>
                    <a:pt x="205025" y="6746"/>
                    <a:pt x="206570" y="7594"/>
                    <a:pt x="208082" y="8506"/>
                  </a:cubicBezTo>
                  <a:lnTo>
                    <a:pt x="208082" y="8506"/>
                  </a:lnTo>
                  <a:cubicBezTo>
                    <a:pt x="207745" y="8301"/>
                    <a:pt x="207407" y="8098"/>
                    <a:pt x="207068" y="7897"/>
                  </a:cubicBezTo>
                  <a:cubicBezTo>
                    <a:pt x="205877" y="7204"/>
                    <a:pt x="204670" y="6559"/>
                    <a:pt x="203447" y="5957"/>
                  </a:cubicBezTo>
                  <a:close/>
                  <a:moveTo>
                    <a:pt x="208082" y="8506"/>
                  </a:moveTo>
                  <a:cubicBezTo>
                    <a:pt x="208378" y="8686"/>
                    <a:pt x="208674" y="8868"/>
                    <a:pt x="208969" y="9051"/>
                  </a:cubicBezTo>
                  <a:lnTo>
                    <a:pt x="208969" y="9051"/>
                  </a:lnTo>
                  <a:cubicBezTo>
                    <a:pt x="208675" y="8867"/>
                    <a:pt x="208379" y="8685"/>
                    <a:pt x="208082" y="8506"/>
                  </a:cubicBezTo>
                  <a:close/>
                  <a:moveTo>
                    <a:pt x="274827" y="94613"/>
                  </a:moveTo>
                  <a:cubicBezTo>
                    <a:pt x="274825" y="94672"/>
                    <a:pt x="274822" y="94731"/>
                    <a:pt x="274819" y="94790"/>
                  </a:cubicBezTo>
                  <a:lnTo>
                    <a:pt x="274827" y="94613"/>
                  </a:lnTo>
                  <a:close/>
                  <a:moveTo>
                    <a:pt x="182036" y="164515"/>
                  </a:moveTo>
                  <a:cubicBezTo>
                    <a:pt x="182009" y="164557"/>
                    <a:pt x="182151" y="164591"/>
                    <a:pt x="182606" y="164606"/>
                  </a:cubicBezTo>
                  <a:cubicBezTo>
                    <a:pt x="182112" y="164589"/>
                    <a:pt x="181975" y="164562"/>
                    <a:pt x="182036" y="164515"/>
                  </a:cubicBezTo>
                  <a:close/>
                  <a:moveTo>
                    <a:pt x="171889" y="1"/>
                  </a:moveTo>
                  <a:cubicBezTo>
                    <a:pt x="169431" y="1"/>
                    <a:pt x="166985" y="62"/>
                    <a:pt x="164556" y="148"/>
                  </a:cubicBezTo>
                  <a:cubicBezTo>
                    <a:pt x="156370" y="512"/>
                    <a:pt x="148378" y="1314"/>
                    <a:pt x="140483" y="1872"/>
                  </a:cubicBezTo>
                  <a:cubicBezTo>
                    <a:pt x="132321" y="2456"/>
                    <a:pt x="124183" y="3379"/>
                    <a:pt x="116020" y="4666"/>
                  </a:cubicBezTo>
                  <a:lnTo>
                    <a:pt x="112960" y="5128"/>
                  </a:lnTo>
                  <a:cubicBezTo>
                    <a:pt x="111964" y="5298"/>
                    <a:pt x="110943" y="5516"/>
                    <a:pt x="109923" y="5686"/>
                  </a:cubicBezTo>
                  <a:lnTo>
                    <a:pt x="106887" y="6269"/>
                  </a:lnTo>
                  <a:lnTo>
                    <a:pt x="105380" y="6537"/>
                  </a:lnTo>
                  <a:lnTo>
                    <a:pt x="103850" y="6877"/>
                  </a:lnTo>
                  <a:cubicBezTo>
                    <a:pt x="101834" y="7314"/>
                    <a:pt x="99817" y="7727"/>
                    <a:pt x="97777" y="8188"/>
                  </a:cubicBezTo>
                  <a:lnTo>
                    <a:pt x="91704" y="9719"/>
                  </a:lnTo>
                  <a:cubicBezTo>
                    <a:pt x="90878" y="9913"/>
                    <a:pt x="90052" y="10180"/>
                    <a:pt x="89226" y="10423"/>
                  </a:cubicBezTo>
                  <a:lnTo>
                    <a:pt x="86797" y="11128"/>
                  </a:lnTo>
                  <a:lnTo>
                    <a:pt x="84416" y="11857"/>
                  </a:lnTo>
                  <a:cubicBezTo>
                    <a:pt x="83615" y="12099"/>
                    <a:pt x="82861" y="12391"/>
                    <a:pt x="82108" y="12634"/>
                  </a:cubicBezTo>
                  <a:lnTo>
                    <a:pt x="77614" y="14213"/>
                  </a:lnTo>
                  <a:cubicBezTo>
                    <a:pt x="76157" y="14747"/>
                    <a:pt x="74748" y="15355"/>
                    <a:pt x="73363" y="15889"/>
                  </a:cubicBezTo>
                  <a:lnTo>
                    <a:pt x="71323" y="16739"/>
                  </a:lnTo>
                  <a:lnTo>
                    <a:pt x="70327" y="17152"/>
                  </a:lnTo>
                  <a:lnTo>
                    <a:pt x="69331" y="17590"/>
                  </a:lnTo>
                  <a:lnTo>
                    <a:pt x="65517" y="19363"/>
                  </a:lnTo>
                  <a:lnTo>
                    <a:pt x="63671" y="20213"/>
                  </a:lnTo>
                  <a:lnTo>
                    <a:pt x="61922" y="21136"/>
                  </a:lnTo>
                  <a:lnTo>
                    <a:pt x="58521" y="22910"/>
                  </a:lnTo>
                  <a:lnTo>
                    <a:pt x="62772" y="21088"/>
                  </a:lnTo>
                  <a:lnTo>
                    <a:pt x="63841" y="20650"/>
                  </a:lnTo>
                  <a:lnTo>
                    <a:pt x="64909" y="20213"/>
                  </a:lnTo>
                  <a:lnTo>
                    <a:pt x="67072" y="19387"/>
                  </a:lnTo>
                  <a:lnTo>
                    <a:pt x="69234" y="18561"/>
                  </a:lnTo>
                  <a:cubicBezTo>
                    <a:pt x="69962" y="18270"/>
                    <a:pt x="70691" y="17978"/>
                    <a:pt x="71420" y="17735"/>
                  </a:cubicBezTo>
                  <a:lnTo>
                    <a:pt x="75817" y="16229"/>
                  </a:lnTo>
                  <a:cubicBezTo>
                    <a:pt x="76545" y="15962"/>
                    <a:pt x="77274" y="15695"/>
                    <a:pt x="78027" y="15476"/>
                  </a:cubicBezTo>
                  <a:lnTo>
                    <a:pt x="80238" y="14796"/>
                  </a:lnTo>
                  <a:cubicBezTo>
                    <a:pt x="81720" y="14334"/>
                    <a:pt x="83202" y="13873"/>
                    <a:pt x="84708" y="13411"/>
                  </a:cubicBezTo>
                  <a:lnTo>
                    <a:pt x="89202" y="12172"/>
                  </a:lnTo>
                  <a:lnTo>
                    <a:pt x="91461" y="11565"/>
                  </a:lnTo>
                  <a:lnTo>
                    <a:pt x="93744" y="11031"/>
                  </a:lnTo>
                  <a:lnTo>
                    <a:pt x="98287" y="9913"/>
                  </a:lnTo>
                  <a:cubicBezTo>
                    <a:pt x="99817" y="9597"/>
                    <a:pt x="101372" y="9282"/>
                    <a:pt x="102878" y="8942"/>
                  </a:cubicBezTo>
                  <a:lnTo>
                    <a:pt x="105186" y="8480"/>
                  </a:lnTo>
                  <a:cubicBezTo>
                    <a:pt x="105963" y="8310"/>
                    <a:pt x="106716" y="8188"/>
                    <a:pt x="107494" y="8043"/>
                  </a:cubicBezTo>
                  <a:lnTo>
                    <a:pt x="112134" y="7217"/>
                  </a:lnTo>
                  <a:cubicBezTo>
                    <a:pt x="118328" y="6197"/>
                    <a:pt x="124547" y="5322"/>
                    <a:pt x="130839" y="4715"/>
                  </a:cubicBezTo>
                  <a:lnTo>
                    <a:pt x="133195" y="4472"/>
                  </a:lnTo>
                  <a:lnTo>
                    <a:pt x="134361" y="4350"/>
                  </a:lnTo>
                  <a:lnTo>
                    <a:pt x="135551" y="4277"/>
                  </a:lnTo>
                  <a:lnTo>
                    <a:pt x="140264" y="3913"/>
                  </a:lnTo>
                  <a:lnTo>
                    <a:pt x="141454" y="3816"/>
                  </a:lnTo>
                  <a:lnTo>
                    <a:pt x="142596" y="3743"/>
                  </a:lnTo>
                  <a:lnTo>
                    <a:pt x="144928" y="3573"/>
                  </a:lnTo>
                  <a:lnTo>
                    <a:pt x="149568" y="3209"/>
                  </a:lnTo>
                  <a:cubicBezTo>
                    <a:pt x="155811" y="2747"/>
                    <a:pt x="162151" y="2261"/>
                    <a:pt x="168589" y="2140"/>
                  </a:cubicBezTo>
                  <a:lnTo>
                    <a:pt x="171018" y="2115"/>
                  </a:lnTo>
                  <a:cubicBezTo>
                    <a:pt x="171419" y="2103"/>
                    <a:pt x="171820" y="2097"/>
                    <a:pt x="172224" y="2097"/>
                  </a:cubicBezTo>
                  <a:cubicBezTo>
                    <a:pt x="172628" y="2097"/>
                    <a:pt x="173034" y="2103"/>
                    <a:pt x="173447" y="2115"/>
                  </a:cubicBezTo>
                  <a:lnTo>
                    <a:pt x="175877" y="2164"/>
                  </a:lnTo>
                  <a:cubicBezTo>
                    <a:pt x="176678" y="2188"/>
                    <a:pt x="177504" y="2237"/>
                    <a:pt x="178330" y="2261"/>
                  </a:cubicBezTo>
                  <a:lnTo>
                    <a:pt x="179545" y="2334"/>
                  </a:lnTo>
                  <a:cubicBezTo>
                    <a:pt x="179958" y="2358"/>
                    <a:pt x="180346" y="2407"/>
                    <a:pt x="180759" y="2431"/>
                  </a:cubicBezTo>
                  <a:lnTo>
                    <a:pt x="183237" y="2650"/>
                  </a:lnTo>
                  <a:lnTo>
                    <a:pt x="185691" y="2941"/>
                  </a:lnTo>
                  <a:cubicBezTo>
                    <a:pt x="186104" y="2990"/>
                    <a:pt x="186517" y="3039"/>
                    <a:pt x="186930" y="3111"/>
                  </a:cubicBezTo>
                  <a:lnTo>
                    <a:pt x="188168" y="3330"/>
                  </a:lnTo>
                  <a:lnTo>
                    <a:pt x="189407" y="3549"/>
                  </a:lnTo>
                  <a:cubicBezTo>
                    <a:pt x="189820" y="3622"/>
                    <a:pt x="190233" y="3694"/>
                    <a:pt x="190646" y="3792"/>
                  </a:cubicBezTo>
                  <a:lnTo>
                    <a:pt x="193124" y="4350"/>
                  </a:lnTo>
                  <a:cubicBezTo>
                    <a:pt x="193537" y="4447"/>
                    <a:pt x="193950" y="4569"/>
                    <a:pt x="194363" y="4690"/>
                  </a:cubicBezTo>
                  <a:lnTo>
                    <a:pt x="195602" y="5079"/>
                  </a:lnTo>
                  <a:lnTo>
                    <a:pt x="196841" y="5443"/>
                  </a:lnTo>
                  <a:lnTo>
                    <a:pt x="198055" y="5905"/>
                  </a:lnTo>
                  <a:cubicBezTo>
                    <a:pt x="201238" y="7144"/>
                    <a:pt x="204299" y="8650"/>
                    <a:pt x="207189" y="10448"/>
                  </a:cubicBezTo>
                  <a:cubicBezTo>
                    <a:pt x="212898" y="13921"/>
                    <a:pt x="217975" y="17954"/>
                    <a:pt x="222955" y="21865"/>
                  </a:cubicBezTo>
                  <a:cubicBezTo>
                    <a:pt x="225433" y="23808"/>
                    <a:pt x="227911" y="25752"/>
                    <a:pt x="230388" y="27574"/>
                  </a:cubicBezTo>
                  <a:cubicBezTo>
                    <a:pt x="231020" y="28035"/>
                    <a:pt x="231627" y="28472"/>
                    <a:pt x="232259" y="28910"/>
                  </a:cubicBezTo>
                  <a:lnTo>
                    <a:pt x="233206" y="29566"/>
                  </a:lnTo>
                  <a:lnTo>
                    <a:pt x="234154" y="30173"/>
                  </a:lnTo>
                  <a:cubicBezTo>
                    <a:pt x="235368" y="30999"/>
                    <a:pt x="236753" y="31849"/>
                    <a:pt x="238065" y="32675"/>
                  </a:cubicBezTo>
                  <a:cubicBezTo>
                    <a:pt x="240761" y="34351"/>
                    <a:pt x="243482" y="36027"/>
                    <a:pt x="246178" y="37752"/>
                  </a:cubicBezTo>
                  <a:cubicBezTo>
                    <a:pt x="248875" y="39477"/>
                    <a:pt x="251571" y="41250"/>
                    <a:pt x="254243" y="43145"/>
                  </a:cubicBezTo>
                  <a:cubicBezTo>
                    <a:pt x="256891" y="45040"/>
                    <a:pt x="259491" y="47032"/>
                    <a:pt x="262017" y="49194"/>
                  </a:cubicBezTo>
                  <a:cubicBezTo>
                    <a:pt x="264543" y="51356"/>
                    <a:pt x="266924" y="53712"/>
                    <a:pt x="269135" y="56214"/>
                  </a:cubicBezTo>
                  <a:lnTo>
                    <a:pt x="269961" y="57161"/>
                  </a:lnTo>
                  <a:cubicBezTo>
                    <a:pt x="270228" y="57477"/>
                    <a:pt x="270495" y="57817"/>
                    <a:pt x="270762" y="58133"/>
                  </a:cubicBezTo>
                  <a:lnTo>
                    <a:pt x="272317" y="60125"/>
                  </a:lnTo>
                  <a:lnTo>
                    <a:pt x="273774" y="62239"/>
                  </a:lnTo>
                  <a:cubicBezTo>
                    <a:pt x="274017" y="62579"/>
                    <a:pt x="274236" y="62943"/>
                    <a:pt x="274455" y="63307"/>
                  </a:cubicBezTo>
                  <a:lnTo>
                    <a:pt x="275111" y="64401"/>
                  </a:lnTo>
                  <a:cubicBezTo>
                    <a:pt x="276811" y="67340"/>
                    <a:pt x="278269" y="70401"/>
                    <a:pt x="279410" y="73607"/>
                  </a:cubicBezTo>
                  <a:cubicBezTo>
                    <a:pt x="280528" y="76790"/>
                    <a:pt x="281354" y="80069"/>
                    <a:pt x="281864" y="83397"/>
                  </a:cubicBezTo>
                  <a:lnTo>
                    <a:pt x="282082" y="84636"/>
                  </a:lnTo>
                  <a:cubicBezTo>
                    <a:pt x="282155" y="85049"/>
                    <a:pt x="282180" y="85462"/>
                    <a:pt x="282228" y="85875"/>
                  </a:cubicBezTo>
                  <a:lnTo>
                    <a:pt x="282350" y="87138"/>
                  </a:lnTo>
                  <a:cubicBezTo>
                    <a:pt x="282398" y="87551"/>
                    <a:pt x="282447" y="87964"/>
                    <a:pt x="282471" y="88377"/>
                  </a:cubicBezTo>
                  <a:lnTo>
                    <a:pt x="282617" y="90879"/>
                  </a:lnTo>
                  <a:lnTo>
                    <a:pt x="282641" y="93381"/>
                  </a:lnTo>
                  <a:cubicBezTo>
                    <a:pt x="282593" y="100037"/>
                    <a:pt x="281524" y="106620"/>
                    <a:pt x="279459" y="112961"/>
                  </a:cubicBezTo>
                  <a:lnTo>
                    <a:pt x="279094" y="114127"/>
                  </a:lnTo>
                  <a:cubicBezTo>
                    <a:pt x="278973" y="114515"/>
                    <a:pt x="278803" y="114904"/>
                    <a:pt x="278657" y="115293"/>
                  </a:cubicBezTo>
                  <a:lnTo>
                    <a:pt x="278220" y="116459"/>
                  </a:lnTo>
                  <a:cubicBezTo>
                    <a:pt x="278074" y="116847"/>
                    <a:pt x="277928" y="117236"/>
                    <a:pt x="277758" y="117600"/>
                  </a:cubicBezTo>
                  <a:lnTo>
                    <a:pt x="276787" y="119884"/>
                  </a:lnTo>
                  <a:lnTo>
                    <a:pt x="275718" y="122094"/>
                  </a:lnTo>
                  <a:cubicBezTo>
                    <a:pt x="274236" y="125058"/>
                    <a:pt x="272536" y="127876"/>
                    <a:pt x="270616" y="130572"/>
                  </a:cubicBezTo>
                  <a:cubicBezTo>
                    <a:pt x="277224" y="121171"/>
                    <a:pt x="281208" y="110191"/>
                    <a:pt x="282204" y="98774"/>
                  </a:cubicBezTo>
                  <a:cubicBezTo>
                    <a:pt x="282447" y="95835"/>
                    <a:pt x="282495" y="92895"/>
                    <a:pt x="282350" y="89980"/>
                  </a:cubicBezTo>
                  <a:cubicBezTo>
                    <a:pt x="282180" y="87017"/>
                    <a:pt x="281815" y="84077"/>
                    <a:pt x="281208" y="81162"/>
                  </a:cubicBezTo>
                  <a:cubicBezTo>
                    <a:pt x="280601" y="78247"/>
                    <a:pt x="279775" y="75381"/>
                    <a:pt x="278706" y="72587"/>
                  </a:cubicBezTo>
                  <a:cubicBezTo>
                    <a:pt x="277637" y="69769"/>
                    <a:pt x="276325" y="67073"/>
                    <a:pt x="274770" y="64498"/>
                  </a:cubicBezTo>
                  <a:cubicBezTo>
                    <a:pt x="274357" y="63842"/>
                    <a:pt x="273993" y="63186"/>
                    <a:pt x="273580" y="62579"/>
                  </a:cubicBezTo>
                  <a:lnTo>
                    <a:pt x="272293" y="60708"/>
                  </a:lnTo>
                  <a:cubicBezTo>
                    <a:pt x="272171" y="60562"/>
                    <a:pt x="272074" y="60417"/>
                    <a:pt x="271953" y="60271"/>
                  </a:cubicBezTo>
                  <a:lnTo>
                    <a:pt x="271612" y="59809"/>
                  </a:lnTo>
                  <a:lnTo>
                    <a:pt x="270932" y="58935"/>
                  </a:lnTo>
                  <a:lnTo>
                    <a:pt x="270228" y="58060"/>
                  </a:lnTo>
                  <a:cubicBezTo>
                    <a:pt x="270009" y="57769"/>
                    <a:pt x="269742" y="57502"/>
                    <a:pt x="269523" y="57210"/>
                  </a:cubicBezTo>
                  <a:cubicBezTo>
                    <a:pt x="267604" y="54951"/>
                    <a:pt x="265539" y="52837"/>
                    <a:pt x="263353" y="50845"/>
                  </a:cubicBezTo>
                  <a:cubicBezTo>
                    <a:pt x="259005" y="46910"/>
                    <a:pt x="254341" y="43534"/>
                    <a:pt x="249652" y="40424"/>
                  </a:cubicBezTo>
                  <a:cubicBezTo>
                    <a:pt x="244964" y="37339"/>
                    <a:pt x="240251" y="34448"/>
                    <a:pt x="235708" y="31558"/>
                  </a:cubicBezTo>
                  <a:cubicBezTo>
                    <a:pt x="231312" y="28764"/>
                    <a:pt x="227230" y="25533"/>
                    <a:pt x="223125" y="22254"/>
                  </a:cubicBezTo>
                  <a:cubicBezTo>
                    <a:pt x="220186" y="19922"/>
                    <a:pt x="217222" y="17565"/>
                    <a:pt x="214161" y="15330"/>
                  </a:cubicBezTo>
                  <a:cubicBezTo>
                    <a:pt x="211076" y="13023"/>
                    <a:pt x="207845" y="10933"/>
                    <a:pt x="204469" y="9039"/>
                  </a:cubicBezTo>
                  <a:lnTo>
                    <a:pt x="203181" y="8359"/>
                  </a:lnTo>
                  <a:cubicBezTo>
                    <a:pt x="202744" y="8140"/>
                    <a:pt x="202307" y="7897"/>
                    <a:pt x="201869" y="7703"/>
                  </a:cubicBezTo>
                  <a:lnTo>
                    <a:pt x="200509" y="7095"/>
                  </a:lnTo>
                  <a:cubicBezTo>
                    <a:pt x="200072" y="6901"/>
                    <a:pt x="199634" y="6658"/>
                    <a:pt x="199149" y="6488"/>
                  </a:cubicBezTo>
                  <a:lnTo>
                    <a:pt x="197764" y="5954"/>
                  </a:lnTo>
                  <a:cubicBezTo>
                    <a:pt x="197278" y="5784"/>
                    <a:pt x="196817" y="5589"/>
                    <a:pt x="196355" y="5468"/>
                  </a:cubicBezTo>
                  <a:lnTo>
                    <a:pt x="193513" y="4593"/>
                  </a:lnTo>
                  <a:cubicBezTo>
                    <a:pt x="189796" y="3670"/>
                    <a:pt x="186031" y="3014"/>
                    <a:pt x="182217" y="2698"/>
                  </a:cubicBezTo>
                  <a:cubicBezTo>
                    <a:pt x="178826" y="2386"/>
                    <a:pt x="175435" y="2258"/>
                    <a:pt x="172044" y="2258"/>
                  </a:cubicBezTo>
                  <a:cubicBezTo>
                    <a:pt x="171743" y="2258"/>
                    <a:pt x="171441" y="2259"/>
                    <a:pt x="171140" y="2261"/>
                  </a:cubicBezTo>
                  <a:cubicBezTo>
                    <a:pt x="167496" y="2285"/>
                    <a:pt x="163876" y="2480"/>
                    <a:pt x="160305" y="2674"/>
                  </a:cubicBezTo>
                  <a:cubicBezTo>
                    <a:pt x="156734" y="2868"/>
                    <a:pt x="153212" y="3184"/>
                    <a:pt x="149738" y="3476"/>
                  </a:cubicBezTo>
                  <a:lnTo>
                    <a:pt x="139341" y="4326"/>
                  </a:lnTo>
                  <a:lnTo>
                    <a:pt x="134094" y="4763"/>
                  </a:lnTo>
                  <a:lnTo>
                    <a:pt x="128847" y="5322"/>
                  </a:lnTo>
                  <a:cubicBezTo>
                    <a:pt x="127122" y="5492"/>
                    <a:pt x="125373" y="5735"/>
                    <a:pt x="123648" y="5954"/>
                  </a:cubicBezTo>
                  <a:cubicBezTo>
                    <a:pt x="121923" y="6197"/>
                    <a:pt x="120199" y="6391"/>
                    <a:pt x="118474" y="6682"/>
                  </a:cubicBezTo>
                  <a:lnTo>
                    <a:pt x="113300" y="7508"/>
                  </a:lnTo>
                  <a:cubicBezTo>
                    <a:pt x="111599" y="7824"/>
                    <a:pt x="109899" y="8164"/>
                    <a:pt x="108174" y="8456"/>
                  </a:cubicBezTo>
                  <a:lnTo>
                    <a:pt x="105623" y="8942"/>
                  </a:lnTo>
                  <a:lnTo>
                    <a:pt x="103073" y="9500"/>
                  </a:lnTo>
                  <a:lnTo>
                    <a:pt x="100546" y="10059"/>
                  </a:lnTo>
                  <a:cubicBezTo>
                    <a:pt x="99696" y="10253"/>
                    <a:pt x="98846" y="10399"/>
                    <a:pt x="97996" y="10618"/>
                  </a:cubicBezTo>
                  <a:lnTo>
                    <a:pt x="92967" y="11881"/>
                  </a:lnTo>
                  <a:lnTo>
                    <a:pt x="91704" y="12172"/>
                  </a:lnTo>
                  <a:lnTo>
                    <a:pt x="90441" y="12537"/>
                  </a:lnTo>
                  <a:lnTo>
                    <a:pt x="87963" y="13241"/>
                  </a:lnTo>
                  <a:cubicBezTo>
                    <a:pt x="84611" y="14116"/>
                    <a:pt x="81331" y="15233"/>
                    <a:pt x="78027" y="16253"/>
                  </a:cubicBezTo>
                  <a:cubicBezTo>
                    <a:pt x="76400" y="16812"/>
                    <a:pt x="74772" y="17395"/>
                    <a:pt x="73120" y="17978"/>
                  </a:cubicBezTo>
                  <a:cubicBezTo>
                    <a:pt x="72343" y="18270"/>
                    <a:pt x="71517" y="18537"/>
                    <a:pt x="70691" y="18828"/>
                  </a:cubicBezTo>
                  <a:lnTo>
                    <a:pt x="68262" y="19776"/>
                  </a:lnTo>
                  <a:lnTo>
                    <a:pt x="65833" y="20723"/>
                  </a:lnTo>
                  <a:cubicBezTo>
                    <a:pt x="65055" y="21063"/>
                    <a:pt x="64229" y="21355"/>
                    <a:pt x="63452" y="21719"/>
                  </a:cubicBezTo>
                  <a:lnTo>
                    <a:pt x="58666" y="23784"/>
                  </a:lnTo>
                  <a:lnTo>
                    <a:pt x="57646" y="24221"/>
                  </a:lnTo>
                  <a:cubicBezTo>
                    <a:pt x="57306" y="24367"/>
                    <a:pt x="56966" y="24537"/>
                    <a:pt x="56626" y="24707"/>
                  </a:cubicBezTo>
                  <a:lnTo>
                    <a:pt x="54585" y="25679"/>
                  </a:lnTo>
                  <a:lnTo>
                    <a:pt x="52520" y="26651"/>
                  </a:lnTo>
                  <a:lnTo>
                    <a:pt x="51500" y="27136"/>
                  </a:lnTo>
                  <a:cubicBezTo>
                    <a:pt x="51160" y="27282"/>
                    <a:pt x="50820" y="27452"/>
                    <a:pt x="50480" y="27622"/>
                  </a:cubicBezTo>
                  <a:lnTo>
                    <a:pt x="45791" y="30732"/>
                  </a:lnTo>
                  <a:cubicBezTo>
                    <a:pt x="45427" y="30975"/>
                    <a:pt x="45063" y="31217"/>
                    <a:pt x="44698" y="31460"/>
                  </a:cubicBezTo>
                  <a:lnTo>
                    <a:pt x="43678" y="32213"/>
                  </a:lnTo>
                  <a:lnTo>
                    <a:pt x="41710" y="33671"/>
                  </a:lnTo>
                  <a:lnTo>
                    <a:pt x="39961" y="35031"/>
                  </a:lnTo>
                  <a:lnTo>
                    <a:pt x="39160" y="35687"/>
                  </a:lnTo>
                  <a:cubicBezTo>
                    <a:pt x="38892" y="35882"/>
                    <a:pt x="38650" y="36124"/>
                    <a:pt x="38382" y="36343"/>
                  </a:cubicBezTo>
                  <a:cubicBezTo>
                    <a:pt x="37411" y="37218"/>
                    <a:pt x="36560" y="37995"/>
                    <a:pt x="35880" y="38699"/>
                  </a:cubicBezTo>
                  <a:cubicBezTo>
                    <a:pt x="34520" y="40084"/>
                    <a:pt x="33791" y="41056"/>
                    <a:pt x="34034" y="41396"/>
                  </a:cubicBezTo>
                  <a:cubicBezTo>
                    <a:pt x="34094" y="41474"/>
                    <a:pt x="34212" y="41515"/>
                    <a:pt x="34392" y="41515"/>
                  </a:cubicBezTo>
                  <a:cubicBezTo>
                    <a:pt x="34934" y="41515"/>
                    <a:pt x="36041" y="41142"/>
                    <a:pt x="37848" y="40303"/>
                  </a:cubicBezTo>
                  <a:cubicBezTo>
                    <a:pt x="38455" y="40011"/>
                    <a:pt x="39135" y="39671"/>
                    <a:pt x="39913" y="39282"/>
                  </a:cubicBezTo>
                  <a:cubicBezTo>
                    <a:pt x="40301" y="39112"/>
                    <a:pt x="40690" y="38894"/>
                    <a:pt x="41127" y="38675"/>
                  </a:cubicBezTo>
                  <a:lnTo>
                    <a:pt x="42488" y="38019"/>
                  </a:lnTo>
                  <a:cubicBezTo>
                    <a:pt x="43435" y="37558"/>
                    <a:pt x="44480" y="37023"/>
                    <a:pt x="45597" y="36440"/>
                  </a:cubicBezTo>
                  <a:lnTo>
                    <a:pt x="47370" y="35541"/>
                  </a:lnTo>
                  <a:lnTo>
                    <a:pt x="49338" y="34618"/>
                  </a:lnTo>
                  <a:lnTo>
                    <a:pt x="51500" y="33404"/>
                  </a:lnTo>
                  <a:lnTo>
                    <a:pt x="52715" y="32748"/>
                  </a:lnTo>
                  <a:cubicBezTo>
                    <a:pt x="53152" y="32529"/>
                    <a:pt x="53565" y="32286"/>
                    <a:pt x="54002" y="32068"/>
                  </a:cubicBezTo>
                  <a:lnTo>
                    <a:pt x="59274" y="29444"/>
                  </a:lnTo>
                  <a:lnTo>
                    <a:pt x="59881" y="29128"/>
                  </a:lnTo>
                  <a:lnTo>
                    <a:pt x="60488" y="28861"/>
                  </a:lnTo>
                  <a:lnTo>
                    <a:pt x="61654" y="28351"/>
                  </a:lnTo>
                  <a:lnTo>
                    <a:pt x="63598" y="27452"/>
                  </a:lnTo>
                  <a:lnTo>
                    <a:pt x="65395" y="26651"/>
                  </a:lnTo>
                  <a:cubicBezTo>
                    <a:pt x="65757" y="26575"/>
                    <a:pt x="66038" y="26542"/>
                    <a:pt x="66253" y="26542"/>
                  </a:cubicBezTo>
                  <a:cubicBezTo>
                    <a:pt x="66730" y="26542"/>
                    <a:pt x="66871" y="26707"/>
                    <a:pt x="66804" y="26942"/>
                  </a:cubicBezTo>
                  <a:cubicBezTo>
                    <a:pt x="66707" y="27258"/>
                    <a:pt x="66197" y="27817"/>
                    <a:pt x="65687" y="28375"/>
                  </a:cubicBezTo>
                  <a:cubicBezTo>
                    <a:pt x="83323" y="20820"/>
                    <a:pt x="102077" y="15986"/>
                    <a:pt x="121098" y="13241"/>
                  </a:cubicBezTo>
                  <a:lnTo>
                    <a:pt x="128239" y="12318"/>
                  </a:lnTo>
                  <a:cubicBezTo>
                    <a:pt x="130644" y="12075"/>
                    <a:pt x="133025" y="11808"/>
                    <a:pt x="135430" y="11565"/>
                  </a:cubicBezTo>
                  <a:lnTo>
                    <a:pt x="149908" y="10448"/>
                  </a:lnTo>
                  <a:cubicBezTo>
                    <a:pt x="154742" y="10059"/>
                    <a:pt x="159552" y="9695"/>
                    <a:pt x="164338" y="9476"/>
                  </a:cubicBezTo>
                  <a:cubicBezTo>
                    <a:pt x="166718" y="9354"/>
                    <a:pt x="169093" y="9294"/>
                    <a:pt x="171468" y="9294"/>
                  </a:cubicBezTo>
                  <a:cubicBezTo>
                    <a:pt x="173842" y="9294"/>
                    <a:pt x="176217" y="9354"/>
                    <a:pt x="178597" y="9476"/>
                  </a:cubicBezTo>
                  <a:cubicBezTo>
                    <a:pt x="179326" y="9500"/>
                    <a:pt x="180055" y="9573"/>
                    <a:pt x="180784" y="9646"/>
                  </a:cubicBezTo>
                  <a:lnTo>
                    <a:pt x="181877" y="9719"/>
                  </a:lnTo>
                  <a:cubicBezTo>
                    <a:pt x="182241" y="9743"/>
                    <a:pt x="182606" y="9767"/>
                    <a:pt x="182970" y="9840"/>
                  </a:cubicBezTo>
                  <a:lnTo>
                    <a:pt x="185132" y="10108"/>
                  </a:lnTo>
                  <a:lnTo>
                    <a:pt x="185666" y="10156"/>
                  </a:lnTo>
                  <a:cubicBezTo>
                    <a:pt x="185861" y="10180"/>
                    <a:pt x="186031" y="10229"/>
                    <a:pt x="186201" y="10253"/>
                  </a:cubicBezTo>
                  <a:lnTo>
                    <a:pt x="187270" y="10448"/>
                  </a:lnTo>
                  <a:lnTo>
                    <a:pt x="188339" y="10618"/>
                  </a:lnTo>
                  <a:cubicBezTo>
                    <a:pt x="188509" y="10666"/>
                    <a:pt x="188703" y="10691"/>
                    <a:pt x="188873" y="10715"/>
                  </a:cubicBezTo>
                  <a:lnTo>
                    <a:pt x="189407" y="10836"/>
                  </a:lnTo>
                  <a:lnTo>
                    <a:pt x="191472" y="11322"/>
                  </a:lnTo>
                  <a:cubicBezTo>
                    <a:pt x="191837" y="11419"/>
                    <a:pt x="192152" y="11541"/>
                    <a:pt x="192493" y="11638"/>
                  </a:cubicBezTo>
                  <a:lnTo>
                    <a:pt x="193513" y="11929"/>
                  </a:lnTo>
                  <a:lnTo>
                    <a:pt x="194533" y="12245"/>
                  </a:lnTo>
                  <a:cubicBezTo>
                    <a:pt x="194849" y="12367"/>
                    <a:pt x="195165" y="12488"/>
                    <a:pt x="195505" y="12610"/>
                  </a:cubicBezTo>
                  <a:cubicBezTo>
                    <a:pt x="196817" y="13071"/>
                    <a:pt x="198080" y="13678"/>
                    <a:pt x="199367" y="14286"/>
                  </a:cubicBezTo>
                  <a:lnTo>
                    <a:pt x="201262" y="15282"/>
                  </a:lnTo>
                  <a:cubicBezTo>
                    <a:pt x="201894" y="15622"/>
                    <a:pt x="202501" y="16011"/>
                    <a:pt x="203133" y="16351"/>
                  </a:cubicBezTo>
                  <a:cubicBezTo>
                    <a:pt x="205610" y="17832"/>
                    <a:pt x="208015" y="19460"/>
                    <a:pt x="210396" y="21209"/>
                  </a:cubicBezTo>
                  <a:cubicBezTo>
                    <a:pt x="215157" y="24707"/>
                    <a:pt x="219773" y="28545"/>
                    <a:pt x="224655" y="32238"/>
                  </a:cubicBezTo>
                  <a:cubicBezTo>
                    <a:pt x="225870" y="33137"/>
                    <a:pt x="227109" y="34060"/>
                    <a:pt x="228396" y="34934"/>
                  </a:cubicBezTo>
                  <a:lnTo>
                    <a:pt x="229344" y="35614"/>
                  </a:lnTo>
                  <a:lnTo>
                    <a:pt x="230316" y="36270"/>
                  </a:lnTo>
                  <a:cubicBezTo>
                    <a:pt x="230971" y="36683"/>
                    <a:pt x="231627" y="37145"/>
                    <a:pt x="232259" y="37533"/>
                  </a:cubicBezTo>
                  <a:lnTo>
                    <a:pt x="239838" y="42295"/>
                  </a:lnTo>
                  <a:cubicBezTo>
                    <a:pt x="242365" y="43898"/>
                    <a:pt x="244818" y="45477"/>
                    <a:pt x="247223" y="47129"/>
                  </a:cubicBezTo>
                  <a:cubicBezTo>
                    <a:pt x="248438" y="47955"/>
                    <a:pt x="249652" y="48781"/>
                    <a:pt x="250794" y="49631"/>
                  </a:cubicBezTo>
                  <a:cubicBezTo>
                    <a:pt x="251960" y="50505"/>
                    <a:pt x="253102" y="51356"/>
                    <a:pt x="254219" y="52254"/>
                  </a:cubicBezTo>
                  <a:cubicBezTo>
                    <a:pt x="258713" y="55825"/>
                    <a:pt x="262746" y="59761"/>
                    <a:pt x="266025" y="64158"/>
                  </a:cubicBezTo>
                  <a:cubicBezTo>
                    <a:pt x="267629" y="66344"/>
                    <a:pt x="269037" y="68676"/>
                    <a:pt x="270228" y="71105"/>
                  </a:cubicBezTo>
                  <a:cubicBezTo>
                    <a:pt x="271370" y="73559"/>
                    <a:pt x="272341" y="76109"/>
                    <a:pt x="273070" y="78709"/>
                  </a:cubicBezTo>
                  <a:cubicBezTo>
                    <a:pt x="274386" y="83525"/>
                    <a:pt x="274985" y="88486"/>
                    <a:pt x="274868" y="93457"/>
                  </a:cubicBezTo>
                  <a:lnTo>
                    <a:pt x="274868" y="93457"/>
                  </a:lnTo>
                  <a:lnTo>
                    <a:pt x="274868" y="91170"/>
                  </a:lnTo>
                  <a:lnTo>
                    <a:pt x="274843" y="90660"/>
                  </a:lnTo>
                  <a:lnTo>
                    <a:pt x="274746" y="88571"/>
                  </a:lnTo>
                  <a:lnTo>
                    <a:pt x="274528" y="86531"/>
                  </a:lnTo>
                  <a:cubicBezTo>
                    <a:pt x="274212" y="83786"/>
                    <a:pt x="273677" y="81089"/>
                    <a:pt x="272924" y="78417"/>
                  </a:cubicBezTo>
                  <a:cubicBezTo>
                    <a:pt x="272147" y="75794"/>
                    <a:pt x="271151" y="73243"/>
                    <a:pt x="269936" y="70789"/>
                  </a:cubicBezTo>
                  <a:lnTo>
                    <a:pt x="269013" y="68967"/>
                  </a:lnTo>
                  <a:lnTo>
                    <a:pt x="267944" y="67194"/>
                  </a:lnTo>
                  <a:lnTo>
                    <a:pt x="267701" y="66757"/>
                  </a:lnTo>
                  <a:lnTo>
                    <a:pt x="267386" y="66344"/>
                  </a:lnTo>
                  <a:lnTo>
                    <a:pt x="266778" y="65494"/>
                  </a:lnTo>
                  <a:lnTo>
                    <a:pt x="266195" y="64643"/>
                  </a:lnTo>
                  <a:lnTo>
                    <a:pt x="265564" y="63818"/>
                  </a:lnTo>
                  <a:lnTo>
                    <a:pt x="264932" y="62992"/>
                  </a:lnTo>
                  <a:cubicBezTo>
                    <a:pt x="264738" y="62724"/>
                    <a:pt x="264519" y="62457"/>
                    <a:pt x="264300" y="62190"/>
                  </a:cubicBezTo>
                  <a:lnTo>
                    <a:pt x="262940" y="60587"/>
                  </a:lnTo>
                  <a:cubicBezTo>
                    <a:pt x="261993" y="59566"/>
                    <a:pt x="261045" y="58522"/>
                    <a:pt x="260025" y="57550"/>
                  </a:cubicBezTo>
                  <a:cubicBezTo>
                    <a:pt x="257984" y="55582"/>
                    <a:pt x="255822" y="53712"/>
                    <a:pt x="253588" y="51963"/>
                  </a:cubicBezTo>
                  <a:cubicBezTo>
                    <a:pt x="249069" y="48416"/>
                    <a:pt x="244138" y="45210"/>
                    <a:pt x="239134" y="42027"/>
                  </a:cubicBezTo>
                  <a:lnTo>
                    <a:pt x="231554" y="37266"/>
                  </a:lnTo>
                  <a:cubicBezTo>
                    <a:pt x="228907" y="35566"/>
                    <a:pt x="226429" y="33768"/>
                    <a:pt x="224000" y="31922"/>
                  </a:cubicBezTo>
                  <a:cubicBezTo>
                    <a:pt x="219165" y="28229"/>
                    <a:pt x="214598" y="24440"/>
                    <a:pt x="209886" y="20990"/>
                  </a:cubicBezTo>
                  <a:cubicBezTo>
                    <a:pt x="207578" y="19290"/>
                    <a:pt x="205173" y="17687"/>
                    <a:pt x="202695" y="16205"/>
                  </a:cubicBezTo>
                  <a:cubicBezTo>
                    <a:pt x="201481" y="15476"/>
                    <a:pt x="200242" y="14845"/>
                    <a:pt x="199003" y="14189"/>
                  </a:cubicBezTo>
                  <a:lnTo>
                    <a:pt x="197108" y="13314"/>
                  </a:lnTo>
                  <a:cubicBezTo>
                    <a:pt x="196792" y="13168"/>
                    <a:pt x="196476" y="13071"/>
                    <a:pt x="196136" y="12925"/>
                  </a:cubicBezTo>
                  <a:lnTo>
                    <a:pt x="195189" y="12561"/>
                  </a:lnTo>
                  <a:cubicBezTo>
                    <a:pt x="194557" y="12318"/>
                    <a:pt x="193901" y="12099"/>
                    <a:pt x="193221" y="11905"/>
                  </a:cubicBezTo>
                  <a:lnTo>
                    <a:pt x="192225" y="11614"/>
                  </a:lnTo>
                  <a:lnTo>
                    <a:pt x="191739" y="11444"/>
                  </a:lnTo>
                  <a:lnTo>
                    <a:pt x="191229" y="11322"/>
                  </a:lnTo>
                  <a:lnTo>
                    <a:pt x="189189" y="10836"/>
                  </a:lnTo>
                  <a:cubicBezTo>
                    <a:pt x="188849" y="10763"/>
                    <a:pt x="188484" y="10691"/>
                    <a:pt x="188144" y="10642"/>
                  </a:cubicBezTo>
                  <a:lnTo>
                    <a:pt x="187100" y="10448"/>
                  </a:lnTo>
                  <a:cubicBezTo>
                    <a:pt x="185715" y="10180"/>
                    <a:pt x="184282" y="10035"/>
                    <a:pt x="182873" y="9840"/>
                  </a:cubicBezTo>
                  <a:cubicBezTo>
                    <a:pt x="182144" y="9767"/>
                    <a:pt x="181440" y="9719"/>
                    <a:pt x="180711" y="9646"/>
                  </a:cubicBezTo>
                  <a:cubicBezTo>
                    <a:pt x="180006" y="9597"/>
                    <a:pt x="179278" y="9500"/>
                    <a:pt x="178549" y="9500"/>
                  </a:cubicBezTo>
                  <a:cubicBezTo>
                    <a:pt x="176287" y="9385"/>
                    <a:pt x="174025" y="9330"/>
                    <a:pt x="171763" y="9330"/>
                  </a:cubicBezTo>
                  <a:cubicBezTo>
                    <a:pt x="169264" y="9330"/>
                    <a:pt x="166764" y="9397"/>
                    <a:pt x="164265" y="9525"/>
                  </a:cubicBezTo>
                  <a:cubicBezTo>
                    <a:pt x="159479" y="9767"/>
                    <a:pt x="154621" y="10156"/>
                    <a:pt x="149762" y="10569"/>
                  </a:cubicBezTo>
                  <a:cubicBezTo>
                    <a:pt x="147333" y="10788"/>
                    <a:pt x="144880" y="10982"/>
                    <a:pt x="142402" y="11176"/>
                  </a:cubicBezTo>
                  <a:lnTo>
                    <a:pt x="135163" y="11784"/>
                  </a:lnTo>
                  <a:lnTo>
                    <a:pt x="127924" y="12561"/>
                  </a:lnTo>
                  <a:lnTo>
                    <a:pt x="120709" y="13557"/>
                  </a:lnTo>
                  <a:cubicBezTo>
                    <a:pt x="101518" y="16424"/>
                    <a:pt x="82546" y="21476"/>
                    <a:pt x="64739" y="29347"/>
                  </a:cubicBezTo>
                  <a:cubicBezTo>
                    <a:pt x="64352" y="29816"/>
                    <a:pt x="64239" y="30165"/>
                    <a:pt x="64800" y="30165"/>
                  </a:cubicBezTo>
                  <a:cubicBezTo>
                    <a:pt x="64908" y="30165"/>
                    <a:pt x="65040" y="30152"/>
                    <a:pt x="65201" y="30124"/>
                  </a:cubicBezTo>
                  <a:cubicBezTo>
                    <a:pt x="66027" y="29979"/>
                    <a:pt x="66829" y="29760"/>
                    <a:pt x="67630" y="29468"/>
                  </a:cubicBezTo>
                  <a:cubicBezTo>
                    <a:pt x="68796" y="29128"/>
                    <a:pt x="70302" y="28618"/>
                    <a:pt x="72294" y="27914"/>
                  </a:cubicBezTo>
                  <a:lnTo>
                    <a:pt x="73436" y="27549"/>
                  </a:lnTo>
                  <a:cubicBezTo>
                    <a:pt x="73825" y="27404"/>
                    <a:pt x="74238" y="27258"/>
                    <a:pt x="74699" y="27112"/>
                  </a:cubicBezTo>
                  <a:cubicBezTo>
                    <a:pt x="75622" y="26821"/>
                    <a:pt x="76618" y="26480"/>
                    <a:pt x="77712" y="26116"/>
                  </a:cubicBezTo>
                  <a:cubicBezTo>
                    <a:pt x="78780" y="25752"/>
                    <a:pt x="79946" y="25339"/>
                    <a:pt x="81210" y="24926"/>
                  </a:cubicBezTo>
                  <a:lnTo>
                    <a:pt x="85194" y="23687"/>
                  </a:lnTo>
                  <a:lnTo>
                    <a:pt x="87356" y="22982"/>
                  </a:lnTo>
                  <a:lnTo>
                    <a:pt x="89590" y="22326"/>
                  </a:lnTo>
                  <a:cubicBezTo>
                    <a:pt x="91145" y="21889"/>
                    <a:pt x="92724" y="21428"/>
                    <a:pt x="94352" y="20966"/>
                  </a:cubicBezTo>
                  <a:lnTo>
                    <a:pt x="99405" y="19654"/>
                  </a:lnTo>
                  <a:lnTo>
                    <a:pt x="100716" y="19314"/>
                  </a:lnTo>
                  <a:lnTo>
                    <a:pt x="102028" y="19023"/>
                  </a:lnTo>
                  <a:lnTo>
                    <a:pt x="104700" y="18415"/>
                  </a:lnTo>
                  <a:lnTo>
                    <a:pt x="107421" y="17808"/>
                  </a:lnTo>
                  <a:lnTo>
                    <a:pt x="110166" y="17249"/>
                  </a:lnTo>
                  <a:lnTo>
                    <a:pt x="112935" y="16691"/>
                  </a:lnTo>
                  <a:lnTo>
                    <a:pt x="114320" y="16424"/>
                  </a:lnTo>
                  <a:lnTo>
                    <a:pt x="115705" y="16181"/>
                  </a:lnTo>
                  <a:lnTo>
                    <a:pt x="121292" y="15233"/>
                  </a:lnTo>
                  <a:lnTo>
                    <a:pt x="126831" y="14456"/>
                  </a:lnTo>
                  <a:lnTo>
                    <a:pt x="128191" y="14261"/>
                  </a:lnTo>
                  <a:lnTo>
                    <a:pt x="129551" y="14116"/>
                  </a:lnTo>
                  <a:lnTo>
                    <a:pt x="132248" y="13800"/>
                  </a:lnTo>
                  <a:lnTo>
                    <a:pt x="134871" y="13508"/>
                  </a:lnTo>
                  <a:cubicBezTo>
                    <a:pt x="135746" y="13411"/>
                    <a:pt x="136620" y="13338"/>
                    <a:pt x="137471" y="13266"/>
                  </a:cubicBezTo>
                  <a:lnTo>
                    <a:pt x="142426" y="12853"/>
                  </a:lnTo>
                  <a:lnTo>
                    <a:pt x="147163" y="12512"/>
                  </a:lnTo>
                  <a:cubicBezTo>
                    <a:pt x="151317" y="12245"/>
                    <a:pt x="155423" y="11929"/>
                    <a:pt x="159528" y="11711"/>
                  </a:cubicBezTo>
                  <a:cubicBezTo>
                    <a:pt x="163335" y="11486"/>
                    <a:pt x="167122" y="11344"/>
                    <a:pt x="170888" y="11344"/>
                  </a:cubicBezTo>
                  <a:cubicBezTo>
                    <a:pt x="171182" y="11344"/>
                    <a:pt x="171477" y="11345"/>
                    <a:pt x="171771" y="11346"/>
                  </a:cubicBezTo>
                  <a:cubicBezTo>
                    <a:pt x="175779" y="11346"/>
                    <a:pt x="179788" y="11589"/>
                    <a:pt x="183772" y="12075"/>
                  </a:cubicBezTo>
                  <a:cubicBezTo>
                    <a:pt x="187585" y="12512"/>
                    <a:pt x="191326" y="13411"/>
                    <a:pt x="194922" y="14747"/>
                  </a:cubicBezTo>
                  <a:cubicBezTo>
                    <a:pt x="198371" y="16083"/>
                    <a:pt x="201796" y="18002"/>
                    <a:pt x="205149" y="20262"/>
                  </a:cubicBezTo>
                  <a:cubicBezTo>
                    <a:pt x="208477" y="22497"/>
                    <a:pt x="211781" y="25047"/>
                    <a:pt x="215133" y="27671"/>
                  </a:cubicBezTo>
                  <a:cubicBezTo>
                    <a:pt x="218510" y="30319"/>
                    <a:pt x="221910" y="33064"/>
                    <a:pt x="225554" y="35711"/>
                  </a:cubicBezTo>
                  <a:cubicBezTo>
                    <a:pt x="226502" y="36343"/>
                    <a:pt x="227401" y="37023"/>
                    <a:pt x="228372" y="37655"/>
                  </a:cubicBezTo>
                  <a:lnTo>
                    <a:pt x="229805" y="38602"/>
                  </a:lnTo>
                  <a:lnTo>
                    <a:pt x="230534" y="39088"/>
                  </a:lnTo>
                  <a:lnTo>
                    <a:pt x="231214" y="39501"/>
                  </a:lnTo>
                  <a:lnTo>
                    <a:pt x="236729" y="42951"/>
                  </a:lnTo>
                  <a:cubicBezTo>
                    <a:pt x="240373" y="45234"/>
                    <a:pt x="243944" y="47493"/>
                    <a:pt x="247369" y="49850"/>
                  </a:cubicBezTo>
                  <a:cubicBezTo>
                    <a:pt x="250721" y="52157"/>
                    <a:pt x="253928" y="54659"/>
                    <a:pt x="256940" y="57356"/>
                  </a:cubicBezTo>
                  <a:cubicBezTo>
                    <a:pt x="259855" y="59955"/>
                    <a:pt x="262503" y="62846"/>
                    <a:pt x="264811" y="65980"/>
                  </a:cubicBezTo>
                  <a:cubicBezTo>
                    <a:pt x="266997" y="69040"/>
                    <a:pt x="268770" y="72368"/>
                    <a:pt x="270082" y="75891"/>
                  </a:cubicBezTo>
                  <a:lnTo>
                    <a:pt x="270349" y="76547"/>
                  </a:lnTo>
                  <a:cubicBezTo>
                    <a:pt x="270422" y="76765"/>
                    <a:pt x="270495" y="76984"/>
                    <a:pt x="270568" y="77202"/>
                  </a:cubicBezTo>
                  <a:lnTo>
                    <a:pt x="270981" y="78539"/>
                  </a:lnTo>
                  <a:cubicBezTo>
                    <a:pt x="271151" y="79000"/>
                    <a:pt x="271248" y="79462"/>
                    <a:pt x="271370" y="79899"/>
                  </a:cubicBezTo>
                  <a:lnTo>
                    <a:pt x="271734" y="81284"/>
                  </a:lnTo>
                  <a:lnTo>
                    <a:pt x="272050" y="82668"/>
                  </a:lnTo>
                  <a:cubicBezTo>
                    <a:pt x="272123" y="83130"/>
                    <a:pt x="272244" y="83591"/>
                    <a:pt x="272317" y="84053"/>
                  </a:cubicBezTo>
                  <a:lnTo>
                    <a:pt x="272536" y="85462"/>
                  </a:lnTo>
                  <a:lnTo>
                    <a:pt x="272633" y="86166"/>
                  </a:lnTo>
                  <a:cubicBezTo>
                    <a:pt x="272681" y="86385"/>
                    <a:pt x="272706" y="86628"/>
                    <a:pt x="272730" y="86871"/>
                  </a:cubicBezTo>
                  <a:cubicBezTo>
                    <a:pt x="273143" y="90636"/>
                    <a:pt x="273167" y="94426"/>
                    <a:pt x="272778" y="98215"/>
                  </a:cubicBezTo>
                  <a:cubicBezTo>
                    <a:pt x="272754" y="98677"/>
                    <a:pt x="272681" y="99138"/>
                    <a:pt x="272608" y="99624"/>
                  </a:cubicBezTo>
                  <a:lnTo>
                    <a:pt x="272414" y="101009"/>
                  </a:lnTo>
                  <a:cubicBezTo>
                    <a:pt x="272268" y="101956"/>
                    <a:pt x="272074" y="102879"/>
                    <a:pt x="271928" y="103802"/>
                  </a:cubicBezTo>
                  <a:cubicBezTo>
                    <a:pt x="271710" y="104750"/>
                    <a:pt x="271515" y="105649"/>
                    <a:pt x="271272" y="106572"/>
                  </a:cubicBezTo>
                  <a:lnTo>
                    <a:pt x="270884" y="107932"/>
                  </a:lnTo>
                  <a:cubicBezTo>
                    <a:pt x="270762" y="108369"/>
                    <a:pt x="270641" y="108831"/>
                    <a:pt x="270471" y="109268"/>
                  </a:cubicBezTo>
                  <a:cubicBezTo>
                    <a:pt x="269353" y="112815"/>
                    <a:pt x="267871" y="116264"/>
                    <a:pt x="266050" y="119519"/>
                  </a:cubicBezTo>
                  <a:lnTo>
                    <a:pt x="265564" y="120394"/>
                  </a:lnTo>
                  <a:lnTo>
                    <a:pt x="265029" y="121244"/>
                  </a:lnTo>
                  <a:lnTo>
                    <a:pt x="264495" y="122119"/>
                  </a:lnTo>
                  <a:lnTo>
                    <a:pt x="264252" y="122532"/>
                  </a:lnTo>
                  <a:lnTo>
                    <a:pt x="263960" y="122945"/>
                  </a:lnTo>
                  <a:lnTo>
                    <a:pt x="262843" y="124596"/>
                  </a:lnTo>
                  <a:lnTo>
                    <a:pt x="261628" y="126200"/>
                  </a:lnTo>
                  <a:cubicBezTo>
                    <a:pt x="260001" y="128289"/>
                    <a:pt x="258203" y="130257"/>
                    <a:pt x="256284" y="132054"/>
                  </a:cubicBezTo>
                  <a:cubicBezTo>
                    <a:pt x="254341" y="133828"/>
                    <a:pt x="252276" y="135431"/>
                    <a:pt x="250089" y="136864"/>
                  </a:cubicBezTo>
                  <a:lnTo>
                    <a:pt x="248389" y="137933"/>
                  </a:lnTo>
                  <a:lnTo>
                    <a:pt x="246616" y="138929"/>
                  </a:lnTo>
                  <a:lnTo>
                    <a:pt x="246178" y="139196"/>
                  </a:lnTo>
                  <a:lnTo>
                    <a:pt x="245741" y="139415"/>
                  </a:lnTo>
                  <a:lnTo>
                    <a:pt x="244818" y="139876"/>
                  </a:lnTo>
                  <a:lnTo>
                    <a:pt x="243919" y="140338"/>
                  </a:lnTo>
                  <a:lnTo>
                    <a:pt x="242996" y="140775"/>
                  </a:lnTo>
                  <a:lnTo>
                    <a:pt x="242049" y="141188"/>
                  </a:lnTo>
                  <a:lnTo>
                    <a:pt x="241587" y="141407"/>
                  </a:lnTo>
                  <a:lnTo>
                    <a:pt x="241126" y="141601"/>
                  </a:lnTo>
                  <a:lnTo>
                    <a:pt x="239231" y="142403"/>
                  </a:lnTo>
                  <a:lnTo>
                    <a:pt x="237287" y="143131"/>
                  </a:lnTo>
                  <a:cubicBezTo>
                    <a:pt x="236656" y="143399"/>
                    <a:pt x="235976" y="143593"/>
                    <a:pt x="235344" y="143836"/>
                  </a:cubicBezTo>
                  <a:cubicBezTo>
                    <a:pt x="232721" y="144735"/>
                    <a:pt x="230000" y="145512"/>
                    <a:pt x="227255" y="146192"/>
                  </a:cubicBezTo>
                  <a:cubicBezTo>
                    <a:pt x="224485" y="146872"/>
                    <a:pt x="221692" y="147455"/>
                    <a:pt x="218850" y="147990"/>
                  </a:cubicBezTo>
                  <a:cubicBezTo>
                    <a:pt x="216007" y="148500"/>
                    <a:pt x="213117" y="148986"/>
                    <a:pt x="210226" y="149374"/>
                  </a:cubicBezTo>
                  <a:cubicBezTo>
                    <a:pt x="194787" y="151592"/>
                    <a:pt x="179230" y="152704"/>
                    <a:pt x="163670" y="152704"/>
                  </a:cubicBezTo>
                  <a:cubicBezTo>
                    <a:pt x="155702" y="152704"/>
                    <a:pt x="147733" y="152412"/>
                    <a:pt x="139778" y="151828"/>
                  </a:cubicBezTo>
                  <a:lnTo>
                    <a:pt x="136742" y="151634"/>
                  </a:lnTo>
                  <a:lnTo>
                    <a:pt x="133705" y="151342"/>
                  </a:lnTo>
                  <a:lnTo>
                    <a:pt x="127608" y="150735"/>
                  </a:lnTo>
                  <a:cubicBezTo>
                    <a:pt x="125567" y="150492"/>
                    <a:pt x="123551" y="150225"/>
                    <a:pt x="121510" y="149958"/>
                  </a:cubicBezTo>
                  <a:lnTo>
                    <a:pt x="118450" y="149569"/>
                  </a:lnTo>
                  <a:cubicBezTo>
                    <a:pt x="117454" y="149423"/>
                    <a:pt x="116433" y="149253"/>
                    <a:pt x="115413" y="149107"/>
                  </a:cubicBezTo>
                  <a:lnTo>
                    <a:pt x="109316" y="148111"/>
                  </a:lnTo>
                  <a:cubicBezTo>
                    <a:pt x="107275" y="147747"/>
                    <a:pt x="105235" y="147358"/>
                    <a:pt x="103218" y="146970"/>
                  </a:cubicBezTo>
                  <a:lnTo>
                    <a:pt x="100182" y="146387"/>
                  </a:lnTo>
                  <a:cubicBezTo>
                    <a:pt x="99162" y="146192"/>
                    <a:pt x="98141" y="145949"/>
                    <a:pt x="97145" y="145731"/>
                  </a:cubicBezTo>
                  <a:lnTo>
                    <a:pt x="91072" y="144370"/>
                  </a:lnTo>
                  <a:cubicBezTo>
                    <a:pt x="89056" y="143884"/>
                    <a:pt x="87040" y="143374"/>
                    <a:pt x="85048" y="142864"/>
                  </a:cubicBezTo>
                  <a:lnTo>
                    <a:pt x="82036" y="142087"/>
                  </a:lnTo>
                  <a:cubicBezTo>
                    <a:pt x="81040" y="141820"/>
                    <a:pt x="80044" y="141528"/>
                    <a:pt x="79048" y="141237"/>
                  </a:cubicBezTo>
                  <a:lnTo>
                    <a:pt x="73096" y="139536"/>
                  </a:lnTo>
                  <a:cubicBezTo>
                    <a:pt x="71128" y="138929"/>
                    <a:pt x="69161" y="138273"/>
                    <a:pt x="67193" y="137666"/>
                  </a:cubicBezTo>
                  <a:cubicBezTo>
                    <a:pt x="63258" y="136451"/>
                    <a:pt x="59395" y="135115"/>
                    <a:pt x="55630" y="133682"/>
                  </a:cubicBezTo>
                  <a:cubicBezTo>
                    <a:pt x="51865" y="132249"/>
                    <a:pt x="48221" y="130694"/>
                    <a:pt x="44698" y="128993"/>
                  </a:cubicBezTo>
                  <a:cubicBezTo>
                    <a:pt x="41249" y="127342"/>
                    <a:pt x="37921" y="125471"/>
                    <a:pt x="34714" y="123358"/>
                  </a:cubicBezTo>
                  <a:cubicBezTo>
                    <a:pt x="33937" y="122847"/>
                    <a:pt x="33159" y="122337"/>
                    <a:pt x="32406" y="121779"/>
                  </a:cubicBezTo>
                  <a:lnTo>
                    <a:pt x="31289" y="120953"/>
                  </a:lnTo>
                  <a:cubicBezTo>
                    <a:pt x="30925" y="120685"/>
                    <a:pt x="30560" y="120394"/>
                    <a:pt x="30196" y="120127"/>
                  </a:cubicBezTo>
                  <a:cubicBezTo>
                    <a:pt x="29831" y="119835"/>
                    <a:pt x="29467" y="119568"/>
                    <a:pt x="29103" y="119252"/>
                  </a:cubicBezTo>
                  <a:lnTo>
                    <a:pt x="28058" y="118378"/>
                  </a:lnTo>
                  <a:cubicBezTo>
                    <a:pt x="27354" y="117795"/>
                    <a:pt x="26722" y="117187"/>
                    <a:pt x="26066" y="116580"/>
                  </a:cubicBezTo>
                  <a:cubicBezTo>
                    <a:pt x="23491" y="114151"/>
                    <a:pt x="21159" y="111479"/>
                    <a:pt x="19143" y="108588"/>
                  </a:cubicBezTo>
                  <a:cubicBezTo>
                    <a:pt x="17199" y="105770"/>
                    <a:pt x="15572" y="102782"/>
                    <a:pt x="14309" y="99624"/>
                  </a:cubicBezTo>
                  <a:cubicBezTo>
                    <a:pt x="13094" y="96612"/>
                    <a:pt x="12317" y="93478"/>
                    <a:pt x="11928" y="90247"/>
                  </a:cubicBezTo>
                  <a:lnTo>
                    <a:pt x="11807" y="89081"/>
                  </a:lnTo>
                  <a:cubicBezTo>
                    <a:pt x="11782" y="88887"/>
                    <a:pt x="11782" y="88693"/>
                    <a:pt x="11782" y="88523"/>
                  </a:cubicBezTo>
                  <a:lnTo>
                    <a:pt x="11758" y="87940"/>
                  </a:lnTo>
                  <a:lnTo>
                    <a:pt x="11734" y="86774"/>
                  </a:lnTo>
                  <a:cubicBezTo>
                    <a:pt x="11709" y="86385"/>
                    <a:pt x="11758" y="86021"/>
                    <a:pt x="11758" y="85632"/>
                  </a:cubicBezTo>
                  <a:cubicBezTo>
                    <a:pt x="11807" y="84101"/>
                    <a:pt x="11977" y="82571"/>
                    <a:pt x="12268" y="81065"/>
                  </a:cubicBezTo>
                  <a:cubicBezTo>
                    <a:pt x="13361" y="75065"/>
                    <a:pt x="16228" y="69478"/>
                    <a:pt x="19823" y="64571"/>
                  </a:cubicBezTo>
                  <a:cubicBezTo>
                    <a:pt x="21305" y="62530"/>
                    <a:pt x="22884" y="60562"/>
                    <a:pt x="24584" y="58692"/>
                  </a:cubicBezTo>
                  <a:cubicBezTo>
                    <a:pt x="26139" y="56967"/>
                    <a:pt x="27621" y="55485"/>
                    <a:pt x="28981" y="54149"/>
                  </a:cubicBezTo>
                  <a:cubicBezTo>
                    <a:pt x="31678" y="51501"/>
                    <a:pt x="33864" y="49534"/>
                    <a:pt x="35394" y="48100"/>
                  </a:cubicBezTo>
                  <a:cubicBezTo>
                    <a:pt x="36147" y="47372"/>
                    <a:pt x="36730" y="46789"/>
                    <a:pt x="37168" y="46327"/>
                  </a:cubicBezTo>
                  <a:cubicBezTo>
                    <a:pt x="37484" y="45987"/>
                    <a:pt x="37751" y="45623"/>
                    <a:pt x="37969" y="45210"/>
                  </a:cubicBezTo>
                  <a:cubicBezTo>
                    <a:pt x="38077" y="44940"/>
                    <a:pt x="37975" y="44805"/>
                    <a:pt x="37672" y="44805"/>
                  </a:cubicBezTo>
                  <a:cubicBezTo>
                    <a:pt x="37429" y="44805"/>
                    <a:pt x="37057" y="44891"/>
                    <a:pt x="36560" y="45064"/>
                  </a:cubicBezTo>
                  <a:cubicBezTo>
                    <a:pt x="34836" y="45720"/>
                    <a:pt x="33184" y="46546"/>
                    <a:pt x="31605" y="47517"/>
                  </a:cubicBezTo>
                  <a:cubicBezTo>
                    <a:pt x="28860" y="49145"/>
                    <a:pt x="26260" y="50967"/>
                    <a:pt x="23783" y="52983"/>
                  </a:cubicBezTo>
                  <a:cubicBezTo>
                    <a:pt x="20333" y="55753"/>
                    <a:pt x="17199" y="58886"/>
                    <a:pt x="14454" y="62311"/>
                  </a:cubicBezTo>
                  <a:cubicBezTo>
                    <a:pt x="12778" y="64352"/>
                    <a:pt x="11272" y="66538"/>
                    <a:pt x="9960" y="68822"/>
                  </a:cubicBezTo>
                  <a:cubicBezTo>
                    <a:pt x="9620" y="69429"/>
                    <a:pt x="9280" y="70061"/>
                    <a:pt x="8989" y="70692"/>
                  </a:cubicBezTo>
                  <a:cubicBezTo>
                    <a:pt x="8673" y="71324"/>
                    <a:pt x="8381" y="71980"/>
                    <a:pt x="8066" y="72636"/>
                  </a:cubicBezTo>
                  <a:cubicBezTo>
                    <a:pt x="7458" y="73996"/>
                    <a:pt x="6948" y="75381"/>
                    <a:pt x="6511" y="76814"/>
                  </a:cubicBezTo>
                  <a:lnTo>
                    <a:pt x="5466" y="76498"/>
                  </a:lnTo>
                  <a:cubicBezTo>
                    <a:pt x="5879" y="75065"/>
                    <a:pt x="6365" y="73680"/>
                    <a:pt x="6924" y="72295"/>
                  </a:cubicBezTo>
                  <a:cubicBezTo>
                    <a:pt x="7483" y="71008"/>
                    <a:pt x="8017" y="69769"/>
                    <a:pt x="8600" y="68652"/>
                  </a:cubicBezTo>
                  <a:cubicBezTo>
                    <a:pt x="9669" y="66611"/>
                    <a:pt x="10835" y="64643"/>
                    <a:pt x="12098" y="62749"/>
                  </a:cubicBezTo>
                  <a:cubicBezTo>
                    <a:pt x="13896" y="60149"/>
                    <a:pt x="15815" y="57623"/>
                    <a:pt x="17880" y="55218"/>
                  </a:cubicBezTo>
                  <a:cubicBezTo>
                    <a:pt x="19386" y="53420"/>
                    <a:pt x="20455" y="52206"/>
                    <a:pt x="21135" y="51356"/>
                  </a:cubicBezTo>
                  <a:cubicBezTo>
                    <a:pt x="21791" y="50505"/>
                    <a:pt x="22058" y="50020"/>
                    <a:pt x="22058" y="49728"/>
                  </a:cubicBezTo>
                  <a:cubicBezTo>
                    <a:pt x="22068" y="49503"/>
                    <a:pt x="21894" y="49429"/>
                    <a:pt x="21629" y="49429"/>
                  </a:cubicBezTo>
                  <a:cubicBezTo>
                    <a:pt x="21263" y="49429"/>
                    <a:pt x="20725" y="49571"/>
                    <a:pt x="20260" y="49655"/>
                  </a:cubicBezTo>
                  <a:cubicBezTo>
                    <a:pt x="20065" y="49697"/>
                    <a:pt x="19883" y="49725"/>
                    <a:pt x="19731" y="49725"/>
                  </a:cubicBezTo>
                  <a:cubicBezTo>
                    <a:pt x="19262" y="49725"/>
                    <a:pt x="19095" y="49451"/>
                    <a:pt x="19774" y="48441"/>
                  </a:cubicBezTo>
                  <a:lnTo>
                    <a:pt x="19774" y="48441"/>
                  </a:lnTo>
                  <a:cubicBezTo>
                    <a:pt x="15159" y="52789"/>
                    <a:pt x="10859" y="57672"/>
                    <a:pt x="7385" y="63283"/>
                  </a:cubicBezTo>
                  <a:cubicBezTo>
                    <a:pt x="6511" y="64692"/>
                    <a:pt x="5685" y="66125"/>
                    <a:pt x="4956" y="67631"/>
                  </a:cubicBezTo>
                  <a:cubicBezTo>
                    <a:pt x="4227" y="69162"/>
                    <a:pt x="3547" y="70668"/>
                    <a:pt x="2964" y="72271"/>
                  </a:cubicBezTo>
                  <a:cubicBezTo>
                    <a:pt x="2357" y="73850"/>
                    <a:pt x="1847" y="75478"/>
                    <a:pt x="1434" y="77130"/>
                  </a:cubicBezTo>
                  <a:cubicBezTo>
                    <a:pt x="1215" y="77956"/>
                    <a:pt x="997" y="78781"/>
                    <a:pt x="875" y="79632"/>
                  </a:cubicBezTo>
                  <a:cubicBezTo>
                    <a:pt x="729" y="80458"/>
                    <a:pt x="559" y="81308"/>
                    <a:pt x="462" y="82158"/>
                  </a:cubicBezTo>
                  <a:cubicBezTo>
                    <a:pt x="49" y="85583"/>
                    <a:pt x="1" y="89033"/>
                    <a:pt x="365" y="92458"/>
                  </a:cubicBezTo>
                  <a:cubicBezTo>
                    <a:pt x="754" y="95835"/>
                    <a:pt x="1507" y="99187"/>
                    <a:pt x="2576" y="102418"/>
                  </a:cubicBezTo>
                  <a:cubicBezTo>
                    <a:pt x="3620" y="105600"/>
                    <a:pt x="4980" y="108685"/>
                    <a:pt x="6608" y="111624"/>
                  </a:cubicBezTo>
                  <a:cubicBezTo>
                    <a:pt x="8211" y="114564"/>
                    <a:pt x="10033" y="117357"/>
                    <a:pt x="12098" y="120005"/>
                  </a:cubicBezTo>
                  <a:cubicBezTo>
                    <a:pt x="12608" y="120661"/>
                    <a:pt x="13264" y="121341"/>
                    <a:pt x="13920" y="122094"/>
                  </a:cubicBezTo>
                  <a:cubicBezTo>
                    <a:pt x="14576" y="122872"/>
                    <a:pt x="15353" y="123649"/>
                    <a:pt x="16155" y="124451"/>
                  </a:cubicBezTo>
                  <a:lnTo>
                    <a:pt x="16762" y="125058"/>
                  </a:lnTo>
                  <a:lnTo>
                    <a:pt x="17418" y="125665"/>
                  </a:lnTo>
                  <a:lnTo>
                    <a:pt x="18730" y="126880"/>
                  </a:lnTo>
                  <a:cubicBezTo>
                    <a:pt x="19191" y="127293"/>
                    <a:pt x="19653" y="127682"/>
                    <a:pt x="20115" y="128070"/>
                  </a:cubicBezTo>
                  <a:cubicBezTo>
                    <a:pt x="20576" y="128459"/>
                    <a:pt x="21038" y="128872"/>
                    <a:pt x="21523" y="129261"/>
                  </a:cubicBezTo>
                  <a:cubicBezTo>
                    <a:pt x="24900" y="131957"/>
                    <a:pt x="28471" y="134386"/>
                    <a:pt x="32212" y="136548"/>
                  </a:cubicBezTo>
                  <a:cubicBezTo>
                    <a:pt x="36245" y="138856"/>
                    <a:pt x="40399" y="140921"/>
                    <a:pt x="44674" y="142743"/>
                  </a:cubicBezTo>
                  <a:cubicBezTo>
                    <a:pt x="48901" y="144540"/>
                    <a:pt x="53152" y="146119"/>
                    <a:pt x="57379" y="147577"/>
                  </a:cubicBezTo>
                  <a:cubicBezTo>
                    <a:pt x="58423" y="147917"/>
                    <a:pt x="59492" y="148306"/>
                    <a:pt x="60561" y="148621"/>
                  </a:cubicBezTo>
                  <a:lnTo>
                    <a:pt x="63743" y="149642"/>
                  </a:lnTo>
                  <a:lnTo>
                    <a:pt x="66926" y="150638"/>
                  </a:lnTo>
                  <a:cubicBezTo>
                    <a:pt x="67970" y="150953"/>
                    <a:pt x="69039" y="151318"/>
                    <a:pt x="70108" y="151609"/>
                  </a:cubicBezTo>
                  <a:cubicBezTo>
                    <a:pt x="74383" y="152824"/>
                    <a:pt x="78635" y="154087"/>
                    <a:pt x="82934" y="155107"/>
                  </a:cubicBezTo>
                  <a:lnTo>
                    <a:pt x="86141" y="155909"/>
                  </a:lnTo>
                  <a:lnTo>
                    <a:pt x="87769" y="156346"/>
                  </a:lnTo>
                  <a:lnTo>
                    <a:pt x="89372" y="156711"/>
                  </a:lnTo>
                  <a:lnTo>
                    <a:pt x="95834" y="158144"/>
                  </a:lnTo>
                  <a:cubicBezTo>
                    <a:pt x="96392" y="158241"/>
                    <a:pt x="96927" y="158387"/>
                    <a:pt x="97461" y="158484"/>
                  </a:cubicBezTo>
                  <a:lnTo>
                    <a:pt x="99089" y="158800"/>
                  </a:lnTo>
                  <a:lnTo>
                    <a:pt x="102320" y="159407"/>
                  </a:lnTo>
                  <a:cubicBezTo>
                    <a:pt x="104506" y="159796"/>
                    <a:pt x="106644" y="160257"/>
                    <a:pt x="108830" y="160573"/>
                  </a:cubicBezTo>
                  <a:lnTo>
                    <a:pt x="115340" y="161618"/>
                  </a:lnTo>
                  <a:cubicBezTo>
                    <a:pt x="116409" y="161812"/>
                    <a:pt x="117502" y="161934"/>
                    <a:pt x="118595" y="162079"/>
                  </a:cubicBezTo>
                  <a:lnTo>
                    <a:pt x="121851" y="162492"/>
                  </a:lnTo>
                  <a:lnTo>
                    <a:pt x="125106" y="162930"/>
                  </a:lnTo>
                  <a:lnTo>
                    <a:pt x="125932" y="163027"/>
                  </a:lnTo>
                  <a:lnTo>
                    <a:pt x="126758" y="163124"/>
                  </a:lnTo>
                  <a:lnTo>
                    <a:pt x="128385" y="163270"/>
                  </a:lnTo>
                  <a:lnTo>
                    <a:pt x="134920" y="163950"/>
                  </a:lnTo>
                  <a:cubicBezTo>
                    <a:pt x="137082" y="164144"/>
                    <a:pt x="139268" y="164290"/>
                    <a:pt x="141454" y="164436"/>
                  </a:cubicBezTo>
                  <a:lnTo>
                    <a:pt x="144734" y="164679"/>
                  </a:lnTo>
                  <a:cubicBezTo>
                    <a:pt x="145827" y="164751"/>
                    <a:pt x="146920" y="164800"/>
                    <a:pt x="147989" y="164849"/>
                  </a:cubicBezTo>
                  <a:lnTo>
                    <a:pt x="154548" y="165140"/>
                  </a:lnTo>
                  <a:lnTo>
                    <a:pt x="161083" y="165262"/>
                  </a:lnTo>
                  <a:lnTo>
                    <a:pt x="164338" y="165310"/>
                  </a:lnTo>
                  <a:lnTo>
                    <a:pt x="167617" y="165262"/>
                  </a:lnTo>
                  <a:lnTo>
                    <a:pt x="174152" y="165189"/>
                  </a:lnTo>
                  <a:lnTo>
                    <a:pt x="180662" y="164897"/>
                  </a:lnTo>
                  <a:cubicBezTo>
                    <a:pt x="181755" y="164849"/>
                    <a:pt x="182824" y="164824"/>
                    <a:pt x="183917" y="164776"/>
                  </a:cubicBezTo>
                  <a:lnTo>
                    <a:pt x="187173" y="164533"/>
                  </a:lnTo>
                  <a:cubicBezTo>
                    <a:pt x="189335" y="164363"/>
                    <a:pt x="191497" y="164241"/>
                    <a:pt x="193659" y="164071"/>
                  </a:cubicBezTo>
                  <a:lnTo>
                    <a:pt x="200145" y="163415"/>
                  </a:lnTo>
                  <a:cubicBezTo>
                    <a:pt x="201213" y="163294"/>
                    <a:pt x="202307" y="163197"/>
                    <a:pt x="203375" y="163075"/>
                  </a:cubicBezTo>
                  <a:lnTo>
                    <a:pt x="206606" y="162662"/>
                  </a:lnTo>
                  <a:cubicBezTo>
                    <a:pt x="208744" y="162371"/>
                    <a:pt x="210882" y="162104"/>
                    <a:pt x="213044" y="161812"/>
                  </a:cubicBezTo>
                  <a:cubicBezTo>
                    <a:pt x="217344" y="161156"/>
                    <a:pt x="221668" y="160427"/>
                    <a:pt x="225992" y="159504"/>
                  </a:cubicBezTo>
                  <a:cubicBezTo>
                    <a:pt x="230364" y="158581"/>
                    <a:pt x="234688" y="157415"/>
                    <a:pt x="238915" y="155982"/>
                  </a:cubicBezTo>
                  <a:cubicBezTo>
                    <a:pt x="243263" y="154524"/>
                    <a:pt x="247466" y="152727"/>
                    <a:pt x="251523" y="150613"/>
                  </a:cubicBezTo>
                  <a:cubicBezTo>
                    <a:pt x="251766" y="150468"/>
                    <a:pt x="252033" y="150346"/>
                    <a:pt x="252276" y="150200"/>
                  </a:cubicBezTo>
                  <a:lnTo>
                    <a:pt x="253029" y="149763"/>
                  </a:lnTo>
                  <a:lnTo>
                    <a:pt x="254559" y="148913"/>
                  </a:lnTo>
                  <a:cubicBezTo>
                    <a:pt x="255555" y="148306"/>
                    <a:pt x="256527" y="147674"/>
                    <a:pt x="257499" y="147042"/>
                  </a:cubicBezTo>
                  <a:lnTo>
                    <a:pt x="258956" y="146022"/>
                  </a:lnTo>
                  <a:lnTo>
                    <a:pt x="259685" y="145488"/>
                  </a:lnTo>
                  <a:lnTo>
                    <a:pt x="260049" y="145245"/>
                  </a:lnTo>
                  <a:lnTo>
                    <a:pt x="260389" y="144953"/>
                  </a:lnTo>
                  <a:lnTo>
                    <a:pt x="261774" y="143860"/>
                  </a:lnTo>
                  <a:lnTo>
                    <a:pt x="262479" y="143301"/>
                  </a:lnTo>
                  <a:cubicBezTo>
                    <a:pt x="262697" y="143107"/>
                    <a:pt x="262916" y="142913"/>
                    <a:pt x="263134" y="142718"/>
                  </a:cubicBezTo>
                  <a:cubicBezTo>
                    <a:pt x="266657" y="139609"/>
                    <a:pt x="269839" y="136111"/>
                    <a:pt x="272560" y="132297"/>
                  </a:cubicBezTo>
                  <a:cubicBezTo>
                    <a:pt x="272924" y="131836"/>
                    <a:pt x="273240" y="131350"/>
                    <a:pt x="273556" y="130864"/>
                  </a:cubicBezTo>
                  <a:lnTo>
                    <a:pt x="274528" y="129406"/>
                  </a:lnTo>
                  <a:cubicBezTo>
                    <a:pt x="275159" y="128410"/>
                    <a:pt x="275718" y="127414"/>
                    <a:pt x="276325" y="126418"/>
                  </a:cubicBezTo>
                  <a:lnTo>
                    <a:pt x="277151" y="124864"/>
                  </a:lnTo>
                  <a:cubicBezTo>
                    <a:pt x="277418" y="124354"/>
                    <a:pt x="277710" y="123843"/>
                    <a:pt x="277953" y="123309"/>
                  </a:cubicBezTo>
                  <a:lnTo>
                    <a:pt x="278706" y="121754"/>
                  </a:lnTo>
                  <a:lnTo>
                    <a:pt x="279094" y="120953"/>
                  </a:lnTo>
                  <a:lnTo>
                    <a:pt x="279435" y="120151"/>
                  </a:lnTo>
                  <a:cubicBezTo>
                    <a:pt x="281256" y="115900"/>
                    <a:pt x="282665" y="111454"/>
                    <a:pt x="283637" y="106912"/>
                  </a:cubicBezTo>
                  <a:cubicBezTo>
                    <a:pt x="283686" y="106645"/>
                    <a:pt x="283759" y="106353"/>
                    <a:pt x="283807" y="106062"/>
                  </a:cubicBezTo>
                  <a:lnTo>
                    <a:pt x="283953" y="105211"/>
                  </a:lnTo>
                  <a:lnTo>
                    <a:pt x="284269" y="103487"/>
                  </a:lnTo>
                  <a:cubicBezTo>
                    <a:pt x="284439" y="102345"/>
                    <a:pt x="284560" y="101179"/>
                    <a:pt x="284730" y="100037"/>
                  </a:cubicBezTo>
                  <a:cubicBezTo>
                    <a:pt x="284803" y="98871"/>
                    <a:pt x="284925" y="97729"/>
                    <a:pt x="284973" y="96563"/>
                  </a:cubicBezTo>
                  <a:lnTo>
                    <a:pt x="285046" y="94814"/>
                  </a:lnTo>
                  <a:lnTo>
                    <a:pt x="285070" y="93940"/>
                  </a:lnTo>
                  <a:lnTo>
                    <a:pt x="285070" y="93065"/>
                  </a:lnTo>
                  <a:cubicBezTo>
                    <a:pt x="285070" y="88377"/>
                    <a:pt x="284536" y="83688"/>
                    <a:pt x="283491" y="79122"/>
                  </a:cubicBezTo>
                  <a:cubicBezTo>
                    <a:pt x="282423" y="74482"/>
                    <a:pt x="280771" y="70012"/>
                    <a:pt x="278560" y="65809"/>
                  </a:cubicBezTo>
                  <a:lnTo>
                    <a:pt x="277710" y="64230"/>
                  </a:lnTo>
                  <a:cubicBezTo>
                    <a:pt x="277443" y="63720"/>
                    <a:pt x="277127" y="63210"/>
                    <a:pt x="276811" y="62700"/>
                  </a:cubicBezTo>
                  <a:cubicBezTo>
                    <a:pt x="276495" y="62190"/>
                    <a:pt x="276179" y="61680"/>
                    <a:pt x="275864" y="61170"/>
                  </a:cubicBezTo>
                  <a:lnTo>
                    <a:pt x="274819" y="59712"/>
                  </a:lnTo>
                  <a:cubicBezTo>
                    <a:pt x="273459" y="57793"/>
                    <a:pt x="272001" y="55947"/>
                    <a:pt x="270422" y="54198"/>
                  </a:cubicBezTo>
                  <a:cubicBezTo>
                    <a:pt x="267313" y="50797"/>
                    <a:pt x="263936" y="47688"/>
                    <a:pt x="260292" y="44870"/>
                  </a:cubicBezTo>
                  <a:cubicBezTo>
                    <a:pt x="253199" y="39307"/>
                    <a:pt x="245668" y="34813"/>
                    <a:pt x="238502" y="30343"/>
                  </a:cubicBezTo>
                  <a:lnTo>
                    <a:pt x="237166" y="29517"/>
                  </a:lnTo>
                  <a:lnTo>
                    <a:pt x="236486" y="29104"/>
                  </a:lnTo>
                  <a:lnTo>
                    <a:pt x="235879" y="28691"/>
                  </a:lnTo>
                  <a:lnTo>
                    <a:pt x="234640" y="27889"/>
                  </a:lnTo>
                  <a:cubicBezTo>
                    <a:pt x="234227" y="27622"/>
                    <a:pt x="233838" y="27331"/>
                    <a:pt x="233425" y="27039"/>
                  </a:cubicBezTo>
                  <a:cubicBezTo>
                    <a:pt x="233012" y="26748"/>
                    <a:pt x="232599" y="26456"/>
                    <a:pt x="232186" y="26165"/>
                  </a:cubicBezTo>
                  <a:lnTo>
                    <a:pt x="230947" y="25242"/>
                  </a:lnTo>
                  <a:cubicBezTo>
                    <a:pt x="230121" y="24659"/>
                    <a:pt x="229295" y="24003"/>
                    <a:pt x="228469" y="23395"/>
                  </a:cubicBezTo>
                  <a:cubicBezTo>
                    <a:pt x="225166" y="20869"/>
                    <a:pt x="221813" y="18173"/>
                    <a:pt x="218315" y="15525"/>
                  </a:cubicBezTo>
                  <a:cubicBezTo>
                    <a:pt x="215309" y="13209"/>
                    <a:pt x="212185" y="11047"/>
                    <a:pt x="208969" y="9051"/>
                  </a:cubicBezTo>
                  <a:lnTo>
                    <a:pt x="208969" y="9051"/>
                  </a:lnTo>
                  <a:cubicBezTo>
                    <a:pt x="209456" y="9356"/>
                    <a:pt x="209940" y="9668"/>
                    <a:pt x="210420" y="9986"/>
                  </a:cubicBezTo>
                  <a:cubicBezTo>
                    <a:pt x="210736" y="10180"/>
                    <a:pt x="211028" y="10375"/>
                    <a:pt x="211343" y="10593"/>
                  </a:cubicBezTo>
                  <a:lnTo>
                    <a:pt x="212242" y="11201"/>
                  </a:lnTo>
                  <a:cubicBezTo>
                    <a:pt x="212849" y="11614"/>
                    <a:pt x="213457" y="12002"/>
                    <a:pt x="214040" y="12415"/>
                  </a:cubicBezTo>
                  <a:cubicBezTo>
                    <a:pt x="215206" y="13266"/>
                    <a:pt x="216372" y="14091"/>
                    <a:pt x="217489" y="14966"/>
                  </a:cubicBezTo>
                  <a:cubicBezTo>
                    <a:pt x="219748" y="16642"/>
                    <a:pt x="221910" y="18367"/>
                    <a:pt x="224072" y="20067"/>
                  </a:cubicBezTo>
                  <a:cubicBezTo>
                    <a:pt x="226210" y="21743"/>
                    <a:pt x="228299" y="23395"/>
                    <a:pt x="230413" y="24974"/>
                  </a:cubicBezTo>
                  <a:cubicBezTo>
                    <a:pt x="232526" y="26553"/>
                    <a:pt x="234591" y="27987"/>
                    <a:pt x="236729" y="29371"/>
                  </a:cubicBezTo>
                  <a:cubicBezTo>
                    <a:pt x="241271" y="32213"/>
                    <a:pt x="245911" y="35056"/>
                    <a:pt x="250551" y="38092"/>
                  </a:cubicBezTo>
                  <a:cubicBezTo>
                    <a:pt x="252883" y="39647"/>
                    <a:pt x="255191" y="41226"/>
                    <a:pt x="257450" y="42902"/>
                  </a:cubicBezTo>
                  <a:cubicBezTo>
                    <a:pt x="258592" y="43728"/>
                    <a:pt x="259709" y="44627"/>
                    <a:pt x="260827" y="45501"/>
                  </a:cubicBezTo>
                  <a:cubicBezTo>
                    <a:pt x="261385" y="45963"/>
                    <a:pt x="261944" y="46424"/>
                    <a:pt x="262503" y="46886"/>
                  </a:cubicBezTo>
                  <a:lnTo>
                    <a:pt x="263329" y="47566"/>
                  </a:lnTo>
                  <a:lnTo>
                    <a:pt x="264130" y="48295"/>
                  </a:lnTo>
                  <a:cubicBezTo>
                    <a:pt x="266317" y="50214"/>
                    <a:pt x="268382" y="52279"/>
                    <a:pt x="270325" y="54441"/>
                  </a:cubicBezTo>
                  <a:lnTo>
                    <a:pt x="271782" y="56117"/>
                  </a:lnTo>
                  <a:cubicBezTo>
                    <a:pt x="272244" y="56676"/>
                    <a:pt x="272706" y="57283"/>
                    <a:pt x="273167" y="57866"/>
                  </a:cubicBezTo>
                  <a:lnTo>
                    <a:pt x="273847" y="58740"/>
                  </a:lnTo>
                  <a:cubicBezTo>
                    <a:pt x="274066" y="59032"/>
                    <a:pt x="274260" y="59348"/>
                    <a:pt x="274503" y="59664"/>
                  </a:cubicBezTo>
                  <a:lnTo>
                    <a:pt x="275766" y="61510"/>
                  </a:lnTo>
                  <a:cubicBezTo>
                    <a:pt x="276544" y="62797"/>
                    <a:pt x="277370" y="64060"/>
                    <a:pt x="278050" y="65396"/>
                  </a:cubicBezTo>
                  <a:lnTo>
                    <a:pt x="278560" y="66392"/>
                  </a:lnTo>
                  <a:lnTo>
                    <a:pt x="278827" y="66903"/>
                  </a:lnTo>
                  <a:cubicBezTo>
                    <a:pt x="278900" y="67073"/>
                    <a:pt x="278997" y="67243"/>
                    <a:pt x="279070" y="67413"/>
                  </a:cubicBezTo>
                  <a:lnTo>
                    <a:pt x="279993" y="69453"/>
                  </a:lnTo>
                  <a:cubicBezTo>
                    <a:pt x="280309" y="70133"/>
                    <a:pt x="280552" y="70838"/>
                    <a:pt x="280844" y="71518"/>
                  </a:cubicBezTo>
                  <a:lnTo>
                    <a:pt x="281232" y="72563"/>
                  </a:lnTo>
                  <a:cubicBezTo>
                    <a:pt x="281378" y="72927"/>
                    <a:pt x="281475" y="73267"/>
                    <a:pt x="281597" y="73632"/>
                  </a:cubicBezTo>
                  <a:cubicBezTo>
                    <a:pt x="281815" y="74336"/>
                    <a:pt x="282058" y="75040"/>
                    <a:pt x="282277" y="75745"/>
                  </a:cubicBezTo>
                  <a:lnTo>
                    <a:pt x="282884" y="77907"/>
                  </a:lnTo>
                  <a:cubicBezTo>
                    <a:pt x="283589" y="80773"/>
                    <a:pt x="284099" y="83688"/>
                    <a:pt x="284390" y="86628"/>
                  </a:cubicBezTo>
                  <a:lnTo>
                    <a:pt x="284536" y="87721"/>
                  </a:lnTo>
                  <a:lnTo>
                    <a:pt x="284609" y="88838"/>
                  </a:lnTo>
                  <a:cubicBezTo>
                    <a:pt x="284657" y="89567"/>
                    <a:pt x="284706" y="90296"/>
                    <a:pt x="284730" y="91025"/>
                  </a:cubicBezTo>
                  <a:cubicBezTo>
                    <a:pt x="284755" y="92507"/>
                    <a:pt x="284779" y="93964"/>
                    <a:pt x="284706" y="95422"/>
                  </a:cubicBezTo>
                  <a:cubicBezTo>
                    <a:pt x="284682" y="96903"/>
                    <a:pt x="284512" y="98337"/>
                    <a:pt x="284414" y="99794"/>
                  </a:cubicBezTo>
                  <a:cubicBezTo>
                    <a:pt x="284317" y="100523"/>
                    <a:pt x="284220" y="101252"/>
                    <a:pt x="284123" y="101980"/>
                  </a:cubicBezTo>
                  <a:lnTo>
                    <a:pt x="284002" y="103074"/>
                  </a:lnTo>
                  <a:lnTo>
                    <a:pt x="283807" y="104142"/>
                  </a:lnTo>
                  <a:cubicBezTo>
                    <a:pt x="283321" y="107009"/>
                    <a:pt x="282641" y="109851"/>
                    <a:pt x="281791" y="112645"/>
                  </a:cubicBezTo>
                  <a:lnTo>
                    <a:pt x="281135" y="114734"/>
                  </a:lnTo>
                  <a:cubicBezTo>
                    <a:pt x="280892" y="115414"/>
                    <a:pt x="280625" y="116094"/>
                    <a:pt x="280382" y="116799"/>
                  </a:cubicBezTo>
                  <a:lnTo>
                    <a:pt x="279993" y="117819"/>
                  </a:lnTo>
                  <a:cubicBezTo>
                    <a:pt x="279872" y="118159"/>
                    <a:pt x="279726" y="118499"/>
                    <a:pt x="279580" y="118839"/>
                  </a:cubicBezTo>
                  <a:cubicBezTo>
                    <a:pt x="279289" y="119495"/>
                    <a:pt x="279022" y="120175"/>
                    <a:pt x="278706" y="120856"/>
                  </a:cubicBezTo>
                  <a:cubicBezTo>
                    <a:pt x="278074" y="122167"/>
                    <a:pt x="277491" y="123503"/>
                    <a:pt x="276762" y="124767"/>
                  </a:cubicBezTo>
                  <a:lnTo>
                    <a:pt x="276252" y="125738"/>
                  </a:lnTo>
                  <a:lnTo>
                    <a:pt x="275985" y="126224"/>
                  </a:lnTo>
                  <a:lnTo>
                    <a:pt x="275694" y="126710"/>
                  </a:lnTo>
                  <a:lnTo>
                    <a:pt x="274576" y="128580"/>
                  </a:lnTo>
                  <a:cubicBezTo>
                    <a:pt x="271442" y="133609"/>
                    <a:pt x="267604" y="138152"/>
                    <a:pt x="263159" y="142063"/>
                  </a:cubicBezTo>
                  <a:lnTo>
                    <a:pt x="262333" y="142816"/>
                  </a:lnTo>
                  <a:cubicBezTo>
                    <a:pt x="262041" y="143059"/>
                    <a:pt x="261750" y="143277"/>
                    <a:pt x="261458" y="143520"/>
                  </a:cubicBezTo>
                  <a:cubicBezTo>
                    <a:pt x="260875" y="144006"/>
                    <a:pt x="260292" y="144443"/>
                    <a:pt x="259709" y="144905"/>
                  </a:cubicBezTo>
                  <a:cubicBezTo>
                    <a:pt x="258495" y="145755"/>
                    <a:pt x="257280" y="146678"/>
                    <a:pt x="256017" y="147431"/>
                  </a:cubicBezTo>
                  <a:lnTo>
                    <a:pt x="255094" y="148014"/>
                  </a:lnTo>
                  <a:lnTo>
                    <a:pt x="254632" y="148330"/>
                  </a:lnTo>
                  <a:lnTo>
                    <a:pt x="254195" y="148621"/>
                  </a:lnTo>
                  <a:lnTo>
                    <a:pt x="252276" y="149715"/>
                  </a:lnTo>
                  <a:cubicBezTo>
                    <a:pt x="251644" y="150079"/>
                    <a:pt x="250988" y="150395"/>
                    <a:pt x="250357" y="150735"/>
                  </a:cubicBezTo>
                  <a:lnTo>
                    <a:pt x="249385" y="151245"/>
                  </a:lnTo>
                  <a:lnTo>
                    <a:pt x="248389" y="151707"/>
                  </a:lnTo>
                  <a:cubicBezTo>
                    <a:pt x="243166" y="154160"/>
                    <a:pt x="237749" y="156103"/>
                    <a:pt x="232162" y="157561"/>
                  </a:cubicBezTo>
                  <a:cubicBezTo>
                    <a:pt x="229417" y="158290"/>
                    <a:pt x="226672" y="158921"/>
                    <a:pt x="223902" y="159480"/>
                  </a:cubicBezTo>
                  <a:cubicBezTo>
                    <a:pt x="221133" y="160039"/>
                    <a:pt x="218364" y="160525"/>
                    <a:pt x="215619" y="160962"/>
                  </a:cubicBezTo>
                  <a:lnTo>
                    <a:pt x="213554" y="161278"/>
                  </a:lnTo>
                  <a:cubicBezTo>
                    <a:pt x="212849" y="161399"/>
                    <a:pt x="212169" y="161496"/>
                    <a:pt x="211465" y="161569"/>
                  </a:cubicBezTo>
                  <a:lnTo>
                    <a:pt x="207335" y="162128"/>
                  </a:lnTo>
                  <a:lnTo>
                    <a:pt x="203181" y="162662"/>
                  </a:lnTo>
                  <a:cubicBezTo>
                    <a:pt x="201796" y="162808"/>
                    <a:pt x="200412" y="162954"/>
                    <a:pt x="199027" y="163100"/>
                  </a:cubicBezTo>
                  <a:cubicBezTo>
                    <a:pt x="196234" y="163367"/>
                    <a:pt x="193464" y="163707"/>
                    <a:pt x="190646" y="163853"/>
                  </a:cubicBezTo>
                  <a:lnTo>
                    <a:pt x="186444" y="164168"/>
                  </a:lnTo>
                  <a:cubicBezTo>
                    <a:pt x="185059" y="164266"/>
                    <a:pt x="183650" y="164387"/>
                    <a:pt x="182241" y="164436"/>
                  </a:cubicBezTo>
                  <a:cubicBezTo>
                    <a:pt x="182897" y="164217"/>
                    <a:pt x="184816" y="163901"/>
                    <a:pt x="181561" y="163901"/>
                  </a:cubicBezTo>
                  <a:lnTo>
                    <a:pt x="183699" y="163804"/>
                  </a:lnTo>
                  <a:lnTo>
                    <a:pt x="185812" y="163610"/>
                  </a:lnTo>
                  <a:lnTo>
                    <a:pt x="190063" y="163270"/>
                  </a:lnTo>
                  <a:lnTo>
                    <a:pt x="192201" y="163075"/>
                  </a:lnTo>
                  <a:lnTo>
                    <a:pt x="193246" y="163002"/>
                  </a:lnTo>
                  <a:lnTo>
                    <a:pt x="194314" y="162881"/>
                  </a:lnTo>
                  <a:lnTo>
                    <a:pt x="198541" y="162419"/>
                  </a:lnTo>
                  <a:lnTo>
                    <a:pt x="202768" y="161958"/>
                  </a:lnTo>
                  <a:lnTo>
                    <a:pt x="206971" y="161375"/>
                  </a:lnTo>
                  <a:cubicBezTo>
                    <a:pt x="209764" y="160986"/>
                    <a:pt x="212558" y="160597"/>
                    <a:pt x="215352" y="160160"/>
                  </a:cubicBezTo>
                  <a:cubicBezTo>
                    <a:pt x="218145" y="159699"/>
                    <a:pt x="220939" y="159213"/>
                    <a:pt x="223732" y="158630"/>
                  </a:cubicBezTo>
                  <a:cubicBezTo>
                    <a:pt x="226526" y="158047"/>
                    <a:pt x="229320" y="157415"/>
                    <a:pt x="232089" y="156662"/>
                  </a:cubicBezTo>
                  <a:cubicBezTo>
                    <a:pt x="234858" y="155909"/>
                    <a:pt x="237603" y="155059"/>
                    <a:pt x="240324" y="154087"/>
                  </a:cubicBezTo>
                  <a:cubicBezTo>
                    <a:pt x="241028" y="153844"/>
                    <a:pt x="241684" y="153553"/>
                    <a:pt x="242365" y="153310"/>
                  </a:cubicBezTo>
                  <a:lnTo>
                    <a:pt x="243385" y="152921"/>
                  </a:lnTo>
                  <a:cubicBezTo>
                    <a:pt x="243725" y="152775"/>
                    <a:pt x="244065" y="152630"/>
                    <a:pt x="244381" y="152484"/>
                  </a:cubicBezTo>
                  <a:cubicBezTo>
                    <a:pt x="245061" y="152217"/>
                    <a:pt x="245717" y="151925"/>
                    <a:pt x="246397" y="151634"/>
                  </a:cubicBezTo>
                  <a:lnTo>
                    <a:pt x="248389" y="150711"/>
                  </a:lnTo>
                  <a:cubicBezTo>
                    <a:pt x="249045" y="150395"/>
                    <a:pt x="249677" y="150055"/>
                    <a:pt x="250332" y="149715"/>
                  </a:cubicBezTo>
                  <a:cubicBezTo>
                    <a:pt x="250988" y="149374"/>
                    <a:pt x="251644" y="149034"/>
                    <a:pt x="252276" y="148670"/>
                  </a:cubicBezTo>
                  <a:lnTo>
                    <a:pt x="254195" y="147553"/>
                  </a:lnTo>
                  <a:lnTo>
                    <a:pt x="256041" y="146387"/>
                  </a:lnTo>
                  <a:cubicBezTo>
                    <a:pt x="258543" y="144759"/>
                    <a:pt x="260924" y="142937"/>
                    <a:pt x="263134" y="140945"/>
                  </a:cubicBezTo>
                  <a:lnTo>
                    <a:pt x="263960" y="140192"/>
                  </a:lnTo>
                  <a:lnTo>
                    <a:pt x="264762" y="139415"/>
                  </a:lnTo>
                  <a:cubicBezTo>
                    <a:pt x="265272" y="138905"/>
                    <a:pt x="265831" y="138394"/>
                    <a:pt x="266341" y="137836"/>
                  </a:cubicBezTo>
                  <a:lnTo>
                    <a:pt x="267847" y="136208"/>
                  </a:lnTo>
                  <a:lnTo>
                    <a:pt x="268212" y="135795"/>
                  </a:lnTo>
                  <a:lnTo>
                    <a:pt x="268552" y="135358"/>
                  </a:lnTo>
                  <a:lnTo>
                    <a:pt x="269256" y="134508"/>
                  </a:lnTo>
                  <a:cubicBezTo>
                    <a:pt x="270228" y="133390"/>
                    <a:pt x="271078" y="132176"/>
                    <a:pt x="271953" y="130985"/>
                  </a:cubicBezTo>
                  <a:cubicBezTo>
                    <a:pt x="272778" y="129771"/>
                    <a:pt x="273629" y="128556"/>
                    <a:pt x="274382" y="127293"/>
                  </a:cubicBezTo>
                  <a:lnTo>
                    <a:pt x="274916" y="126346"/>
                  </a:lnTo>
                  <a:lnTo>
                    <a:pt x="275208" y="125860"/>
                  </a:lnTo>
                  <a:lnTo>
                    <a:pt x="275451" y="125374"/>
                  </a:lnTo>
                  <a:lnTo>
                    <a:pt x="276519" y="123455"/>
                  </a:lnTo>
                  <a:cubicBezTo>
                    <a:pt x="276860" y="122799"/>
                    <a:pt x="277151" y="122119"/>
                    <a:pt x="277491" y="121463"/>
                  </a:cubicBezTo>
                  <a:lnTo>
                    <a:pt x="277953" y="120467"/>
                  </a:lnTo>
                  <a:lnTo>
                    <a:pt x="278390" y="119471"/>
                  </a:lnTo>
                  <a:cubicBezTo>
                    <a:pt x="279556" y="116774"/>
                    <a:pt x="280552" y="114005"/>
                    <a:pt x="281378" y="111187"/>
                  </a:cubicBezTo>
                  <a:lnTo>
                    <a:pt x="281961" y="109074"/>
                  </a:lnTo>
                  <a:cubicBezTo>
                    <a:pt x="282131" y="108369"/>
                    <a:pt x="282277" y="107641"/>
                    <a:pt x="282447" y="106936"/>
                  </a:cubicBezTo>
                  <a:lnTo>
                    <a:pt x="282690" y="105867"/>
                  </a:lnTo>
                  <a:lnTo>
                    <a:pt x="282884" y="104774"/>
                  </a:lnTo>
                  <a:cubicBezTo>
                    <a:pt x="283006" y="104045"/>
                    <a:pt x="283151" y="103341"/>
                    <a:pt x="283248" y="102612"/>
                  </a:cubicBezTo>
                  <a:cubicBezTo>
                    <a:pt x="283686" y="99697"/>
                    <a:pt x="283929" y="96758"/>
                    <a:pt x="283977" y="93818"/>
                  </a:cubicBezTo>
                  <a:cubicBezTo>
                    <a:pt x="284026" y="90879"/>
                    <a:pt x="283856" y="87915"/>
                    <a:pt x="283491" y="85000"/>
                  </a:cubicBezTo>
                  <a:cubicBezTo>
                    <a:pt x="283394" y="84247"/>
                    <a:pt x="283273" y="83518"/>
                    <a:pt x="283151" y="82790"/>
                  </a:cubicBezTo>
                  <a:lnTo>
                    <a:pt x="282981" y="81697"/>
                  </a:lnTo>
                  <a:lnTo>
                    <a:pt x="282763" y="80603"/>
                  </a:lnTo>
                  <a:cubicBezTo>
                    <a:pt x="282593" y="79875"/>
                    <a:pt x="282471" y="79146"/>
                    <a:pt x="282277" y="78417"/>
                  </a:cubicBezTo>
                  <a:lnTo>
                    <a:pt x="281694" y="76255"/>
                  </a:lnTo>
                  <a:cubicBezTo>
                    <a:pt x="281621" y="75891"/>
                    <a:pt x="281499" y="75551"/>
                    <a:pt x="281378" y="75186"/>
                  </a:cubicBezTo>
                  <a:lnTo>
                    <a:pt x="281038" y="74117"/>
                  </a:lnTo>
                  <a:lnTo>
                    <a:pt x="280698" y="73049"/>
                  </a:lnTo>
                  <a:cubicBezTo>
                    <a:pt x="280576" y="72708"/>
                    <a:pt x="280431" y="72344"/>
                    <a:pt x="280285" y="72004"/>
                  </a:cubicBezTo>
                  <a:cubicBezTo>
                    <a:pt x="280018" y="71324"/>
                    <a:pt x="279750" y="70595"/>
                    <a:pt x="279483" y="69915"/>
                  </a:cubicBezTo>
                  <a:lnTo>
                    <a:pt x="278536" y="67874"/>
                  </a:lnTo>
                  <a:cubicBezTo>
                    <a:pt x="278244" y="67170"/>
                    <a:pt x="277880" y="66514"/>
                    <a:pt x="277515" y="65858"/>
                  </a:cubicBezTo>
                  <a:cubicBezTo>
                    <a:pt x="277175" y="65178"/>
                    <a:pt x="276835" y="64498"/>
                    <a:pt x="276447" y="63866"/>
                  </a:cubicBezTo>
                  <a:lnTo>
                    <a:pt x="275256" y="61923"/>
                  </a:lnTo>
                  <a:cubicBezTo>
                    <a:pt x="274843" y="61291"/>
                    <a:pt x="274406" y="60684"/>
                    <a:pt x="273993" y="60052"/>
                  </a:cubicBezTo>
                  <a:cubicBezTo>
                    <a:pt x="273774" y="59736"/>
                    <a:pt x="273556" y="59445"/>
                    <a:pt x="273337" y="59129"/>
                  </a:cubicBezTo>
                  <a:lnTo>
                    <a:pt x="272657" y="58255"/>
                  </a:lnTo>
                  <a:cubicBezTo>
                    <a:pt x="272171" y="57672"/>
                    <a:pt x="271758" y="57064"/>
                    <a:pt x="271272" y="56506"/>
                  </a:cubicBezTo>
                  <a:lnTo>
                    <a:pt x="269815" y="54805"/>
                  </a:lnTo>
                  <a:cubicBezTo>
                    <a:pt x="269572" y="54514"/>
                    <a:pt x="269329" y="54246"/>
                    <a:pt x="269062" y="53979"/>
                  </a:cubicBezTo>
                  <a:lnTo>
                    <a:pt x="268309" y="53178"/>
                  </a:lnTo>
                  <a:cubicBezTo>
                    <a:pt x="267313" y="52084"/>
                    <a:pt x="266244" y="51113"/>
                    <a:pt x="265199" y="50068"/>
                  </a:cubicBezTo>
                  <a:cubicBezTo>
                    <a:pt x="264106" y="49096"/>
                    <a:pt x="263037" y="48100"/>
                    <a:pt x="261920" y="47202"/>
                  </a:cubicBezTo>
                  <a:cubicBezTo>
                    <a:pt x="257474" y="43461"/>
                    <a:pt x="252762" y="40230"/>
                    <a:pt x="248049" y="37193"/>
                  </a:cubicBezTo>
                  <a:cubicBezTo>
                    <a:pt x="245693" y="35687"/>
                    <a:pt x="243361" y="34230"/>
                    <a:pt x="241004" y="32772"/>
                  </a:cubicBezTo>
                  <a:lnTo>
                    <a:pt x="237506" y="30610"/>
                  </a:lnTo>
                  <a:lnTo>
                    <a:pt x="236656" y="30076"/>
                  </a:lnTo>
                  <a:lnTo>
                    <a:pt x="236219" y="29784"/>
                  </a:lnTo>
                  <a:lnTo>
                    <a:pt x="235806" y="29541"/>
                  </a:lnTo>
                  <a:lnTo>
                    <a:pt x="234178" y="28472"/>
                  </a:lnTo>
                  <a:cubicBezTo>
                    <a:pt x="229878" y="25557"/>
                    <a:pt x="225627" y="22156"/>
                    <a:pt x="221206" y="18731"/>
                  </a:cubicBezTo>
                  <a:cubicBezTo>
                    <a:pt x="218971" y="17031"/>
                    <a:pt x="216712" y="15306"/>
                    <a:pt x="214331" y="13630"/>
                  </a:cubicBezTo>
                  <a:cubicBezTo>
                    <a:pt x="213190" y="12804"/>
                    <a:pt x="211951" y="12002"/>
                    <a:pt x="210736" y="11176"/>
                  </a:cubicBezTo>
                  <a:cubicBezTo>
                    <a:pt x="209473" y="10399"/>
                    <a:pt x="208210" y="9622"/>
                    <a:pt x="206898" y="8844"/>
                  </a:cubicBezTo>
                  <a:cubicBezTo>
                    <a:pt x="205610" y="8067"/>
                    <a:pt x="204226" y="7387"/>
                    <a:pt x="202865" y="6707"/>
                  </a:cubicBezTo>
                  <a:cubicBezTo>
                    <a:pt x="201456" y="6051"/>
                    <a:pt x="200072" y="5395"/>
                    <a:pt x="198541" y="4885"/>
                  </a:cubicBezTo>
                  <a:lnTo>
                    <a:pt x="197424" y="4472"/>
                  </a:lnTo>
                  <a:cubicBezTo>
                    <a:pt x="197059" y="4326"/>
                    <a:pt x="196695" y="4229"/>
                    <a:pt x="196306" y="4132"/>
                  </a:cubicBezTo>
                  <a:lnTo>
                    <a:pt x="194047" y="3476"/>
                  </a:lnTo>
                  <a:cubicBezTo>
                    <a:pt x="193318" y="3257"/>
                    <a:pt x="192541" y="3111"/>
                    <a:pt x="191812" y="2941"/>
                  </a:cubicBezTo>
                  <a:cubicBezTo>
                    <a:pt x="191059" y="2796"/>
                    <a:pt x="190306" y="2601"/>
                    <a:pt x="189553" y="2504"/>
                  </a:cubicBezTo>
                  <a:lnTo>
                    <a:pt x="189747" y="1435"/>
                  </a:lnTo>
                  <a:lnTo>
                    <a:pt x="188144" y="1168"/>
                  </a:lnTo>
                  <a:cubicBezTo>
                    <a:pt x="187610" y="1071"/>
                    <a:pt x="187051" y="949"/>
                    <a:pt x="186541" y="901"/>
                  </a:cubicBezTo>
                  <a:lnTo>
                    <a:pt x="183334" y="512"/>
                  </a:lnTo>
                  <a:lnTo>
                    <a:pt x="180152" y="245"/>
                  </a:lnTo>
                  <a:cubicBezTo>
                    <a:pt x="179107" y="172"/>
                    <a:pt x="178063" y="148"/>
                    <a:pt x="176994" y="99"/>
                  </a:cubicBezTo>
                  <a:cubicBezTo>
                    <a:pt x="175288" y="30"/>
                    <a:pt x="173586" y="1"/>
                    <a:pt x="171889" y="1"/>
                  </a:cubicBezTo>
                  <a:close/>
                </a:path>
              </a:pathLst>
            </a:custGeom>
            <a:solidFill>
              <a:srgbClr val="FDB32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46" name="Google Shape;1146;p55"/>
          <p:cNvGrpSpPr/>
          <p:nvPr/>
        </p:nvGrpSpPr>
        <p:grpSpPr>
          <a:xfrm rot="3959834">
            <a:off x="7190414" y="3152741"/>
            <a:ext cx="3530017" cy="4269713"/>
            <a:chOff x="235075" y="777725"/>
            <a:chExt cx="7186900" cy="4132775"/>
          </a:xfrm>
        </p:grpSpPr>
        <p:sp>
          <p:nvSpPr>
            <p:cNvPr id="1147" name="Google Shape;1147;p55"/>
            <p:cNvSpPr/>
            <p:nvPr/>
          </p:nvSpPr>
          <p:spPr>
            <a:xfrm>
              <a:off x="342575" y="932875"/>
              <a:ext cx="7079400" cy="3826525"/>
            </a:xfrm>
            <a:custGeom>
              <a:rect b="b" l="l" r="r" t="t"/>
              <a:pathLst>
                <a:path extrusionOk="0" h="153061" w="283176">
                  <a:moveTo>
                    <a:pt x="168404" y="0"/>
                  </a:moveTo>
                  <a:cubicBezTo>
                    <a:pt x="157709" y="0"/>
                    <a:pt x="146666" y="1269"/>
                    <a:pt x="137470" y="1958"/>
                  </a:cubicBezTo>
                  <a:cubicBezTo>
                    <a:pt x="99769" y="4776"/>
                    <a:pt x="61970" y="14736"/>
                    <a:pt x="30657" y="36550"/>
                  </a:cubicBezTo>
                  <a:cubicBezTo>
                    <a:pt x="16422" y="46461"/>
                    <a:pt x="2915" y="60284"/>
                    <a:pt x="1336" y="77580"/>
                  </a:cubicBezTo>
                  <a:cubicBezTo>
                    <a:pt x="0" y="92204"/>
                    <a:pt x="7774" y="106560"/>
                    <a:pt x="18778" y="116301"/>
                  </a:cubicBezTo>
                  <a:cubicBezTo>
                    <a:pt x="29807" y="126043"/>
                    <a:pt x="43726" y="131800"/>
                    <a:pt x="57670" y="136415"/>
                  </a:cubicBezTo>
                  <a:cubicBezTo>
                    <a:pt x="91058" y="147472"/>
                    <a:pt x="125903" y="153060"/>
                    <a:pt x="160873" y="153060"/>
                  </a:cubicBezTo>
                  <a:cubicBezTo>
                    <a:pt x="176382" y="153060"/>
                    <a:pt x="191917" y="151961"/>
                    <a:pt x="207359" y="149752"/>
                  </a:cubicBezTo>
                  <a:cubicBezTo>
                    <a:pt x="222226" y="147614"/>
                    <a:pt x="237360" y="144286"/>
                    <a:pt x="249871" y="135929"/>
                  </a:cubicBezTo>
                  <a:cubicBezTo>
                    <a:pt x="275062" y="119095"/>
                    <a:pt x="283175" y="80398"/>
                    <a:pt x="265102" y="56057"/>
                  </a:cubicBezTo>
                  <a:cubicBezTo>
                    <a:pt x="255968" y="43789"/>
                    <a:pt x="242097" y="36137"/>
                    <a:pt x="229125" y="28024"/>
                  </a:cubicBezTo>
                  <a:cubicBezTo>
                    <a:pt x="217003" y="20420"/>
                    <a:pt x="204881" y="7643"/>
                    <a:pt x="191278" y="3027"/>
                  </a:cubicBezTo>
                  <a:cubicBezTo>
                    <a:pt x="184502" y="737"/>
                    <a:pt x="176554" y="0"/>
                    <a:pt x="168404" y="0"/>
                  </a:cubicBezTo>
                  <a:close/>
                </a:path>
              </a:pathLst>
            </a:custGeom>
            <a:solidFill>
              <a:srgbClr val="35C4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55"/>
            <p:cNvSpPr/>
            <p:nvPr/>
          </p:nvSpPr>
          <p:spPr>
            <a:xfrm>
              <a:off x="235075" y="777725"/>
              <a:ext cx="7126775" cy="4132775"/>
            </a:xfrm>
            <a:custGeom>
              <a:rect b="b" l="l" r="r" t="t"/>
              <a:pathLst>
                <a:path extrusionOk="0" h="165311" w="285071">
                  <a:moveTo>
                    <a:pt x="193683" y="2310"/>
                  </a:moveTo>
                  <a:lnTo>
                    <a:pt x="194120" y="2431"/>
                  </a:lnTo>
                  <a:lnTo>
                    <a:pt x="194557" y="2553"/>
                  </a:lnTo>
                  <a:lnTo>
                    <a:pt x="195456" y="2820"/>
                  </a:lnTo>
                  <a:lnTo>
                    <a:pt x="196198" y="3047"/>
                  </a:lnTo>
                  <a:lnTo>
                    <a:pt x="196198" y="3047"/>
                  </a:lnTo>
                  <a:cubicBezTo>
                    <a:pt x="196113" y="3020"/>
                    <a:pt x="196027" y="2993"/>
                    <a:pt x="195942" y="2966"/>
                  </a:cubicBezTo>
                  <a:lnTo>
                    <a:pt x="194825" y="2626"/>
                  </a:lnTo>
                  <a:cubicBezTo>
                    <a:pt x="194436" y="2504"/>
                    <a:pt x="194072" y="2383"/>
                    <a:pt x="193683" y="2310"/>
                  </a:cubicBezTo>
                  <a:close/>
                  <a:moveTo>
                    <a:pt x="196198" y="3047"/>
                  </a:moveTo>
                  <a:cubicBezTo>
                    <a:pt x="196309" y="3081"/>
                    <a:pt x="196421" y="3115"/>
                    <a:pt x="196532" y="3149"/>
                  </a:cubicBezTo>
                  <a:lnTo>
                    <a:pt x="196532" y="3149"/>
                  </a:lnTo>
                  <a:lnTo>
                    <a:pt x="196198" y="3047"/>
                  </a:lnTo>
                  <a:close/>
                  <a:moveTo>
                    <a:pt x="196532" y="3149"/>
                  </a:moveTo>
                  <a:lnTo>
                    <a:pt x="197205" y="3354"/>
                  </a:lnTo>
                  <a:cubicBezTo>
                    <a:pt x="197213" y="3356"/>
                    <a:pt x="197220" y="3358"/>
                    <a:pt x="197228" y="3360"/>
                  </a:cubicBezTo>
                  <a:lnTo>
                    <a:pt x="197228" y="3360"/>
                  </a:lnTo>
                  <a:cubicBezTo>
                    <a:pt x="196996" y="3288"/>
                    <a:pt x="196764" y="3219"/>
                    <a:pt x="196532" y="3149"/>
                  </a:cubicBezTo>
                  <a:close/>
                  <a:moveTo>
                    <a:pt x="197228" y="3360"/>
                  </a:moveTo>
                  <a:lnTo>
                    <a:pt x="197228" y="3360"/>
                  </a:lnTo>
                  <a:cubicBezTo>
                    <a:pt x="197350" y="3398"/>
                    <a:pt x="197472" y="3437"/>
                    <a:pt x="197593" y="3477"/>
                  </a:cubicBezTo>
                  <a:lnTo>
                    <a:pt x="197593" y="3477"/>
                  </a:lnTo>
                  <a:cubicBezTo>
                    <a:pt x="197473" y="3434"/>
                    <a:pt x="197353" y="3392"/>
                    <a:pt x="197228" y="3360"/>
                  </a:cubicBezTo>
                  <a:close/>
                  <a:moveTo>
                    <a:pt x="197593" y="3477"/>
                  </a:moveTo>
                  <a:lnTo>
                    <a:pt x="197593" y="3477"/>
                  </a:lnTo>
                  <a:cubicBezTo>
                    <a:pt x="197745" y="3533"/>
                    <a:pt x="197897" y="3593"/>
                    <a:pt x="198055" y="3646"/>
                  </a:cubicBezTo>
                  <a:lnTo>
                    <a:pt x="198930" y="3986"/>
                  </a:lnTo>
                  <a:cubicBezTo>
                    <a:pt x="199513" y="4205"/>
                    <a:pt x="200096" y="4423"/>
                    <a:pt x="200655" y="4666"/>
                  </a:cubicBezTo>
                  <a:cubicBezTo>
                    <a:pt x="200971" y="4803"/>
                    <a:pt x="201287" y="4943"/>
                    <a:pt x="201601" y="5085"/>
                  </a:cubicBezTo>
                  <a:lnTo>
                    <a:pt x="201601" y="5085"/>
                  </a:lnTo>
                  <a:lnTo>
                    <a:pt x="200412" y="4545"/>
                  </a:lnTo>
                  <a:lnTo>
                    <a:pt x="198201" y="3694"/>
                  </a:lnTo>
                  <a:cubicBezTo>
                    <a:pt x="197999" y="3616"/>
                    <a:pt x="197796" y="3545"/>
                    <a:pt x="197593" y="3477"/>
                  </a:cubicBezTo>
                  <a:close/>
                  <a:moveTo>
                    <a:pt x="201601" y="5085"/>
                  </a:moveTo>
                  <a:lnTo>
                    <a:pt x="201792" y="5172"/>
                  </a:lnTo>
                  <a:lnTo>
                    <a:pt x="201792" y="5172"/>
                  </a:lnTo>
                  <a:cubicBezTo>
                    <a:pt x="201728" y="5143"/>
                    <a:pt x="201665" y="5114"/>
                    <a:pt x="201601" y="5085"/>
                  </a:cubicBezTo>
                  <a:close/>
                  <a:moveTo>
                    <a:pt x="201792" y="5172"/>
                  </a:moveTo>
                  <a:cubicBezTo>
                    <a:pt x="202347" y="5425"/>
                    <a:pt x="202898" y="5687"/>
                    <a:pt x="203447" y="5957"/>
                  </a:cubicBezTo>
                  <a:lnTo>
                    <a:pt x="203447" y="5957"/>
                  </a:lnTo>
                  <a:cubicBezTo>
                    <a:pt x="203149" y="5808"/>
                    <a:pt x="202850" y="5661"/>
                    <a:pt x="202550" y="5516"/>
                  </a:cubicBezTo>
                  <a:lnTo>
                    <a:pt x="201792" y="5172"/>
                  </a:lnTo>
                  <a:close/>
                  <a:moveTo>
                    <a:pt x="203447" y="5957"/>
                  </a:moveTo>
                  <a:cubicBezTo>
                    <a:pt x="205025" y="6746"/>
                    <a:pt x="206570" y="7594"/>
                    <a:pt x="208082" y="8506"/>
                  </a:cubicBezTo>
                  <a:lnTo>
                    <a:pt x="208082" y="8506"/>
                  </a:lnTo>
                  <a:cubicBezTo>
                    <a:pt x="207745" y="8301"/>
                    <a:pt x="207407" y="8098"/>
                    <a:pt x="207068" y="7897"/>
                  </a:cubicBezTo>
                  <a:cubicBezTo>
                    <a:pt x="205877" y="7204"/>
                    <a:pt x="204670" y="6559"/>
                    <a:pt x="203447" y="5957"/>
                  </a:cubicBezTo>
                  <a:close/>
                  <a:moveTo>
                    <a:pt x="208082" y="8506"/>
                  </a:moveTo>
                  <a:cubicBezTo>
                    <a:pt x="208378" y="8686"/>
                    <a:pt x="208674" y="8868"/>
                    <a:pt x="208969" y="9051"/>
                  </a:cubicBezTo>
                  <a:lnTo>
                    <a:pt x="208969" y="9051"/>
                  </a:lnTo>
                  <a:cubicBezTo>
                    <a:pt x="208675" y="8867"/>
                    <a:pt x="208379" y="8685"/>
                    <a:pt x="208082" y="8506"/>
                  </a:cubicBezTo>
                  <a:close/>
                  <a:moveTo>
                    <a:pt x="274827" y="94613"/>
                  </a:moveTo>
                  <a:cubicBezTo>
                    <a:pt x="274825" y="94672"/>
                    <a:pt x="274822" y="94731"/>
                    <a:pt x="274819" y="94790"/>
                  </a:cubicBezTo>
                  <a:lnTo>
                    <a:pt x="274827" y="94613"/>
                  </a:lnTo>
                  <a:close/>
                  <a:moveTo>
                    <a:pt x="182036" y="164515"/>
                  </a:moveTo>
                  <a:cubicBezTo>
                    <a:pt x="182009" y="164557"/>
                    <a:pt x="182151" y="164591"/>
                    <a:pt x="182606" y="164606"/>
                  </a:cubicBezTo>
                  <a:cubicBezTo>
                    <a:pt x="182112" y="164589"/>
                    <a:pt x="181975" y="164562"/>
                    <a:pt x="182036" y="164515"/>
                  </a:cubicBezTo>
                  <a:close/>
                  <a:moveTo>
                    <a:pt x="171889" y="1"/>
                  </a:moveTo>
                  <a:cubicBezTo>
                    <a:pt x="169431" y="1"/>
                    <a:pt x="166985" y="62"/>
                    <a:pt x="164556" y="148"/>
                  </a:cubicBezTo>
                  <a:cubicBezTo>
                    <a:pt x="156370" y="512"/>
                    <a:pt x="148378" y="1314"/>
                    <a:pt x="140483" y="1872"/>
                  </a:cubicBezTo>
                  <a:cubicBezTo>
                    <a:pt x="132321" y="2456"/>
                    <a:pt x="124183" y="3379"/>
                    <a:pt x="116020" y="4666"/>
                  </a:cubicBezTo>
                  <a:lnTo>
                    <a:pt x="112960" y="5128"/>
                  </a:lnTo>
                  <a:cubicBezTo>
                    <a:pt x="111964" y="5298"/>
                    <a:pt x="110943" y="5516"/>
                    <a:pt x="109923" y="5686"/>
                  </a:cubicBezTo>
                  <a:lnTo>
                    <a:pt x="106887" y="6269"/>
                  </a:lnTo>
                  <a:lnTo>
                    <a:pt x="105380" y="6537"/>
                  </a:lnTo>
                  <a:lnTo>
                    <a:pt x="103850" y="6877"/>
                  </a:lnTo>
                  <a:cubicBezTo>
                    <a:pt x="101834" y="7314"/>
                    <a:pt x="99817" y="7727"/>
                    <a:pt x="97777" y="8188"/>
                  </a:cubicBezTo>
                  <a:lnTo>
                    <a:pt x="91704" y="9719"/>
                  </a:lnTo>
                  <a:cubicBezTo>
                    <a:pt x="90878" y="9913"/>
                    <a:pt x="90052" y="10180"/>
                    <a:pt x="89226" y="10423"/>
                  </a:cubicBezTo>
                  <a:lnTo>
                    <a:pt x="86797" y="11128"/>
                  </a:lnTo>
                  <a:lnTo>
                    <a:pt x="84416" y="11857"/>
                  </a:lnTo>
                  <a:cubicBezTo>
                    <a:pt x="83615" y="12099"/>
                    <a:pt x="82861" y="12391"/>
                    <a:pt x="82108" y="12634"/>
                  </a:cubicBezTo>
                  <a:lnTo>
                    <a:pt x="77614" y="14213"/>
                  </a:lnTo>
                  <a:cubicBezTo>
                    <a:pt x="76157" y="14747"/>
                    <a:pt x="74748" y="15355"/>
                    <a:pt x="73363" y="15889"/>
                  </a:cubicBezTo>
                  <a:lnTo>
                    <a:pt x="71323" y="16739"/>
                  </a:lnTo>
                  <a:lnTo>
                    <a:pt x="70327" y="17152"/>
                  </a:lnTo>
                  <a:lnTo>
                    <a:pt x="69331" y="17590"/>
                  </a:lnTo>
                  <a:lnTo>
                    <a:pt x="65517" y="19363"/>
                  </a:lnTo>
                  <a:lnTo>
                    <a:pt x="63671" y="20213"/>
                  </a:lnTo>
                  <a:lnTo>
                    <a:pt x="61922" y="21136"/>
                  </a:lnTo>
                  <a:lnTo>
                    <a:pt x="58521" y="22910"/>
                  </a:lnTo>
                  <a:lnTo>
                    <a:pt x="62772" y="21088"/>
                  </a:lnTo>
                  <a:lnTo>
                    <a:pt x="63841" y="20650"/>
                  </a:lnTo>
                  <a:lnTo>
                    <a:pt x="64909" y="20213"/>
                  </a:lnTo>
                  <a:lnTo>
                    <a:pt x="67072" y="19387"/>
                  </a:lnTo>
                  <a:lnTo>
                    <a:pt x="69234" y="18561"/>
                  </a:lnTo>
                  <a:cubicBezTo>
                    <a:pt x="69962" y="18270"/>
                    <a:pt x="70691" y="17978"/>
                    <a:pt x="71420" y="17735"/>
                  </a:cubicBezTo>
                  <a:lnTo>
                    <a:pt x="75817" y="16229"/>
                  </a:lnTo>
                  <a:cubicBezTo>
                    <a:pt x="76545" y="15962"/>
                    <a:pt x="77274" y="15695"/>
                    <a:pt x="78027" y="15476"/>
                  </a:cubicBezTo>
                  <a:lnTo>
                    <a:pt x="80238" y="14796"/>
                  </a:lnTo>
                  <a:cubicBezTo>
                    <a:pt x="81720" y="14334"/>
                    <a:pt x="83202" y="13873"/>
                    <a:pt x="84708" y="13411"/>
                  </a:cubicBezTo>
                  <a:lnTo>
                    <a:pt x="89202" y="12172"/>
                  </a:lnTo>
                  <a:lnTo>
                    <a:pt x="91461" y="11565"/>
                  </a:lnTo>
                  <a:lnTo>
                    <a:pt x="93744" y="11031"/>
                  </a:lnTo>
                  <a:lnTo>
                    <a:pt x="98287" y="9913"/>
                  </a:lnTo>
                  <a:cubicBezTo>
                    <a:pt x="99817" y="9597"/>
                    <a:pt x="101372" y="9282"/>
                    <a:pt x="102878" y="8942"/>
                  </a:cubicBezTo>
                  <a:lnTo>
                    <a:pt x="105186" y="8480"/>
                  </a:lnTo>
                  <a:cubicBezTo>
                    <a:pt x="105963" y="8310"/>
                    <a:pt x="106716" y="8188"/>
                    <a:pt x="107494" y="8043"/>
                  </a:cubicBezTo>
                  <a:lnTo>
                    <a:pt x="112134" y="7217"/>
                  </a:lnTo>
                  <a:cubicBezTo>
                    <a:pt x="118328" y="6197"/>
                    <a:pt x="124547" y="5322"/>
                    <a:pt x="130839" y="4715"/>
                  </a:cubicBezTo>
                  <a:lnTo>
                    <a:pt x="133195" y="4472"/>
                  </a:lnTo>
                  <a:lnTo>
                    <a:pt x="134361" y="4350"/>
                  </a:lnTo>
                  <a:lnTo>
                    <a:pt x="135551" y="4277"/>
                  </a:lnTo>
                  <a:lnTo>
                    <a:pt x="140264" y="3913"/>
                  </a:lnTo>
                  <a:lnTo>
                    <a:pt x="141454" y="3816"/>
                  </a:lnTo>
                  <a:lnTo>
                    <a:pt x="142596" y="3743"/>
                  </a:lnTo>
                  <a:lnTo>
                    <a:pt x="144928" y="3573"/>
                  </a:lnTo>
                  <a:lnTo>
                    <a:pt x="149568" y="3209"/>
                  </a:lnTo>
                  <a:cubicBezTo>
                    <a:pt x="155811" y="2747"/>
                    <a:pt x="162151" y="2261"/>
                    <a:pt x="168589" y="2140"/>
                  </a:cubicBezTo>
                  <a:lnTo>
                    <a:pt x="171018" y="2115"/>
                  </a:lnTo>
                  <a:cubicBezTo>
                    <a:pt x="171419" y="2103"/>
                    <a:pt x="171820" y="2097"/>
                    <a:pt x="172224" y="2097"/>
                  </a:cubicBezTo>
                  <a:cubicBezTo>
                    <a:pt x="172628" y="2097"/>
                    <a:pt x="173034" y="2103"/>
                    <a:pt x="173447" y="2115"/>
                  </a:cubicBezTo>
                  <a:lnTo>
                    <a:pt x="175877" y="2164"/>
                  </a:lnTo>
                  <a:cubicBezTo>
                    <a:pt x="176678" y="2188"/>
                    <a:pt x="177504" y="2237"/>
                    <a:pt x="178330" y="2261"/>
                  </a:cubicBezTo>
                  <a:lnTo>
                    <a:pt x="179545" y="2334"/>
                  </a:lnTo>
                  <a:cubicBezTo>
                    <a:pt x="179958" y="2358"/>
                    <a:pt x="180346" y="2407"/>
                    <a:pt x="180759" y="2431"/>
                  </a:cubicBezTo>
                  <a:lnTo>
                    <a:pt x="183237" y="2650"/>
                  </a:lnTo>
                  <a:lnTo>
                    <a:pt x="185691" y="2941"/>
                  </a:lnTo>
                  <a:cubicBezTo>
                    <a:pt x="186104" y="2990"/>
                    <a:pt x="186517" y="3039"/>
                    <a:pt x="186930" y="3111"/>
                  </a:cubicBezTo>
                  <a:lnTo>
                    <a:pt x="188168" y="3330"/>
                  </a:lnTo>
                  <a:lnTo>
                    <a:pt x="189407" y="3549"/>
                  </a:lnTo>
                  <a:cubicBezTo>
                    <a:pt x="189820" y="3622"/>
                    <a:pt x="190233" y="3694"/>
                    <a:pt x="190646" y="3792"/>
                  </a:cubicBezTo>
                  <a:lnTo>
                    <a:pt x="193124" y="4350"/>
                  </a:lnTo>
                  <a:cubicBezTo>
                    <a:pt x="193537" y="4447"/>
                    <a:pt x="193950" y="4569"/>
                    <a:pt x="194363" y="4690"/>
                  </a:cubicBezTo>
                  <a:lnTo>
                    <a:pt x="195602" y="5079"/>
                  </a:lnTo>
                  <a:lnTo>
                    <a:pt x="196841" y="5443"/>
                  </a:lnTo>
                  <a:lnTo>
                    <a:pt x="198055" y="5905"/>
                  </a:lnTo>
                  <a:cubicBezTo>
                    <a:pt x="201238" y="7144"/>
                    <a:pt x="204299" y="8650"/>
                    <a:pt x="207189" y="10448"/>
                  </a:cubicBezTo>
                  <a:cubicBezTo>
                    <a:pt x="212898" y="13921"/>
                    <a:pt x="217975" y="17954"/>
                    <a:pt x="222955" y="21865"/>
                  </a:cubicBezTo>
                  <a:cubicBezTo>
                    <a:pt x="225433" y="23808"/>
                    <a:pt x="227911" y="25752"/>
                    <a:pt x="230388" y="27574"/>
                  </a:cubicBezTo>
                  <a:cubicBezTo>
                    <a:pt x="231020" y="28035"/>
                    <a:pt x="231627" y="28472"/>
                    <a:pt x="232259" y="28910"/>
                  </a:cubicBezTo>
                  <a:lnTo>
                    <a:pt x="233206" y="29566"/>
                  </a:lnTo>
                  <a:lnTo>
                    <a:pt x="234154" y="30173"/>
                  </a:lnTo>
                  <a:cubicBezTo>
                    <a:pt x="235368" y="30999"/>
                    <a:pt x="236753" y="31849"/>
                    <a:pt x="238065" y="32675"/>
                  </a:cubicBezTo>
                  <a:cubicBezTo>
                    <a:pt x="240761" y="34351"/>
                    <a:pt x="243482" y="36027"/>
                    <a:pt x="246178" y="37752"/>
                  </a:cubicBezTo>
                  <a:cubicBezTo>
                    <a:pt x="248875" y="39477"/>
                    <a:pt x="251571" y="41250"/>
                    <a:pt x="254243" y="43145"/>
                  </a:cubicBezTo>
                  <a:cubicBezTo>
                    <a:pt x="256891" y="45040"/>
                    <a:pt x="259491" y="47032"/>
                    <a:pt x="262017" y="49194"/>
                  </a:cubicBezTo>
                  <a:cubicBezTo>
                    <a:pt x="264543" y="51356"/>
                    <a:pt x="266924" y="53712"/>
                    <a:pt x="269135" y="56214"/>
                  </a:cubicBezTo>
                  <a:lnTo>
                    <a:pt x="269961" y="57161"/>
                  </a:lnTo>
                  <a:cubicBezTo>
                    <a:pt x="270228" y="57477"/>
                    <a:pt x="270495" y="57817"/>
                    <a:pt x="270762" y="58133"/>
                  </a:cubicBezTo>
                  <a:lnTo>
                    <a:pt x="272317" y="60125"/>
                  </a:lnTo>
                  <a:lnTo>
                    <a:pt x="273774" y="62239"/>
                  </a:lnTo>
                  <a:cubicBezTo>
                    <a:pt x="274017" y="62579"/>
                    <a:pt x="274236" y="62943"/>
                    <a:pt x="274455" y="63307"/>
                  </a:cubicBezTo>
                  <a:lnTo>
                    <a:pt x="275111" y="64401"/>
                  </a:lnTo>
                  <a:cubicBezTo>
                    <a:pt x="276811" y="67340"/>
                    <a:pt x="278269" y="70401"/>
                    <a:pt x="279410" y="73607"/>
                  </a:cubicBezTo>
                  <a:cubicBezTo>
                    <a:pt x="280528" y="76790"/>
                    <a:pt x="281354" y="80069"/>
                    <a:pt x="281864" y="83397"/>
                  </a:cubicBezTo>
                  <a:lnTo>
                    <a:pt x="282082" y="84636"/>
                  </a:lnTo>
                  <a:cubicBezTo>
                    <a:pt x="282155" y="85049"/>
                    <a:pt x="282180" y="85462"/>
                    <a:pt x="282228" y="85875"/>
                  </a:cubicBezTo>
                  <a:lnTo>
                    <a:pt x="282350" y="87138"/>
                  </a:lnTo>
                  <a:cubicBezTo>
                    <a:pt x="282398" y="87551"/>
                    <a:pt x="282447" y="87964"/>
                    <a:pt x="282471" y="88377"/>
                  </a:cubicBezTo>
                  <a:lnTo>
                    <a:pt x="282617" y="90879"/>
                  </a:lnTo>
                  <a:lnTo>
                    <a:pt x="282641" y="93381"/>
                  </a:lnTo>
                  <a:cubicBezTo>
                    <a:pt x="282593" y="100037"/>
                    <a:pt x="281524" y="106620"/>
                    <a:pt x="279459" y="112961"/>
                  </a:cubicBezTo>
                  <a:lnTo>
                    <a:pt x="279094" y="114127"/>
                  </a:lnTo>
                  <a:cubicBezTo>
                    <a:pt x="278973" y="114515"/>
                    <a:pt x="278803" y="114904"/>
                    <a:pt x="278657" y="115293"/>
                  </a:cubicBezTo>
                  <a:lnTo>
                    <a:pt x="278220" y="116459"/>
                  </a:lnTo>
                  <a:cubicBezTo>
                    <a:pt x="278074" y="116847"/>
                    <a:pt x="277928" y="117236"/>
                    <a:pt x="277758" y="117600"/>
                  </a:cubicBezTo>
                  <a:lnTo>
                    <a:pt x="276787" y="119884"/>
                  </a:lnTo>
                  <a:lnTo>
                    <a:pt x="275718" y="122094"/>
                  </a:lnTo>
                  <a:cubicBezTo>
                    <a:pt x="274236" y="125058"/>
                    <a:pt x="272536" y="127876"/>
                    <a:pt x="270616" y="130572"/>
                  </a:cubicBezTo>
                  <a:cubicBezTo>
                    <a:pt x="277224" y="121171"/>
                    <a:pt x="281208" y="110191"/>
                    <a:pt x="282204" y="98774"/>
                  </a:cubicBezTo>
                  <a:cubicBezTo>
                    <a:pt x="282447" y="95835"/>
                    <a:pt x="282495" y="92895"/>
                    <a:pt x="282350" y="89980"/>
                  </a:cubicBezTo>
                  <a:cubicBezTo>
                    <a:pt x="282180" y="87017"/>
                    <a:pt x="281815" y="84077"/>
                    <a:pt x="281208" y="81162"/>
                  </a:cubicBezTo>
                  <a:cubicBezTo>
                    <a:pt x="280601" y="78247"/>
                    <a:pt x="279775" y="75381"/>
                    <a:pt x="278706" y="72587"/>
                  </a:cubicBezTo>
                  <a:cubicBezTo>
                    <a:pt x="277637" y="69769"/>
                    <a:pt x="276325" y="67073"/>
                    <a:pt x="274770" y="64498"/>
                  </a:cubicBezTo>
                  <a:cubicBezTo>
                    <a:pt x="274357" y="63842"/>
                    <a:pt x="273993" y="63186"/>
                    <a:pt x="273580" y="62579"/>
                  </a:cubicBezTo>
                  <a:lnTo>
                    <a:pt x="272293" y="60708"/>
                  </a:lnTo>
                  <a:cubicBezTo>
                    <a:pt x="272171" y="60562"/>
                    <a:pt x="272074" y="60417"/>
                    <a:pt x="271953" y="60271"/>
                  </a:cubicBezTo>
                  <a:lnTo>
                    <a:pt x="271612" y="59809"/>
                  </a:lnTo>
                  <a:lnTo>
                    <a:pt x="270932" y="58935"/>
                  </a:lnTo>
                  <a:lnTo>
                    <a:pt x="270228" y="58060"/>
                  </a:lnTo>
                  <a:cubicBezTo>
                    <a:pt x="270009" y="57769"/>
                    <a:pt x="269742" y="57502"/>
                    <a:pt x="269523" y="57210"/>
                  </a:cubicBezTo>
                  <a:cubicBezTo>
                    <a:pt x="267604" y="54951"/>
                    <a:pt x="265539" y="52837"/>
                    <a:pt x="263353" y="50845"/>
                  </a:cubicBezTo>
                  <a:cubicBezTo>
                    <a:pt x="259005" y="46910"/>
                    <a:pt x="254341" y="43534"/>
                    <a:pt x="249652" y="40424"/>
                  </a:cubicBezTo>
                  <a:cubicBezTo>
                    <a:pt x="244964" y="37339"/>
                    <a:pt x="240251" y="34448"/>
                    <a:pt x="235708" y="31558"/>
                  </a:cubicBezTo>
                  <a:cubicBezTo>
                    <a:pt x="231312" y="28764"/>
                    <a:pt x="227230" y="25533"/>
                    <a:pt x="223125" y="22254"/>
                  </a:cubicBezTo>
                  <a:cubicBezTo>
                    <a:pt x="220186" y="19922"/>
                    <a:pt x="217222" y="17565"/>
                    <a:pt x="214161" y="15330"/>
                  </a:cubicBezTo>
                  <a:cubicBezTo>
                    <a:pt x="211076" y="13023"/>
                    <a:pt x="207845" y="10933"/>
                    <a:pt x="204469" y="9039"/>
                  </a:cubicBezTo>
                  <a:lnTo>
                    <a:pt x="203181" y="8359"/>
                  </a:lnTo>
                  <a:cubicBezTo>
                    <a:pt x="202744" y="8140"/>
                    <a:pt x="202307" y="7897"/>
                    <a:pt x="201869" y="7703"/>
                  </a:cubicBezTo>
                  <a:lnTo>
                    <a:pt x="200509" y="7095"/>
                  </a:lnTo>
                  <a:cubicBezTo>
                    <a:pt x="200072" y="6901"/>
                    <a:pt x="199634" y="6658"/>
                    <a:pt x="199149" y="6488"/>
                  </a:cubicBezTo>
                  <a:lnTo>
                    <a:pt x="197764" y="5954"/>
                  </a:lnTo>
                  <a:cubicBezTo>
                    <a:pt x="197278" y="5784"/>
                    <a:pt x="196817" y="5589"/>
                    <a:pt x="196355" y="5468"/>
                  </a:cubicBezTo>
                  <a:lnTo>
                    <a:pt x="193513" y="4593"/>
                  </a:lnTo>
                  <a:cubicBezTo>
                    <a:pt x="189796" y="3670"/>
                    <a:pt x="186031" y="3014"/>
                    <a:pt x="182217" y="2698"/>
                  </a:cubicBezTo>
                  <a:cubicBezTo>
                    <a:pt x="178826" y="2386"/>
                    <a:pt x="175435" y="2258"/>
                    <a:pt x="172044" y="2258"/>
                  </a:cubicBezTo>
                  <a:cubicBezTo>
                    <a:pt x="171743" y="2258"/>
                    <a:pt x="171441" y="2259"/>
                    <a:pt x="171140" y="2261"/>
                  </a:cubicBezTo>
                  <a:cubicBezTo>
                    <a:pt x="167496" y="2285"/>
                    <a:pt x="163876" y="2480"/>
                    <a:pt x="160305" y="2674"/>
                  </a:cubicBezTo>
                  <a:cubicBezTo>
                    <a:pt x="156734" y="2868"/>
                    <a:pt x="153212" y="3184"/>
                    <a:pt x="149738" y="3476"/>
                  </a:cubicBezTo>
                  <a:lnTo>
                    <a:pt x="139341" y="4326"/>
                  </a:lnTo>
                  <a:lnTo>
                    <a:pt x="134094" y="4763"/>
                  </a:lnTo>
                  <a:lnTo>
                    <a:pt x="128847" y="5322"/>
                  </a:lnTo>
                  <a:cubicBezTo>
                    <a:pt x="127122" y="5492"/>
                    <a:pt x="125373" y="5735"/>
                    <a:pt x="123648" y="5954"/>
                  </a:cubicBezTo>
                  <a:cubicBezTo>
                    <a:pt x="121923" y="6197"/>
                    <a:pt x="120199" y="6391"/>
                    <a:pt x="118474" y="6682"/>
                  </a:cubicBezTo>
                  <a:lnTo>
                    <a:pt x="113300" y="7508"/>
                  </a:lnTo>
                  <a:cubicBezTo>
                    <a:pt x="111599" y="7824"/>
                    <a:pt x="109899" y="8164"/>
                    <a:pt x="108174" y="8456"/>
                  </a:cubicBezTo>
                  <a:lnTo>
                    <a:pt x="105623" y="8942"/>
                  </a:lnTo>
                  <a:lnTo>
                    <a:pt x="103073" y="9500"/>
                  </a:lnTo>
                  <a:lnTo>
                    <a:pt x="100546" y="10059"/>
                  </a:lnTo>
                  <a:cubicBezTo>
                    <a:pt x="99696" y="10253"/>
                    <a:pt x="98846" y="10399"/>
                    <a:pt x="97996" y="10618"/>
                  </a:cubicBezTo>
                  <a:lnTo>
                    <a:pt x="92967" y="11881"/>
                  </a:lnTo>
                  <a:lnTo>
                    <a:pt x="91704" y="12172"/>
                  </a:lnTo>
                  <a:lnTo>
                    <a:pt x="90441" y="12537"/>
                  </a:lnTo>
                  <a:lnTo>
                    <a:pt x="87963" y="13241"/>
                  </a:lnTo>
                  <a:cubicBezTo>
                    <a:pt x="84611" y="14116"/>
                    <a:pt x="81331" y="15233"/>
                    <a:pt x="78027" y="16253"/>
                  </a:cubicBezTo>
                  <a:cubicBezTo>
                    <a:pt x="76400" y="16812"/>
                    <a:pt x="74772" y="17395"/>
                    <a:pt x="73120" y="17978"/>
                  </a:cubicBezTo>
                  <a:cubicBezTo>
                    <a:pt x="72343" y="18270"/>
                    <a:pt x="71517" y="18537"/>
                    <a:pt x="70691" y="18828"/>
                  </a:cubicBezTo>
                  <a:lnTo>
                    <a:pt x="68262" y="19776"/>
                  </a:lnTo>
                  <a:lnTo>
                    <a:pt x="65833" y="20723"/>
                  </a:lnTo>
                  <a:cubicBezTo>
                    <a:pt x="65055" y="21063"/>
                    <a:pt x="64229" y="21355"/>
                    <a:pt x="63452" y="21719"/>
                  </a:cubicBezTo>
                  <a:lnTo>
                    <a:pt x="58666" y="23784"/>
                  </a:lnTo>
                  <a:lnTo>
                    <a:pt x="57646" y="24221"/>
                  </a:lnTo>
                  <a:cubicBezTo>
                    <a:pt x="57306" y="24367"/>
                    <a:pt x="56966" y="24537"/>
                    <a:pt x="56626" y="24707"/>
                  </a:cubicBezTo>
                  <a:lnTo>
                    <a:pt x="54585" y="25679"/>
                  </a:lnTo>
                  <a:lnTo>
                    <a:pt x="52520" y="26651"/>
                  </a:lnTo>
                  <a:lnTo>
                    <a:pt x="51500" y="27136"/>
                  </a:lnTo>
                  <a:cubicBezTo>
                    <a:pt x="51160" y="27282"/>
                    <a:pt x="50820" y="27452"/>
                    <a:pt x="50480" y="27622"/>
                  </a:cubicBezTo>
                  <a:lnTo>
                    <a:pt x="45791" y="30732"/>
                  </a:lnTo>
                  <a:cubicBezTo>
                    <a:pt x="45427" y="30975"/>
                    <a:pt x="45063" y="31217"/>
                    <a:pt x="44698" y="31460"/>
                  </a:cubicBezTo>
                  <a:lnTo>
                    <a:pt x="43678" y="32213"/>
                  </a:lnTo>
                  <a:lnTo>
                    <a:pt x="41710" y="33671"/>
                  </a:lnTo>
                  <a:lnTo>
                    <a:pt x="39961" y="35031"/>
                  </a:lnTo>
                  <a:lnTo>
                    <a:pt x="39160" y="35687"/>
                  </a:lnTo>
                  <a:cubicBezTo>
                    <a:pt x="38892" y="35882"/>
                    <a:pt x="38650" y="36124"/>
                    <a:pt x="38382" y="36343"/>
                  </a:cubicBezTo>
                  <a:cubicBezTo>
                    <a:pt x="37411" y="37218"/>
                    <a:pt x="36560" y="37995"/>
                    <a:pt x="35880" y="38699"/>
                  </a:cubicBezTo>
                  <a:cubicBezTo>
                    <a:pt x="34520" y="40084"/>
                    <a:pt x="33791" y="41056"/>
                    <a:pt x="34034" y="41396"/>
                  </a:cubicBezTo>
                  <a:cubicBezTo>
                    <a:pt x="34094" y="41474"/>
                    <a:pt x="34212" y="41515"/>
                    <a:pt x="34392" y="41515"/>
                  </a:cubicBezTo>
                  <a:cubicBezTo>
                    <a:pt x="34934" y="41515"/>
                    <a:pt x="36041" y="41142"/>
                    <a:pt x="37848" y="40303"/>
                  </a:cubicBezTo>
                  <a:cubicBezTo>
                    <a:pt x="38455" y="40011"/>
                    <a:pt x="39135" y="39671"/>
                    <a:pt x="39913" y="39282"/>
                  </a:cubicBezTo>
                  <a:cubicBezTo>
                    <a:pt x="40301" y="39112"/>
                    <a:pt x="40690" y="38894"/>
                    <a:pt x="41127" y="38675"/>
                  </a:cubicBezTo>
                  <a:lnTo>
                    <a:pt x="42488" y="38019"/>
                  </a:lnTo>
                  <a:cubicBezTo>
                    <a:pt x="43435" y="37558"/>
                    <a:pt x="44480" y="37023"/>
                    <a:pt x="45597" y="36440"/>
                  </a:cubicBezTo>
                  <a:lnTo>
                    <a:pt x="47370" y="35541"/>
                  </a:lnTo>
                  <a:lnTo>
                    <a:pt x="49338" y="34618"/>
                  </a:lnTo>
                  <a:lnTo>
                    <a:pt x="51500" y="33404"/>
                  </a:lnTo>
                  <a:lnTo>
                    <a:pt x="52715" y="32748"/>
                  </a:lnTo>
                  <a:cubicBezTo>
                    <a:pt x="53152" y="32529"/>
                    <a:pt x="53565" y="32286"/>
                    <a:pt x="54002" y="32068"/>
                  </a:cubicBezTo>
                  <a:lnTo>
                    <a:pt x="59274" y="29444"/>
                  </a:lnTo>
                  <a:lnTo>
                    <a:pt x="59881" y="29128"/>
                  </a:lnTo>
                  <a:lnTo>
                    <a:pt x="60488" y="28861"/>
                  </a:lnTo>
                  <a:lnTo>
                    <a:pt x="61654" y="28351"/>
                  </a:lnTo>
                  <a:lnTo>
                    <a:pt x="63598" y="27452"/>
                  </a:lnTo>
                  <a:lnTo>
                    <a:pt x="65395" y="26651"/>
                  </a:lnTo>
                  <a:cubicBezTo>
                    <a:pt x="65757" y="26575"/>
                    <a:pt x="66038" y="26542"/>
                    <a:pt x="66253" y="26542"/>
                  </a:cubicBezTo>
                  <a:cubicBezTo>
                    <a:pt x="66730" y="26542"/>
                    <a:pt x="66871" y="26707"/>
                    <a:pt x="66804" y="26942"/>
                  </a:cubicBezTo>
                  <a:cubicBezTo>
                    <a:pt x="66707" y="27258"/>
                    <a:pt x="66197" y="27817"/>
                    <a:pt x="65687" y="28375"/>
                  </a:cubicBezTo>
                  <a:cubicBezTo>
                    <a:pt x="83323" y="20820"/>
                    <a:pt x="102077" y="15986"/>
                    <a:pt x="121098" y="13241"/>
                  </a:cubicBezTo>
                  <a:lnTo>
                    <a:pt x="128239" y="12318"/>
                  </a:lnTo>
                  <a:cubicBezTo>
                    <a:pt x="130644" y="12075"/>
                    <a:pt x="133025" y="11808"/>
                    <a:pt x="135430" y="11565"/>
                  </a:cubicBezTo>
                  <a:lnTo>
                    <a:pt x="149908" y="10448"/>
                  </a:lnTo>
                  <a:cubicBezTo>
                    <a:pt x="154742" y="10059"/>
                    <a:pt x="159552" y="9695"/>
                    <a:pt x="164338" y="9476"/>
                  </a:cubicBezTo>
                  <a:cubicBezTo>
                    <a:pt x="166718" y="9354"/>
                    <a:pt x="169093" y="9294"/>
                    <a:pt x="171468" y="9294"/>
                  </a:cubicBezTo>
                  <a:cubicBezTo>
                    <a:pt x="173842" y="9294"/>
                    <a:pt x="176217" y="9354"/>
                    <a:pt x="178597" y="9476"/>
                  </a:cubicBezTo>
                  <a:cubicBezTo>
                    <a:pt x="179326" y="9500"/>
                    <a:pt x="180055" y="9573"/>
                    <a:pt x="180784" y="9646"/>
                  </a:cubicBezTo>
                  <a:lnTo>
                    <a:pt x="181877" y="9719"/>
                  </a:lnTo>
                  <a:cubicBezTo>
                    <a:pt x="182241" y="9743"/>
                    <a:pt x="182606" y="9767"/>
                    <a:pt x="182970" y="9840"/>
                  </a:cubicBezTo>
                  <a:lnTo>
                    <a:pt x="185132" y="10108"/>
                  </a:lnTo>
                  <a:lnTo>
                    <a:pt x="185666" y="10156"/>
                  </a:lnTo>
                  <a:cubicBezTo>
                    <a:pt x="185861" y="10180"/>
                    <a:pt x="186031" y="10229"/>
                    <a:pt x="186201" y="10253"/>
                  </a:cubicBezTo>
                  <a:lnTo>
                    <a:pt x="187270" y="10448"/>
                  </a:lnTo>
                  <a:lnTo>
                    <a:pt x="188339" y="10618"/>
                  </a:lnTo>
                  <a:cubicBezTo>
                    <a:pt x="188509" y="10666"/>
                    <a:pt x="188703" y="10691"/>
                    <a:pt x="188873" y="10715"/>
                  </a:cubicBezTo>
                  <a:lnTo>
                    <a:pt x="189407" y="10836"/>
                  </a:lnTo>
                  <a:lnTo>
                    <a:pt x="191472" y="11322"/>
                  </a:lnTo>
                  <a:cubicBezTo>
                    <a:pt x="191837" y="11419"/>
                    <a:pt x="192152" y="11541"/>
                    <a:pt x="192493" y="11638"/>
                  </a:cubicBezTo>
                  <a:lnTo>
                    <a:pt x="193513" y="11929"/>
                  </a:lnTo>
                  <a:lnTo>
                    <a:pt x="194533" y="12245"/>
                  </a:lnTo>
                  <a:cubicBezTo>
                    <a:pt x="194849" y="12367"/>
                    <a:pt x="195165" y="12488"/>
                    <a:pt x="195505" y="12610"/>
                  </a:cubicBezTo>
                  <a:cubicBezTo>
                    <a:pt x="196817" y="13071"/>
                    <a:pt x="198080" y="13678"/>
                    <a:pt x="199367" y="14286"/>
                  </a:cubicBezTo>
                  <a:lnTo>
                    <a:pt x="201262" y="15282"/>
                  </a:lnTo>
                  <a:cubicBezTo>
                    <a:pt x="201894" y="15622"/>
                    <a:pt x="202501" y="16011"/>
                    <a:pt x="203133" y="16351"/>
                  </a:cubicBezTo>
                  <a:cubicBezTo>
                    <a:pt x="205610" y="17832"/>
                    <a:pt x="208015" y="19460"/>
                    <a:pt x="210396" y="21209"/>
                  </a:cubicBezTo>
                  <a:cubicBezTo>
                    <a:pt x="215157" y="24707"/>
                    <a:pt x="219773" y="28545"/>
                    <a:pt x="224655" y="32238"/>
                  </a:cubicBezTo>
                  <a:cubicBezTo>
                    <a:pt x="225870" y="33137"/>
                    <a:pt x="227109" y="34060"/>
                    <a:pt x="228396" y="34934"/>
                  </a:cubicBezTo>
                  <a:lnTo>
                    <a:pt x="229344" y="35614"/>
                  </a:lnTo>
                  <a:lnTo>
                    <a:pt x="230316" y="36270"/>
                  </a:lnTo>
                  <a:cubicBezTo>
                    <a:pt x="230971" y="36683"/>
                    <a:pt x="231627" y="37145"/>
                    <a:pt x="232259" y="37533"/>
                  </a:cubicBezTo>
                  <a:lnTo>
                    <a:pt x="239838" y="42295"/>
                  </a:lnTo>
                  <a:cubicBezTo>
                    <a:pt x="242365" y="43898"/>
                    <a:pt x="244818" y="45477"/>
                    <a:pt x="247223" y="47129"/>
                  </a:cubicBezTo>
                  <a:cubicBezTo>
                    <a:pt x="248438" y="47955"/>
                    <a:pt x="249652" y="48781"/>
                    <a:pt x="250794" y="49631"/>
                  </a:cubicBezTo>
                  <a:cubicBezTo>
                    <a:pt x="251960" y="50505"/>
                    <a:pt x="253102" y="51356"/>
                    <a:pt x="254219" y="52254"/>
                  </a:cubicBezTo>
                  <a:cubicBezTo>
                    <a:pt x="258713" y="55825"/>
                    <a:pt x="262746" y="59761"/>
                    <a:pt x="266025" y="64158"/>
                  </a:cubicBezTo>
                  <a:cubicBezTo>
                    <a:pt x="267629" y="66344"/>
                    <a:pt x="269037" y="68676"/>
                    <a:pt x="270228" y="71105"/>
                  </a:cubicBezTo>
                  <a:cubicBezTo>
                    <a:pt x="271370" y="73559"/>
                    <a:pt x="272341" y="76109"/>
                    <a:pt x="273070" y="78709"/>
                  </a:cubicBezTo>
                  <a:cubicBezTo>
                    <a:pt x="274386" y="83525"/>
                    <a:pt x="274985" y="88486"/>
                    <a:pt x="274868" y="93457"/>
                  </a:cubicBezTo>
                  <a:lnTo>
                    <a:pt x="274868" y="93457"/>
                  </a:lnTo>
                  <a:lnTo>
                    <a:pt x="274868" y="91170"/>
                  </a:lnTo>
                  <a:lnTo>
                    <a:pt x="274843" y="90660"/>
                  </a:lnTo>
                  <a:lnTo>
                    <a:pt x="274746" y="88571"/>
                  </a:lnTo>
                  <a:lnTo>
                    <a:pt x="274528" y="86531"/>
                  </a:lnTo>
                  <a:cubicBezTo>
                    <a:pt x="274212" y="83786"/>
                    <a:pt x="273677" y="81089"/>
                    <a:pt x="272924" y="78417"/>
                  </a:cubicBezTo>
                  <a:cubicBezTo>
                    <a:pt x="272147" y="75794"/>
                    <a:pt x="271151" y="73243"/>
                    <a:pt x="269936" y="70789"/>
                  </a:cubicBezTo>
                  <a:lnTo>
                    <a:pt x="269013" y="68967"/>
                  </a:lnTo>
                  <a:lnTo>
                    <a:pt x="267944" y="67194"/>
                  </a:lnTo>
                  <a:lnTo>
                    <a:pt x="267701" y="66757"/>
                  </a:lnTo>
                  <a:lnTo>
                    <a:pt x="267386" y="66344"/>
                  </a:lnTo>
                  <a:lnTo>
                    <a:pt x="266778" y="65494"/>
                  </a:lnTo>
                  <a:lnTo>
                    <a:pt x="266195" y="64643"/>
                  </a:lnTo>
                  <a:lnTo>
                    <a:pt x="265564" y="63818"/>
                  </a:lnTo>
                  <a:lnTo>
                    <a:pt x="264932" y="62992"/>
                  </a:lnTo>
                  <a:cubicBezTo>
                    <a:pt x="264738" y="62724"/>
                    <a:pt x="264519" y="62457"/>
                    <a:pt x="264300" y="62190"/>
                  </a:cubicBezTo>
                  <a:lnTo>
                    <a:pt x="262940" y="60587"/>
                  </a:lnTo>
                  <a:cubicBezTo>
                    <a:pt x="261993" y="59566"/>
                    <a:pt x="261045" y="58522"/>
                    <a:pt x="260025" y="57550"/>
                  </a:cubicBezTo>
                  <a:cubicBezTo>
                    <a:pt x="257984" y="55582"/>
                    <a:pt x="255822" y="53712"/>
                    <a:pt x="253588" y="51963"/>
                  </a:cubicBezTo>
                  <a:cubicBezTo>
                    <a:pt x="249069" y="48416"/>
                    <a:pt x="244138" y="45210"/>
                    <a:pt x="239134" y="42027"/>
                  </a:cubicBezTo>
                  <a:lnTo>
                    <a:pt x="231554" y="37266"/>
                  </a:lnTo>
                  <a:cubicBezTo>
                    <a:pt x="228907" y="35566"/>
                    <a:pt x="226429" y="33768"/>
                    <a:pt x="224000" y="31922"/>
                  </a:cubicBezTo>
                  <a:cubicBezTo>
                    <a:pt x="219165" y="28229"/>
                    <a:pt x="214598" y="24440"/>
                    <a:pt x="209886" y="20990"/>
                  </a:cubicBezTo>
                  <a:cubicBezTo>
                    <a:pt x="207578" y="19290"/>
                    <a:pt x="205173" y="17687"/>
                    <a:pt x="202695" y="16205"/>
                  </a:cubicBezTo>
                  <a:cubicBezTo>
                    <a:pt x="201481" y="15476"/>
                    <a:pt x="200242" y="14845"/>
                    <a:pt x="199003" y="14189"/>
                  </a:cubicBezTo>
                  <a:lnTo>
                    <a:pt x="197108" y="13314"/>
                  </a:lnTo>
                  <a:cubicBezTo>
                    <a:pt x="196792" y="13168"/>
                    <a:pt x="196476" y="13071"/>
                    <a:pt x="196136" y="12925"/>
                  </a:cubicBezTo>
                  <a:lnTo>
                    <a:pt x="195189" y="12561"/>
                  </a:lnTo>
                  <a:cubicBezTo>
                    <a:pt x="194557" y="12318"/>
                    <a:pt x="193901" y="12099"/>
                    <a:pt x="193221" y="11905"/>
                  </a:cubicBezTo>
                  <a:lnTo>
                    <a:pt x="192225" y="11614"/>
                  </a:lnTo>
                  <a:lnTo>
                    <a:pt x="191739" y="11444"/>
                  </a:lnTo>
                  <a:lnTo>
                    <a:pt x="191229" y="11322"/>
                  </a:lnTo>
                  <a:lnTo>
                    <a:pt x="189189" y="10836"/>
                  </a:lnTo>
                  <a:cubicBezTo>
                    <a:pt x="188849" y="10763"/>
                    <a:pt x="188484" y="10691"/>
                    <a:pt x="188144" y="10642"/>
                  </a:cubicBezTo>
                  <a:lnTo>
                    <a:pt x="187100" y="10448"/>
                  </a:lnTo>
                  <a:cubicBezTo>
                    <a:pt x="185715" y="10180"/>
                    <a:pt x="184282" y="10035"/>
                    <a:pt x="182873" y="9840"/>
                  </a:cubicBezTo>
                  <a:cubicBezTo>
                    <a:pt x="182144" y="9767"/>
                    <a:pt x="181440" y="9719"/>
                    <a:pt x="180711" y="9646"/>
                  </a:cubicBezTo>
                  <a:cubicBezTo>
                    <a:pt x="180006" y="9597"/>
                    <a:pt x="179278" y="9500"/>
                    <a:pt x="178549" y="9500"/>
                  </a:cubicBezTo>
                  <a:cubicBezTo>
                    <a:pt x="176287" y="9385"/>
                    <a:pt x="174025" y="9330"/>
                    <a:pt x="171763" y="9330"/>
                  </a:cubicBezTo>
                  <a:cubicBezTo>
                    <a:pt x="169264" y="9330"/>
                    <a:pt x="166764" y="9397"/>
                    <a:pt x="164265" y="9525"/>
                  </a:cubicBezTo>
                  <a:cubicBezTo>
                    <a:pt x="159479" y="9767"/>
                    <a:pt x="154621" y="10156"/>
                    <a:pt x="149762" y="10569"/>
                  </a:cubicBezTo>
                  <a:cubicBezTo>
                    <a:pt x="147333" y="10788"/>
                    <a:pt x="144880" y="10982"/>
                    <a:pt x="142402" y="11176"/>
                  </a:cubicBezTo>
                  <a:lnTo>
                    <a:pt x="135163" y="11784"/>
                  </a:lnTo>
                  <a:lnTo>
                    <a:pt x="127924" y="12561"/>
                  </a:lnTo>
                  <a:lnTo>
                    <a:pt x="120709" y="13557"/>
                  </a:lnTo>
                  <a:cubicBezTo>
                    <a:pt x="101518" y="16424"/>
                    <a:pt x="82546" y="21476"/>
                    <a:pt x="64739" y="29347"/>
                  </a:cubicBezTo>
                  <a:cubicBezTo>
                    <a:pt x="64352" y="29816"/>
                    <a:pt x="64239" y="30165"/>
                    <a:pt x="64800" y="30165"/>
                  </a:cubicBezTo>
                  <a:cubicBezTo>
                    <a:pt x="64908" y="30165"/>
                    <a:pt x="65040" y="30152"/>
                    <a:pt x="65201" y="30124"/>
                  </a:cubicBezTo>
                  <a:cubicBezTo>
                    <a:pt x="66027" y="29979"/>
                    <a:pt x="66829" y="29760"/>
                    <a:pt x="67630" y="29468"/>
                  </a:cubicBezTo>
                  <a:cubicBezTo>
                    <a:pt x="68796" y="29128"/>
                    <a:pt x="70302" y="28618"/>
                    <a:pt x="72294" y="27914"/>
                  </a:cubicBezTo>
                  <a:lnTo>
                    <a:pt x="73436" y="27549"/>
                  </a:lnTo>
                  <a:cubicBezTo>
                    <a:pt x="73825" y="27404"/>
                    <a:pt x="74238" y="27258"/>
                    <a:pt x="74699" y="27112"/>
                  </a:cubicBezTo>
                  <a:cubicBezTo>
                    <a:pt x="75622" y="26821"/>
                    <a:pt x="76618" y="26480"/>
                    <a:pt x="77712" y="26116"/>
                  </a:cubicBezTo>
                  <a:cubicBezTo>
                    <a:pt x="78780" y="25752"/>
                    <a:pt x="79946" y="25339"/>
                    <a:pt x="81210" y="24926"/>
                  </a:cubicBezTo>
                  <a:lnTo>
                    <a:pt x="85194" y="23687"/>
                  </a:lnTo>
                  <a:lnTo>
                    <a:pt x="87356" y="22982"/>
                  </a:lnTo>
                  <a:lnTo>
                    <a:pt x="89590" y="22326"/>
                  </a:lnTo>
                  <a:cubicBezTo>
                    <a:pt x="91145" y="21889"/>
                    <a:pt x="92724" y="21428"/>
                    <a:pt x="94352" y="20966"/>
                  </a:cubicBezTo>
                  <a:lnTo>
                    <a:pt x="99405" y="19654"/>
                  </a:lnTo>
                  <a:lnTo>
                    <a:pt x="100716" y="19314"/>
                  </a:lnTo>
                  <a:lnTo>
                    <a:pt x="102028" y="19023"/>
                  </a:lnTo>
                  <a:lnTo>
                    <a:pt x="104700" y="18415"/>
                  </a:lnTo>
                  <a:lnTo>
                    <a:pt x="107421" y="17808"/>
                  </a:lnTo>
                  <a:lnTo>
                    <a:pt x="110166" y="17249"/>
                  </a:lnTo>
                  <a:lnTo>
                    <a:pt x="112935" y="16691"/>
                  </a:lnTo>
                  <a:lnTo>
                    <a:pt x="114320" y="16424"/>
                  </a:lnTo>
                  <a:lnTo>
                    <a:pt x="115705" y="16181"/>
                  </a:lnTo>
                  <a:lnTo>
                    <a:pt x="121292" y="15233"/>
                  </a:lnTo>
                  <a:lnTo>
                    <a:pt x="126831" y="14456"/>
                  </a:lnTo>
                  <a:lnTo>
                    <a:pt x="128191" y="14261"/>
                  </a:lnTo>
                  <a:lnTo>
                    <a:pt x="129551" y="14116"/>
                  </a:lnTo>
                  <a:lnTo>
                    <a:pt x="132248" y="13800"/>
                  </a:lnTo>
                  <a:lnTo>
                    <a:pt x="134871" y="13508"/>
                  </a:lnTo>
                  <a:cubicBezTo>
                    <a:pt x="135746" y="13411"/>
                    <a:pt x="136620" y="13338"/>
                    <a:pt x="137471" y="13266"/>
                  </a:cubicBezTo>
                  <a:lnTo>
                    <a:pt x="142426" y="12853"/>
                  </a:lnTo>
                  <a:lnTo>
                    <a:pt x="147163" y="12512"/>
                  </a:lnTo>
                  <a:cubicBezTo>
                    <a:pt x="151317" y="12245"/>
                    <a:pt x="155423" y="11929"/>
                    <a:pt x="159528" y="11711"/>
                  </a:cubicBezTo>
                  <a:cubicBezTo>
                    <a:pt x="163335" y="11486"/>
                    <a:pt x="167122" y="11344"/>
                    <a:pt x="170888" y="11344"/>
                  </a:cubicBezTo>
                  <a:cubicBezTo>
                    <a:pt x="171182" y="11344"/>
                    <a:pt x="171477" y="11345"/>
                    <a:pt x="171771" y="11346"/>
                  </a:cubicBezTo>
                  <a:cubicBezTo>
                    <a:pt x="175779" y="11346"/>
                    <a:pt x="179788" y="11589"/>
                    <a:pt x="183772" y="12075"/>
                  </a:cubicBezTo>
                  <a:cubicBezTo>
                    <a:pt x="187585" y="12512"/>
                    <a:pt x="191326" y="13411"/>
                    <a:pt x="194922" y="14747"/>
                  </a:cubicBezTo>
                  <a:cubicBezTo>
                    <a:pt x="198371" y="16083"/>
                    <a:pt x="201796" y="18002"/>
                    <a:pt x="205149" y="20262"/>
                  </a:cubicBezTo>
                  <a:cubicBezTo>
                    <a:pt x="208477" y="22497"/>
                    <a:pt x="211781" y="25047"/>
                    <a:pt x="215133" y="27671"/>
                  </a:cubicBezTo>
                  <a:cubicBezTo>
                    <a:pt x="218510" y="30319"/>
                    <a:pt x="221910" y="33064"/>
                    <a:pt x="225554" y="35711"/>
                  </a:cubicBezTo>
                  <a:cubicBezTo>
                    <a:pt x="226502" y="36343"/>
                    <a:pt x="227401" y="37023"/>
                    <a:pt x="228372" y="37655"/>
                  </a:cubicBezTo>
                  <a:lnTo>
                    <a:pt x="229805" y="38602"/>
                  </a:lnTo>
                  <a:lnTo>
                    <a:pt x="230534" y="39088"/>
                  </a:lnTo>
                  <a:lnTo>
                    <a:pt x="231214" y="39501"/>
                  </a:lnTo>
                  <a:lnTo>
                    <a:pt x="236729" y="42951"/>
                  </a:lnTo>
                  <a:cubicBezTo>
                    <a:pt x="240373" y="45234"/>
                    <a:pt x="243944" y="47493"/>
                    <a:pt x="247369" y="49850"/>
                  </a:cubicBezTo>
                  <a:cubicBezTo>
                    <a:pt x="250721" y="52157"/>
                    <a:pt x="253928" y="54659"/>
                    <a:pt x="256940" y="57356"/>
                  </a:cubicBezTo>
                  <a:cubicBezTo>
                    <a:pt x="259855" y="59955"/>
                    <a:pt x="262503" y="62846"/>
                    <a:pt x="264811" y="65980"/>
                  </a:cubicBezTo>
                  <a:cubicBezTo>
                    <a:pt x="266997" y="69040"/>
                    <a:pt x="268770" y="72368"/>
                    <a:pt x="270082" y="75891"/>
                  </a:cubicBezTo>
                  <a:lnTo>
                    <a:pt x="270349" y="76547"/>
                  </a:lnTo>
                  <a:cubicBezTo>
                    <a:pt x="270422" y="76765"/>
                    <a:pt x="270495" y="76984"/>
                    <a:pt x="270568" y="77202"/>
                  </a:cubicBezTo>
                  <a:lnTo>
                    <a:pt x="270981" y="78539"/>
                  </a:lnTo>
                  <a:cubicBezTo>
                    <a:pt x="271151" y="79000"/>
                    <a:pt x="271248" y="79462"/>
                    <a:pt x="271370" y="79899"/>
                  </a:cubicBezTo>
                  <a:lnTo>
                    <a:pt x="271734" y="81284"/>
                  </a:lnTo>
                  <a:lnTo>
                    <a:pt x="272050" y="82668"/>
                  </a:lnTo>
                  <a:cubicBezTo>
                    <a:pt x="272123" y="83130"/>
                    <a:pt x="272244" y="83591"/>
                    <a:pt x="272317" y="84053"/>
                  </a:cubicBezTo>
                  <a:lnTo>
                    <a:pt x="272536" y="85462"/>
                  </a:lnTo>
                  <a:lnTo>
                    <a:pt x="272633" y="86166"/>
                  </a:lnTo>
                  <a:cubicBezTo>
                    <a:pt x="272681" y="86385"/>
                    <a:pt x="272706" y="86628"/>
                    <a:pt x="272730" y="86871"/>
                  </a:cubicBezTo>
                  <a:cubicBezTo>
                    <a:pt x="273143" y="90636"/>
                    <a:pt x="273167" y="94426"/>
                    <a:pt x="272778" y="98215"/>
                  </a:cubicBezTo>
                  <a:cubicBezTo>
                    <a:pt x="272754" y="98677"/>
                    <a:pt x="272681" y="99138"/>
                    <a:pt x="272608" y="99624"/>
                  </a:cubicBezTo>
                  <a:lnTo>
                    <a:pt x="272414" y="101009"/>
                  </a:lnTo>
                  <a:cubicBezTo>
                    <a:pt x="272268" y="101956"/>
                    <a:pt x="272074" y="102879"/>
                    <a:pt x="271928" y="103802"/>
                  </a:cubicBezTo>
                  <a:cubicBezTo>
                    <a:pt x="271710" y="104750"/>
                    <a:pt x="271515" y="105649"/>
                    <a:pt x="271272" y="106572"/>
                  </a:cubicBezTo>
                  <a:lnTo>
                    <a:pt x="270884" y="107932"/>
                  </a:lnTo>
                  <a:cubicBezTo>
                    <a:pt x="270762" y="108369"/>
                    <a:pt x="270641" y="108831"/>
                    <a:pt x="270471" y="109268"/>
                  </a:cubicBezTo>
                  <a:cubicBezTo>
                    <a:pt x="269353" y="112815"/>
                    <a:pt x="267871" y="116264"/>
                    <a:pt x="266050" y="119519"/>
                  </a:cubicBezTo>
                  <a:lnTo>
                    <a:pt x="265564" y="120394"/>
                  </a:lnTo>
                  <a:lnTo>
                    <a:pt x="265029" y="121244"/>
                  </a:lnTo>
                  <a:lnTo>
                    <a:pt x="264495" y="122119"/>
                  </a:lnTo>
                  <a:lnTo>
                    <a:pt x="264252" y="122532"/>
                  </a:lnTo>
                  <a:lnTo>
                    <a:pt x="263960" y="122945"/>
                  </a:lnTo>
                  <a:lnTo>
                    <a:pt x="262843" y="124596"/>
                  </a:lnTo>
                  <a:lnTo>
                    <a:pt x="261628" y="126200"/>
                  </a:lnTo>
                  <a:cubicBezTo>
                    <a:pt x="260001" y="128289"/>
                    <a:pt x="258203" y="130257"/>
                    <a:pt x="256284" y="132054"/>
                  </a:cubicBezTo>
                  <a:cubicBezTo>
                    <a:pt x="254341" y="133828"/>
                    <a:pt x="252276" y="135431"/>
                    <a:pt x="250089" y="136864"/>
                  </a:cubicBezTo>
                  <a:lnTo>
                    <a:pt x="248389" y="137933"/>
                  </a:lnTo>
                  <a:lnTo>
                    <a:pt x="246616" y="138929"/>
                  </a:lnTo>
                  <a:lnTo>
                    <a:pt x="246178" y="139196"/>
                  </a:lnTo>
                  <a:lnTo>
                    <a:pt x="245741" y="139415"/>
                  </a:lnTo>
                  <a:lnTo>
                    <a:pt x="244818" y="139876"/>
                  </a:lnTo>
                  <a:lnTo>
                    <a:pt x="243919" y="140338"/>
                  </a:lnTo>
                  <a:lnTo>
                    <a:pt x="242996" y="140775"/>
                  </a:lnTo>
                  <a:lnTo>
                    <a:pt x="242049" y="141188"/>
                  </a:lnTo>
                  <a:lnTo>
                    <a:pt x="241587" y="141407"/>
                  </a:lnTo>
                  <a:lnTo>
                    <a:pt x="241126" y="141601"/>
                  </a:lnTo>
                  <a:lnTo>
                    <a:pt x="239231" y="142403"/>
                  </a:lnTo>
                  <a:lnTo>
                    <a:pt x="237287" y="143131"/>
                  </a:lnTo>
                  <a:cubicBezTo>
                    <a:pt x="236656" y="143399"/>
                    <a:pt x="235976" y="143593"/>
                    <a:pt x="235344" y="143836"/>
                  </a:cubicBezTo>
                  <a:cubicBezTo>
                    <a:pt x="232721" y="144735"/>
                    <a:pt x="230000" y="145512"/>
                    <a:pt x="227255" y="146192"/>
                  </a:cubicBezTo>
                  <a:cubicBezTo>
                    <a:pt x="224485" y="146872"/>
                    <a:pt x="221692" y="147455"/>
                    <a:pt x="218850" y="147990"/>
                  </a:cubicBezTo>
                  <a:cubicBezTo>
                    <a:pt x="216007" y="148500"/>
                    <a:pt x="213117" y="148986"/>
                    <a:pt x="210226" y="149374"/>
                  </a:cubicBezTo>
                  <a:cubicBezTo>
                    <a:pt x="194787" y="151592"/>
                    <a:pt x="179230" y="152704"/>
                    <a:pt x="163670" y="152704"/>
                  </a:cubicBezTo>
                  <a:cubicBezTo>
                    <a:pt x="155702" y="152704"/>
                    <a:pt x="147733" y="152412"/>
                    <a:pt x="139778" y="151828"/>
                  </a:cubicBezTo>
                  <a:lnTo>
                    <a:pt x="136742" y="151634"/>
                  </a:lnTo>
                  <a:lnTo>
                    <a:pt x="133705" y="151342"/>
                  </a:lnTo>
                  <a:lnTo>
                    <a:pt x="127608" y="150735"/>
                  </a:lnTo>
                  <a:cubicBezTo>
                    <a:pt x="125567" y="150492"/>
                    <a:pt x="123551" y="150225"/>
                    <a:pt x="121510" y="149958"/>
                  </a:cubicBezTo>
                  <a:lnTo>
                    <a:pt x="118450" y="149569"/>
                  </a:lnTo>
                  <a:cubicBezTo>
                    <a:pt x="117454" y="149423"/>
                    <a:pt x="116433" y="149253"/>
                    <a:pt x="115413" y="149107"/>
                  </a:cubicBezTo>
                  <a:lnTo>
                    <a:pt x="109316" y="148111"/>
                  </a:lnTo>
                  <a:cubicBezTo>
                    <a:pt x="107275" y="147747"/>
                    <a:pt x="105235" y="147358"/>
                    <a:pt x="103218" y="146970"/>
                  </a:cubicBezTo>
                  <a:lnTo>
                    <a:pt x="100182" y="146387"/>
                  </a:lnTo>
                  <a:cubicBezTo>
                    <a:pt x="99162" y="146192"/>
                    <a:pt x="98141" y="145949"/>
                    <a:pt x="97145" y="145731"/>
                  </a:cubicBezTo>
                  <a:lnTo>
                    <a:pt x="91072" y="144370"/>
                  </a:lnTo>
                  <a:cubicBezTo>
                    <a:pt x="89056" y="143884"/>
                    <a:pt x="87040" y="143374"/>
                    <a:pt x="85048" y="142864"/>
                  </a:cubicBezTo>
                  <a:lnTo>
                    <a:pt x="82036" y="142087"/>
                  </a:lnTo>
                  <a:cubicBezTo>
                    <a:pt x="81040" y="141820"/>
                    <a:pt x="80044" y="141528"/>
                    <a:pt x="79048" y="141237"/>
                  </a:cubicBezTo>
                  <a:lnTo>
                    <a:pt x="73096" y="139536"/>
                  </a:lnTo>
                  <a:cubicBezTo>
                    <a:pt x="71128" y="138929"/>
                    <a:pt x="69161" y="138273"/>
                    <a:pt x="67193" y="137666"/>
                  </a:cubicBezTo>
                  <a:cubicBezTo>
                    <a:pt x="63258" y="136451"/>
                    <a:pt x="59395" y="135115"/>
                    <a:pt x="55630" y="133682"/>
                  </a:cubicBezTo>
                  <a:cubicBezTo>
                    <a:pt x="51865" y="132249"/>
                    <a:pt x="48221" y="130694"/>
                    <a:pt x="44698" y="128993"/>
                  </a:cubicBezTo>
                  <a:cubicBezTo>
                    <a:pt x="41249" y="127342"/>
                    <a:pt x="37921" y="125471"/>
                    <a:pt x="34714" y="123358"/>
                  </a:cubicBezTo>
                  <a:cubicBezTo>
                    <a:pt x="33937" y="122847"/>
                    <a:pt x="33159" y="122337"/>
                    <a:pt x="32406" y="121779"/>
                  </a:cubicBezTo>
                  <a:lnTo>
                    <a:pt x="31289" y="120953"/>
                  </a:lnTo>
                  <a:cubicBezTo>
                    <a:pt x="30925" y="120685"/>
                    <a:pt x="30560" y="120394"/>
                    <a:pt x="30196" y="120127"/>
                  </a:cubicBezTo>
                  <a:cubicBezTo>
                    <a:pt x="29831" y="119835"/>
                    <a:pt x="29467" y="119568"/>
                    <a:pt x="29103" y="119252"/>
                  </a:cubicBezTo>
                  <a:lnTo>
                    <a:pt x="28058" y="118378"/>
                  </a:lnTo>
                  <a:cubicBezTo>
                    <a:pt x="27354" y="117795"/>
                    <a:pt x="26722" y="117187"/>
                    <a:pt x="26066" y="116580"/>
                  </a:cubicBezTo>
                  <a:cubicBezTo>
                    <a:pt x="23491" y="114151"/>
                    <a:pt x="21159" y="111479"/>
                    <a:pt x="19143" y="108588"/>
                  </a:cubicBezTo>
                  <a:cubicBezTo>
                    <a:pt x="17199" y="105770"/>
                    <a:pt x="15572" y="102782"/>
                    <a:pt x="14309" y="99624"/>
                  </a:cubicBezTo>
                  <a:cubicBezTo>
                    <a:pt x="13094" y="96612"/>
                    <a:pt x="12317" y="93478"/>
                    <a:pt x="11928" y="90247"/>
                  </a:cubicBezTo>
                  <a:lnTo>
                    <a:pt x="11807" y="89081"/>
                  </a:lnTo>
                  <a:cubicBezTo>
                    <a:pt x="11782" y="88887"/>
                    <a:pt x="11782" y="88693"/>
                    <a:pt x="11782" y="88523"/>
                  </a:cubicBezTo>
                  <a:lnTo>
                    <a:pt x="11758" y="87940"/>
                  </a:lnTo>
                  <a:lnTo>
                    <a:pt x="11734" y="86774"/>
                  </a:lnTo>
                  <a:cubicBezTo>
                    <a:pt x="11709" y="86385"/>
                    <a:pt x="11758" y="86021"/>
                    <a:pt x="11758" y="85632"/>
                  </a:cubicBezTo>
                  <a:cubicBezTo>
                    <a:pt x="11807" y="84101"/>
                    <a:pt x="11977" y="82571"/>
                    <a:pt x="12268" y="81065"/>
                  </a:cubicBezTo>
                  <a:cubicBezTo>
                    <a:pt x="13361" y="75065"/>
                    <a:pt x="16228" y="69478"/>
                    <a:pt x="19823" y="64571"/>
                  </a:cubicBezTo>
                  <a:cubicBezTo>
                    <a:pt x="21305" y="62530"/>
                    <a:pt x="22884" y="60562"/>
                    <a:pt x="24584" y="58692"/>
                  </a:cubicBezTo>
                  <a:cubicBezTo>
                    <a:pt x="26139" y="56967"/>
                    <a:pt x="27621" y="55485"/>
                    <a:pt x="28981" y="54149"/>
                  </a:cubicBezTo>
                  <a:cubicBezTo>
                    <a:pt x="31678" y="51501"/>
                    <a:pt x="33864" y="49534"/>
                    <a:pt x="35394" y="48100"/>
                  </a:cubicBezTo>
                  <a:cubicBezTo>
                    <a:pt x="36147" y="47372"/>
                    <a:pt x="36730" y="46789"/>
                    <a:pt x="37168" y="46327"/>
                  </a:cubicBezTo>
                  <a:cubicBezTo>
                    <a:pt x="37484" y="45987"/>
                    <a:pt x="37751" y="45623"/>
                    <a:pt x="37969" y="45210"/>
                  </a:cubicBezTo>
                  <a:cubicBezTo>
                    <a:pt x="38077" y="44940"/>
                    <a:pt x="37975" y="44805"/>
                    <a:pt x="37672" y="44805"/>
                  </a:cubicBezTo>
                  <a:cubicBezTo>
                    <a:pt x="37429" y="44805"/>
                    <a:pt x="37057" y="44891"/>
                    <a:pt x="36560" y="45064"/>
                  </a:cubicBezTo>
                  <a:cubicBezTo>
                    <a:pt x="34836" y="45720"/>
                    <a:pt x="33184" y="46546"/>
                    <a:pt x="31605" y="47517"/>
                  </a:cubicBezTo>
                  <a:cubicBezTo>
                    <a:pt x="28860" y="49145"/>
                    <a:pt x="26260" y="50967"/>
                    <a:pt x="23783" y="52983"/>
                  </a:cubicBezTo>
                  <a:cubicBezTo>
                    <a:pt x="20333" y="55753"/>
                    <a:pt x="17199" y="58886"/>
                    <a:pt x="14454" y="62311"/>
                  </a:cubicBezTo>
                  <a:cubicBezTo>
                    <a:pt x="12778" y="64352"/>
                    <a:pt x="11272" y="66538"/>
                    <a:pt x="9960" y="68822"/>
                  </a:cubicBezTo>
                  <a:cubicBezTo>
                    <a:pt x="9620" y="69429"/>
                    <a:pt x="9280" y="70061"/>
                    <a:pt x="8989" y="70692"/>
                  </a:cubicBezTo>
                  <a:cubicBezTo>
                    <a:pt x="8673" y="71324"/>
                    <a:pt x="8381" y="71980"/>
                    <a:pt x="8066" y="72636"/>
                  </a:cubicBezTo>
                  <a:cubicBezTo>
                    <a:pt x="7458" y="73996"/>
                    <a:pt x="6948" y="75381"/>
                    <a:pt x="6511" y="76814"/>
                  </a:cubicBezTo>
                  <a:lnTo>
                    <a:pt x="5466" y="76498"/>
                  </a:lnTo>
                  <a:cubicBezTo>
                    <a:pt x="5879" y="75065"/>
                    <a:pt x="6365" y="73680"/>
                    <a:pt x="6924" y="72295"/>
                  </a:cubicBezTo>
                  <a:cubicBezTo>
                    <a:pt x="7483" y="71008"/>
                    <a:pt x="8017" y="69769"/>
                    <a:pt x="8600" y="68652"/>
                  </a:cubicBezTo>
                  <a:cubicBezTo>
                    <a:pt x="9669" y="66611"/>
                    <a:pt x="10835" y="64643"/>
                    <a:pt x="12098" y="62749"/>
                  </a:cubicBezTo>
                  <a:cubicBezTo>
                    <a:pt x="13896" y="60149"/>
                    <a:pt x="15815" y="57623"/>
                    <a:pt x="17880" y="55218"/>
                  </a:cubicBezTo>
                  <a:cubicBezTo>
                    <a:pt x="19386" y="53420"/>
                    <a:pt x="20455" y="52206"/>
                    <a:pt x="21135" y="51356"/>
                  </a:cubicBezTo>
                  <a:cubicBezTo>
                    <a:pt x="21791" y="50505"/>
                    <a:pt x="22058" y="50020"/>
                    <a:pt x="22058" y="49728"/>
                  </a:cubicBezTo>
                  <a:cubicBezTo>
                    <a:pt x="22068" y="49503"/>
                    <a:pt x="21894" y="49429"/>
                    <a:pt x="21629" y="49429"/>
                  </a:cubicBezTo>
                  <a:cubicBezTo>
                    <a:pt x="21263" y="49429"/>
                    <a:pt x="20725" y="49571"/>
                    <a:pt x="20260" y="49655"/>
                  </a:cubicBezTo>
                  <a:cubicBezTo>
                    <a:pt x="20065" y="49697"/>
                    <a:pt x="19883" y="49725"/>
                    <a:pt x="19731" y="49725"/>
                  </a:cubicBezTo>
                  <a:cubicBezTo>
                    <a:pt x="19262" y="49725"/>
                    <a:pt x="19095" y="49451"/>
                    <a:pt x="19774" y="48441"/>
                  </a:cubicBezTo>
                  <a:lnTo>
                    <a:pt x="19774" y="48441"/>
                  </a:lnTo>
                  <a:cubicBezTo>
                    <a:pt x="15159" y="52789"/>
                    <a:pt x="10859" y="57672"/>
                    <a:pt x="7385" y="63283"/>
                  </a:cubicBezTo>
                  <a:cubicBezTo>
                    <a:pt x="6511" y="64692"/>
                    <a:pt x="5685" y="66125"/>
                    <a:pt x="4956" y="67631"/>
                  </a:cubicBezTo>
                  <a:cubicBezTo>
                    <a:pt x="4227" y="69162"/>
                    <a:pt x="3547" y="70668"/>
                    <a:pt x="2964" y="72271"/>
                  </a:cubicBezTo>
                  <a:cubicBezTo>
                    <a:pt x="2357" y="73850"/>
                    <a:pt x="1847" y="75478"/>
                    <a:pt x="1434" y="77130"/>
                  </a:cubicBezTo>
                  <a:cubicBezTo>
                    <a:pt x="1215" y="77956"/>
                    <a:pt x="997" y="78781"/>
                    <a:pt x="875" y="79632"/>
                  </a:cubicBezTo>
                  <a:cubicBezTo>
                    <a:pt x="729" y="80458"/>
                    <a:pt x="559" y="81308"/>
                    <a:pt x="462" y="82158"/>
                  </a:cubicBezTo>
                  <a:cubicBezTo>
                    <a:pt x="49" y="85583"/>
                    <a:pt x="1" y="89033"/>
                    <a:pt x="365" y="92458"/>
                  </a:cubicBezTo>
                  <a:cubicBezTo>
                    <a:pt x="754" y="95835"/>
                    <a:pt x="1507" y="99187"/>
                    <a:pt x="2576" y="102418"/>
                  </a:cubicBezTo>
                  <a:cubicBezTo>
                    <a:pt x="3620" y="105600"/>
                    <a:pt x="4980" y="108685"/>
                    <a:pt x="6608" y="111624"/>
                  </a:cubicBezTo>
                  <a:cubicBezTo>
                    <a:pt x="8211" y="114564"/>
                    <a:pt x="10033" y="117357"/>
                    <a:pt x="12098" y="120005"/>
                  </a:cubicBezTo>
                  <a:cubicBezTo>
                    <a:pt x="12608" y="120661"/>
                    <a:pt x="13264" y="121341"/>
                    <a:pt x="13920" y="122094"/>
                  </a:cubicBezTo>
                  <a:cubicBezTo>
                    <a:pt x="14576" y="122872"/>
                    <a:pt x="15353" y="123649"/>
                    <a:pt x="16155" y="124451"/>
                  </a:cubicBezTo>
                  <a:lnTo>
                    <a:pt x="16762" y="125058"/>
                  </a:lnTo>
                  <a:lnTo>
                    <a:pt x="17418" y="125665"/>
                  </a:lnTo>
                  <a:lnTo>
                    <a:pt x="18730" y="126880"/>
                  </a:lnTo>
                  <a:cubicBezTo>
                    <a:pt x="19191" y="127293"/>
                    <a:pt x="19653" y="127682"/>
                    <a:pt x="20115" y="128070"/>
                  </a:cubicBezTo>
                  <a:cubicBezTo>
                    <a:pt x="20576" y="128459"/>
                    <a:pt x="21038" y="128872"/>
                    <a:pt x="21523" y="129261"/>
                  </a:cubicBezTo>
                  <a:cubicBezTo>
                    <a:pt x="24900" y="131957"/>
                    <a:pt x="28471" y="134386"/>
                    <a:pt x="32212" y="136548"/>
                  </a:cubicBezTo>
                  <a:cubicBezTo>
                    <a:pt x="36245" y="138856"/>
                    <a:pt x="40399" y="140921"/>
                    <a:pt x="44674" y="142743"/>
                  </a:cubicBezTo>
                  <a:cubicBezTo>
                    <a:pt x="48901" y="144540"/>
                    <a:pt x="53152" y="146119"/>
                    <a:pt x="57379" y="147577"/>
                  </a:cubicBezTo>
                  <a:cubicBezTo>
                    <a:pt x="58423" y="147917"/>
                    <a:pt x="59492" y="148306"/>
                    <a:pt x="60561" y="148621"/>
                  </a:cubicBezTo>
                  <a:lnTo>
                    <a:pt x="63743" y="149642"/>
                  </a:lnTo>
                  <a:lnTo>
                    <a:pt x="66926" y="150638"/>
                  </a:lnTo>
                  <a:cubicBezTo>
                    <a:pt x="67970" y="150953"/>
                    <a:pt x="69039" y="151318"/>
                    <a:pt x="70108" y="151609"/>
                  </a:cubicBezTo>
                  <a:cubicBezTo>
                    <a:pt x="74383" y="152824"/>
                    <a:pt x="78635" y="154087"/>
                    <a:pt x="82934" y="155107"/>
                  </a:cubicBezTo>
                  <a:lnTo>
                    <a:pt x="86141" y="155909"/>
                  </a:lnTo>
                  <a:lnTo>
                    <a:pt x="87769" y="156346"/>
                  </a:lnTo>
                  <a:lnTo>
                    <a:pt x="89372" y="156711"/>
                  </a:lnTo>
                  <a:lnTo>
                    <a:pt x="95834" y="158144"/>
                  </a:lnTo>
                  <a:cubicBezTo>
                    <a:pt x="96392" y="158241"/>
                    <a:pt x="96927" y="158387"/>
                    <a:pt x="97461" y="158484"/>
                  </a:cubicBezTo>
                  <a:lnTo>
                    <a:pt x="99089" y="158800"/>
                  </a:lnTo>
                  <a:lnTo>
                    <a:pt x="102320" y="159407"/>
                  </a:lnTo>
                  <a:cubicBezTo>
                    <a:pt x="104506" y="159796"/>
                    <a:pt x="106644" y="160257"/>
                    <a:pt x="108830" y="160573"/>
                  </a:cubicBezTo>
                  <a:lnTo>
                    <a:pt x="115340" y="161618"/>
                  </a:lnTo>
                  <a:cubicBezTo>
                    <a:pt x="116409" y="161812"/>
                    <a:pt x="117502" y="161934"/>
                    <a:pt x="118595" y="162079"/>
                  </a:cubicBezTo>
                  <a:lnTo>
                    <a:pt x="121851" y="162492"/>
                  </a:lnTo>
                  <a:lnTo>
                    <a:pt x="125106" y="162930"/>
                  </a:lnTo>
                  <a:lnTo>
                    <a:pt x="125932" y="163027"/>
                  </a:lnTo>
                  <a:lnTo>
                    <a:pt x="126758" y="163124"/>
                  </a:lnTo>
                  <a:lnTo>
                    <a:pt x="128385" y="163270"/>
                  </a:lnTo>
                  <a:lnTo>
                    <a:pt x="134920" y="163950"/>
                  </a:lnTo>
                  <a:cubicBezTo>
                    <a:pt x="137082" y="164144"/>
                    <a:pt x="139268" y="164290"/>
                    <a:pt x="141454" y="164436"/>
                  </a:cubicBezTo>
                  <a:lnTo>
                    <a:pt x="144734" y="164679"/>
                  </a:lnTo>
                  <a:cubicBezTo>
                    <a:pt x="145827" y="164751"/>
                    <a:pt x="146920" y="164800"/>
                    <a:pt x="147989" y="164849"/>
                  </a:cubicBezTo>
                  <a:lnTo>
                    <a:pt x="154548" y="165140"/>
                  </a:lnTo>
                  <a:lnTo>
                    <a:pt x="161083" y="165262"/>
                  </a:lnTo>
                  <a:lnTo>
                    <a:pt x="164338" y="165310"/>
                  </a:lnTo>
                  <a:lnTo>
                    <a:pt x="167617" y="165262"/>
                  </a:lnTo>
                  <a:lnTo>
                    <a:pt x="174152" y="165189"/>
                  </a:lnTo>
                  <a:lnTo>
                    <a:pt x="180662" y="164897"/>
                  </a:lnTo>
                  <a:cubicBezTo>
                    <a:pt x="181755" y="164849"/>
                    <a:pt x="182824" y="164824"/>
                    <a:pt x="183917" y="164776"/>
                  </a:cubicBezTo>
                  <a:lnTo>
                    <a:pt x="187173" y="164533"/>
                  </a:lnTo>
                  <a:cubicBezTo>
                    <a:pt x="189335" y="164363"/>
                    <a:pt x="191497" y="164241"/>
                    <a:pt x="193659" y="164071"/>
                  </a:cubicBezTo>
                  <a:lnTo>
                    <a:pt x="200145" y="163415"/>
                  </a:lnTo>
                  <a:cubicBezTo>
                    <a:pt x="201213" y="163294"/>
                    <a:pt x="202307" y="163197"/>
                    <a:pt x="203375" y="163075"/>
                  </a:cubicBezTo>
                  <a:lnTo>
                    <a:pt x="206606" y="162662"/>
                  </a:lnTo>
                  <a:cubicBezTo>
                    <a:pt x="208744" y="162371"/>
                    <a:pt x="210882" y="162104"/>
                    <a:pt x="213044" y="161812"/>
                  </a:cubicBezTo>
                  <a:cubicBezTo>
                    <a:pt x="217344" y="161156"/>
                    <a:pt x="221668" y="160427"/>
                    <a:pt x="225992" y="159504"/>
                  </a:cubicBezTo>
                  <a:cubicBezTo>
                    <a:pt x="230364" y="158581"/>
                    <a:pt x="234688" y="157415"/>
                    <a:pt x="238915" y="155982"/>
                  </a:cubicBezTo>
                  <a:cubicBezTo>
                    <a:pt x="243263" y="154524"/>
                    <a:pt x="247466" y="152727"/>
                    <a:pt x="251523" y="150613"/>
                  </a:cubicBezTo>
                  <a:cubicBezTo>
                    <a:pt x="251766" y="150468"/>
                    <a:pt x="252033" y="150346"/>
                    <a:pt x="252276" y="150200"/>
                  </a:cubicBezTo>
                  <a:lnTo>
                    <a:pt x="253029" y="149763"/>
                  </a:lnTo>
                  <a:lnTo>
                    <a:pt x="254559" y="148913"/>
                  </a:lnTo>
                  <a:cubicBezTo>
                    <a:pt x="255555" y="148306"/>
                    <a:pt x="256527" y="147674"/>
                    <a:pt x="257499" y="147042"/>
                  </a:cubicBezTo>
                  <a:lnTo>
                    <a:pt x="258956" y="146022"/>
                  </a:lnTo>
                  <a:lnTo>
                    <a:pt x="259685" y="145488"/>
                  </a:lnTo>
                  <a:lnTo>
                    <a:pt x="260049" y="145245"/>
                  </a:lnTo>
                  <a:lnTo>
                    <a:pt x="260389" y="144953"/>
                  </a:lnTo>
                  <a:lnTo>
                    <a:pt x="261774" y="143860"/>
                  </a:lnTo>
                  <a:lnTo>
                    <a:pt x="262479" y="143301"/>
                  </a:lnTo>
                  <a:cubicBezTo>
                    <a:pt x="262697" y="143107"/>
                    <a:pt x="262916" y="142913"/>
                    <a:pt x="263134" y="142718"/>
                  </a:cubicBezTo>
                  <a:cubicBezTo>
                    <a:pt x="266657" y="139609"/>
                    <a:pt x="269839" y="136111"/>
                    <a:pt x="272560" y="132297"/>
                  </a:cubicBezTo>
                  <a:cubicBezTo>
                    <a:pt x="272924" y="131836"/>
                    <a:pt x="273240" y="131350"/>
                    <a:pt x="273556" y="130864"/>
                  </a:cubicBezTo>
                  <a:lnTo>
                    <a:pt x="274528" y="129406"/>
                  </a:lnTo>
                  <a:cubicBezTo>
                    <a:pt x="275159" y="128410"/>
                    <a:pt x="275718" y="127414"/>
                    <a:pt x="276325" y="126418"/>
                  </a:cubicBezTo>
                  <a:lnTo>
                    <a:pt x="277151" y="124864"/>
                  </a:lnTo>
                  <a:cubicBezTo>
                    <a:pt x="277418" y="124354"/>
                    <a:pt x="277710" y="123843"/>
                    <a:pt x="277953" y="123309"/>
                  </a:cubicBezTo>
                  <a:lnTo>
                    <a:pt x="278706" y="121754"/>
                  </a:lnTo>
                  <a:lnTo>
                    <a:pt x="279094" y="120953"/>
                  </a:lnTo>
                  <a:lnTo>
                    <a:pt x="279435" y="120151"/>
                  </a:lnTo>
                  <a:cubicBezTo>
                    <a:pt x="281256" y="115900"/>
                    <a:pt x="282665" y="111454"/>
                    <a:pt x="283637" y="106912"/>
                  </a:cubicBezTo>
                  <a:cubicBezTo>
                    <a:pt x="283686" y="106645"/>
                    <a:pt x="283759" y="106353"/>
                    <a:pt x="283807" y="106062"/>
                  </a:cubicBezTo>
                  <a:lnTo>
                    <a:pt x="283953" y="105211"/>
                  </a:lnTo>
                  <a:lnTo>
                    <a:pt x="284269" y="103487"/>
                  </a:lnTo>
                  <a:cubicBezTo>
                    <a:pt x="284439" y="102345"/>
                    <a:pt x="284560" y="101179"/>
                    <a:pt x="284730" y="100037"/>
                  </a:cubicBezTo>
                  <a:cubicBezTo>
                    <a:pt x="284803" y="98871"/>
                    <a:pt x="284925" y="97729"/>
                    <a:pt x="284973" y="96563"/>
                  </a:cubicBezTo>
                  <a:lnTo>
                    <a:pt x="285046" y="94814"/>
                  </a:lnTo>
                  <a:lnTo>
                    <a:pt x="285070" y="93940"/>
                  </a:lnTo>
                  <a:lnTo>
                    <a:pt x="285070" y="93065"/>
                  </a:lnTo>
                  <a:cubicBezTo>
                    <a:pt x="285070" y="88377"/>
                    <a:pt x="284536" y="83688"/>
                    <a:pt x="283491" y="79122"/>
                  </a:cubicBezTo>
                  <a:cubicBezTo>
                    <a:pt x="282423" y="74482"/>
                    <a:pt x="280771" y="70012"/>
                    <a:pt x="278560" y="65809"/>
                  </a:cubicBezTo>
                  <a:lnTo>
                    <a:pt x="277710" y="64230"/>
                  </a:lnTo>
                  <a:cubicBezTo>
                    <a:pt x="277443" y="63720"/>
                    <a:pt x="277127" y="63210"/>
                    <a:pt x="276811" y="62700"/>
                  </a:cubicBezTo>
                  <a:cubicBezTo>
                    <a:pt x="276495" y="62190"/>
                    <a:pt x="276179" y="61680"/>
                    <a:pt x="275864" y="61170"/>
                  </a:cubicBezTo>
                  <a:lnTo>
                    <a:pt x="274819" y="59712"/>
                  </a:lnTo>
                  <a:cubicBezTo>
                    <a:pt x="273459" y="57793"/>
                    <a:pt x="272001" y="55947"/>
                    <a:pt x="270422" y="54198"/>
                  </a:cubicBezTo>
                  <a:cubicBezTo>
                    <a:pt x="267313" y="50797"/>
                    <a:pt x="263936" y="47688"/>
                    <a:pt x="260292" y="44870"/>
                  </a:cubicBezTo>
                  <a:cubicBezTo>
                    <a:pt x="253199" y="39307"/>
                    <a:pt x="245668" y="34813"/>
                    <a:pt x="238502" y="30343"/>
                  </a:cubicBezTo>
                  <a:lnTo>
                    <a:pt x="237166" y="29517"/>
                  </a:lnTo>
                  <a:lnTo>
                    <a:pt x="236486" y="29104"/>
                  </a:lnTo>
                  <a:lnTo>
                    <a:pt x="235879" y="28691"/>
                  </a:lnTo>
                  <a:lnTo>
                    <a:pt x="234640" y="27889"/>
                  </a:lnTo>
                  <a:cubicBezTo>
                    <a:pt x="234227" y="27622"/>
                    <a:pt x="233838" y="27331"/>
                    <a:pt x="233425" y="27039"/>
                  </a:cubicBezTo>
                  <a:cubicBezTo>
                    <a:pt x="233012" y="26748"/>
                    <a:pt x="232599" y="26456"/>
                    <a:pt x="232186" y="26165"/>
                  </a:cubicBezTo>
                  <a:lnTo>
                    <a:pt x="230947" y="25242"/>
                  </a:lnTo>
                  <a:cubicBezTo>
                    <a:pt x="230121" y="24659"/>
                    <a:pt x="229295" y="24003"/>
                    <a:pt x="228469" y="23395"/>
                  </a:cubicBezTo>
                  <a:cubicBezTo>
                    <a:pt x="225166" y="20869"/>
                    <a:pt x="221813" y="18173"/>
                    <a:pt x="218315" y="15525"/>
                  </a:cubicBezTo>
                  <a:cubicBezTo>
                    <a:pt x="215309" y="13209"/>
                    <a:pt x="212185" y="11047"/>
                    <a:pt x="208969" y="9051"/>
                  </a:cubicBezTo>
                  <a:lnTo>
                    <a:pt x="208969" y="9051"/>
                  </a:lnTo>
                  <a:cubicBezTo>
                    <a:pt x="209456" y="9356"/>
                    <a:pt x="209940" y="9668"/>
                    <a:pt x="210420" y="9986"/>
                  </a:cubicBezTo>
                  <a:cubicBezTo>
                    <a:pt x="210736" y="10180"/>
                    <a:pt x="211028" y="10375"/>
                    <a:pt x="211343" y="10593"/>
                  </a:cubicBezTo>
                  <a:lnTo>
                    <a:pt x="212242" y="11201"/>
                  </a:lnTo>
                  <a:cubicBezTo>
                    <a:pt x="212849" y="11614"/>
                    <a:pt x="213457" y="12002"/>
                    <a:pt x="214040" y="12415"/>
                  </a:cubicBezTo>
                  <a:cubicBezTo>
                    <a:pt x="215206" y="13266"/>
                    <a:pt x="216372" y="14091"/>
                    <a:pt x="217489" y="14966"/>
                  </a:cubicBezTo>
                  <a:cubicBezTo>
                    <a:pt x="219748" y="16642"/>
                    <a:pt x="221910" y="18367"/>
                    <a:pt x="224072" y="20067"/>
                  </a:cubicBezTo>
                  <a:cubicBezTo>
                    <a:pt x="226210" y="21743"/>
                    <a:pt x="228299" y="23395"/>
                    <a:pt x="230413" y="24974"/>
                  </a:cubicBezTo>
                  <a:cubicBezTo>
                    <a:pt x="232526" y="26553"/>
                    <a:pt x="234591" y="27987"/>
                    <a:pt x="236729" y="29371"/>
                  </a:cubicBezTo>
                  <a:cubicBezTo>
                    <a:pt x="241271" y="32213"/>
                    <a:pt x="245911" y="35056"/>
                    <a:pt x="250551" y="38092"/>
                  </a:cubicBezTo>
                  <a:cubicBezTo>
                    <a:pt x="252883" y="39647"/>
                    <a:pt x="255191" y="41226"/>
                    <a:pt x="257450" y="42902"/>
                  </a:cubicBezTo>
                  <a:cubicBezTo>
                    <a:pt x="258592" y="43728"/>
                    <a:pt x="259709" y="44627"/>
                    <a:pt x="260827" y="45501"/>
                  </a:cubicBezTo>
                  <a:cubicBezTo>
                    <a:pt x="261385" y="45963"/>
                    <a:pt x="261944" y="46424"/>
                    <a:pt x="262503" y="46886"/>
                  </a:cubicBezTo>
                  <a:lnTo>
                    <a:pt x="263329" y="47566"/>
                  </a:lnTo>
                  <a:lnTo>
                    <a:pt x="264130" y="48295"/>
                  </a:lnTo>
                  <a:cubicBezTo>
                    <a:pt x="266317" y="50214"/>
                    <a:pt x="268382" y="52279"/>
                    <a:pt x="270325" y="54441"/>
                  </a:cubicBezTo>
                  <a:lnTo>
                    <a:pt x="271782" y="56117"/>
                  </a:lnTo>
                  <a:cubicBezTo>
                    <a:pt x="272244" y="56676"/>
                    <a:pt x="272706" y="57283"/>
                    <a:pt x="273167" y="57866"/>
                  </a:cubicBezTo>
                  <a:lnTo>
                    <a:pt x="273847" y="58740"/>
                  </a:lnTo>
                  <a:cubicBezTo>
                    <a:pt x="274066" y="59032"/>
                    <a:pt x="274260" y="59348"/>
                    <a:pt x="274503" y="59664"/>
                  </a:cubicBezTo>
                  <a:lnTo>
                    <a:pt x="275766" y="61510"/>
                  </a:lnTo>
                  <a:cubicBezTo>
                    <a:pt x="276544" y="62797"/>
                    <a:pt x="277370" y="64060"/>
                    <a:pt x="278050" y="65396"/>
                  </a:cubicBezTo>
                  <a:lnTo>
                    <a:pt x="278560" y="66392"/>
                  </a:lnTo>
                  <a:lnTo>
                    <a:pt x="278827" y="66903"/>
                  </a:lnTo>
                  <a:cubicBezTo>
                    <a:pt x="278900" y="67073"/>
                    <a:pt x="278997" y="67243"/>
                    <a:pt x="279070" y="67413"/>
                  </a:cubicBezTo>
                  <a:lnTo>
                    <a:pt x="279993" y="69453"/>
                  </a:lnTo>
                  <a:cubicBezTo>
                    <a:pt x="280309" y="70133"/>
                    <a:pt x="280552" y="70838"/>
                    <a:pt x="280844" y="71518"/>
                  </a:cubicBezTo>
                  <a:lnTo>
                    <a:pt x="281232" y="72563"/>
                  </a:lnTo>
                  <a:cubicBezTo>
                    <a:pt x="281378" y="72927"/>
                    <a:pt x="281475" y="73267"/>
                    <a:pt x="281597" y="73632"/>
                  </a:cubicBezTo>
                  <a:cubicBezTo>
                    <a:pt x="281815" y="74336"/>
                    <a:pt x="282058" y="75040"/>
                    <a:pt x="282277" y="75745"/>
                  </a:cubicBezTo>
                  <a:lnTo>
                    <a:pt x="282884" y="77907"/>
                  </a:lnTo>
                  <a:cubicBezTo>
                    <a:pt x="283589" y="80773"/>
                    <a:pt x="284099" y="83688"/>
                    <a:pt x="284390" y="86628"/>
                  </a:cubicBezTo>
                  <a:lnTo>
                    <a:pt x="284536" y="87721"/>
                  </a:lnTo>
                  <a:lnTo>
                    <a:pt x="284609" y="88838"/>
                  </a:lnTo>
                  <a:cubicBezTo>
                    <a:pt x="284657" y="89567"/>
                    <a:pt x="284706" y="90296"/>
                    <a:pt x="284730" y="91025"/>
                  </a:cubicBezTo>
                  <a:cubicBezTo>
                    <a:pt x="284755" y="92507"/>
                    <a:pt x="284779" y="93964"/>
                    <a:pt x="284706" y="95422"/>
                  </a:cubicBezTo>
                  <a:cubicBezTo>
                    <a:pt x="284682" y="96903"/>
                    <a:pt x="284512" y="98337"/>
                    <a:pt x="284414" y="99794"/>
                  </a:cubicBezTo>
                  <a:cubicBezTo>
                    <a:pt x="284317" y="100523"/>
                    <a:pt x="284220" y="101252"/>
                    <a:pt x="284123" y="101980"/>
                  </a:cubicBezTo>
                  <a:lnTo>
                    <a:pt x="284002" y="103074"/>
                  </a:lnTo>
                  <a:lnTo>
                    <a:pt x="283807" y="104142"/>
                  </a:lnTo>
                  <a:cubicBezTo>
                    <a:pt x="283321" y="107009"/>
                    <a:pt x="282641" y="109851"/>
                    <a:pt x="281791" y="112645"/>
                  </a:cubicBezTo>
                  <a:lnTo>
                    <a:pt x="281135" y="114734"/>
                  </a:lnTo>
                  <a:cubicBezTo>
                    <a:pt x="280892" y="115414"/>
                    <a:pt x="280625" y="116094"/>
                    <a:pt x="280382" y="116799"/>
                  </a:cubicBezTo>
                  <a:lnTo>
                    <a:pt x="279993" y="117819"/>
                  </a:lnTo>
                  <a:cubicBezTo>
                    <a:pt x="279872" y="118159"/>
                    <a:pt x="279726" y="118499"/>
                    <a:pt x="279580" y="118839"/>
                  </a:cubicBezTo>
                  <a:cubicBezTo>
                    <a:pt x="279289" y="119495"/>
                    <a:pt x="279022" y="120175"/>
                    <a:pt x="278706" y="120856"/>
                  </a:cubicBezTo>
                  <a:cubicBezTo>
                    <a:pt x="278074" y="122167"/>
                    <a:pt x="277491" y="123503"/>
                    <a:pt x="276762" y="124767"/>
                  </a:cubicBezTo>
                  <a:lnTo>
                    <a:pt x="276252" y="125738"/>
                  </a:lnTo>
                  <a:lnTo>
                    <a:pt x="275985" y="126224"/>
                  </a:lnTo>
                  <a:lnTo>
                    <a:pt x="275694" y="126710"/>
                  </a:lnTo>
                  <a:lnTo>
                    <a:pt x="274576" y="128580"/>
                  </a:lnTo>
                  <a:cubicBezTo>
                    <a:pt x="271442" y="133609"/>
                    <a:pt x="267604" y="138152"/>
                    <a:pt x="263159" y="142063"/>
                  </a:cubicBezTo>
                  <a:lnTo>
                    <a:pt x="262333" y="142816"/>
                  </a:lnTo>
                  <a:cubicBezTo>
                    <a:pt x="262041" y="143059"/>
                    <a:pt x="261750" y="143277"/>
                    <a:pt x="261458" y="143520"/>
                  </a:cubicBezTo>
                  <a:cubicBezTo>
                    <a:pt x="260875" y="144006"/>
                    <a:pt x="260292" y="144443"/>
                    <a:pt x="259709" y="144905"/>
                  </a:cubicBezTo>
                  <a:cubicBezTo>
                    <a:pt x="258495" y="145755"/>
                    <a:pt x="257280" y="146678"/>
                    <a:pt x="256017" y="147431"/>
                  </a:cubicBezTo>
                  <a:lnTo>
                    <a:pt x="255094" y="148014"/>
                  </a:lnTo>
                  <a:lnTo>
                    <a:pt x="254632" y="148330"/>
                  </a:lnTo>
                  <a:lnTo>
                    <a:pt x="254195" y="148621"/>
                  </a:lnTo>
                  <a:lnTo>
                    <a:pt x="252276" y="149715"/>
                  </a:lnTo>
                  <a:cubicBezTo>
                    <a:pt x="251644" y="150079"/>
                    <a:pt x="250988" y="150395"/>
                    <a:pt x="250357" y="150735"/>
                  </a:cubicBezTo>
                  <a:lnTo>
                    <a:pt x="249385" y="151245"/>
                  </a:lnTo>
                  <a:lnTo>
                    <a:pt x="248389" y="151707"/>
                  </a:lnTo>
                  <a:cubicBezTo>
                    <a:pt x="243166" y="154160"/>
                    <a:pt x="237749" y="156103"/>
                    <a:pt x="232162" y="157561"/>
                  </a:cubicBezTo>
                  <a:cubicBezTo>
                    <a:pt x="229417" y="158290"/>
                    <a:pt x="226672" y="158921"/>
                    <a:pt x="223902" y="159480"/>
                  </a:cubicBezTo>
                  <a:cubicBezTo>
                    <a:pt x="221133" y="160039"/>
                    <a:pt x="218364" y="160525"/>
                    <a:pt x="215619" y="160962"/>
                  </a:cubicBezTo>
                  <a:lnTo>
                    <a:pt x="213554" y="161278"/>
                  </a:lnTo>
                  <a:cubicBezTo>
                    <a:pt x="212849" y="161399"/>
                    <a:pt x="212169" y="161496"/>
                    <a:pt x="211465" y="161569"/>
                  </a:cubicBezTo>
                  <a:lnTo>
                    <a:pt x="207335" y="162128"/>
                  </a:lnTo>
                  <a:lnTo>
                    <a:pt x="203181" y="162662"/>
                  </a:lnTo>
                  <a:cubicBezTo>
                    <a:pt x="201796" y="162808"/>
                    <a:pt x="200412" y="162954"/>
                    <a:pt x="199027" y="163100"/>
                  </a:cubicBezTo>
                  <a:cubicBezTo>
                    <a:pt x="196234" y="163367"/>
                    <a:pt x="193464" y="163707"/>
                    <a:pt x="190646" y="163853"/>
                  </a:cubicBezTo>
                  <a:lnTo>
                    <a:pt x="186444" y="164168"/>
                  </a:lnTo>
                  <a:cubicBezTo>
                    <a:pt x="185059" y="164266"/>
                    <a:pt x="183650" y="164387"/>
                    <a:pt x="182241" y="164436"/>
                  </a:cubicBezTo>
                  <a:cubicBezTo>
                    <a:pt x="182897" y="164217"/>
                    <a:pt x="184816" y="163901"/>
                    <a:pt x="181561" y="163901"/>
                  </a:cubicBezTo>
                  <a:lnTo>
                    <a:pt x="183699" y="163804"/>
                  </a:lnTo>
                  <a:lnTo>
                    <a:pt x="185812" y="163610"/>
                  </a:lnTo>
                  <a:lnTo>
                    <a:pt x="190063" y="163270"/>
                  </a:lnTo>
                  <a:lnTo>
                    <a:pt x="192201" y="163075"/>
                  </a:lnTo>
                  <a:lnTo>
                    <a:pt x="193246" y="163002"/>
                  </a:lnTo>
                  <a:lnTo>
                    <a:pt x="194314" y="162881"/>
                  </a:lnTo>
                  <a:lnTo>
                    <a:pt x="198541" y="162419"/>
                  </a:lnTo>
                  <a:lnTo>
                    <a:pt x="202768" y="161958"/>
                  </a:lnTo>
                  <a:lnTo>
                    <a:pt x="206971" y="161375"/>
                  </a:lnTo>
                  <a:cubicBezTo>
                    <a:pt x="209764" y="160986"/>
                    <a:pt x="212558" y="160597"/>
                    <a:pt x="215352" y="160160"/>
                  </a:cubicBezTo>
                  <a:cubicBezTo>
                    <a:pt x="218145" y="159699"/>
                    <a:pt x="220939" y="159213"/>
                    <a:pt x="223732" y="158630"/>
                  </a:cubicBezTo>
                  <a:cubicBezTo>
                    <a:pt x="226526" y="158047"/>
                    <a:pt x="229320" y="157415"/>
                    <a:pt x="232089" y="156662"/>
                  </a:cubicBezTo>
                  <a:cubicBezTo>
                    <a:pt x="234858" y="155909"/>
                    <a:pt x="237603" y="155059"/>
                    <a:pt x="240324" y="154087"/>
                  </a:cubicBezTo>
                  <a:cubicBezTo>
                    <a:pt x="241028" y="153844"/>
                    <a:pt x="241684" y="153553"/>
                    <a:pt x="242365" y="153310"/>
                  </a:cubicBezTo>
                  <a:lnTo>
                    <a:pt x="243385" y="152921"/>
                  </a:lnTo>
                  <a:cubicBezTo>
                    <a:pt x="243725" y="152775"/>
                    <a:pt x="244065" y="152630"/>
                    <a:pt x="244381" y="152484"/>
                  </a:cubicBezTo>
                  <a:cubicBezTo>
                    <a:pt x="245061" y="152217"/>
                    <a:pt x="245717" y="151925"/>
                    <a:pt x="246397" y="151634"/>
                  </a:cubicBezTo>
                  <a:lnTo>
                    <a:pt x="248389" y="150711"/>
                  </a:lnTo>
                  <a:cubicBezTo>
                    <a:pt x="249045" y="150395"/>
                    <a:pt x="249677" y="150055"/>
                    <a:pt x="250332" y="149715"/>
                  </a:cubicBezTo>
                  <a:cubicBezTo>
                    <a:pt x="250988" y="149374"/>
                    <a:pt x="251644" y="149034"/>
                    <a:pt x="252276" y="148670"/>
                  </a:cubicBezTo>
                  <a:lnTo>
                    <a:pt x="254195" y="147553"/>
                  </a:lnTo>
                  <a:lnTo>
                    <a:pt x="256041" y="146387"/>
                  </a:lnTo>
                  <a:cubicBezTo>
                    <a:pt x="258543" y="144759"/>
                    <a:pt x="260924" y="142937"/>
                    <a:pt x="263134" y="140945"/>
                  </a:cubicBezTo>
                  <a:lnTo>
                    <a:pt x="263960" y="140192"/>
                  </a:lnTo>
                  <a:lnTo>
                    <a:pt x="264762" y="139415"/>
                  </a:lnTo>
                  <a:cubicBezTo>
                    <a:pt x="265272" y="138905"/>
                    <a:pt x="265831" y="138394"/>
                    <a:pt x="266341" y="137836"/>
                  </a:cubicBezTo>
                  <a:lnTo>
                    <a:pt x="267847" y="136208"/>
                  </a:lnTo>
                  <a:lnTo>
                    <a:pt x="268212" y="135795"/>
                  </a:lnTo>
                  <a:lnTo>
                    <a:pt x="268552" y="135358"/>
                  </a:lnTo>
                  <a:lnTo>
                    <a:pt x="269256" y="134508"/>
                  </a:lnTo>
                  <a:cubicBezTo>
                    <a:pt x="270228" y="133390"/>
                    <a:pt x="271078" y="132176"/>
                    <a:pt x="271953" y="130985"/>
                  </a:cubicBezTo>
                  <a:cubicBezTo>
                    <a:pt x="272778" y="129771"/>
                    <a:pt x="273629" y="128556"/>
                    <a:pt x="274382" y="127293"/>
                  </a:cubicBezTo>
                  <a:lnTo>
                    <a:pt x="274916" y="126346"/>
                  </a:lnTo>
                  <a:lnTo>
                    <a:pt x="275208" y="125860"/>
                  </a:lnTo>
                  <a:lnTo>
                    <a:pt x="275451" y="125374"/>
                  </a:lnTo>
                  <a:lnTo>
                    <a:pt x="276519" y="123455"/>
                  </a:lnTo>
                  <a:cubicBezTo>
                    <a:pt x="276860" y="122799"/>
                    <a:pt x="277151" y="122119"/>
                    <a:pt x="277491" y="121463"/>
                  </a:cubicBezTo>
                  <a:lnTo>
                    <a:pt x="277953" y="120467"/>
                  </a:lnTo>
                  <a:lnTo>
                    <a:pt x="278390" y="119471"/>
                  </a:lnTo>
                  <a:cubicBezTo>
                    <a:pt x="279556" y="116774"/>
                    <a:pt x="280552" y="114005"/>
                    <a:pt x="281378" y="111187"/>
                  </a:cubicBezTo>
                  <a:lnTo>
                    <a:pt x="281961" y="109074"/>
                  </a:lnTo>
                  <a:cubicBezTo>
                    <a:pt x="282131" y="108369"/>
                    <a:pt x="282277" y="107641"/>
                    <a:pt x="282447" y="106936"/>
                  </a:cubicBezTo>
                  <a:lnTo>
                    <a:pt x="282690" y="105867"/>
                  </a:lnTo>
                  <a:lnTo>
                    <a:pt x="282884" y="104774"/>
                  </a:lnTo>
                  <a:cubicBezTo>
                    <a:pt x="283006" y="104045"/>
                    <a:pt x="283151" y="103341"/>
                    <a:pt x="283248" y="102612"/>
                  </a:cubicBezTo>
                  <a:cubicBezTo>
                    <a:pt x="283686" y="99697"/>
                    <a:pt x="283929" y="96758"/>
                    <a:pt x="283977" y="93818"/>
                  </a:cubicBezTo>
                  <a:cubicBezTo>
                    <a:pt x="284026" y="90879"/>
                    <a:pt x="283856" y="87915"/>
                    <a:pt x="283491" y="85000"/>
                  </a:cubicBezTo>
                  <a:cubicBezTo>
                    <a:pt x="283394" y="84247"/>
                    <a:pt x="283273" y="83518"/>
                    <a:pt x="283151" y="82790"/>
                  </a:cubicBezTo>
                  <a:lnTo>
                    <a:pt x="282981" y="81697"/>
                  </a:lnTo>
                  <a:lnTo>
                    <a:pt x="282763" y="80603"/>
                  </a:lnTo>
                  <a:cubicBezTo>
                    <a:pt x="282593" y="79875"/>
                    <a:pt x="282471" y="79146"/>
                    <a:pt x="282277" y="78417"/>
                  </a:cubicBezTo>
                  <a:lnTo>
                    <a:pt x="281694" y="76255"/>
                  </a:lnTo>
                  <a:cubicBezTo>
                    <a:pt x="281621" y="75891"/>
                    <a:pt x="281499" y="75551"/>
                    <a:pt x="281378" y="75186"/>
                  </a:cubicBezTo>
                  <a:lnTo>
                    <a:pt x="281038" y="74117"/>
                  </a:lnTo>
                  <a:lnTo>
                    <a:pt x="280698" y="73049"/>
                  </a:lnTo>
                  <a:cubicBezTo>
                    <a:pt x="280576" y="72708"/>
                    <a:pt x="280431" y="72344"/>
                    <a:pt x="280285" y="72004"/>
                  </a:cubicBezTo>
                  <a:cubicBezTo>
                    <a:pt x="280018" y="71324"/>
                    <a:pt x="279750" y="70595"/>
                    <a:pt x="279483" y="69915"/>
                  </a:cubicBezTo>
                  <a:lnTo>
                    <a:pt x="278536" y="67874"/>
                  </a:lnTo>
                  <a:cubicBezTo>
                    <a:pt x="278244" y="67170"/>
                    <a:pt x="277880" y="66514"/>
                    <a:pt x="277515" y="65858"/>
                  </a:cubicBezTo>
                  <a:cubicBezTo>
                    <a:pt x="277175" y="65178"/>
                    <a:pt x="276835" y="64498"/>
                    <a:pt x="276447" y="63866"/>
                  </a:cubicBezTo>
                  <a:lnTo>
                    <a:pt x="275256" y="61923"/>
                  </a:lnTo>
                  <a:cubicBezTo>
                    <a:pt x="274843" y="61291"/>
                    <a:pt x="274406" y="60684"/>
                    <a:pt x="273993" y="60052"/>
                  </a:cubicBezTo>
                  <a:cubicBezTo>
                    <a:pt x="273774" y="59736"/>
                    <a:pt x="273556" y="59445"/>
                    <a:pt x="273337" y="59129"/>
                  </a:cubicBezTo>
                  <a:lnTo>
                    <a:pt x="272657" y="58255"/>
                  </a:lnTo>
                  <a:cubicBezTo>
                    <a:pt x="272171" y="57672"/>
                    <a:pt x="271758" y="57064"/>
                    <a:pt x="271272" y="56506"/>
                  </a:cubicBezTo>
                  <a:lnTo>
                    <a:pt x="269815" y="54805"/>
                  </a:lnTo>
                  <a:cubicBezTo>
                    <a:pt x="269572" y="54514"/>
                    <a:pt x="269329" y="54246"/>
                    <a:pt x="269062" y="53979"/>
                  </a:cubicBezTo>
                  <a:lnTo>
                    <a:pt x="268309" y="53178"/>
                  </a:lnTo>
                  <a:cubicBezTo>
                    <a:pt x="267313" y="52084"/>
                    <a:pt x="266244" y="51113"/>
                    <a:pt x="265199" y="50068"/>
                  </a:cubicBezTo>
                  <a:cubicBezTo>
                    <a:pt x="264106" y="49096"/>
                    <a:pt x="263037" y="48100"/>
                    <a:pt x="261920" y="47202"/>
                  </a:cubicBezTo>
                  <a:cubicBezTo>
                    <a:pt x="257474" y="43461"/>
                    <a:pt x="252762" y="40230"/>
                    <a:pt x="248049" y="37193"/>
                  </a:cubicBezTo>
                  <a:cubicBezTo>
                    <a:pt x="245693" y="35687"/>
                    <a:pt x="243361" y="34230"/>
                    <a:pt x="241004" y="32772"/>
                  </a:cubicBezTo>
                  <a:lnTo>
                    <a:pt x="237506" y="30610"/>
                  </a:lnTo>
                  <a:lnTo>
                    <a:pt x="236656" y="30076"/>
                  </a:lnTo>
                  <a:lnTo>
                    <a:pt x="236219" y="29784"/>
                  </a:lnTo>
                  <a:lnTo>
                    <a:pt x="235806" y="29541"/>
                  </a:lnTo>
                  <a:lnTo>
                    <a:pt x="234178" y="28472"/>
                  </a:lnTo>
                  <a:cubicBezTo>
                    <a:pt x="229878" y="25557"/>
                    <a:pt x="225627" y="22156"/>
                    <a:pt x="221206" y="18731"/>
                  </a:cubicBezTo>
                  <a:cubicBezTo>
                    <a:pt x="218971" y="17031"/>
                    <a:pt x="216712" y="15306"/>
                    <a:pt x="214331" y="13630"/>
                  </a:cubicBezTo>
                  <a:cubicBezTo>
                    <a:pt x="213190" y="12804"/>
                    <a:pt x="211951" y="12002"/>
                    <a:pt x="210736" y="11176"/>
                  </a:cubicBezTo>
                  <a:cubicBezTo>
                    <a:pt x="209473" y="10399"/>
                    <a:pt x="208210" y="9622"/>
                    <a:pt x="206898" y="8844"/>
                  </a:cubicBezTo>
                  <a:cubicBezTo>
                    <a:pt x="205610" y="8067"/>
                    <a:pt x="204226" y="7387"/>
                    <a:pt x="202865" y="6707"/>
                  </a:cubicBezTo>
                  <a:cubicBezTo>
                    <a:pt x="201456" y="6051"/>
                    <a:pt x="200072" y="5395"/>
                    <a:pt x="198541" y="4885"/>
                  </a:cubicBezTo>
                  <a:lnTo>
                    <a:pt x="197424" y="4472"/>
                  </a:lnTo>
                  <a:cubicBezTo>
                    <a:pt x="197059" y="4326"/>
                    <a:pt x="196695" y="4229"/>
                    <a:pt x="196306" y="4132"/>
                  </a:cubicBezTo>
                  <a:lnTo>
                    <a:pt x="194047" y="3476"/>
                  </a:lnTo>
                  <a:cubicBezTo>
                    <a:pt x="193318" y="3257"/>
                    <a:pt x="192541" y="3111"/>
                    <a:pt x="191812" y="2941"/>
                  </a:cubicBezTo>
                  <a:cubicBezTo>
                    <a:pt x="191059" y="2796"/>
                    <a:pt x="190306" y="2601"/>
                    <a:pt x="189553" y="2504"/>
                  </a:cubicBezTo>
                  <a:lnTo>
                    <a:pt x="189747" y="1435"/>
                  </a:lnTo>
                  <a:lnTo>
                    <a:pt x="188144" y="1168"/>
                  </a:lnTo>
                  <a:cubicBezTo>
                    <a:pt x="187610" y="1071"/>
                    <a:pt x="187051" y="949"/>
                    <a:pt x="186541" y="901"/>
                  </a:cubicBezTo>
                  <a:lnTo>
                    <a:pt x="183334" y="512"/>
                  </a:lnTo>
                  <a:lnTo>
                    <a:pt x="180152" y="245"/>
                  </a:lnTo>
                  <a:cubicBezTo>
                    <a:pt x="179107" y="172"/>
                    <a:pt x="178063" y="148"/>
                    <a:pt x="176994" y="99"/>
                  </a:cubicBezTo>
                  <a:cubicBezTo>
                    <a:pt x="175288" y="30"/>
                    <a:pt x="173586" y="1"/>
                    <a:pt x="171889" y="1"/>
                  </a:cubicBezTo>
                  <a:close/>
                </a:path>
              </a:pathLst>
            </a:custGeom>
            <a:solidFill>
              <a:srgbClr val="35C4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49" name="Google Shape;1149;p55"/>
          <p:cNvGrpSpPr/>
          <p:nvPr/>
        </p:nvGrpSpPr>
        <p:grpSpPr>
          <a:xfrm>
            <a:off x="366957" y="3912812"/>
            <a:ext cx="1092845" cy="690697"/>
            <a:chOff x="209625" y="551300"/>
            <a:chExt cx="7170900" cy="4592400"/>
          </a:xfrm>
        </p:grpSpPr>
        <p:sp>
          <p:nvSpPr>
            <p:cNvPr id="1150" name="Google Shape;1150;p55"/>
            <p:cNvSpPr/>
            <p:nvPr/>
          </p:nvSpPr>
          <p:spPr>
            <a:xfrm>
              <a:off x="838900" y="1811875"/>
              <a:ext cx="238725" cy="180050"/>
            </a:xfrm>
            <a:custGeom>
              <a:rect b="b" l="l" r="r" t="t"/>
              <a:pathLst>
                <a:path extrusionOk="0" h="7202" w="9549">
                  <a:moveTo>
                    <a:pt x="4802" y="0"/>
                  </a:moveTo>
                  <a:cubicBezTo>
                    <a:pt x="1601" y="0"/>
                    <a:pt x="1" y="3825"/>
                    <a:pt x="2252" y="6103"/>
                  </a:cubicBezTo>
                  <a:cubicBezTo>
                    <a:pt x="2930" y="6835"/>
                    <a:pt x="3852" y="7201"/>
                    <a:pt x="4775" y="7201"/>
                  </a:cubicBezTo>
                  <a:cubicBezTo>
                    <a:pt x="5697" y="7201"/>
                    <a:pt x="6619" y="6835"/>
                    <a:pt x="7297" y="6103"/>
                  </a:cubicBezTo>
                  <a:cubicBezTo>
                    <a:pt x="9548" y="3879"/>
                    <a:pt x="7975" y="27"/>
                    <a:pt x="480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p55"/>
            <p:cNvSpPr/>
            <p:nvPr/>
          </p:nvSpPr>
          <p:spPr>
            <a:xfrm>
              <a:off x="1469250" y="1182575"/>
              <a:ext cx="238325" cy="179750"/>
            </a:xfrm>
            <a:custGeom>
              <a:rect b="b" l="l" r="r" t="t"/>
              <a:pathLst>
                <a:path extrusionOk="0" h="7190" w="9533">
                  <a:moveTo>
                    <a:pt x="4746" y="1"/>
                  </a:moveTo>
                  <a:cubicBezTo>
                    <a:pt x="1616" y="1"/>
                    <a:pt x="0" y="3761"/>
                    <a:pt x="2182" y="6050"/>
                  </a:cubicBezTo>
                  <a:cubicBezTo>
                    <a:pt x="2859" y="6810"/>
                    <a:pt x="3796" y="7189"/>
                    <a:pt x="4739" y="7189"/>
                  </a:cubicBezTo>
                  <a:cubicBezTo>
                    <a:pt x="5648" y="7189"/>
                    <a:pt x="6562" y="6837"/>
                    <a:pt x="7254" y="6131"/>
                  </a:cubicBezTo>
                  <a:cubicBezTo>
                    <a:pt x="9532" y="3934"/>
                    <a:pt x="8013" y="55"/>
                    <a:pt x="4813" y="1"/>
                  </a:cubicBezTo>
                  <a:cubicBezTo>
                    <a:pt x="4790"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55"/>
            <p:cNvSpPr/>
            <p:nvPr/>
          </p:nvSpPr>
          <p:spPr>
            <a:xfrm>
              <a:off x="2098325" y="551550"/>
              <a:ext cx="239200" cy="180150"/>
            </a:xfrm>
            <a:custGeom>
              <a:rect b="b" l="l" r="r" t="t"/>
              <a:pathLst>
                <a:path extrusionOk="0" h="7206" w="9568">
                  <a:moveTo>
                    <a:pt x="4746" y="0"/>
                  </a:moveTo>
                  <a:cubicBezTo>
                    <a:pt x="3826" y="0"/>
                    <a:pt x="2912" y="366"/>
                    <a:pt x="2244" y="1102"/>
                  </a:cubicBezTo>
                  <a:cubicBezTo>
                    <a:pt x="1" y="3372"/>
                    <a:pt x="1609" y="7205"/>
                    <a:pt x="4787" y="7205"/>
                  </a:cubicBezTo>
                  <a:cubicBezTo>
                    <a:pt x="4798" y="7205"/>
                    <a:pt x="4810" y="7205"/>
                    <a:pt x="4821" y="7205"/>
                  </a:cubicBezTo>
                  <a:cubicBezTo>
                    <a:pt x="7994" y="7151"/>
                    <a:pt x="9568" y="3299"/>
                    <a:pt x="7262" y="1075"/>
                  </a:cubicBezTo>
                  <a:cubicBezTo>
                    <a:pt x="6574" y="360"/>
                    <a:pt x="5657" y="0"/>
                    <a:pt x="474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p55"/>
            <p:cNvSpPr/>
            <p:nvPr/>
          </p:nvSpPr>
          <p:spPr>
            <a:xfrm>
              <a:off x="1468850" y="1811875"/>
              <a:ext cx="238725" cy="180050"/>
            </a:xfrm>
            <a:custGeom>
              <a:rect b="b" l="l" r="r" t="t"/>
              <a:pathLst>
                <a:path extrusionOk="0" h="7202" w="9549">
                  <a:moveTo>
                    <a:pt x="4748" y="0"/>
                  </a:moveTo>
                  <a:cubicBezTo>
                    <a:pt x="1574" y="27"/>
                    <a:pt x="1" y="3879"/>
                    <a:pt x="2252" y="6103"/>
                  </a:cubicBezTo>
                  <a:cubicBezTo>
                    <a:pt x="2944" y="6835"/>
                    <a:pt x="3866" y="7201"/>
                    <a:pt x="4788" y="7201"/>
                  </a:cubicBezTo>
                  <a:cubicBezTo>
                    <a:pt x="5710" y="7201"/>
                    <a:pt x="6633" y="6835"/>
                    <a:pt x="7324" y="6103"/>
                  </a:cubicBezTo>
                  <a:cubicBezTo>
                    <a:pt x="9548" y="3825"/>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55"/>
            <p:cNvSpPr/>
            <p:nvPr/>
          </p:nvSpPr>
          <p:spPr>
            <a:xfrm>
              <a:off x="2116450" y="1181050"/>
              <a:ext cx="202775" cy="181225"/>
            </a:xfrm>
            <a:custGeom>
              <a:rect b="b" l="l" r="r" t="t"/>
              <a:pathLst>
                <a:path extrusionOk="0" h="7249" w="8111">
                  <a:moveTo>
                    <a:pt x="4037" y="0"/>
                  </a:moveTo>
                  <a:cubicBezTo>
                    <a:pt x="3213" y="0"/>
                    <a:pt x="2393" y="309"/>
                    <a:pt x="1709" y="930"/>
                  </a:cubicBezTo>
                  <a:cubicBezTo>
                    <a:pt x="163" y="2314"/>
                    <a:pt x="0" y="4429"/>
                    <a:pt x="1356" y="5975"/>
                  </a:cubicBezTo>
                  <a:cubicBezTo>
                    <a:pt x="2109" y="6817"/>
                    <a:pt x="3087" y="7248"/>
                    <a:pt x="4067" y="7248"/>
                  </a:cubicBezTo>
                  <a:cubicBezTo>
                    <a:pt x="4887" y="7248"/>
                    <a:pt x="5709" y="6946"/>
                    <a:pt x="6401" y="6328"/>
                  </a:cubicBezTo>
                  <a:cubicBezTo>
                    <a:pt x="7920" y="4972"/>
                    <a:pt x="8110" y="2775"/>
                    <a:pt x="6754" y="1283"/>
                  </a:cubicBezTo>
                  <a:cubicBezTo>
                    <a:pt x="5990" y="431"/>
                    <a:pt x="5011" y="0"/>
                    <a:pt x="403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55"/>
            <p:cNvSpPr/>
            <p:nvPr/>
          </p:nvSpPr>
          <p:spPr>
            <a:xfrm>
              <a:off x="2747075" y="551300"/>
              <a:ext cx="201425" cy="180975"/>
            </a:xfrm>
            <a:custGeom>
              <a:rect b="b" l="l" r="r" t="t"/>
              <a:pathLst>
                <a:path extrusionOk="0" h="7239" w="8057">
                  <a:moveTo>
                    <a:pt x="4008" y="1"/>
                  </a:moveTo>
                  <a:cubicBezTo>
                    <a:pt x="3158" y="1"/>
                    <a:pt x="2309" y="334"/>
                    <a:pt x="1601" y="1004"/>
                  </a:cubicBezTo>
                  <a:cubicBezTo>
                    <a:pt x="82" y="2414"/>
                    <a:pt x="0" y="4557"/>
                    <a:pt x="1384" y="6049"/>
                  </a:cubicBezTo>
                  <a:cubicBezTo>
                    <a:pt x="2129" y="6837"/>
                    <a:pt x="3086" y="7239"/>
                    <a:pt x="4043" y="7239"/>
                  </a:cubicBezTo>
                  <a:cubicBezTo>
                    <a:pt x="4897" y="7239"/>
                    <a:pt x="5752" y="6918"/>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55"/>
            <p:cNvSpPr/>
            <p:nvPr/>
          </p:nvSpPr>
          <p:spPr>
            <a:xfrm>
              <a:off x="2098125" y="1811875"/>
              <a:ext cx="238725" cy="180550"/>
            </a:xfrm>
            <a:custGeom>
              <a:rect b="b" l="l" r="r" t="t"/>
              <a:pathLst>
                <a:path extrusionOk="0" h="7222" w="9549">
                  <a:moveTo>
                    <a:pt x="4775" y="0"/>
                  </a:moveTo>
                  <a:cubicBezTo>
                    <a:pt x="1601" y="0"/>
                    <a:pt x="1" y="3852"/>
                    <a:pt x="2252" y="6103"/>
                  </a:cubicBezTo>
                  <a:cubicBezTo>
                    <a:pt x="2930" y="6849"/>
                    <a:pt x="3852" y="7222"/>
                    <a:pt x="4775" y="7222"/>
                  </a:cubicBezTo>
                  <a:cubicBezTo>
                    <a:pt x="5697" y="7222"/>
                    <a:pt x="6619" y="6849"/>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55"/>
            <p:cNvSpPr/>
            <p:nvPr/>
          </p:nvSpPr>
          <p:spPr>
            <a:xfrm>
              <a:off x="2728000" y="1181375"/>
              <a:ext cx="238800" cy="179625"/>
            </a:xfrm>
            <a:custGeom>
              <a:rect b="b" l="l" r="r" t="t"/>
              <a:pathLst>
                <a:path extrusionOk="0" h="7185" w="9552">
                  <a:moveTo>
                    <a:pt x="4771" y="1"/>
                  </a:moveTo>
                  <a:cubicBezTo>
                    <a:pt x="3826" y="1"/>
                    <a:pt x="2884" y="381"/>
                    <a:pt x="2201" y="1134"/>
                  </a:cubicBezTo>
                  <a:cubicBezTo>
                    <a:pt x="0" y="3416"/>
                    <a:pt x="1624" y="7184"/>
                    <a:pt x="4759" y="7184"/>
                  </a:cubicBezTo>
                  <a:cubicBezTo>
                    <a:pt x="4792" y="7184"/>
                    <a:pt x="4825" y="7184"/>
                    <a:pt x="4859" y="7183"/>
                  </a:cubicBezTo>
                  <a:cubicBezTo>
                    <a:pt x="8033" y="7129"/>
                    <a:pt x="9551" y="3223"/>
                    <a:pt x="7246" y="1026"/>
                  </a:cubicBezTo>
                  <a:cubicBezTo>
                    <a:pt x="6561" y="340"/>
                    <a:pt x="566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55"/>
            <p:cNvSpPr/>
            <p:nvPr/>
          </p:nvSpPr>
          <p:spPr>
            <a:xfrm>
              <a:off x="3358025" y="551525"/>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6"/>
                    <a:pt x="4738" y="7206"/>
                    <a:pt x="4761" y="7206"/>
                  </a:cubicBezTo>
                  <a:cubicBezTo>
                    <a:pt x="7917" y="7206"/>
                    <a:pt x="9533" y="3420"/>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55"/>
            <p:cNvSpPr/>
            <p:nvPr/>
          </p:nvSpPr>
          <p:spPr>
            <a:xfrm>
              <a:off x="2747075" y="1810525"/>
              <a:ext cx="201425" cy="180975"/>
            </a:xfrm>
            <a:custGeom>
              <a:rect b="b" l="l" r="r" t="t"/>
              <a:pathLst>
                <a:path extrusionOk="0" h="7239" w="8057">
                  <a:moveTo>
                    <a:pt x="4008" y="0"/>
                  </a:moveTo>
                  <a:cubicBezTo>
                    <a:pt x="3158" y="0"/>
                    <a:pt x="2309" y="334"/>
                    <a:pt x="1601" y="1003"/>
                  </a:cubicBezTo>
                  <a:cubicBezTo>
                    <a:pt x="109" y="2414"/>
                    <a:pt x="0" y="4584"/>
                    <a:pt x="1384" y="6048"/>
                  </a:cubicBezTo>
                  <a:cubicBezTo>
                    <a:pt x="2086" y="6837"/>
                    <a:pt x="3060" y="7239"/>
                    <a:pt x="4036" y="7239"/>
                  </a:cubicBezTo>
                  <a:cubicBezTo>
                    <a:pt x="4906" y="7239"/>
                    <a:pt x="5778" y="6918"/>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p55"/>
            <p:cNvSpPr/>
            <p:nvPr/>
          </p:nvSpPr>
          <p:spPr>
            <a:xfrm>
              <a:off x="3358025" y="1180950"/>
              <a:ext cx="238150" cy="180725"/>
            </a:xfrm>
            <a:custGeom>
              <a:rect b="b" l="l" r="r" t="t"/>
              <a:pathLst>
                <a:path extrusionOk="0" h="7229" w="9526">
                  <a:moveTo>
                    <a:pt x="4763" y="1"/>
                  </a:moveTo>
                  <a:cubicBezTo>
                    <a:pt x="3897" y="1"/>
                    <a:pt x="3028" y="347"/>
                    <a:pt x="2306" y="1043"/>
                  </a:cubicBezTo>
                  <a:cubicBezTo>
                    <a:pt x="1" y="3240"/>
                    <a:pt x="1493" y="7146"/>
                    <a:pt x="4666" y="7227"/>
                  </a:cubicBezTo>
                  <a:cubicBezTo>
                    <a:pt x="4700" y="7228"/>
                    <a:pt x="4733" y="7228"/>
                    <a:pt x="4767" y="7228"/>
                  </a:cubicBezTo>
                  <a:cubicBezTo>
                    <a:pt x="7902" y="7228"/>
                    <a:pt x="9525" y="3460"/>
                    <a:pt x="7352" y="1178"/>
                  </a:cubicBezTo>
                  <a:cubicBezTo>
                    <a:pt x="6610" y="394"/>
                    <a:pt x="5687" y="1"/>
                    <a:pt x="476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p55"/>
            <p:cNvSpPr/>
            <p:nvPr/>
          </p:nvSpPr>
          <p:spPr>
            <a:xfrm>
              <a:off x="3357750" y="1811100"/>
              <a:ext cx="239000" cy="179825"/>
            </a:xfrm>
            <a:custGeom>
              <a:rect b="b" l="l" r="r" t="t"/>
              <a:pathLst>
                <a:path extrusionOk="0" h="7193" w="9560">
                  <a:moveTo>
                    <a:pt x="4786" y="0"/>
                  </a:moveTo>
                  <a:cubicBezTo>
                    <a:pt x="3845" y="0"/>
                    <a:pt x="2903" y="380"/>
                    <a:pt x="2209" y="1143"/>
                  </a:cubicBezTo>
                  <a:cubicBezTo>
                    <a:pt x="0" y="3406"/>
                    <a:pt x="1616" y="7192"/>
                    <a:pt x="4773" y="7192"/>
                  </a:cubicBezTo>
                  <a:cubicBezTo>
                    <a:pt x="4795" y="7192"/>
                    <a:pt x="4818" y="7192"/>
                    <a:pt x="4840" y="7192"/>
                  </a:cubicBezTo>
                  <a:cubicBezTo>
                    <a:pt x="8013"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p55"/>
            <p:cNvSpPr/>
            <p:nvPr/>
          </p:nvSpPr>
          <p:spPr>
            <a:xfrm>
              <a:off x="209625" y="552625"/>
              <a:ext cx="238325" cy="180000"/>
            </a:xfrm>
            <a:custGeom>
              <a:rect b="b" l="l" r="r" t="t"/>
              <a:pathLst>
                <a:path extrusionOk="0" h="7200" w="9533">
                  <a:moveTo>
                    <a:pt x="4760" y="1"/>
                  </a:moveTo>
                  <a:cubicBezTo>
                    <a:pt x="4738" y="1"/>
                    <a:pt x="4716" y="1"/>
                    <a:pt x="4693" y="1"/>
                  </a:cubicBezTo>
                  <a:cubicBezTo>
                    <a:pt x="1520" y="55"/>
                    <a:pt x="1" y="3934"/>
                    <a:pt x="2279" y="6131"/>
                  </a:cubicBezTo>
                  <a:cubicBezTo>
                    <a:pt x="2955" y="6847"/>
                    <a:pt x="3857" y="7200"/>
                    <a:pt x="4759" y="7200"/>
                  </a:cubicBezTo>
                  <a:cubicBezTo>
                    <a:pt x="5702" y="7200"/>
                    <a:pt x="6644" y="6813"/>
                    <a:pt x="7324" y="6050"/>
                  </a:cubicBezTo>
                  <a:cubicBezTo>
                    <a:pt x="9533" y="3787"/>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55"/>
            <p:cNvSpPr/>
            <p:nvPr/>
          </p:nvSpPr>
          <p:spPr>
            <a:xfrm>
              <a:off x="210025" y="1182575"/>
              <a:ext cx="238325" cy="179650"/>
            </a:xfrm>
            <a:custGeom>
              <a:rect b="b" l="l" r="r" t="t"/>
              <a:pathLst>
                <a:path extrusionOk="0" h="7186" w="9533">
                  <a:moveTo>
                    <a:pt x="4719" y="1"/>
                  </a:moveTo>
                  <a:cubicBezTo>
                    <a:pt x="1590" y="1"/>
                    <a:pt x="0" y="3787"/>
                    <a:pt x="2209" y="6050"/>
                  </a:cubicBezTo>
                  <a:cubicBezTo>
                    <a:pt x="2896" y="6806"/>
                    <a:pt x="3828" y="7186"/>
                    <a:pt x="4759" y="7186"/>
                  </a:cubicBezTo>
                  <a:cubicBezTo>
                    <a:pt x="5665" y="7186"/>
                    <a:pt x="6572" y="6826"/>
                    <a:pt x="7254" y="6104"/>
                  </a:cubicBezTo>
                  <a:cubicBezTo>
                    <a:pt x="9532" y="3880"/>
                    <a:pt x="7986" y="28"/>
                    <a:pt x="4786" y="1"/>
                  </a:cubicBezTo>
                  <a:cubicBezTo>
                    <a:pt x="4763" y="1"/>
                    <a:pt x="4741" y="1"/>
                    <a:pt x="471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p55"/>
            <p:cNvSpPr/>
            <p:nvPr/>
          </p:nvSpPr>
          <p:spPr>
            <a:xfrm>
              <a:off x="839100" y="552650"/>
              <a:ext cx="238525" cy="179800"/>
            </a:xfrm>
            <a:custGeom>
              <a:rect b="b" l="l" r="r" t="t"/>
              <a:pathLst>
                <a:path extrusionOk="0" h="7192" w="9541">
                  <a:moveTo>
                    <a:pt x="4787" y="0"/>
                  </a:moveTo>
                  <a:cubicBezTo>
                    <a:pt x="1609" y="0"/>
                    <a:pt x="1" y="3806"/>
                    <a:pt x="2217" y="6076"/>
                  </a:cubicBezTo>
                  <a:cubicBezTo>
                    <a:pt x="2905" y="6819"/>
                    <a:pt x="3843" y="7192"/>
                    <a:pt x="4778" y="7192"/>
                  </a:cubicBezTo>
                  <a:cubicBezTo>
                    <a:pt x="5687" y="7192"/>
                    <a:pt x="6593" y="6839"/>
                    <a:pt x="7262" y="6130"/>
                  </a:cubicBezTo>
                  <a:cubicBezTo>
                    <a:pt x="9540" y="3906"/>
                    <a:pt x="7994"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p55"/>
            <p:cNvSpPr/>
            <p:nvPr/>
          </p:nvSpPr>
          <p:spPr>
            <a:xfrm>
              <a:off x="209825" y="1811850"/>
              <a:ext cx="238525" cy="180325"/>
            </a:xfrm>
            <a:custGeom>
              <a:rect b="b" l="l" r="r" t="t"/>
              <a:pathLst>
                <a:path extrusionOk="0" h="7213" w="9541">
                  <a:moveTo>
                    <a:pt x="4760" y="1"/>
                  </a:moveTo>
                  <a:cubicBezTo>
                    <a:pt x="1609" y="1"/>
                    <a:pt x="1" y="3806"/>
                    <a:pt x="2217" y="6077"/>
                  </a:cubicBezTo>
                  <a:cubicBezTo>
                    <a:pt x="2904" y="6833"/>
                    <a:pt x="3836" y="7213"/>
                    <a:pt x="4767" y="7213"/>
                  </a:cubicBezTo>
                  <a:cubicBezTo>
                    <a:pt x="5673" y="7213"/>
                    <a:pt x="6580" y="6853"/>
                    <a:pt x="7262" y="6131"/>
                  </a:cubicBezTo>
                  <a:cubicBezTo>
                    <a:pt x="9540" y="3907"/>
                    <a:pt x="7994" y="28"/>
                    <a:pt x="4794" y="1"/>
                  </a:cubicBezTo>
                  <a:cubicBezTo>
                    <a:pt x="4783" y="1"/>
                    <a:pt x="4771"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p55"/>
            <p:cNvSpPr/>
            <p:nvPr/>
          </p:nvSpPr>
          <p:spPr>
            <a:xfrm>
              <a:off x="857225" y="1181075"/>
              <a:ext cx="201400" cy="181050"/>
            </a:xfrm>
            <a:custGeom>
              <a:rect b="b" l="l" r="r" t="t"/>
              <a:pathLst>
                <a:path extrusionOk="0" h="7242" w="8056">
                  <a:moveTo>
                    <a:pt x="4032" y="1"/>
                  </a:moveTo>
                  <a:cubicBezTo>
                    <a:pt x="3183" y="1"/>
                    <a:pt x="2335" y="327"/>
                    <a:pt x="1628" y="983"/>
                  </a:cubicBezTo>
                  <a:cubicBezTo>
                    <a:pt x="136" y="2394"/>
                    <a:pt x="0" y="4564"/>
                    <a:pt x="1411" y="6056"/>
                  </a:cubicBezTo>
                  <a:cubicBezTo>
                    <a:pt x="2095" y="6840"/>
                    <a:pt x="3057" y="7242"/>
                    <a:pt x="4024" y="7242"/>
                  </a:cubicBezTo>
                  <a:cubicBezTo>
                    <a:pt x="4897" y="7242"/>
                    <a:pt x="5774" y="6914"/>
                    <a:pt x="6456" y="6245"/>
                  </a:cubicBezTo>
                  <a:cubicBezTo>
                    <a:pt x="7975" y="4944"/>
                    <a:pt x="8056" y="2638"/>
                    <a:pt x="6673" y="1200"/>
                  </a:cubicBezTo>
                  <a:cubicBezTo>
                    <a:pt x="5917" y="402"/>
                    <a:pt x="4974" y="1"/>
                    <a:pt x="403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7" name="Google Shape;1167;p55"/>
            <p:cNvSpPr/>
            <p:nvPr/>
          </p:nvSpPr>
          <p:spPr>
            <a:xfrm>
              <a:off x="1468850" y="551525"/>
              <a:ext cx="238325" cy="180175"/>
            </a:xfrm>
            <a:custGeom>
              <a:rect b="b" l="l" r="r" t="t"/>
              <a:pathLst>
                <a:path extrusionOk="0" h="7207" w="9533">
                  <a:moveTo>
                    <a:pt x="4768" y="1"/>
                  </a:moveTo>
                  <a:cubicBezTo>
                    <a:pt x="3870" y="1"/>
                    <a:pt x="2968" y="347"/>
                    <a:pt x="2279" y="1049"/>
                  </a:cubicBezTo>
                  <a:cubicBezTo>
                    <a:pt x="1" y="3273"/>
                    <a:pt x="1520" y="7152"/>
                    <a:pt x="4720" y="7206"/>
                  </a:cubicBezTo>
                  <a:cubicBezTo>
                    <a:pt x="4743" y="7206"/>
                    <a:pt x="4765" y="7206"/>
                    <a:pt x="4787" y="7206"/>
                  </a:cubicBezTo>
                  <a:cubicBezTo>
                    <a:pt x="7917" y="7206"/>
                    <a:pt x="9533" y="3393"/>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p55"/>
            <p:cNvSpPr/>
            <p:nvPr/>
          </p:nvSpPr>
          <p:spPr>
            <a:xfrm>
              <a:off x="3988000" y="1811875"/>
              <a:ext cx="238700" cy="180050"/>
            </a:xfrm>
            <a:custGeom>
              <a:rect b="b" l="l" r="r" t="t"/>
              <a:pathLst>
                <a:path extrusionOk="0" h="7202" w="9548">
                  <a:moveTo>
                    <a:pt x="4801" y="0"/>
                  </a:moveTo>
                  <a:cubicBezTo>
                    <a:pt x="1600" y="0"/>
                    <a:pt x="0" y="3825"/>
                    <a:pt x="2251" y="6103"/>
                  </a:cubicBezTo>
                  <a:cubicBezTo>
                    <a:pt x="2929" y="6835"/>
                    <a:pt x="3852" y="7201"/>
                    <a:pt x="4774" y="7201"/>
                  </a:cubicBezTo>
                  <a:cubicBezTo>
                    <a:pt x="5696" y="7201"/>
                    <a:pt x="6618" y="6835"/>
                    <a:pt x="7296" y="6103"/>
                  </a:cubicBezTo>
                  <a:cubicBezTo>
                    <a:pt x="9548" y="3879"/>
                    <a:pt x="7974"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p55"/>
            <p:cNvSpPr/>
            <p:nvPr/>
          </p:nvSpPr>
          <p:spPr>
            <a:xfrm>
              <a:off x="4617650" y="1182575"/>
              <a:ext cx="239000" cy="179750"/>
            </a:xfrm>
            <a:custGeom>
              <a:rect b="b" l="l" r="r" t="t"/>
              <a:pathLst>
                <a:path extrusionOk="0" h="7190" w="9560">
                  <a:moveTo>
                    <a:pt x="4773" y="1"/>
                  </a:moveTo>
                  <a:cubicBezTo>
                    <a:pt x="1643" y="1"/>
                    <a:pt x="1" y="3761"/>
                    <a:pt x="2209" y="6050"/>
                  </a:cubicBezTo>
                  <a:cubicBezTo>
                    <a:pt x="2886" y="6810"/>
                    <a:pt x="3823" y="7189"/>
                    <a:pt x="4763" y="7189"/>
                  </a:cubicBezTo>
                  <a:cubicBezTo>
                    <a:pt x="5668" y="7189"/>
                    <a:pt x="6575" y="6837"/>
                    <a:pt x="7254" y="6131"/>
                  </a:cubicBezTo>
                  <a:cubicBezTo>
                    <a:pt x="9560" y="3934"/>
                    <a:pt x="8014" y="55"/>
                    <a:pt x="4840" y="1"/>
                  </a:cubicBezTo>
                  <a:cubicBezTo>
                    <a:pt x="4818" y="1"/>
                    <a:pt x="479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55"/>
            <p:cNvSpPr/>
            <p:nvPr/>
          </p:nvSpPr>
          <p:spPr>
            <a:xfrm>
              <a:off x="5247400" y="551550"/>
              <a:ext cx="238525" cy="180150"/>
            </a:xfrm>
            <a:custGeom>
              <a:rect b="b" l="l" r="r" t="t"/>
              <a:pathLst>
                <a:path extrusionOk="0" h="7206" w="9541">
                  <a:moveTo>
                    <a:pt x="4742" y="0"/>
                  </a:moveTo>
                  <a:cubicBezTo>
                    <a:pt x="3819" y="0"/>
                    <a:pt x="2898" y="366"/>
                    <a:pt x="2217" y="1102"/>
                  </a:cubicBezTo>
                  <a:cubicBezTo>
                    <a:pt x="1" y="3372"/>
                    <a:pt x="1609" y="7205"/>
                    <a:pt x="4788" y="7205"/>
                  </a:cubicBezTo>
                  <a:cubicBezTo>
                    <a:pt x="4799" y="7205"/>
                    <a:pt x="4810" y="7205"/>
                    <a:pt x="4821" y="7205"/>
                  </a:cubicBezTo>
                  <a:cubicBezTo>
                    <a:pt x="7995" y="7151"/>
                    <a:pt x="9541" y="3299"/>
                    <a:pt x="7262" y="1075"/>
                  </a:cubicBezTo>
                  <a:cubicBezTo>
                    <a:pt x="6574" y="360"/>
                    <a:pt x="5657" y="0"/>
                    <a:pt x="474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p55"/>
            <p:cNvSpPr/>
            <p:nvPr/>
          </p:nvSpPr>
          <p:spPr>
            <a:xfrm>
              <a:off x="4617950" y="1811875"/>
              <a:ext cx="238700" cy="180050"/>
            </a:xfrm>
            <a:custGeom>
              <a:rect b="b" l="l" r="r" t="t"/>
              <a:pathLst>
                <a:path extrusionOk="0" h="7202" w="9548">
                  <a:moveTo>
                    <a:pt x="4747" y="0"/>
                  </a:moveTo>
                  <a:cubicBezTo>
                    <a:pt x="1573" y="27"/>
                    <a:pt x="0" y="3879"/>
                    <a:pt x="2251" y="6103"/>
                  </a:cubicBezTo>
                  <a:cubicBezTo>
                    <a:pt x="2943" y="6835"/>
                    <a:pt x="3865" y="7201"/>
                    <a:pt x="4784" y="7201"/>
                  </a:cubicBezTo>
                  <a:cubicBezTo>
                    <a:pt x="5703" y="7201"/>
                    <a:pt x="6618" y="6835"/>
                    <a:pt x="7296" y="6103"/>
                  </a:cubicBezTo>
                  <a:cubicBezTo>
                    <a:pt x="9548" y="3825"/>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2" name="Google Shape;1172;p55"/>
            <p:cNvSpPr/>
            <p:nvPr/>
          </p:nvSpPr>
          <p:spPr>
            <a:xfrm>
              <a:off x="5265525" y="1181050"/>
              <a:ext cx="202100" cy="181225"/>
            </a:xfrm>
            <a:custGeom>
              <a:rect b="b" l="l" r="r" t="t"/>
              <a:pathLst>
                <a:path extrusionOk="0" h="7249" w="8084">
                  <a:moveTo>
                    <a:pt x="4026" y="0"/>
                  </a:moveTo>
                  <a:cubicBezTo>
                    <a:pt x="3208" y="0"/>
                    <a:pt x="2393" y="309"/>
                    <a:pt x="1709" y="930"/>
                  </a:cubicBezTo>
                  <a:cubicBezTo>
                    <a:pt x="163" y="2314"/>
                    <a:pt x="0" y="4429"/>
                    <a:pt x="1357" y="5975"/>
                  </a:cubicBezTo>
                  <a:cubicBezTo>
                    <a:pt x="2110" y="6817"/>
                    <a:pt x="3087" y="7248"/>
                    <a:pt x="4067" y="7248"/>
                  </a:cubicBezTo>
                  <a:cubicBezTo>
                    <a:pt x="4888" y="7248"/>
                    <a:pt x="5709" y="6946"/>
                    <a:pt x="6402" y="6328"/>
                  </a:cubicBezTo>
                  <a:cubicBezTo>
                    <a:pt x="7893" y="4972"/>
                    <a:pt x="8083" y="2775"/>
                    <a:pt x="6727" y="1283"/>
                  </a:cubicBezTo>
                  <a:cubicBezTo>
                    <a:pt x="5963" y="431"/>
                    <a:pt x="4992"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p55"/>
            <p:cNvSpPr/>
            <p:nvPr/>
          </p:nvSpPr>
          <p:spPr>
            <a:xfrm>
              <a:off x="5896150" y="551300"/>
              <a:ext cx="200750" cy="180975"/>
            </a:xfrm>
            <a:custGeom>
              <a:rect b="b" l="l" r="r" t="t"/>
              <a:pathLst>
                <a:path extrusionOk="0" h="7239" w="8030">
                  <a:moveTo>
                    <a:pt x="4008" y="1"/>
                  </a:moveTo>
                  <a:cubicBezTo>
                    <a:pt x="3158" y="1"/>
                    <a:pt x="2309" y="334"/>
                    <a:pt x="1601" y="1004"/>
                  </a:cubicBezTo>
                  <a:cubicBezTo>
                    <a:pt x="82" y="2414"/>
                    <a:pt x="1" y="4557"/>
                    <a:pt x="1384" y="6049"/>
                  </a:cubicBezTo>
                  <a:cubicBezTo>
                    <a:pt x="2129" y="6837"/>
                    <a:pt x="3086" y="7239"/>
                    <a:pt x="4043" y="7239"/>
                  </a:cubicBezTo>
                  <a:cubicBezTo>
                    <a:pt x="4898" y="7239"/>
                    <a:pt x="5752" y="6918"/>
                    <a:pt x="6456" y="6266"/>
                  </a:cubicBezTo>
                  <a:cubicBezTo>
                    <a:pt x="7948" y="4937"/>
                    <a:pt x="8029"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p55"/>
            <p:cNvSpPr/>
            <p:nvPr/>
          </p:nvSpPr>
          <p:spPr>
            <a:xfrm>
              <a:off x="5247225" y="1811875"/>
              <a:ext cx="238700" cy="180550"/>
            </a:xfrm>
            <a:custGeom>
              <a:rect b="b" l="l" r="r" t="t"/>
              <a:pathLst>
                <a:path extrusionOk="0" h="7222" w="9548">
                  <a:moveTo>
                    <a:pt x="4774" y="0"/>
                  </a:moveTo>
                  <a:cubicBezTo>
                    <a:pt x="1600" y="0"/>
                    <a:pt x="0" y="3852"/>
                    <a:pt x="2251" y="6103"/>
                  </a:cubicBezTo>
                  <a:cubicBezTo>
                    <a:pt x="2929" y="6849"/>
                    <a:pt x="3852" y="7222"/>
                    <a:pt x="4774" y="7222"/>
                  </a:cubicBezTo>
                  <a:cubicBezTo>
                    <a:pt x="5696" y="7222"/>
                    <a:pt x="6618" y="6849"/>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p55"/>
            <p:cNvSpPr/>
            <p:nvPr/>
          </p:nvSpPr>
          <p:spPr>
            <a:xfrm>
              <a:off x="5877750" y="1181150"/>
              <a:ext cx="238125" cy="179850"/>
            </a:xfrm>
            <a:custGeom>
              <a:rect b="b" l="l" r="r" t="t"/>
              <a:pathLst>
                <a:path extrusionOk="0" h="7194" w="9525">
                  <a:moveTo>
                    <a:pt x="4741" y="0"/>
                  </a:moveTo>
                  <a:cubicBezTo>
                    <a:pt x="3797" y="0"/>
                    <a:pt x="2854" y="380"/>
                    <a:pt x="2174" y="1143"/>
                  </a:cubicBezTo>
                  <a:cubicBezTo>
                    <a:pt x="0" y="3425"/>
                    <a:pt x="1597" y="7193"/>
                    <a:pt x="4732" y="7193"/>
                  </a:cubicBezTo>
                  <a:cubicBezTo>
                    <a:pt x="4765" y="7193"/>
                    <a:pt x="4799" y="7193"/>
                    <a:pt x="4832" y="7192"/>
                  </a:cubicBezTo>
                  <a:cubicBezTo>
                    <a:pt x="8006" y="7138"/>
                    <a:pt x="9525" y="3259"/>
                    <a:pt x="7219" y="1035"/>
                  </a:cubicBezTo>
                  <a:cubicBezTo>
                    <a:pt x="6544" y="346"/>
                    <a:pt x="5642" y="0"/>
                    <a:pt x="474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p55"/>
            <p:cNvSpPr/>
            <p:nvPr/>
          </p:nvSpPr>
          <p:spPr>
            <a:xfrm>
              <a:off x="6506450" y="551525"/>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6"/>
                    <a:pt x="4765" y="7206"/>
                    <a:pt x="4787" y="7206"/>
                  </a:cubicBezTo>
                  <a:cubicBezTo>
                    <a:pt x="7943" y="7206"/>
                    <a:pt x="9559" y="3420"/>
                    <a:pt x="7351" y="1130"/>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p55"/>
            <p:cNvSpPr/>
            <p:nvPr/>
          </p:nvSpPr>
          <p:spPr>
            <a:xfrm>
              <a:off x="5896150" y="1810525"/>
              <a:ext cx="201425" cy="181225"/>
            </a:xfrm>
            <a:custGeom>
              <a:rect b="b" l="l" r="r" t="t"/>
              <a:pathLst>
                <a:path extrusionOk="0" h="7249" w="8057">
                  <a:moveTo>
                    <a:pt x="4008" y="0"/>
                  </a:moveTo>
                  <a:cubicBezTo>
                    <a:pt x="3158" y="0"/>
                    <a:pt x="2309" y="334"/>
                    <a:pt x="1601" y="1003"/>
                  </a:cubicBezTo>
                  <a:cubicBezTo>
                    <a:pt x="109" y="2414"/>
                    <a:pt x="1" y="4584"/>
                    <a:pt x="1384" y="6048"/>
                  </a:cubicBezTo>
                  <a:cubicBezTo>
                    <a:pt x="2083" y="6847"/>
                    <a:pt x="3051" y="7248"/>
                    <a:pt x="4022" y="7248"/>
                  </a:cubicBezTo>
                  <a:cubicBezTo>
                    <a:pt x="4897" y="7248"/>
                    <a:pt x="5774" y="6922"/>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55"/>
            <p:cNvSpPr/>
            <p:nvPr/>
          </p:nvSpPr>
          <p:spPr>
            <a:xfrm>
              <a:off x="6507125" y="1180950"/>
              <a:ext cx="238125" cy="180725"/>
            </a:xfrm>
            <a:custGeom>
              <a:rect b="b" l="l" r="r" t="t"/>
              <a:pathLst>
                <a:path extrusionOk="0" h="7229" w="9525">
                  <a:moveTo>
                    <a:pt x="4753" y="1"/>
                  </a:moveTo>
                  <a:cubicBezTo>
                    <a:pt x="3889" y="1"/>
                    <a:pt x="3028" y="347"/>
                    <a:pt x="2306" y="1043"/>
                  </a:cubicBezTo>
                  <a:cubicBezTo>
                    <a:pt x="0" y="3240"/>
                    <a:pt x="1492" y="7146"/>
                    <a:pt x="4666" y="7227"/>
                  </a:cubicBezTo>
                  <a:cubicBezTo>
                    <a:pt x="4699" y="7228"/>
                    <a:pt x="4732" y="7228"/>
                    <a:pt x="4765" y="7228"/>
                  </a:cubicBezTo>
                  <a:cubicBezTo>
                    <a:pt x="7874" y="7228"/>
                    <a:pt x="9525" y="3460"/>
                    <a:pt x="7351" y="1178"/>
                  </a:cubicBezTo>
                  <a:cubicBezTo>
                    <a:pt x="6595" y="394"/>
                    <a:pt x="5673" y="1"/>
                    <a:pt x="475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55"/>
            <p:cNvSpPr/>
            <p:nvPr/>
          </p:nvSpPr>
          <p:spPr>
            <a:xfrm>
              <a:off x="6506825" y="1811100"/>
              <a:ext cx="239000" cy="179825"/>
            </a:xfrm>
            <a:custGeom>
              <a:rect b="b" l="l" r="r" t="t"/>
              <a:pathLst>
                <a:path extrusionOk="0" h="7193" w="9560">
                  <a:moveTo>
                    <a:pt x="4786" y="0"/>
                  </a:moveTo>
                  <a:cubicBezTo>
                    <a:pt x="3846" y="0"/>
                    <a:pt x="2903" y="380"/>
                    <a:pt x="2209" y="1143"/>
                  </a:cubicBezTo>
                  <a:cubicBezTo>
                    <a:pt x="1" y="3406"/>
                    <a:pt x="1617" y="7192"/>
                    <a:pt x="4773" y="7192"/>
                  </a:cubicBezTo>
                  <a:cubicBezTo>
                    <a:pt x="4795" y="7192"/>
                    <a:pt x="4818" y="7192"/>
                    <a:pt x="4840" y="7192"/>
                  </a:cubicBezTo>
                  <a:cubicBezTo>
                    <a:pt x="8014"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55"/>
            <p:cNvSpPr/>
            <p:nvPr/>
          </p:nvSpPr>
          <p:spPr>
            <a:xfrm>
              <a:off x="3988175" y="552650"/>
              <a:ext cx="238525" cy="179800"/>
            </a:xfrm>
            <a:custGeom>
              <a:rect b="b" l="l" r="r" t="t"/>
              <a:pathLst>
                <a:path extrusionOk="0" h="7192" w="9541">
                  <a:moveTo>
                    <a:pt x="4787" y="0"/>
                  </a:moveTo>
                  <a:cubicBezTo>
                    <a:pt x="1609" y="0"/>
                    <a:pt x="1" y="3806"/>
                    <a:pt x="2217" y="6076"/>
                  </a:cubicBezTo>
                  <a:cubicBezTo>
                    <a:pt x="2905" y="6819"/>
                    <a:pt x="3836" y="7192"/>
                    <a:pt x="4768" y="7192"/>
                  </a:cubicBezTo>
                  <a:cubicBezTo>
                    <a:pt x="5674" y="7192"/>
                    <a:pt x="6580" y="6839"/>
                    <a:pt x="7262" y="6130"/>
                  </a:cubicBezTo>
                  <a:cubicBezTo>
                    <a:pt x="9541" y="3906"/>
                    <a:pt x="7995"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55"/>
            <p:cNvSpPr/>
            <p:nvPr/>
          </p:nvSpPr>
          <p:spPr>
            <a:xfrm>
              <a:off x="4006975" y="1181075"/>
              <a:ext cx="201425" cy="181050"/>
            </a:xfrm>
            <a:custGeom>
              <a:rect b="b" l="l" r="r" t="t"/>
              <a:pathLst>
                <a:path extrusionOk="0" h="7242" w="8057">
                  <a:moveTo>
                    <a:pt x="4006" y="1"/>
                  </a:moveTo>
                  <a:cubicBezTo>
                    <a:pt x="3156" y="1"/>
                    <a:pt x="2308" y="327"/>
                    <a:pt x="1601" y="983"/>
                  </a:cubicBezTo>
                  <a:cubicBezTo>
                    <a:pt x="109" y="2394"/>
                    <a:pt x="0" y="4564"/>
                    <a:pt x="1384" y="6056"/>
                  </a:cubicBezTo>
                  <a:cubicBezTo>
                    <a:pt x="2082" y="6840"/>
                    <a:pt x="3051" y="7242"/>
                    <a:pt x="4021" y="7242"/>
                  </a:cubicBezTo>
                  <a:cubicBezTo>
                    <a:pt x="4897" y="7242"/>
                    <a:pt x="5774" y="6914"/>
                    <a:pt x="6456" y="6245"/>
                  </a:cubicBezTo>
                  <a:cubicBezTo>
                    <a:pt x="7948" y="4944"/>
                    <a:pt x="8056" y="2638"/>
                    <a:pt x="6646" y="1200"/>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55"/>
            <p:cNvSpPr/>
            <p:nvPr/>
          </p:nvSpPr>
          <p:spPr>
            <a:xfrm>
              <a:off x="4617950" y="551525"/>
              <a:ext cx="238325" cy="180175"/>
            </a:xfrm>
            <a:custGeom>
              <a:rect b="b" l="l" r="r" t="t"/>
              <a:pathLst>
                <a:path extrusionOk="0" h="7207" w="9533">
                  <a:moveTo>
                    <a:pt x="4747" y="1"/>
                  </a:moveTo>
                  <a:cubicBezTo>
                    <a:pt x="3849" y="1"/>
                    <a:pt x="2954" y="347"/>
                    <a:pt x="2279" y="1049"/>
                  </a:cubicBezTo>
                  <a:cubicBezTo>
                    <a:pt x="0" y="3273"/>
                    <a:pt x="1519" y="7152"/>
                    <a:pt x="4693" y="7206"/>
                  </a:cubicBezTo>
                  <a:cubicBezTo>
                    <a:pt x="4715" y="7206"/>
                    <a:pt x="4737" y="7206"/>
                    <a:pt x="4759" y="7206"/>
                  </a:cubicBezTo>
                  <a:cubicBezTo>
                    <a:pt x="7916" y="7206"/>
                    <a:pt x="9532" y="3393"/>
                    <a:pt x="7324" y="1130"/>
                  </a:cubicBezTo>
                  <a:cubicBezTo>
                    <a:pt x="6630" y="381"/>
                    <a:pt x="5687" y="1"/>
                    <a:pt x="474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p55"/>
            <p:cNvSpPr/>
            <p:nvPr/>
          </p:nvSpPr>
          <p:spPr>
            <a:xfrm>
              <a:off x="2098125" y="3073125"/>
              <a:ext cx="238525" cy="179725"/>
            </a:xfrm>
            <a:custGeom>
              <a:rect b="b" l="l" r="r" t="t"/>
              <a:pathLst>
                <a:path extrusionOk="0" h="7189" w="9541">
                  <a:moveTo>
                    <a:pt x="4759" y="0"/>
                  </a:moveTo>
                  <a:cubicBezTo>
                    <a:pt x="3849" y="0"/>
                    <a:pt x="2937" y="360"/>
                    <a:pt x="2252" y="1085"/>
                  </a:cubicBezTo>
                  <a:cubicBezTo>
                    <a:pt x="1" y="3337"/>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55"/>
            <p:cNvSpPr/>
            <p:nvPr/>
          </p:nvSpPr>
          <p:spPr>
            <a:xfrm>
              <a:off x="2728075" y="2443400"/>
              <a:ext cx="238150" cy="180200"/>
            </a:xfrm>
            <a:custGeom>
              <a:rect b="b" l="l" r="r" t="t"/>
              <a:pathLst>
                <a:path extrusionOk="0" h="7208" w="9526">
                  <a:moveTo>
                    <a:pt x="4761" y="0"/>
                  </a:moveTo>
                  <a:cubicBezTo>
                    <a:pt x="3895" y="0"/>
                    <a:pt x="3028" y="340"/>
                    <a:pt x="2306" y="1022"/>
                  </a:cubicBezTo>
                  <a:cubicBezTo>
                    <a:pt x="1" y="3219"/>
                    <a:pt x="1493" y="7125"/>
                    <a:pt x="4693" y="7206"/>
                  </a:cubicBezTo>
                  <a:cubicBezTo>
                    <a:pt x="4727" y="7207"/>
                    <a:pt x="4760" y="7208"/>
                    <a:pt x="4793" y="7208"/>
                  </a:cubicBezTo>
                  <a:cubicBezTo>
                    <a:pt x="7902" y="7208"/>
                    <a:pt x="9525" y="3439"/>
                    <a:pt x="7351" y="1158"/>
                  </a:cubicBezTo>
                  <a:cubicBezTo>
                    <a:pt x="6609" y="387"/>
                    <a:pt x="5686"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5" name="Google Shape;1185;p55"/>
            <p:cNvSpPr/>
            <p:nvPr/>
          </p:nvSpPr>
          <p:spPr>
            <a:xfrm>
              <a:off x="839100" y="4963650"/>
              <a:ext cx="238525" cy="179975"/>
            </a:xfrm>
            <a:custGeom>
              <a:rect b="b" l="l" r="r" t="t"/>
              <a:pathLst>
                <a:path extrusionOk="0" h="7199" w="9541">
                  <a:moveTo>
                    <a:pt x="4760" y="0"/>
                  </a:moveTo>
                  <a:cubicBezTo>
                    <a:pt x="1582" y="0"/>
                    <a:pt x="1" y="3833"/>
                    <a:pt x="2244" y="6076"/>
                  </a:cubicBezTo>
                  <a:cubicBezTo>
                    <a:pt x="2925" y="6826"/>
                    <a:pt x="3853" y="7198"/>
                    <a:pt x="4779" y="7198"/>
                  </a:cubicBezTo>
                  <a:cubicBezTo>
                    <a:pt x="5697" y="7198"/>
                    <a:pt x="6614" y="6832"/>
                    <a:pt x="7289" y="6103"/>
                  </a:cubicBezTo>
                  <a:cubicBezTo>
                    <a:pt x="9540" y="3852"/>
                    <a:pt x="7967" y="0"/>
                    <a:pt x="4794"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6" name="Google Shape;1186;p55"/>
            <p:cNvSpPr/>
            <p:nvPr/>
          </p:nvSpPr>
          <p:spPr>
            <a:xfrm>
              <a:off x="1469250" y="4333675"/>
              <a:ext cx="238325" cy="180100"/>
            </a:xfrm>
            <a:custGeom>
              <a:rect b="b" l="l" r="r" t="t"/>
              <a:pathLst>
                <a:path extrusionOk="0" h="7204" w="9533">
                  <a:moveTo>
                    <a:pt x="4746" y="1"/>
                  </a:moveTo>
                  <a:cubicBezTo>
                    <a:pt x="1616" y="1"/>
                    <a:pt x="0" y="3788"/>
                    <a:pt x="2182" y="6050"/>
                  </a:cubicBezTo>
                  <a:cubicBezTo>
                    <a:pt x="2865" y="6817"/>
                    <a:pt x="3813" y="7204"/>
                    <a:pt x="4765" y="7204"/>
                  </a:cubicBezTo>
                  <a:cubicBezTo>
                    <a:pt x="5665" y="7204"/>
                    <a:pt x="6568" y="6857"/>
                    <a:pt x="7254" y="6159"/>
                  </a:cubicBezTo>
                  <a:cubicBezTo>
                    <a:pt x="9532" y="3934"/>
                    <a:pt x="8013" y="56"/>
                    <a:pt x="4813" y="1"/>
                  </a:cubicBezTo>
                  <a:cubicBezTo>
                    <a:pt x="4791"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7" name="Google Shape;1187;p55"/>
            <p:cNvSpPr/>
            <p:nvPr/>
          </p:nvSpPr>
          <p:spPr>
            <a:xfrm>
              <a:off x="2098325" y="3702975"/>
              <a:ext cx="239200" cy="179825"/>
            </a:xfrm>
            <a:custGeom>
              <a:rect b="b" l="l" r="r" t="t"/>
              <a:pathLst>
                <a:path extrusionOk="0" h="7193" w="9568">
                  <a:moveTo>
                    <a:pt x="4771" y="1"/>
                  </a:moveTo>
                  <a:cubicBezTo>
                    <a:pt x="3843" y="1"/>
                    <a:pt x="2918" y="374"/>
                    <a:pt x="2244" y="1116"/>
                  </a:cubicBezTo>
                  <a:cubicBezTo>
                    <a:pt x="1" y="3387"/>
                    <a:pt x="1609" y="7192"/>
                    <a:pt x="4787" y="7192"/>
                  </a:cubicBezTo>
                  <a:cubicBezTo>
                    <a:pt x="4798" y="7192"/>
                    <a:pt x="4810" y="7192"/>
                    <a:pt x="4821" y="7192"/>
                  </a:cubicBezTo>
                  <a:cubicBezTo>
                    <a:pt x="7994" y="7165"/>
                    <a:pt x="9568" y="3286"/>
                    <a:pt x="7262" y="1062"/>
                  </a:cubicBezTo>
                  <a:cubicBezTo>
                    <a:pt x="6580" y="353"/>
                    <a:pt x="567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p55"/>
            <p:cNvSpPr/>
            <p:nvPr/>
          </p:nvSpPr>
          <p:spPr>
            <a:xfrm>
              <a:off x="2747075" y="3072975"/>
              <a:ext cx="201425" cy="182050"/>
            </a:xfrm>
            <a:custGeom>
              <a:rect b="b" l="l" r="r" t="t"/>
              <a:pathLst>
                <a:path extrusionOk="0" h="7282" w="8057">
                  <a:moveTo>
                    <a:pt x="4005" y="0"/>
                  </a:moveTo>
                  <a:cubicBezTo>
                    <a:pt x="3156" y="0"/>
                    <a:pt x="2308" y="327"/>
                    <a:pt x="1601" y="983"/>
                  </a:cubicBezTo>
                  <a:cubicBezTo>
                    <a:pt x="82" y="2393"/>
                    <a:pt x="0" y="4536"/>
                    <a:pt x="1384" y="6028"/>
                  </a:cubicBezTo>
                  <a:cubicBezTo>
                    <a:pt x="2097" y="6858"/>
                    <a:pt x="3093" y="7282"/>
                    <a:pt x="4092" y="7282"/>
                  </a:cubicBezTo>
                  <a:cubicBezTo>
                    <a:pt x="4954" y="7282"/>
                    <a:pt x="5819" y="6967"/>
                    <a:pt x="6510" y="6326"/>
                  </a:cubicBezTo>
                  <a:cubicBezTo>
                    <a:pt x="8002" y="4970"/>
                    <a:pt x="8056" y="2637"/>
                    <a:pt x="6646" y="1200"/>
                  </a:cubicBezTo>
                  <a:cubicBezTo>
                    <a:pt x="5890" y="401"/>
                    <a:pt x="4947" y="0"/>
                    <a:pt x="400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p55"/>
            <p:cNvSpPr/>
            <p:nvPr/>
          </p:nvSpPr>
          <p:spPr>
            <a:xfrm>
              <a:off x="3358025" y="2443400"/>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7"/>
                    <a:pt x="4738" y="7207"/>
                    <a:pt x="4761" y="7207"/>
                  </a:cubicBezTo>
                  <a:cubicBezTo>
                    <a:pt x="7917" y="7207"/>
                    <a:pt x="9533" y="3420"/>
                    <a:pt x="7324" y="1131"/>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p55"/>
            <p:cNvSpPr/>
            <p:nvPr/>
          </p:nvSpPr>
          <p:spPr>
            <a:xfrm>
              <a:off x="1468850" y="4962975"/>
              <a:ext cx="238725" cy="180400"/>
            </a:xfrm>
            <a:custGeom>
              <a:rect b="b" l="l" r="r" t="t"/>
              <a:pathLst>
                <a:path extrusionOk="0" h="7216" w="9549">
                  <a:moveTo>
                    <a:pt x="4748" y="0"/>
                  </a:moveTo>
                  <a:cubicBezTo>
                    <a:pt x="1574" y="27"/>
                    <a:pt x="1" y="3879"/>
                    <a:pt x="2252" y="6130"/>
                  </a:cubicBezTo>
                  <a:cubicBezTo>
                    <a:pt x="2937" y="6856"/>
                    <a:pt x="3849" y="7215"/>
                    <a:pt x="4763" y="7215"/>
                  </a:cubicBezTo>
                  <a:cubicBezTo>
                    <a:pt x="5693" y="7215"/>
                    <a:pt x="6626" y="6842"/>
                    <a:pt x="7324" y="6103"/>
                  </a:cubicBezTo>
                  <a:cubicBezTo>
                    <a:pt x="9548" y="3852"/>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p55"/>
            <p:cNvSpPr/>
            <p:nvPr/>
          </p:nvSpPr>
          <p:spPr>
            <a:xfrm>
              <a:off x="2116450" y="4332375"/>
              <a:ext cx="202775" cy="181000"/>
            </a:xfrm>
            <a:custGeom>
              <a:rect b="b" l="l" r="r" t="t"/>
              <a:pathLst>
                <a:path extrusionOk="0" h="7240" w="8111">
                  <a:moveTo>
                    <a:pt x="4023" y="1"/>
                  </a:moveTo>
                  <a:cubicBezTo>
                    <a:pt x="3204" y="1"/>
                    <a:pt x="2389" y="303"/>
                    <a:pt x="1709" y="921"/>
                  </a:cubicBezTo>
                  <a:cubicBezTo>
                    <a:pt x="163" y="2305"/>
                    <a:pt x="0" y="4448"/>
                    <a:pt x="1356" y="5966"/>
                  </a:cubicBezTo>
                  <a:cubicBezTo>
                    <a:pt x="2109" y="6808"/>
                    <a:pt x="3087" y="7240"/>
                    <a:pt x="4067" y="7240"/>
                  </a:cubicBezTo>
                  <a:cubicBezTo>
                    <a:pt x="4887" y="7240"/>
                    <a:pt x="5709" y="6937"/>
                    <a:pt x="6401" y="6319"/>
                  </a:cubicBezTo>
                  <a:cubicBezTo>
                    <a:pt x="7920" y="4990"/>
                    <a:pt x="8110" y="2793"/>
                    <a:pt x="6754" y="1274"/>
                  </a:cubicBezTo>
                  <a:cubicBezTo>
                    <a:pt x="5986"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55"/>
            <p:cNvSpPr/>
            <p:nvPr/>
          </p:nvSpPr>
          <p:spPr>
            <a:xfrm>
              <a:off x="2747075" y="3702650"/>
              <a:ext cx="201425" cy="180725"/>
            </a:xfrm>
            <a:custGeom>
              <a:rect b="b" l="l" r="r" t="t"/>
              <a:pathLst>
                <a:path extrusionOk="0" h="7229" w="8057">
                  <a:moveTo>
                    <a:pt x="3994" y="0"/>
                  </a:moveTo>
                  <a:cubicBezTo>
                    <a:pt x="3149" y="0"/>
                    <a:pt x="2305" y="328"/>
                    <a:pt x="1601" y="994"/>
                  </a:cubicBezTo>
                  <a:cubicBezTo>
                    <a:pt x="82" y="2431"/>
                    <a:pt x="0" y="4547"/>
                    <a:pt x="1384" y="6039"/>
                  </a:cubicBezTo>
                  <a:cubicBezTo>
                    <a:pt x="2129" y="6827"/>
                    <a:pt x="3086" y="7229"/>
                    <a:pt x="4043" y="7229"/>
                  </a:cubicBezTo>
                  <a:cubicBezTo>
                    <a:pt x="4897" y="7229"/>
                    <a:pt x="5752" y="6908"/>
                    <a:pt x="6456" y="6256"/>
                  </a:cubicBezTo>
                  <a:cubicBezTo>
                    <a:pt x="7948" y="4954"/>
                    <a:pt x="8056" y="2621"/>
                    <a:pt x="6646" y="1211"/>
                  </a:cubicBezTo>
                  <a:cubicBezTo>
                    <a:pt x="5887" y="409"/>
                    <a:pt x="4939" y="0"/>
                    <a:pt x="39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p55"/>
            <p:cNvSpPr/>
            <p:nvPr/>
          </p:nvSpPr>
          <p:spPr>
            <a:xfrm>
              <a:off x="3357750" y="3073100"/>
              <a:ext cx="239000" cy="179750"/>
            </a:xfrm>
            <a:custGeom>
              <a:rect b="b" l="l" r="r" t="t"/>
              <a:pathLst>
                <a:path extrusionOk="0" h="7190" w="9560">
                  <a:moveTo>
                    <a:pt x="4772" y="1"/>
                  </a:moveTo>
                  <a:cubicBezTo>
                    <a:pt x="3836" y="1"/>
                    <a:pt x="2900" y="381"/>
                    <a:pt x="2209" y="1141"/>
                  </a:cubicBezTo>
                  <a:cubicBezTo>
                    <a:pt x="0" y="3403"/>
                    <a:pt x="1616" y="7190"/>
                    <a:pt x="4773" y="7190"/>
                  </a:cubicBezTo>
                  <a:cubicBezTo>
                    <a:pt x="4795" y="7190"/>
                    <a:pt x="4818" y="7190"/>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55"/>
            <p:cNvSpPr/>
            <p:nvPr/>
          </p:nvSpPr>
          <p:spPr>
            <a:xfrm>
              <a:off x="2098125" y="4963650"/>
              <a:ext cx="238725" cy="180050"/>
            </a:xfrm>
            <a:custGeom>
              <a:rect b="b" l="l" r="r" t="t"/>
              <a:pathLst>
                <a:path extrusionOk="0" h="7202" w="9549">
                  <a:moveTo>
                    <a:pt x="4775" y="0"/>
                  </a:moveTo>
                  <a:cubicBezTo>
                    <a:pt x="1601" y="0"/>
                    <a:pt x="1" y="3852"/>
                    <a:pt x="2252" y="6103"/>
                  </a:cubicBezTo>
                  <a:cubicBezTo>
                    <a:pt x="2930" y="6836"/>
                    <a:pt x="3852" y="7202"/>
                    <a:pt x="4775" y="7202"/>
                  </a:cubicBezTo>
                  <a:cubicBezTo>
                    <a:pt x="5697" y="7202"/>
                    <a:pt x="6619" y="6836"/>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5" name="Google Shape;1195;p55"/>
            <p:cNvSpPr/>
            <p:nvPr/>
          </p:nvSpPr>
          <p:spPr>
            <a:xfrm>
              <a:off x="2728475" y="4332575"/>
              <a:ext cx="238325" cy="180175"/>
            </a:xfrm>
            <a:custGeom>
              <a:rect b="b" l="l" r="r" t="t"/>
              <a:pathLst>
                <a:path extrusionOk="0" h="7207" w="9533">
                  <a:moveTo>
                    <a:pt x="4749" y="1"/>
                  </a:moveTo>
                  <a:cubicBezTo>
                    <a:pt x="3805" y="1"/>
                    <a:pt x="2862" y="381"/>
                    <a:pt x="2182" y="1130"/>
                  </a:cubicBezTo>
                  <a:cubicBezTo>
                    <a:pt x="0" y="3420"/>
                    <a:pt x="1616" y="7207"/>
                    <a:pt x="4773" y="7207"/>
                  </a:cubicBezTo>
                  <a:cubicBezTo>
                    <a:pt x="4795" y="7207"/>
                    <a:pt x="4818" y="7207"/>
                    <a:pt x="4840" y="7206"/>
                  </a:cubicBezTo>
                  <a:cubicBezTo>
                    <a:pt x="8014" y="7125"/>
                    <a:pt x="9532" y="3246"/>
                    <a:pt x="7227" y="1049"/>
                  </a:cubicBezTo>
                  <a:cubicBezTo>
                    <a:pt x="6551"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6" name="Google Shape;1196;p55"/>
            <p:cNvSpPr/>
            <p:nvPr/>
          </p:nvSpPr>
          <p:spPr>
            <a:xfrm>
              <a:off x="3358025" y="3702975"/>
              <a:ext cx="238325" cy="179825"/>
            </a:xfrm>
            <a:custGeom>
              <a:rect b="b" l="l" r="r" t="t"/>
              <a:pathLst>
                <a:path extrusionOk="0" h="7193" w="9533">
                  <a:moveTo>
                    <a:pt x="4768" y="0"/>
                  </a:moveTo>
                  <a:cubicBezTo>
                    <a:pt x="3870" y="0"/>
                    <a:pt x="2968" y="346"/>
                    <a:pt x="2279" y="1035"/>
                  </a:cubicBezTo>
                  <a:cubicBezTo>
                    <a:pt x="1" y="3259"/>
                    <a:pt x="1520" y="7138"/>
                    <a:pt x="4693" y="7192"/>
                  </a:cubicBezTo>
                  <a:cubicBezTo>
                    <a:pt x="4716" y="7193"/>
                    <a:pt x="4738" y="7193"/>
                    <a:pt x="4761" y="7193"/>
                  </a:cubicBezTo>
                  <a:cubicBezTo>
                    <a:pt x="7917" y="7193"/>
                    <a:pt x="9533" y="3406"/>
                    <a:pt x="7324" y="1144"/>
                  </a:cubicBezTo>
                  <a:cubicBezTo>
                    <a:pt x="6644" y="380"/>
                    <a:pt x="5709" y="0"/>
                    <a:pt x="476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p55"/>
            <p:cNvSpPr/>
            <p:nvPr/>
          </p:nvSpPr>
          <p:spPr>
            <a:xfrm>
              <a:off x="2747075" y="4962125"/>
              <a:ext cx="201425" cy="181050"/>
            </a:xfrm>
            <a:custGeom>
              <a:rect b="b" l="l" r="r" t="t"/>
              <a:pathLst>
                <a:path extrusionOk="0" h="7242" w="8057">
                  <a:moveTo>
                    <a:pt x="4005" y="1"/>
                  </a:moveTo>
                  <a:cubicBezTo>
                    <a:pt x="3156" y="1"/>
                    <a:pt x="2308" y="328"/>
                    <a:pt x="1601" y="984"/>
                  </a:cubicBezTo>
                  <a:cubicBezTo>
                    <a:pt x="109" y="2394"/>
                    <a:pt x="0" y="4564"/>
                    <a:pt x="1384" y="6056"/>
                  </a:cubicBezTo>
                  <a:cubicBezTo>
                    <a:pt x="2082" y="6840"/>
                    <a:pt x="3051" y="7242"/>
                    <a:pt x="4021" y="7242"/>
                  </a:cubicBezTo>
                  <a:cubicBezTo>
                    <a:pt x="4897" y="7242"/>
                    <a:pt x="5774" y="6915"/>
                    <a:pt x="6456" y="6246"/>
                  </a:cubicBezTo>
                  <a:cubicBezTo>
                    <a:pt x="7948" y="4944"/>
                    <a:pt x="8056" y="2638"/>
                    <a:pt x="6646" y="1201"/>
                  </a:cubicBezTo>
                  <a:cubicBezTo>
                    <a:pt x="5890" y="402"/>
                    <a:pt x="4947" y="1"/>
                    <a:pt x="400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p55"/>
            <p:cNvSpPr/>
            <p:nvPr/>
          </p:nvSpPr>
          <p:spPr>
            <a:xfrm>
              <a:off x="3358025" y="4332300"/>
              <a:ext cx="238150" cy="180475"/>
            </a:xfrm>
            <a:custGeom>
              <a:rect b="b" l="l" r="r" t="t"/>
              <a:pathLst>
                <a:path extrusionOk="0" h="7219" w="9526">
                  <a:moveTo>
                    <a:pt x="4750" y="1"/>
                  </a:moveTo>
                  <a:cubicBezTo>
                    <a:pt x="3888" y="1"/>
                    <a:pt x="3025" y="341"/>
                    <a:pt x="2306" y="1033"/>
                  </a:cubicBezTo>
                  <a:cubicBezTo>
                    <a:pt x="1" y="3230"/>
                    <a:pt x="1493" y="7136"/>
                    <a:pt x="4666" y="7217"/>
                  </a:cubicBezTo>
                  <a:cubicBezTo>
                    <a:pt x="4700" y="7218"/>
                    <a:pt x="4733" y="7218"/>
                    <a:pt x="4767" y="7218"/>
                  </a:cubicBezTo>
                  <a:cubicBezTo>
                    <a:pt x="7902" y="7218"/>
                    <a:pt x="9525" y="3450"/>
                    <a:pt x="7352" y="1169"/>
                  </a:cubicBezTo>
                  <a:cubicBezTo>
                    <a:pt x="6606" y="395"/>
                    <a:pt x="5678" y="1"/>
                    <a:pt x="475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p55"/>
            <p:cNvSpPr/>
            <p:nvPr/>
          </p:nvSpPr>
          <p:spPr>
            <a:xfrm>
              <a:off x="3357750" y="4962275"/>
              <a:ext cx="239000" cy="179750"/>
            </a:xfrm>
            <a:custGeom>
              <a:rect b="b" l="l" r="r" t="t"/>
              <a:pathLst>
                <a:path extrusionOk="0" h="7190" w="9560">
                  <a:moveTo>
                    <a:pt x="4772" y="1"/>
                  </a:moveTo>
                  <a:cubicBezTo>
                    <a:pt x="3836" y="1"/>
                    <a:pt x="2900" y="381"/>
                    <a:pt x="2209" y="1140"/>
                  </a:cubicBezTo>
                  <a:cubicBezTo>
                    <a:pt x="0" y="3403"/>
                    <a:pt x="1616" y="7190"/>
                    <a:pt x="4773" y="7190"/>
                  </a:cubicBezTo>
                  <a:cubicBezTo>
                    <a:pt x="4795" y="7190"/>
                    <a:pt x="4818" y="7189"/>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55"/>
            <p:cNvSpPr/>
            <p:nvPr/>
          </p:nvSpPr>
          <p:spPr>
            <a:xfrm>
              <a:off x="229975" y="2443400"/>
              <a:ext cx="198700" cy="179600"/>
            </a:xfrm>
            <a:custGeom>
              <a:rect b="b" l="l" r="r" t="t"/>
              <a:pathLst>
                <a:path extrusionOk="0" h="7184" w="7948">
                  <a:moveTo>
                    <a:pt x="3927" y="0"/>
                  </a:moveTo>
                  <a:cubicBezTo>
                    <a:pt x="3061" y="0"/>
                    <a:pt x="2201" y="340"/>
                    <a:pt x="1492" y="1022"/>
                  </a:cubicBezTo>
                  <a:cubicBezTo>
                    <a:pt x="55" y="2378"/>
                    <a:pt x="1" y="4657"/>
                    <a:pt x="1357" y="6067"/>
                  </a:cubicBezTo>
                  <a:cubicBezTo>
                    <a:pt x="2058" y="6810"/>
                    <a:pt x="3005" y="7184"/>
                    <a:pt x="3956" y="7184"/>
                  </a:cubicBezTo>
                  <a:cubicBezTo>
                    <a:pt x="4844" y="7184"/>
                    <a:pt x="5735" y="6858"/>
                    <a:pt x="6429" y="6203"/>
                  </a:cubicBezTo>
                  <a:lnTo>
                    <a:pt x="6402" y="6203"/>
                  </a:lnTo>
                  <a:cubicBezTo>
                    <a:pt x="7894" y="4874"/>
                    <a:pt x="7948" y="2541"/>
                    <a:pt x="6537" y="1158"/>
                  </a:cubicBezTo>
                  <a:cubicBezTo>
                    <a:pt x="5781" y="387"/>
                    <a:pt x="4851" y="0"/>
                    <a:pt x="392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p55"/>
            <p:cNvSpPr/>
            <p:nvPr/>
          </p:nvSpPr>
          <p:spPr>
            <a:xfrm>
              <a:off x="209625" y="3073800"/>
              <a:ext cx="238725" cy="180050"/>
            </a:xfrm>
            <a:custGeom>
              <a:rect b="b" l="l" r="r" t="t"/>
              <a:pathLst>
                <a:path extrusionOk="0" h="7202" w="9549">
                  <a:moveTo>
                    <a:pt x="4775" y="0"/>
                  </a:moveTo>
                  <a:cubicBezTo>
                    <a:pt x="1574" y="0"/>
                    <a:pt x="1" y="3852"/>
                    <a:pt x="2252" y="6103"/>
                  </a:cubicBezTo>
                  <a:cubicBezTo>
                    <a:pt x="2930" y="6836"/>
                    <a:pt x="3852" y="7202"/>
                    <a:pt x="4775" y="7202"/>
                  </a:cubicBezTo>
                  <a:cubicBezTo>
                    <a:pt x="5697" y="7202"/>
                    <a:pt x="6619" y="6836"/>
                    <a:pt x="7297" y="6103"/>
                  </a:cubicBezTo>
                  <a:cubicBezTo>
                    <a:pt x="9548" y="3852"/>
                    <a:pt x="7948"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55"/>
            <p:cNvSpPr/>
            <p:nvPr/>
          </p:nvSpPr>
          <p:spPr>
            <a:xfrm>
              <a:off x="857225" y="2443200"/>
              <a:ext cx="202100" cy="180775"/>
            </a:xfrm>
            <a:custGeom>
              <a:rect b="b" l="l" r="r" t="t"/>
              <a:pathLst>
                <a:path extrusionOk="0" h="7231" w="8084">
                  <a:moveTo>
                    <a:pt x="4034" y="1"/>
                  </a:moveTo>
                  <a:cubicBezTo>
                    <a:pt x="3217" y="1"/>
                    <a:pt x="2401" y="304"/>
                    <a:pt x="1709" y="922"/>
                  </a:cubicBezTo>
                  <a:cubicBezTo>
                    <a:pt x="190" y="2278"/>
                    <a:pt x="0" y="4448"/>
                    <a:pt x="1356" y="5967"/>
                  </a:cubicBezTo>
                  <a:cubicBezTo>
                    <a:pt x="2083" y="6797"/>
                    <a:pt x="3070" y="7231"/>
                    <a:pt x="4063" y="7231"/>
                  </a:cubicBezTo>
                  <a:cubicBezTo>
                    <a:pt x="4886" y="7231"/>
                    <a:pt x="5713" y="6934"/>
                    <a:pt x="6401" y="6319"/>
                  </a:cubicBezTo>
                  <a:cubicBezTo>
                    <a:pt x="7893" y="4990"/>
                    <a:pt x="8083" y="2766"/>
                    <a:pt x="6754" y="1274"/>
                  </a:cubicBezTo>
                  <a:cubicBezTo>
                    <a:pt x="5986" y="433"/>
                    <a:pt x="5010" y="1"/>
                    <a:pt x="403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55"/>
            <p:cNvSpPr/>
            <p:nvPr/>
          </p:nvSpPr>
          <p:spPr>
            <a:xfrm>
              <a:off x="209625" y="3703725"/>
              <a:ext cx="238325" cy="180100"/>
            </a:xfrm>
            <a:custGeom>
              <a:rect b="b" l="l" r="r" t="t"/>
              <a:pathLst>
                <a:path extrusionOk="0" h="7204" w="9533">
                  <a:moveTo>
                    <a:pt x="4760" y="1"/>
                  </a:moveTo>
                  <a:cubicBezTo>
                    <a:pt x="4738" y="1"/>
                    <a:pt x="4716" y="1"/>
                    <a:pt x="4693" y="1"/>
                  </a:cubicBezTo>
                  <a:cubicBezTo>
                    <a:pt x="1520" y="56"/>
                    <a:pt x="1" y="3934"/>
                    <a:pt x="2279" y="6159"/>
                  </a:cubicBezTo>
                  <a:cubicBezTo>
                    <a:pt x="2952" y="6857"/>
                    <a:pt x="3848" y="7204"/>
                    <a:pt x="4745" y="7204"/>
                  </a:cubicBezTo>
                  <a:cubicBezTo>
                    <a:pt x="5693" y="7204"/>
                    <a:pt x="6641" y="6817"/>
                    <a:pt x="7324" y="6050"/>
                  </a:cubicBezTo>
                  <a:cubicBezTo>
                    <a:pt x="9533" y="3788"/>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55"/>
            <p:cNvSpPr/>
            <p:nvPr/>
          </p:nvSpPr>
          <p:spPr>
            <a:xfrm>
              <a:off x="838900" y="3073100"/>
              <a:ext cx="238150" cy="179775"/>
            </a:xfrm>
            <a:custGeom>
              <a:rect b="b" l="l" r="r" t="t"/>
              <a:pathLst>
                <a:path extrusionOk="0" h="7191" w="9526">
                  <a:moveTo>
                    <a:pt x="4788" y="1"/>
                  </a:moveTo>
                  <a:cubicBezTo>
                    <a:pt x="3886" y="1"/>
                    <a:pt x="2985" y="354"/>
                    <a:pt x="2306" y="1059"/>
                  </a:cubicBezTo>
                  <a:cubicBezTo>
                    <a:pt x="1" y="3256"/>
                    <a:pt x="1520" y="7135"/>
                    <a:pt x="4693" y="7189"/>
                  </a:cubicBezTo>
                  <a:cubicBezTo>
                    <a:pt x="4727" y="7190"/>
                    <a:pt x="4760" y="7190"/>
                    <a:pt x="4793" y="7190"/>
                  </a:cubicBezTo>
                  <a:cubicBezTo>
                    <a:pt x="7928" y="7190"/>
                    <a:pt x="9525" y="3395"/>
                    <a:pt x="7351" y="1141"/>
                  </a:cubicBezTo>
                  <a:cubicBezTo>
                    <a:pt x="6661" y="381"/>
                    <a:pt x="5724" y="1"/>
                    <a:pt x="478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p55"/>
            <p:cNvSpPr/>
            <p:nvPr/>
          </p:nvSpPr>
          <p:spPr>
            <a:xfrm>
              <a:off x="1468175" y="2443250"/>
              <a:ext cx="239200" cy="180325"/>
            </a:xfrm>
            <a:custGeom>
              <a:rect b="b" l="l" r="r" t="t"/>
              <a:pathLst>
                <a:path extrusionOk="0" h="7213" w="9568">
                  <a:moveTo>
                    <a:pt x="4787" y="1"/>
                  </a:moveTo>
                  <a:cubicBezTo>
                    <a:pt x="3881" y="1"/>
                    <a:pt x="2975" y="360"/>
                    <a:pt x="2306" y="1082"/>
                  </a:cubicBezTo>
                  <a:cubicBezTo>
                    <a:pt x="1" y="3306"/>
                    <a:pt x="1574" y="7185"/>
                    <a:pt x="4747" y="7212"/>
                  </a:cubicBezTo>
                  <a:cubicBezTo>
                    <a:pt x="4759" y="7212"/>
                    <a:pt x="4770" y="7212"/>
                    <a:pt x="4781" y="7212"/>
                  </a:cubicBezTo>
                  <a:cubicBezTo>
                    <a:pt x="7959" y="7212"/>
                    <a:pt x="9567" y="3407"/>
                    <a:pt x="7324" y="1137"/>
                  </a:cubicBezTo>
                  <a:cubicBezTo>
                    <a:pt x="6650" y="380"/>
                    <a:pt x="5719"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55"/>
            <p:cNvSpPr/>
            <p:nvPr/>
          </p:nvSpPr>
          <p:spPr>
            <a:xfrm>
              <a:off x="209825" y="4333700"/>
              <a:ext cx="238525" cy="179800"/>
            </a:xfrm>
            <a:custGeom>
              <a:rect b="b" l="l" r="r" t="t"/>
              <a:pathLst>
                <a:path extrusionOk="0" h="7192" w="9541">
                  <a:moveTo>
                    <a:pt x="4760" y="0"/>
                  </a:moveTo>
                  <a:cubicBezTo>
                    <a:pt x="1609" y="0"/>
                    <a:pt x="1" y="3806"/>
                    <a:pt x="2217" y="6076"/>
                  </a:cubicBezTo>
                  <a:cubicBezTo>
                    <a:pt x="2905" y="6819"/>
                    <a:pt x="3836" y="7192"/>
                    <a:pt x="4768" y="7192"/>
                  </a:cubicBezTo>
                  <a:cubicBezTo>
                    <a:pt x="5674" y="7192"/>
                    <a:pt x="6580" y="6839"/>
                    <a:pt x="7262" y="6130"/>
                  </a:cubicBezTo>
                  <a:cubicBezTo>
                    <a:pt x="9540" y="3906"/>
                    <a:pt x="7994" y="28"/>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55"/>
            <p:cNvSpPr/>
            <p:nvPr/>
          </p:nvSpPr>
          <p:spPr>
            <a:xfrm>
              <a:off x="839100" y="3703750"/>
              <a:ext cx="238525" cy="180325"/>
            </a:xfrm>
            <a:custGeom>
              <a:rect b="b" l="l" r="r" t="t"/>
              <a:pathLst>
                <a:path extrusionOk="0" h="7213" w="9541">
                  <a:moveTo>
                    <a:pt x="4787" y="0"/>
                  </a:moveTo>
                  <a:cubicBezTo>
                    <a:pt x="1609" y="0"/>
                    <a:pt x="1" y="3806"/>
                    <a:pt x="2217" y="6076"/>
                  </a:cubicBezTo>
                  <a:cubicBezTo>
                    <a:pt x="2904" y="6832"/>
                    <a:pt x="3843" y="7212"/>
                    <a:pt x="4778" y="7212"/>
                  </a:cubicBezTo>
                  <a:cubicBezTo>
                    <a:pt x="5687" y="7212"/>
                    <a:pt x="6593" y="6853"/>
                    <a:pt x="7262" y="6130"/>
                  </a:cubicBezTo>
                  <a:cubicBezTo>
                    <a:pt x="9540" y="3906"/>
                    <a:pt x="7994"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p55"/>
            <p:cNvSpPr/>
            <p:nvPr/>
          </p:nvSpPr>
          <p:spPr>
            <a:xfrm>
              <a:off x="1487175" y="3072975"/>
              <a:ext cx="200725" cy="180925"/>
            </a:xfrm>
            <a:custGeom>
              <a:rect b="b" l="l" r="r" t="t"/>
              <a:pathLst>
                <a:path extrusionOk="0" h="7237" w="8029">
                  <a:moveTo>
                    <a:pt x="4026" y="0"/>
                  </a:moveTo>
                  <a:cubicBezTo>
                    <a:pt x="3176" y="0"/>
                    <a:pt x="2321" y="327"/>
                    <a:pt x="1600" y="983"/>
                  </a:cubicBezTo>
                  <a:cubicBezTo>
                    <a:pt x="82" y="2393"/>
                    <a:pt x="0" y="4536"/>
                    <a:pt x="1383" y="6028"/>
                  </a:cubicBezTo>
                  <a:cubicBezTo>
                    <a:pt x="2095" y="6827"/>
                    <a:pt x="3088" y="7237"/>
                    <a:pt x="4085" y="7237"/>
                  </a:cubicBezTo>
                  <a:cubicBezTo>
                    <a:pt x="4949" y="7237"/>
                    <a:pt x="5817" y="6929"/>
                    <a:pt x="6510" y="6299"/>
                  </a:cubicBezTo>
                  <a:cubicBezTo>
                    <a:pt x="7975" y="4943"/>
                    <a:pt x="8029" y="2637"/>
                    <a:pt x="6646" y="1200"/>
                  </a:cubicBezTo>
                  <a:cubicBezTo>
                    <a:pt x="5904" y="401"/>
                    <a:pt x="4968"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55"/>
            <p:cNvSpPr/>
            <p:nvPr/>
          </p:nvSpPr>
          <p:spPr>
            <a:xfrm>
              <a:off x="2098125" y="2443175"/>
              <a:ext cx="238525" cy="179725"/>
            </a:xfrm>
            <a:custGeom>
              <a:rect b="b" l="l" r="r" t="t"/>
              <a:pathLst>
                <a:path extrusionOk="0" h="7189" w="9541">
                  <a:moveTo>
                    <a:pt x="4759" y="0"/>
                  </a:moveTo>
                  <a:cubicBezTo>
                    <a:pt x="3849" y="0"/>
                    <a:pt x="2937" y="360"/>
                    <a:pt x="2252" y="1085"/>
                  </a:cubicBezTo>
                  <a:cubicBezTo>
                    <a:pt x="1" y="3309"/>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p55"/>
            <p:cNvSpPr/>
            <p:nvPr/>
          </p:nvSpPr>
          <p:spPr>
            <a:xfrm>
              <a:off x="209825" y="4962975"/>
              <a:ext cx="238525" cy="180325"/>
            </a:xfrm>
            <a:custGeom>
              <a:rect b="b" l="l" r="r" t="t"/>
              <a:pathLst>
                <a:path extrusionOk="0" h="7213" w="9541">
                  <a:moveTo>
                    <a:pt x="4760" y="0"/>
                  </a:moveTo>
                  <a:cubicBezTo>
                    <a:pt x="1609" y="0"/>
                    <a:pt x="1" y="3833"/>
                    <a:pt x="2217" y="6076"/>
                  </a:cubicBezTo>
                  <a:cubicBezTo>
                    <a:pt x="2904" y="6832"/>
                    <a:pt x="3836" y="7212"/>
                    <a:pt x="4767" y="7212"/>
                  </a:cubicBezTo>
                  <a:cubicBezTo>
                    <a:pt x="5673" y="7212"/>
                    <a:pt x="6580" y="6853"/>
                    <a:pt x="7262" y="6130"/>
                  </a:cubicBezTo>
                  <a:cubicBezTo>
                    <a:pt x="9540" y="3906"/>
                    <a:pt x="7994" y="55"/>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55"/>
            <p:cNvSpPr/>
            <p:nvPr/>
          </p:nvSpPr>
          <p:spPr>
            <a:xfrm>
              <a:off x="857225" y="4332350"/>
              <a:ext cx="201400" cy="180975"/>
            </a:xfrm>
            <a:custGeom>
              <a:rect b="b" l="l" r="r" t="t"/>
              <a:pathLst>
                <a:path extrusionOk="0" h="7239" w="8056">
                  <a:moveTo>
                    <a:pt x="4035" y="1"/>
                  </a:moveTo>
                  <a:cubicBezTo>
                    <a:pt x="3185" y="1"/>
                    <a:pt x="2336" y="334"/>
                    <a:pt x="1628" y="1004"/>
                  </a:cubicBezTo>
                  <a:cubicBezTo>
                    <a:pt x="136" y="2387"/>
                    <a:pt x="0" y="4557"/>
                    <a:pt x="1411" y="6049"/>
                  </a:cubicBezTo>
                  <a:cubicBezTo>
                    <a:pt x="2098" y="6837"/>
                    <a:pt x="3066" y="7239"/>
                    <a:pt x="4038" y="7239"/>
                  </a:cubicBezTo>
                  <a:cubicBezTo>
                    <a:pt x="4906" y="7239"/>
                    <a:pt x="5777" y="6918"/>
                    <a:pt x="6456" y="6266"/>
                  </a:cubicBezTo>
                  <a:cubicBezTo>
                    <a:pt x="7975" y="4937"/>
                    <a:pt x="8056" y="2631"/>
                    <a:pt x="6673" y="1221"/>
                  </a:cubicBezTo>
                  <a:cubicBezTo>
                    <a:pt x="5918" y="409"/>
                    <a:pt x="4975"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p55"/>
            <p:cNvSpPr/>
            <p:nvPr/>
          </p:nvSpPr>
          <p:spPr>
            <a:xfrm>
              <a:off x="1468850" y="3702900"/>
              <a:ext cx="238325" cy="179900"/>
            </a:xfrm>
            <a:custGeom>
              <a:rect b="b" l="l" r="r" t="t"/>
              <a:pathLst>
                <a:path extrusionOk="0" h="7196" w="9533">
                  <a:moveTo>
                    <a:pt x="4780" y="0"/>
                  </a:moveTo>
                  <a:cubicBezTo>
                    <a:pt x="3878" y="0"/>
                    <a:pt x="2971" y="346"/>
                    <a:pt x="2279" y="1038"/>
                  </a:cubicBezTo>
                  <a:cubicBezTo>
                    <a:pt x="1" y="3262"/>
                    <a:pt x="1520" y="7141"/>
                    <a:pt x="4720" y="7195"/>
                  </a:cubicBezTo>
                  <a:cubicBezTo>
                    <a:pt x="4743" y="7196"/>
                    <a:pt x="4765" y="7196"/>
                    <a:pt x="4787" y="7196"/>
                  </a:cubicBezTo>
                  <a:cubicBezTo>
                    <a:pt x="7917" y="7196"/>
                    <a:pt x="9533" y="3409"/>
                    <a:pt x="7324" y="1119"/>
                  </a:cubicBezTo>
                  <a:cubicBezTo>
                    <a:pt x="6647" y="373"/>
                    <a:pt x="5717" y="0"/>
                    <a:pt x="478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p55"/>
            <p:cNvSpPr/>
            <p:nvPr/>
          </p:nvSpPr>
          <p:spPr>
            <a:xfrm>
              <a:off x="5247225" y="3073125"/>
              <a:ext cx="239175" cy="179725"/>
            </a:xfrm>
            <a:custGeom>
              <a:rect b="b" l="l" r="r" t="t"/>
              <a:pathLst>
                <a:path extrusionOk="0" h="7189" w="9567">
                  <a:moveTo>
                    <a:pt x="4765" y="0"/>
                  </a:moveTo>
                  <a:cubicBezTo>
                    <a:pt x="3855" y="0"/>
                    <a:pt x="2950" y="360"/>
                    <a:pt x="2278" y="1085"/>
                  </a:cubicBezTo>
                  <a:cubicBezTo>
                    <a:pt x="0" y="3337"/>
                    <a:pt x="1573" y="7188"/>
                    <a:pt x="4774" y="7188"/>
                  </a:cubicBezTo>
                  <a:cubicBezTo>
                    <a:pt x="4785" y="7188"/>
                    <a:pt x="4796" y="7188"/>
                    <a:pt x="4807" y="7188"/>
                  </a:cubicBezTo>
                  <a:cubicBezTo>
                    <a:pt x="7959" y="7188"/>
                    <a:pt x="9567"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p55"/>
            <p:cNvSpPr/>
            <p:nvPr/>
          </p:nvSpPr>
          <p:spPr>
            <a:xfrm>
              <a:off x="5877175" y="2443400"/>
              <a:ext cx="238125" cy="180200"/>
            </a:xfrm>
            <a:custGeom>
              <a:rect b="b" l="l" r="r" t="t"/>
              <a:pathLst>
                <a:path extrusionOk="0" h="7208" w="9525">
                  <a:moveTo>
                    <a:pt x="4761" y="0"/>
                  </a:moveTo>
                  <a:cubicBezTo>
                    <a:pt x="3895" y="0"/>
                    <a:pt x="3027" y="340"/>
                    <a:pt x="2306" y="1022"/>
                  </a:cubicBezTo>
                  <a:cubicBezTo>
                    <a:pt x="0" y="3219"/>
                    <a:pt x="1492" y="7125"/>
                    <a:pt x="4665" y="7206"/>
                  </a:cubicBezTo>
                  <a:cubicBezTo>
                    <a:pt x="4699" y="7207"/>
                    <a:pt x="4732" y="7208"/>
                    <a:pt x="4766" y="7208"/>
                  </a:cubicBezTo>
                  <a:cubicBezTo>
                    <a:pt x="7901" y="7208"/>
                    <a:pt x="9525" y="3439"/>
                    <a:pt x="7351" y="1158"/>
                  </a:cubicBezTo>
                  <a:cubicBezTo>
                    <a:pt x="6608" y="387"/>
                    <a:pt x="5685"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55"/>
            <p:cNvSpPr/>
            <p:nvPr/>
          </p:nvSpPr>
          <p:spPr>
            <a:xfrm>
              <a:off x="3988175" y="4963650"/>
              <a:ext cx="238525" cy="179975"/>
            </a:xfrm>
            <a:custGeom>
              <a:rect b="b" l="l" r="r" t="t"/>
              <a:pathLst>
                <a:path extrusionOk="0" h="7199" w="9541">
                  <a:moveTo>
                    <a:pt x="4760" y="0"/>
                  </a:moveTo>
                  <a:cubicBezTo>
                    <a:pt x="1582" y="0"/>
                    <a:pt x="1" y="3833"/>
                    <a:pt x="2244" y="6076"/>
                  </a:cubicBezTo>
                  <a:cubicBezTo>
                    <a:pt x="2926" y="6826"/>
                    <a:pt x="3853" y="7198"/>
                    <a:pt x="4780" y="7198"/>
                  </a:cubicBezTo>
                  <a:cubicBezTo>
                    <a:pt x="5697" y="7198"/>
                    <a:pt x="6614" y="6832"/>
                    <a:pt x="7289" y="6103"/>
                  </a:cubicBezTo>
                  <a:cubicBezTo>
                    <a:pt x="9541" y="3852"/>
                    <a:pt x="7967" y="0"/>
                    <a:pt x="4794" y="0"/>
                  </a:cubicBezTo>
                  <a:cubicBezTo>
                    <a:pt x="4783" y="0"/>
                    <a:pt x="4772"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p55"/>
            <p:cNvSpPr/>
            <p:nvPr/>
          </p:nvSpPr>
          <p:spPr>
            <a:xfrm>
              <a:off x="4617650" y="4333675"/>
              <a:ext cx="239000" cy="180100"/>
            </a:xfrm>
            <a:custGeom>
              <a:rect b="b" l="l" r="r" t="t"/>
              <a:pathLst>
                <a:path extrusionOk="0" h="7204" w="9560">
                  <a:moveTo>
                    <a:pt x="4773" y="1"/>
                  </a:moveTo>
                  <a:cubicBezTo>
                    <a:pt x="1643" y="1"/>
                    <a:pt x="1" y="3788"/>
                    <a:pt x="2209" y="6050"/>
                  </a:cubicBezTo>
                  <a:cubicBezTo>
                    <a:pt x="2892" y="6817"/>
                    <a:pt x="3840" y="7204"/>
                    <a:pt x="4788" y="7204"/>
                  </a:cubicBezTo>
                  <a:cubicBezTo>
                    <a:pt x="5685" y="7204"/>
                    <a:pt x="6582" y="6857"/>
                    <a:pt x="7254" y="6159"/>
                  </a:cubicBezTo>
                  <a:cubicBezTo>
                    <a:pt x="9560" y="3934"/>
                    <a:pt x="8014" y="56"/>
                    <a:pt x="4840" y="1"/>
                  </a:cubicBezTo>
                  <a:cubicBezTo>
                    <a:pt x="4818" y="1"/>
                    <a:pt x="4796"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p55"/>
            <p:cNvSpPr/>
            <p:nvPr/>
          </p:nvSpPr>
          <p:spPr>
            <a:xfrm>
              <a:off x="5247400" y="3702975"/>
              <a:ext cx="238525" cy="179825"/>
            </a:xfrm>
            <a:custGeom>
              <a:rect b="b" l="l" r="r" t="t"/>
              <a:pathLst>
                <a:path extrusionOk="0" h="7193" w="9541">
                  <a:moveTo>
                    <a:pt x="4768" y="1"/>
                  </a:moveTo>
                  <a:cubicBezTo>
                    <a:pt x="3836" y="1"/>
                    <a:pt x="2905" y="374"/>
                    <a:pt x="2217" y="1116"/>
                  </a:cubicBezTo>
                  <a:cubicBezTo>
                    <a:pt x="1" y="3387"/>
                    <a:pt x="1609" y="7192"/>
                    <a:pt x="4787" y="7192"/>
                  </a:cubicBezTo>
                  <a:cubicBezTo>
                    <a:pt x="4799" y="7192"/>
                    <a:pt x="4810" y="7192"/>
                    <a:pt x="4821" y="7192"/>
                  </a:cubicBezTo>
                  <a:cubicBezTo>
                    <a:pt x="7995" y="7165"/>
                    <a:pt x="9541" y="3286"/>
                    <a:pt x="7262" y="1062"/>
                  </a:cubicBezTo>
                  <a:cubicBezTo>
                    <a:pt x="6580" y="353"/>
                    <a:pt x="5674"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8" name="Google Shape;1218;p55"/>
            <p:cNvSpPr/>
            <p:nvPr/>
          </p:nvSpPr>
          <p:spPr>
            <a:xfrm>
              <a:off x="5896150" y="3072975"/>
              <a:ext cx="202775" cy="183550"/>
            </a:xfrm>
            <a:custGeom>
              <a:rect b="b" l="l" r="r" t="t"/>
              <a:pathLst>
                <a:path extrusionOk="0" h="7342" w="8111">
                  <a:moveTo>
                    <a:pt x="4006" y="0"/>
                  </a:moveTo>
                  <a:cubicBezTo>
                    <a:pt x="3156" y="0"/>
                    <a:pt x="2308" y="327"/>
                    <a:pt x="1601" y="983"/>
                  </a:cubicBezTo>
                  <a:cubicBezTo>
                    <a:pt x="82" y="2393"/>
                    <a:pt x="1" y="4536"/>
                    <a:pt x="1384" y="6028"/>
                  </a:cubicBezTo>
                  <a:cubicBezTo>
                    <a:pt x="2090" y="6896"/>
                    <a:pt x="3109" y="7341"/>
                    <a:pt x="4135" y="7341"/>
                  </a:cubicBezTo>
                  <a:cubicBezTo>
                    <a:pt x="5000" y="7341"/>
                    <a:pt x="5870" y="7025"/>
                    <a:pt x="6565" y="6380"/>
                  </a:cubicBezTo>
                  <a:cubicBezTo>
                    <a:pt x="8084" y="4997"/>
                    <a:pt x="8111" y="2637"/>
                    <a:pt x="6646" y="1200"/>
                  </a:cubicBezTo>
                  <a:cubicBezTo>
                    <a:pt x="5890" y="401"/>
                    <a:pt x="4947" y="0"/>
                    <a:pt x="400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p55"/>
            <p:cNvSpPr/>
            <p:nvPr/>
          </p:nvSpPr>
          <p:spPr>
            <a:xfrm>
              <a:off x="6506450" y="2443400"/>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7"/>
                    <a:pt x="4765" y="7207"/>
                    <a:pt x="4787" y="7207"/>
                  </a:cubicBezTo>
                  <a:cubicBezTo>
                    <a:pt x="7943" y="7207"/>
                    <a:pt x="9559" y="3420"/>
                    <a:pt x="7351" y="1131"/>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p55"/>
            <p:cNvSpPr/>
            <p:nvPr/>
          </p:nvSpPr>
          <p:spPr>
            <a:xfrm>
              <a:off x="4617950" y="4962975"/>
              <a:ext cx="238700" cy="180400"/>
            </a:xfrm>
            <a:custGeom>
              <a:rect b="b" l="l" r="r" t="t"/>
              <a:pathLst>
                <a:path extrusionOk="0" h="7216" w="9548">
                  <a:moveTo>
                    <a:pt x="4747" y="0"/>
                  </a:moveTo>
                  <a:cubicBezTo>
                    <a:pt x="1573" y="27"/>
                    <a:pt x="0" y="3879"/>
                    <a:pt x="2251" y="6130"/>
                  </a:cubicBezTo>
                  <a:cubicBezTo>
                    <a:pt x="2937" y="6856"/>
                    <a:pt x="3848" y="7215"/>
                    <a:pt x="4759" y="7215"/>
                  </a:cubicBezTo>
                  <a:cubicBezTo>
                    <a:pt x="5686" y="7215"/>
                    <a:pt x="6612" y="6842"/>
                    <a:pt x="7296" y="6103"/>
                  </a:cubicBezTo>
                  <a:cubicBezTo>
                    <a:pt x="9548" y="3852"/>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55"/>
            <p:cNvSpPr/>
            <p:nvPr/>
          </p:nvSpPr>
          <p:spPr>
            <a:xfrm>
              <a:off x="5265525" y="4332375"/>
              <a:ext cx="202100" cy="181000"/>
            </a:xfrm>
            <a:custGeom>
              <a:rect b="b" l="l" r="r" t="t"/>
              <a:pathLst>
                <a:path extrusionOk="0" h="7240" w="8084">
                  <a:moveTo>
                    <a:pt x="4012" y="1"/>
                  </a:moveTo>
                  <a:cubicBezTo>
                    <a:pt x="3198" y="1"/>
                    <a:pt x="2389" y="303"/>
                    <a:pt x="1709" y="921"/>
                  </a:cubicBezTo>
                  <a:cubicBezTo>
                    <a:pt x="163" y="2305"/>
                    <a:pt x="0" y="4448"/>
                    <a:pt x="1357" y="5966"/>
                  </a:cubicBezTo>
                  <a:cubicBezTo>
                    <a:pt x="2110" y="6808"/>
                    <a:pt x="3087" y="7240"/>
                    <a:pt x="4067" y="7240"/>
                  </a:cubicBezTo>
                  <a:cubicBezTo>
                    <a:pt x="4888" y="7240"/>
                    <a:pt x="5709" y="6937"/>
                    <a:pt x="6402" y="6319"/>
                  </a:cubicBezTo>
                  <a:cubicBezTo>
                    <a:pt x="7893" y="4990"/>
                    <a:pt x="8083" y="2793"/>
                    <a:pt x="6727" y="1274"/>
                  </a:cubicBezTo>
                  <a:cubicBezTo>
                    <a:pt x="5959"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55"/>
            <p:cNvSpPr/>
            <p:nvPr/>
          </p:nvSpPr>
          <p:spPr>
            <a:xfrm>
              <a:off x="5896150" y="3702650"/>
              <a:ext cx="200750" cy="180725"/>
            </a:xfrm>
            <a:custGeom>
              <a:rect b="b" l="l" r="r" t="t"/>
              <a:pathLst>
                <a:path extrusionOk="0" h="7229" w="8030">
                  <a:moveTo>
                    <a:pt x="3995" y="0"/>
                  </a:moveTo>
                  <a:cubicBezTo>
                    <a:pt x="3149" y="0"/>
                    <a:pt x="2305" y="328"/>
                    <a:pt x="1601" y="994"/>
                  </a:cubicBezTo>
                  <a:cubicBezTo>
                    <a:pt x="82" y="2431"/>
                    <a:pt x="1" y="4547"/>
                    <a:pt x="1384" y="6039"/>
                  </a:cubicBezTo>
                  <a:cubicBezTo>
                    <a:pt x="2129" y="6827"/>
                    <a:pt x="3086" y="7229"/>
                    <a:pt x="4043" y="7229"/>
                  </a:cubicBezTo>
                  <a:cubicBezTo>
                    <a:pt x="4898" y="7229"/>
                    <a:pt x="5752" y="6908"/>
                    <a:pt x="6456" y="6256"/>
                  </a:cubicBezTo>
                  <a:cubicBezTo>
                    <a:pt x="7948" y="4954"/>
                    <a:pt x="8029" y="2648"/>
                    <a:pt x="6646" y="1211"/>
                  </a:cubicBezTo>
                  <a:cubicBezTo>
                    <a:pt x="5887" y="409"/>
                    <a:pt x="4940" y="0"/>
                    <a:pt x="399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3" name="Google Shape;1223;p55"/>
            <p:cNvSpPr/>
            <p:nvPr/>
          </p:nvSpPr>
          <p:spPr>
            <a:xfrm>
              <a:off x="6506825" y="3073100"/>
              <a:ext cx="239000" cy="179750"/>
            </a:xfrm>
            <a:custGeom>
              <a:rect b="b" l="l" r="r" t="t"/>
              <a:pathLst>
                <a:path extrusionOk="0" h="7190" w="9560">
                  <a:moveTo>
                    <a:pt x="4773" y="1"/>
                  </a:moveTo>
                  <a:cubicBezTo>
                    <a:pt x="3837" y="1"/>
                    <a:pt x="2900" y="381"/>
                    <a:pt x="2209" y="1141"/>
                  </a:cubicBezTo>
                  <a:cubicBezTo>
                    <a:pt x="1" y="3403"/>
                    <a:pt x="1617" y="7190"/>
                    <a:pt x="4773" y="7190"/>
                  </a:cubicBezTo>
                  <a:cubicBezTo>
                    <a:pt x="4795" y="7190"/>
                    <a:pt x="4818" y="7190"/>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4" name="Google Shape;1224;p55"/>
            <p:cNvSpPr/>
            <p:nvPr/>
          </p:nvSpPr>
          <p:spPr>
            <a:xfrm>
              <a:off x="5247225" y="4963650"/>
              <a:ext cx="238700" cy="180050"/>
            </a:xfrm>
            <a:custGeom>
              <a:rect b="b" l="l" r="r" t="t"/>
              <a:pathLst>
                <a:path extrusionOk="0" h="7202" w="9548">
                  <a:moveTo>
                    <a:pt x="4774" y="0"/>
                  </a:moveTo>
                  <a:cubicBezTo>
                    <a:pt x="1600" y="0"/>
                    <a:pt x="0" y="3852"/>
                    <a:pt x="2251" y="6103"/>
                  </a:cubicBezTo>
                  <a:cubicBezTo>
                    <a:pt x="2929" y="6836"/>
                    <a:pt x="3852" y="7202"/>
                    <a:pt x="4774" y="7202"/>
                  </a:cubicBezTo>
                  <a:cubicBezTo>
                    <a:pt x="5696" y="7202"/>
                    <a:pt x="6618" y="6836"/>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5" name="Google Shape;1225;p55"/>
            <p:cNvSpPr/>
            <p:nvPr/>
          </p:nvSpPr>
          <p:spPr>
            <a:xfrm>
              <a:off x="5877550" y="4332575"/>
              <a:ext cx="238325" cy="180175"/>
            </a:xfrm>
            <a:custGeom>
              <a:rect b="b" l="l" r="r" t="t"/>
              <a:pathLst>
                <a:path extrusionOk="0" h="7207" w="9533">
                  <a:moveTo>
                    <a:pt x="4749" y="1"/>
                  </a:moveTo>
                  <a:cubicBezTo>
                    <a:pt x="3805" y="1"/>
                    <a:pt x="2862" y="381"/>
                    <a:pt x="2182" y="1130"/>
                  </a:cubicBezTo>
                  <a:cubicBezTo>
                    <a:pt x="1" y="3420"/>
                    <a:pt x="1617" y="7207"/>
                    <a:pt x="4773" y="7207"/>
                  </a:cubicBezTo>
                  <a:cubicBezTo>
                    <a:pt x="4795" y="7207"/>
                    <a:pt x="4818" y="7207"/>
                    <a:pt x="4840" y="7206"/>
                  </a:cubicBezTo>
                  <a:cubicBezTo>
                    <a:pt x="8014" y="7125"/>
                    <a:pt x="9533" y="3246"/>
                    <a:pt x="7227" y="1049"/>
                  </a:cubicBezTo>
                  <a:cubicBezTo>
                    <a:pt x="6552"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55"/>
            <p:cNvSpPr/>
            <p:nvPr/>
          </p:nvSpPr>
          <p:spPr>
            <a:xfrm>
              <a:off x="6506450" y="3702975"/>
              <a:ext cx="239000" cy="179825"/>
            </a:xfrm>
            <a:custGeom>
              <a:rect b="b" l="l" r="r" t="t"/>
              <a:pathLst>
                <a:path extrusionOk="0" h="7193" w="9560">
                  <a:moveTo>
                    <a:pt x="4794" y="0"/>
                  </a:moveTo>
                  <a:cubicBezTo>
                    <a:pt x="3897" y="0"/>
                    <a:pt x="2994" y="346"/>
                    <a:pt x="2306" y="1035"/>
                  </a:cubicBezTo>
                  <a:cubicBezTo>
                    <a:pt x="0" y="3259"/>
                    <a:pt x="1546" y="7138"/>
                    <a:pt x="4720" y="7192"/>
                  </a:cubicBezTo>
                  <a:cubicBezTo>
                    <a:pt x="4742" y="7193"/>
                    <a:pt x="4765" y="7193"/>
                    <a:pt x="4787" y="7193"/>
                  </a:cubicBezTo>
                  <a:cubicBezTo>
                    <a:pt x="7943" y="7193"/>
                    <a:pt x="9559" y="3406"/>
                    <a:pt x="7351" y="1144"/>
                  </a:cubicBezTo>
                  <a:cubicBezTo>
                    <a:pt x="6671" y="380"/>
                    <a:pt x="5735" y="0"/>
                    <a:pt x="47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7" name="Google Shape;1227;p55"/>
            <p:cNvSpPr/>
            <p:nvPr/>
          </p:nvSpPr>
          <p:spPr>
            <a:xfrm>
              <a:off x="5896150" y="4962125"/>
              <a:ext cx="201425" cy="181050"/>
            </a:xfrm>
            <a:custGeom>
              <a:rect b="b" l="l" r="r" t="t"/>
              <a:pathLst>
                <a:path extrusionOk="0" h="7242" w="8057">
                  <a:moveTo>
                    <a:pt x="4006" y="1"/>
                  </a:moveTo>
                  <a:cubicBezTo>
                    <a:pt x="3156" y="1"/>
                    <a:pt x="2308" y="328"/>
                    <a:pt x="1601" y="984"/>
                  </a:cubicBezTo>
                  <a:cubicBezTo>
                    <a:pt x="109" y="2394"/>
                    <a:pt x="1" y="4564"/>
                    <a:pt x="1384" y="6056"/>
                  </a:cubicBezTo>
                  <a:cubicBezTo>
                    <a:pt x="2083" y="6840"/>
                    <a:pt x="3051" y="7242"/>
                    <a:pt x="4021" y="7242"/>
                  </a:cubicBezTo>
                  <a:cubicBezTo>
                    <a:pt x="4897" y="7242"/>
                    <a:pt x="5774" y="6915"/>
                    <a:pt x="6456" y="6246"/>
                  </a:cubicBezTo>
                  <a:cubicBezTo>
                    <a:pt x="7948" y="4944"/>
                    <a:pt x="8056" y="2638"/>
                    <a:pt x="6646" y="1201"/>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8" name="Google Shape;1228;p55"/>
            <p:cNvSpPr/>
            <p:nvPr/>
          </p:nvSpPr>
          <p:spPr>
            <a:xfrm>
              <a:off x="6507125" y="4332300"/>
              <a:ext cx="238125" cy="180475"/>
            </a:xfrm>
            <a:custGeom>
              <a:rect b="b" l="l" r="r" t="t"/>
              <a:pathLst>
                <a:path extrusionOk="0" h="7219" w="9525">
                  <a:moveTo>
                    <a:pt x="4739" y="1"/>
                  </a:moveTo>
                  <a:cubicBezTo>
                    <a:pt x="3881" y="1"/>
                    <a:pt x="3024" y="341"/>
                    <a:pt x="2306" y="1033"/>
                  </a:cubicBezTo>
                  <a:cubicBezTo>
                    <a:pt x="0" y="3230"/>
                    <a:pt x="1492" y="7136"/>
                    <a:pt x="4666" y="7217"/>
                  </a:cubicBezTo>
                  <a:cubicBezTo>
                    <a:pt x="4699" y="7218"/>
                    <a:pt x="4732" y="7218"/>
                    <a:pt x="4765" y="7218"/>
                  </a:cubicBezTo>
                  <a:cubicBezTo>
                    <a:pt x="7874" y="7218"/>
                    <a:pt x="9525" y="3450"/>
                    <a:pt x="7351" y="1169"/>
                  </a:cubicBezTo>
                  <a:cubicBezTo>
                    <a:pt x="6591" y="395"/>
                    <a:pt x="5664" y="1"/>
                    <a:pt x="473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9" name="Google Shape;1229;p55"/>
            <p:cNvSpPr/>
            <p:nvPr/>
          </p:nvSpPr>
          <p:spPr>
            <a:xfrm>
              <a:off x="6506825" y="4962275"/>
              <a:ext cx="239000" cy="179750"/>
            </a:xfrm>
            <a:custGeom>
              <a:rect b="b" l="l" r="r" t="t"/>
              <a:pathLst>
                <a:path extrusionOk="0" h="7190" w="9560">
                  <a:moveTo>
                    <a:pt x="4773" y="1"/>
                  </a:moveTo>
                  <a:cubicBezTo>
                    <a:pt x="3837" y="1"/>
                    <a:pt x="2900" y="381"/>
                    <a:pt x="2209" y="1140"/>
                  </a:cubicBezTo>
                  <a:cubicBezTo>
                    <a:pt x="1" y="3403"/>
                    <a:pt x="1617" y="7190"/>
                    <a:pt x="4773" y="7190"/>
                  </a:cubicBezTo>
                  <a:cubicBezTo>
                    <a:pt x="4795" y="7190"/>
                    <a:pt x="4818" y="7189"/>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p55"/>
            <p:cNvSpPr/>
            <p:nvPr/>
          </p:nvSpPr>
          <p:spPr>
            <a:xfrm>
              <a:off x="4006300" y="2443200"/>
              <a:ext cx="202100" cy="180775"/>
            </a:xfrm>
            <a:custGeom>
              <a:rect b="b" l="l" r="r" t="t"/>
              <a:pathLst>
                <a:path extrusionOk="0" h="7231" w="8084">
                  <a:moveTo>
                    <a:pt x="4023" y="1"/>
                  </a:moveTo>
                  <a:cubicBezTo>
                    <a:pt x="3204" y="1"/>
                    <a:pt x="2389" y="304"/>
                    <a:pt x="1709" y="922"/>
                  </a:cubicBezTo>
                  <a:cubicBezTo>
                    <a:pt x="190" y="2278"/>
                    <a:pt x="0" y="4448"/>
                    <a:pt x="1329" y="5967"/>
                  </a:cubicBezTo>
                  <a:cubicBezTo>
                    <a:pt x="2056" y="6797"/>
                    <a:pt x="3051" y="7231"/>
                    <a:pt x="4052" y="7231"/>
                  </a:cubicBezTo>
                  <a:cubicBezTo>
                    <a:pt x="4881" y="7231"/>
                    <a:pt x="5714" y="6934"/>
                    <a:pt x="6402" y="6319"/>
                  </a:cubicBezTo>
                  <a:cubicBezTo>
                    <a:pt x="7893" y="4990"/>
                    <a:pt x="8083" y="2766"/>
                    <a:pt x="6754" y="1274"/>
                  </a:cubicBezTo>
                  <a:cubicBezTo>
                    <a:pt x="5987"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1" name="Google Shape;1231;p55"/>
            <p:cNvSpPr/>
            <p:nvPr/>
          </p:nvSpPr>
          <p:spPr>
            <a:xfrm>
              <a:off x="3988000" y="3073100"/>
              <a:ext cx="238125" cy="179775"/>
            </a:xfrm>
            <a:custGeom>
              <a:rect b="b" l="l" r="r" t="t"/>
              <a:pathLst>
                <a:path extrusionOk="0" h="7191" w="9525">
                  <a:moveTo>
                    <a:pt x="4787" y="1"/>
                  </a:moveTo>
                  <a:cubicBezTo>
                    <a:pt x="3885" y="1"/>
                    <a:pt x="2984" y="354"/>
                    <a:pt x="2306" y="1059"/>
                  </a:cubicBezTo>
                  <a:cubicBezTo>
                    <a:pt x="0" y="3256"/>
                    <a:pt x="1519" y="7135"/>
                    <a:pt x="4692" y="7189"/>
                  </a:cubicBezTo>
                  <a:cubicBezTo>
                    <a:pt x="4726" y="7190"/>
                    <a:pt x="4759" y="7190"/>
                    <a:pt x="4792" y="7190"/>
                  </a:cubicBezTo>
                  <a:cubicBezTo>
                    <a:pt x="7927" y="7190"/>
                    <a:pt x="9525" y="3395"/>
                    <a:pt x="7351" y="1141"/>
                  </a:cubicBezTo>
                  <a:cubicBezTo>
                    <a:pt x="6660" y="381"/>
                    <a:pt x="5723"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2" name="Google Shape;1232;p55"/>
            <p:cNvSpPr/>
            <p:nvPr/>
          </p:nvSpPr>
          <p:spPr>
            <a:xfrm>
              <a:off x="4617250" y="2443250"/>
              <a:ext cx="239200" cy="180325"/>
            </a:xfrm>
            <a:custGeom>
              <a:rect b="b" l="l" r="r" t="t"/>
              <a:pathLst>
                <a:path extrusionOk="0" h="7213" w="9568">
                  <a:moveTo>
                    <a:pt x="4791" y="1"/>
                  </a:moveTo>
                  <a:cubicBezTo>
                    <a:pt x="3881" y="1"/>
                    <a:pt x="2975" y="360"/>
                    <a:pt x="2307" y="1082"/>
                  </a:cubicBezTo>
                  <a:cubicBezTo>
                    <a:pt x="1" y="3306"/>
                    <a:pt x="1574" y="7185"/>
                    <a:pt x="4748" y="7212"/>
                  </a:cubicBezTo>
                  <a:cubicBezTo>
                    <a:pt x="4759" y="7212"/>
                    <a:pt x="4770" y="7212"/>
                    <a:pt x="4781" y="7212"/>
                  </a:cubicBezTo>
                  <a:cubicBezTo>
                    <a:pt x="7960" y="7212"/>
                    <a:pt x="9568" y="3407"/>
                    <a:pt x="7352" y="1137"/>
                  </a:cubicBezTo>
                  <a:cubicBezTo>
                    <a:pt x="6664" y="380"/>
                    <a:pt x="5726" y="1"/>
                    <a:pt x="479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p55"/>
            <p:cNvSpPr/>
            <p:nvPr/>
          </p:nvSpPr>
          <p:spPr>
            <a:xfrm>
              <a:off x="3988175" y="3703750"/>
              <a:ext cx="238525" cy="180325"/>
            </a:xfrm>
            <a:custGeom>
              <a:rect b="b" l="l" r="r" t="t"/>
              <a:pathLst>
                <a:path extrusionOk="0" h="7213" w="9541">
                  <a:moveTo>
                    <a:pt x="4787" y="0"/>
                  </a:moveTo>
                  <a:cubicBezTo>
                    <a:pt x="1609" y="0"/>
                    <a:pt x="1" y="3806"/>
                    <a:pt x="2217" y="6076"/>
                  </a:cubicBezTo>
                  <a:cubicBezTo>
                    <a:pt x="2905" y="6832"/>
                    <a:pt x="3836" y="7212"/>
                    <a:pt x="4767" y="7212"/>
                  </a:cubicBezTo>
                  <a:cubicBezTo>
                    <a:pt x="5674" y="7212"/>
                    <a:pt x="6580" y="6853"/>
                    <a:pt x="7262" y="6130"/>
                  </a:cubicBezTo>
                  <a:cubicBezTo>
                    <a:pt x="9541" y="3906"/>
                    <a:pt x="7995"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p55"/>
            <p:cNvSpPr/>
            <p:nvPr/>
          </p:nvSpPr>
          <p:spPr>
            <a:xfrm>
              <a:off x="4636250" y="3072975"/>
              <a:ext cx="201425" cy="180925"/>
            </a:xfrm>
            <a:custGeom>
              <a:rect b="b" l="l" r="r" t="t"/>
              <a:pathLst>
                <a:path extrusionOk="0" h="7237" w="8057">
                  <a:moveTo>
                    <a:pt x="4023" y="0"/>
                  </a:moveTo>
                  <a:cubicBezTo>
                    <a:pt x="3177" y="0"/>
                    <a:pt x="2335" y="327"/>
                    <a:pt x="1628" y="983"/>
                  </a:cubicBezTo>
                  <a:cubicBezTo>
                    <a:pt x="109" y="2393"/>
                    <a:pt x="0" y="4536"/>
                    <a:pt x="1411" y="6028"/>
                  </a:cubicBezTo>
                  <a:cubicBezTo>
                    <a:pt x="2123" y="6827"/>
                    <a:pt x="3107" y="7237"/>
                    <a:pt x="4097" y="7237"/>
                  </a:cubicBezTo>
                  <a:cubicBezTo>
                    <a:pt x="4955" y="7237"/>
                    <a:pt x="5817" y="6929"/>
                    <a:pt x="6510" y="6299"/>
                  </a:cubicBezTo>
                  <a:cubicBezTo>
                    <a:pt x="7975" y="4943"/>
                    <a:pt x="8056" y="2637"/>
                    <a:pt x="6673" y="1200"/>
                  </a:cubicBezTo>
                  <a:cubicBezTo>
                    <a:pt x="5903" y="401"/>
                    <a:pt x="4961" y="0"/>
                    <a:pt x="4023"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5" name="Google Shape;1235;p55"/>
            <p:cNvSpPr/>
            <p:nvPr/>
          </p:nvSpPr>
          <p:spPr>
            <a:xfrm>
              <a:off x="5247225" y="2443175"/>
              <a:ext cx="238500" cy="179725"/>
            </a:xfrm>
            <a:custGeom>
              <a:rect b="b" l="l" r="r" t="t"/>
              <a:pathLst>
                <a:path extrusionOk="0" h="7189" w="9540">
                  <a:moveTo>
                    <a:pt x="4765" y="0"/>
                  </a:moveTo>
                  <a:cubicBezTo>
                    <a:pt x="3855" y="0"/>
                    <a:pt x="2950" y="360"/>
                    <a:pt x="2278" y="1085"/>
                  </a:cubicBezTo>
                  <a:cubicBezTo>
                    <a:pt x="0" y="3309"/>
                    <a:pt x="1573" y="7188"/>
                    <a:pt x="4774" y="7188"/>
                  </a:cubicBezTo>
                  <a:cubicBezTo>
                    <a:pt x="4785" y="7188"/>
                    <a:pt x="4796" y="7188"/>
                    <a:pt x="4807" y="7188"/>
                  </a:cubicBezTo>
                  <a:cubicBezTo>
                    <a:pt x="7959" y="7188"/>
                    <a:pt x="9540"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6" name="Google Shape;1236;p55"/>
            <p:cNvSpPr/>
            <p:nvPr/>
          </p:nvSpPr>
          <p:spPr>
            <a:xfrm>
              <a:off x="4006975" y="4332350"/>
              <a:ext cx="201425" cy="181225"/>
            </a:xfrm>
            <a:custGeom>
              <a:rect b="b" l="l" r="r" t="t"/>
              <a:pathLst>
                <a:path extrusionOk="0" h="7249" w="8057">
                  <a:moveTo>
                    <a:pt x="4008" y="1"/>
                  </a:moveTo>
                  <a:cubicBezTo>
                    <a:pt x="3158" y="1"/>
                    <a:pt x="2309" y="334"/>
                    <a:pt x="1601" y="1004"/>
                  </a:cubicBezTo>
                  <a:cubicBezTo>
                    <a:pt x="109" y="2387"/>
                    <a:pt x="0" y="4557"/>
                    <a:pt x="1384" y="6049"/>
                  </a:cubicBezTo>
                  <a:cubicBezTo>
                    <a:pt x="2082" y="6847"/>
                    <a:pt x="3051" y="7249"/>
                    <a:pt x="4021" y="7249"/>
                  </a:cubicBezTo>
                  <a:cubicBezTo>
                    <a:pt x="4897" y="7249"/>
                    <a:pt x="5774" y="6922"/>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7" name="Google Shape;1237;p55"/>
            <p:cNvSpPr/>
            <p:nvPr/>
          </p:nvSpPr>
          <p:spPr>
            <a:xfrm>
              <a:off x="4617950" y="3702900"/>
              <a:ext cx="238325" cy="179900"/>
            </a:xfrm>
            <a:custGeom>
              <a:rect b="b" l="l" r="r" t="t"/>
              <a:pathLst>
                <a:path extrusionOk="0" h="7196" w="9533">
                  <a:moveTo>
                    <a:pt x="4759" y="0"/>
                  </a:moveTo>
                  <a:cubicBezTo>
                    <a:pt x="3858" y="0"/>
                    <a:pt x="2957" y="346"/>
                    <a:pt x="2279" y="1038"/>
                  </a:cubicBezTo>
                  <a:cubicBezTo>
                    <a:pt x="0" y="3262"/>
                    <a:pt x="1519" y="7141"/>
                    <a:pt x="4693" y="7195"/>
                  </a:cubicBezTo>
                  <a:cubicBezTo>
                    <a:pt x="4715" y="7196"/>
                    <a:pt x="4737" y="7196"/>
                    <a:pt x="4760" y="7196"/>
                  </a:cubicBezTo>
                  <a:cubicBezTo>
                    <a:pt x="7916" y="7196"/>
                    <a:pt x="9532" y="3409"/>
                    <a:pt x="7324" y="1119"/>
                  </a:cubicBezTo>
                  <a:cubicBezTo>
                    <a:pt x="6633" y="373"/>
                    <a:pt x="5695"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p55"/>
            <p:cNvSpPr/>
            <p:nvPr/>
          </p:nvSpPr>
          <p:spPr>
            <a:xfrm>
              <a:off x="7141825" y="1811875"/>
              <a:ext cx="238700" cy="180050"/>
            </a:xfrm>
            <a:custGeom>
              <a:rect b="b" l="l" r="r" t="t"/>
              <a:pathLst>
                <a:path extrusionOk="0" h="7202" w="9548">
                  <a:moveTo>
                    <a:pt x="4774" y="0"/>
                  </a:moveTo>
                  <a:cubicBezTo>
                    <a:pt x="1600" y="0"/>
                    <a:pt x="0" y="3825"/>
                    <a:pt x="2224" y="6103"/>
                  </a:cubicBezTo>
                  <a:cubicBezTo>
                    <a:pt x="2902" y="6835"/>
                    <a:pt x="3825" y="7201"/>
                    <a:pt x="4750" y="7201"/>
                  </a:cubicBezTo>
                  <a:cubicBezTo>
                    <a:pt x="5676" y="7201"/>
                    <a:pt x="6605" y="6835"/>
                    <a:pt x="7296" y="6103"/>
                  </a:cubicBezTo>
                  <a:cubicBezTo>
                    <a:pt x="9548" y="3879"/>
                    <a:pt x="7975" y="27"/>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9" name="Google Shape;1239;p55"/>
            <p:cNvSpPr/>
            <p:nvPr/>
          </p:nvSpPr>
          <p:spPr>
            <a:xfrm>
              <a:off x="7142025" y="552650"/>
              <a:ext cx="238500" cy="179800"/>
            </a:xfrm>
            <a:custGeom>
              <a:rect b="b" l="l" r="r" t="t"/>
              <a:pathLst>
                <a:path extrusionOk="0" h="7192" w="9540">
                  <a:moveTo>
                    <a:pt x="4760" y="0"/>
                  </a:moveTo>
                  <a:cubicBezTo>
                    <a:pt x="1608" y="0"/>
                    <a:pt x="0" y="3806"/>
                    <a:pt x="2216" y="6076"/>
                  </a:cubicBezTo>
                  <a:cubicBezTo>
                    <a:pt x="2904" y="6819"/>
                    <a:pt x="3836" y="7192"/>
                    <a:pt x="4767" y="7192"/>
                  </a:cubicBezTo>
                  <a:cubicBezTo>
                    <a:pt x="5673" y="7192"/>
                    <a:pt x="6579" y="6839"/>
                    <a:pt x="7261" y="6130"/>
                  </a:cubicBezTo>
                  <a:cubicBezTo>
                    <a:pt x="9540" y="3906"/>
                    <a:pt x="7994" y="27"/>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0" name="Google Shape;1240;p55"/>
            <p:cNvSpPr/>
            <p:nvPr/>
          </p:nvSpPr>
          <p:spPr>
            <a:xfrm>
              <a:off x="7160125" y="1181075"/>
              <a:ext cx="201425" cy="181050"/>
            </a:xfrm>
            <a:custGeom>
              <a:rect b="b" l="l" r="r" t="t"/>
              <a:pathLst>
                <a:path extrusionOk="0" h="7242" w="8057">
                  <a:moveTo>
                    <a:pt x="4033" y="1"/>
                  </a:moveTo>
                  <a:cubicBezTo>
                    <a:pt x="3183" y="1"/>
                    <a:pt x="2336" y="327"/>
                    <a:pt x="1628" y="983"/>
                  </a:cubicBezTo>
                  <a:cubicBezTo>
                    <a:pt x="136" y="2394"/>
                    <a:pt x="1" y="4564"/>
                    <a:pt x="1411" y="6056"/>
                  </a:cubicBezTo>
                  <a:cubicBezTo>
                    <a:pt x="2095" y="6840"/>
                    <a:pt x="3065" y="7242"/>
                    <a:pt x="4035" y="7242"/>
                  </a:cubicBezTo>
                  <a:cubicBezTo>
                    <a:pt x="4910" y="7242"/>
                    <a:pt x="5787" y="6914"/>
                    <a:pt x="6456" y="6245"/>
                  </a:cubicBezTo>
                  <a:cubicBezTo>
                    <a:pt x="7975" y="4944"/>
                    <a:pt x="8056" y="2638"/>
                    <a:pt x="6673" y="1200"/>
                  </a:cubicBezTo>
                  <a:cubicBezTo>
                    <a:pt x="5917" y="402"/>
                    <a:pt x="4974" y="1"/>
                    <a:pt x="403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p55"/>
            <p:cNvSpPr/>
            <p:nvPr/>
          </p:nvSpPr>
          <p:spPr>
            <a:xfrm>
              <a:off x="7141825" y="4962975"/>
              <a:ext cx="238700" cy="180150"/>
            </a:xfrm>
            <a:custGeom>
              <a:rect b="b" l="l" r="r" t="t"/>
              <a:pathLst>
                <a:path extrusionOk="0" h="7206" w="9548">
                  <a:moveTo>
                    <a:pt x="4801" y="0"/>
                  </a:moveTo>
                  <a:cubicBezTo>
                    <a:pt x="1600" y="0"/>
                    <a:pt x="0" y="3852"/>
                    <a:pt x="2251" y="6103"/>
                  </a:cubicBezTo>
                  <a:cubicBezTo>
                    <a:pt x="2933" y="6839"/>
                    <a:pt x="3854" y="7205"/>
                    <a:pt x="4777" y="7205"/>
                  </a:cubicBezTo>
                  <a:cubicBezTo>
                    <a:pt x="5691" y="7205"/>
                    <a:pt x="6608" y="6846"/>
                    <a:pt x="7296" y="6130"/>
                  </a:cubicBezTo>
                  <a:cubicBezTo>
                    <a:pt x="9548" y="3879"/>
                    <a:pt x="7975"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p55"/>
            <p:cNvSpPr/>
            <p:nvPr/>
          </p:nvSpPr>
          <p:spPr>
            <a:xfrm>
              <a:off x="7160125" y="2443200"/>
              <a:ext cx="202100" cy="180775"/>
            </a:xfrm>
            <a:custGeom>
              <a:rect b="b" l="l" r="r" t="t"/>
              <a:pathLst>
                <a:path extrusionOk="0" h="7231" w="8084">
                  <a:moveTo>
                    <a:pt x="4012" y="1"/>
                  </a:moveTo>
                  <a:cubicBezTo>
                    <a:pt x="3198" y="1"/>
                    <a:pt x="2389" y="304"/>
                    <a:pt x="1709" y="922"/>
                  </a:cubicBezTo>
                  <a:cubicBezTo>
                    <a:pt x="190" y="2278"/>
                    <a:pt x="1" y="4448"/>
                    <a:pt x="1330" y="5967"/>
                  </a:cubicBezTo>
                  <a:cubicBezTo>
                    <a:pt x="2057" y="6797"/>
                    <a:pt x="3051" y="7231"/>
                    <a:pt x="4048" y="7231"/>
                  </a:cubicBezTo>
                  <a:cubicBezTo>
                    <a:pt x="4873" y="7231"/>
                    <a:pt x="5699" y="6934"/>
                    <a:pt x="6375" y="6319"/>
                  </a:cubicBezTo>
                  <a:cubicBezTo>
                    <a:pt x="7894" y="4990"/>
                    <a:pt x="8083" y="2766"/>
                    <a:pt x="6727" y="1274"/>
                  </a:cubicBezTo>
                  <a:cubicBezTo>
                    <a:pt x="5960"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p55"/>
            <p:cNvSpPr/>
            <p:nvPr/>
          </p:nvSpPr>
          <p:spPr>
            <a:xfrm>
              <a:off x="7141825" y="3073100"/>
              <a:ext cx="238125" cy="179775"/>
            </a:xfrm>
            <a:custGeom>
              <a:rect b="b" l="l" r="r" t="t"/>
              <a:pathLst>
                <a:path extrusionOk="0" h="7191" w="9525">
                  <a:moveTo>
                    <a:pt x="4781" y="1"/>
                  </a:moveTo>
                  <a:cubicBezTo>
                    <a:pt x="3878" y="1"/>
                    <a:pt x="2971" y="354"/>
                    <a:pt x="2279" y="1059"/>
                  </a:cubicBezTo>
                  <a:cubicBezTo>
                    <a:pt x="0" y="3256"/>
                    <a:pt x="1519" y="7135"/>
                    <a:pt x="4693" y="7189"/>
                  </a:cubicBezTo>
                  <a:cubicBezTo>
                    <a:pt x="4726" y="7190"/>
                    <a:pt x="4759" y="7190"/>
                    <a:pt x="4792" y="7190"/>
                  </a:cubicBezTo>
                  <a:cubicBezTo>
                    <a:pt x="7927" y="7190"/>
                    <a:pt x="9525" y="3395"/>
                    <a:pt x="7324" y="1141"/>
                  </a:cubicBezTo>
                  <a:cubicBezTo>
                    <a:pt x="6647" y="381"/>
                    <a:pt x="5717" y="1"/>
                    <a:pt x="478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p55"/>
            <p:cNvSpPr/>
            <p:nvPr/>
          </p:nvSpPr>
          <p:spPr>
            <a:xfrm>
              <a:off x="7142025" y="3703750"/>
              <a:ext cx="238500" cy="180325"/>
            </a:xfrm>
            <a:custGeom>
              <a:rect b="b" l="l" r="r" t="t"/>
              <a:pathLst>
                <a:path extrusionOk="0" h="7213" w="9540">
                  <a:moveTo>
                    <a:pt x="4760" y="0"/>
                  </a:moveTo>
                  <a:cubicBezTo>
                    <a:pt x="1608" y="0"/>
                    <a:pt x="0" y="3806"/>
                    <a:pt x="2216" y="6076"/>
                  </a:cubicBezTo>
                  <a:cubicBezTo>
                    <a:pt x="2904" y="6832"/>
                    <a:pt x="3835" y="7212"/>
                    <a:pt x="4767" y="7212"/>
                  </a:cubicBezTo>
                  <a:cubicBezTo>
                    <a:pt x="5673" y="7212"/>
                    <a:pt x="6579" y="6853"/>
                    <a:pt x="7261" y="6130"/>
                  </a:cubicBezTo>
                  <a:cubicBezTo>
                    <a:pt x="9540" y="3906"/>
                    <a:pt x="7994" y="28"/>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5" name="Google Shape;1245;p55"/>
            <p:cNvSpPr/>
            <p:nvPr/>
          </p:nvSpPr>
          <p:spPr>
            <a:xfrm>
              <a:off x="7160125" y="4332350"/>
              <a:ext cx="201425" cy="181225"/>
            </a:xfrm>
            <a:custGeom>
              <a:rect b="b" l="l" r="r" t="t"/>
              <a:pathLst>
                <a:path extrusionOk="0" h="7249" w="8057">
                  <a:moveTo>
                    <a:pt x="4035" y="1"/>
                  </a:moveTo>
                  <a:cubicBezTo>
                    <a:pt x="3185" y="1"/>
                    <a:pt x="2336" y="334"/>
                    <a:pt x="1628" y="1004"/>
                  </a:cubicBezTo>
                  <a:cubicBezTo>
                    <a:pt x="136" y="2387"/>
                    <a:pt x="1" y="4557"/>
                    <a:pt x="1411" y="6049"/>
                  </a:cubicBezTo>
                  <a:cubicBezTo>
                    <a:pt x="2095" y="6847"/>
                    <a:pt x="3065" y="7249"/>
                    <a:pt x="4035" y="7249"/>
                  </a:cubicBezTo>
                  <a:cubicBezTo>
                    <a:pt x="4911" y="7249"/>
                    <a:pt x="5787" y="6922"/>
                    <a:pt x="6456" y="6266"/>
                  </a:cubicBezTo>
                  <a:cubicBezTo>
                    <a:pt x="7975" y="4937"/>
                    <a:pt x="8056" y="2631"/>
                    <a:pt x="6673" y="1221"/>
                  </a:cubicBezTo>
                  <a:cubicBezTo>
                    <a:pt x="5918" y="409"/>
                    <a:pt x="4976"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46" name="Google Shape;1246;p55"/>
          <p:cNvSpPr txBox="1"/>
          <p:nvPr>
            <p:ph type="title"/>
          </p:nvPr>
        </p:nvSpPr>
        <p:spPr>
          <a:xfrm>
            <a:off x="1755450" y="1615900"/>
            <a:ext cx="6182100" cy="1253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400"/>
            </a:lvl1pPr>
            <a:lvl2pPr lvl="1" algn="ctr">
              <a:lnSpc>
                <a:spcPct val="100000"/>
              </a:lnSpc>
              <a:spcBef>
                <a:spcPts val="0"/>
              </a:spcBef>
              <a:spcAft>
                <a:spcPts val="0"/>
              </a:spcAft>
              <a:buSzPts val="2800"/>
              <a:buNone/>
              <a:defRPr sz="2400"/>
            </a:lvl2pPr>
            <a:lvl3pPr lvl="2" algn="ctr">
              <a:lnSpc>
                <a:spcPct val="100000"/>
              </a:lnSpc>
              <a:spcBef>
                <a:spcPts val="0"/>
              </a:spcBef>
              <a:spcAft>
                <a:spcPts val="0"/>
              </a:spcAft>
              <a:buSzPts val="2800"/>
              <a:buNone/>
              <a:defRPr sz="2400"/>
            </a:lvl3pPr>
            <a:lvl4pPr lvl="3" algn="ctr">
              <a:lnSpc>
                <a:spcPct val="100000"/>
              </a:lnSpc>
              <a:spcBef>
                <a:spcPts val="0"/>
              </a:spcBef>
              <a:spcAft>
                <a:spcPts val="0"/>
              </a:spcAft>
              <a:buSzPts val="2800"/>
              <a:buNone/>
              <a:defRPr sz="2400"/>
            </a:lvl4pPr>
            <a:lvl5pPr lvl="4" algn="ctr">
              <a:lnSpc>
                <a:spcPct val="100000"/>
              </a:lnSpc>
              <a:spcBef>
                <a:spcPts val="0"/>
              </a:spcBef>
              <a:spcAft>
                <a:spcPts val="0"/>
              </a:spcAft>
              <a:buSzPts val="2800"/>
              <a:buNone/>
              <a:defRPr sz="2400"/>
            </a:lvl5pPr>
            <a:lvl6pPr lvl="5" algn="ctr">
              <a:lnSpc>
                <a:spcPct val="100000"/>
              </a:lnSpc>
              <a:spcBef>
                <a:spcPts val="0"/>
              </a:spcBef>
              <a:spcAft>
                <a:spcPts val="0"/>
              </a:spcAft>
              <a:buSzPts val="2800"/>
              <a:buNone/>
              <a:defRPr sz="2400"/>
            </a:lvl6pPr>
            <a:lvl7pPr lvl="6" algn="ctr">
              <a:lnSpc>
                <a:spcPct val="100000"/>
              </a:lnSpc>
              <a:spcBef>
                <a:spcPts val="0"/>
              </a:spcBef>
              <a:spcAft>
                <a:spcPts val="0"/>
              </a:spcAft>
              <a:buSzPts val="2800"/>
              <a:buNone/>
              <a:defRPr sz="2400"/>
            </a:lvl7pPr>
            <a:lvl8pPr lvl="7" algn="ctr">
              <a:lnSpc>
                <a:spcPct val="100000"/>
              </a:lnSpc>
              <a:spcBef>
                <a:spcPts val="0"/>
              </a:spcBef>
              <a:spcAft>
                <a:spcPts val="0"/>
              </a:spcAft>
              <a:buSzPts val="2800"/>
              <a:buNone/>
              <a:defRPr sz="2400"/>
            </a:lvl8pPr>
            <a:lvl9pPr lvl="8" algn="ctr">
              <a:lnSpc>
                <a:spcPct val="100000"/>
              </a:lnSpc>
              <a:spcBef>
                <a:spcPts val="0"/>
              </a:spcBef>
              <a:spcAft>
                <a:spcPts val="0"/>
              </a:spcAft>
              <a:buSzPts val="2800"/>
              <a:buNone/>
              <a:defRPr sz="2400"/>
            </a:lvl9pPr>
          </a:lstStyle>
          <a:p/>
        </p:txBody>
      </p:sp>
      <p:sp>
        <p:nvSpPr>
          <p:cNvPr id="1247" name="Google Shape;1247;p55"/>
          <p:cNvSpPr txBox="1"/>
          <p:nvPr>
            <p:ph idx="1" type="subTitle"/>
          </p:nvPr>
        </p:nvSpPr>
        <p:spPr>
          <a:xfrm>
            <a:off x="4208200" y="3245375"/>
            <a:ext cx="3803400" cy="3372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b="1" sz="1400">
                <a:solidFill>
                  <a:schemeClr val="accent5"/>
                </a:solidFill>
              </a:defRPr>
            </a:lvl1pPr>
            <a:lvl2pPr lvl="1" algn="r">
              <a:lnSpc>
                <a:spcPct val="100000"/>
              </a:lnSpc>
              <a:spcBef>
                <a:spcPts val="1600"/>
              </a:spcBef>
              <a:spcAft>
                <a:spcPts val="0"/>
              </a:spcAft>
              <a:buSzPts val="1400"/>
              <a:buNone/>
              <a:defRPr/>
            </a:lvl2pPr>
            <a:lvl3pPr lvl="2" algn="r">
              <a:lnSpc>
                <a:spcPct val="100000"/>
              </a:lnSpc>
              <a:spcBef>
                <a:spcPts val="1600"/>
              </a:spcBef>
              <a:spcAft>
                <a:spcPts val="0"/>
              </a:spcAft>
              <a:buSzPts val="1400"/>
              <a:buNone/>
              <a:defRPr/>
            </a:lvl3pPr>
            <a:lvl4pPr lvl="3" algn="r">
              <a:lnSpc>
                <a:spcPct val="100000"/>
              </a:lnSpc>
              <a:spcBef>
                <a:spcPts val="1600"/>
              </a:spcBef>
              <a:spcAft>
                <a:spcPts val="0"/>
              </a:spcAft>
              <a:buSzPts val="1400"/>
              <a:buNone/>
              <a:defRPr/>
            </a:lvl4pPr>
            <a:lvl5pPr lvl="4" algn="r">
              <a:lnSpc>
                <a:spcPct val="100000"/>
              </a:lnSpc>
              <a:spcBef>
                <a:spcPts val="1600"/>
              </a:spcBef>
              <a:spcAft>
                <a:spcPts val="0"/>
              </a:spcAft>
              <a:buSzPts val="1400"/>
              <a:buNone/>
              <a:defRPr/>
            </a:lvl5pPr>
            <a:lvl6pPr lvl="5" algn="r">
              <a:lnSpc>
                <a:spcPct val="100000"/>
              </a:lnSpc>
              <a:spcBef>
                <a:spcPts val="1600"/>
              </a:spcBef>
              <a:spcAft>
                <a:spcPts val="0"/>
              </a:spcAft>
              <a:buSzPts val="1400"/>
              <a:buNone/>
              <a:defRPr/>
            </a:lvl6pPr>
            <a:lvl7pPr lvl="6" algn="r">
              <a:lnSpc>
                <a:spcPct val="100000"/>
              </a:lnSpc>
              <a:spcBef>
                <a:spcPts val="1600"/>
              </a:spcBef>
              <a:spcAft>
                <a:spcPts val="0"/>
              </a:spcAft>
              <a:buSzPts val="1400"/>
              <a:buNone/>
              <a:defRPr/>
            </a:lvl7pPr>
            <a:lvl8pPr lvl="7" algn="r">
              <a:lnSpc>
                <a:spcPct val="100000"/>
              </a:lnSpc>
              <a:spcBef>
                <a:spcPts val="1600"/>
              </a:spcBef>
              <a:spcAft>
                <a:spcPts val="0"/>
              </a:spcAft>
              <a:buSzPts val="1400"/>
              <a:buNone/>
              <a:defRPr/>
            </a:lvl8pPr>
            <a:lvl9pPr lvl="8" algn="r">
              <a:lnSpc>
                <a:spcPct val="100000"/>
              </a:lnSpc>
              <a:spcBef>
                <a:spcPts val="1600"/>
              </a:spcBef>
              <a:spcAft>
                <a:spcPts val="160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Image">
  <p:cSld name="CUSTOM_12">
    <p:spTree>
      <p:nvGrpSpPr>
        <p:cNvPr id="1248" name="Shape 1248"/>
        <p:cNvGrpSpPr/>
        <p:nvPr/>
      </p:nvGrpSpPr>
      <p:grpSpPr>
        <a:xfrm>
          <a:off x="0" y="0"/>
          <a:ext cx="0" cy="0"/>
          <a:chOff x="0" y="0"/>
          <a:chExt cx="0" cy="0"/>
        </a:xfrm>
      </p:grpSpPr>
      <p:sp>
        <p:nvSpPr>
          <p:cNvPr id="1249" name="Google Shape;1249;p56"/>
          <p:cNvSpPr/>
          <p:nvPr/>
        </p:nvSpPr>
        <p:spPr>
          <a:xfrm flipH="1" rot="5787498">
            <a:off x="3690454" y="665203"/>
            <a:ext cx="4860750" cy="3359197"/>
          </a:xfrm>
          <a:custGeom>
            <a:rect b="b" l="l" r="r" t="t"/>
            <a:pathLst>
              <a:path extrusionOk="0" h="195830" w="237196">
                <a:moveTo>
                  <a:pt x="182493" y="0"/>
                </a:moveTo>
                <a:cubicBezTo>
                  <a:pt x="160794" y="0"/>
                  <a:pt x="136857" y="13684"/>
                  <a:pt x="125770" y="46667"/>
                </a:cubicBezTo>
                <a:cubicBezTo>
                  <a:pt x="112501" y="86475"/>
                  <a:pt x="99703" y="101135"/>
                  <a:pt x="82683" y="101135"/>
                </a:cubicBezTo>
                <a:cubicBezTo>
                  <a:pt x="77764" y="101135"/>
                  <a:pt x="72494" y="99911"/>
                  <a:pt x="66757" y="97716"/>
                </a:cubicBezTo>
                <a:cubicBezTo>
                  <a:pt x="59909" y="95081"/>
                  <a:pt x="53433" y="93896"/>
                  <a:pt x="47460" y="93896"/>
                </a:cubicBezTo>
                <a:cubicBezTo>
                  <a:pt x="17332" y="93896"/>
                  <a:pt x="1" y="124030"/>
                  <a:pt x="12313" y="150071"/>
                </a:cubicBezTo>
                <a:cubicBezTo>
                  <a:pt x="19223" y="164795"/>
                  <a:pt x="29540" y="168076"/>
                  <a:pt x="41648" y="168076"/>
                </a:cubicBezTo>
                <a:cubicBezTo>
                  <a:pt x="51382" y="168076"/>
                  <a:pt x="62272" y="165955"/>
                  <a:pt x="73479" y="165955"/>
                </a:cubicBezTo>
                <a:cubicBezTo>
                  <a:pt x="86528" y="165955"/>
                  <a:pt x="100005" y="168830"/>
                  <a:pt x="112584" y="181275"/>
                </a:cubicBezTo>
                <a:cubicBezTo>
                  <a:pt x="123109" y="191650"/>
                  <a:pt x="135906" y="195830"/>
                  <a:pt x="148277" y="195830"/>
                </a:cubicBezTo>
                <a:cubicBezTo>
                  <a:pt x="168129" y="195830"/>
                  <a:pt x="186885" y="185066"/>
                  <a:pt x="193400" y="171875"/>
                </a:cubicBezTo>
                <a:cubicBezTo>
                  <a:pt x="213115" y="132315"/>
                  <a:pt x="187003" y="136231"/>
                  <a:pt x="220818" y="61420"/>
                </a:cubicBezTo>
                <a:cubicBezTo>
                  <a:pt x="237196" y="25134"/>
                  <a:pt x="211900" y="0"/>
                  <a:pt x="182493" y="0"/>
                </a:cubicBezTo>
                <a:close/>
              </a:path>
            </a:pathLst>
          </a:custGeom>
          <a:solidFill>
            <a:srgbClr val="5EA4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50" name="Google Shape;1250;p56"/>
          <p:cNvGrpSpPr/>
          <p:nvPr/>
        </p:nvGrpSpPr>
        <p:grpSpPr>
          <a:xfrm>
            <a:off x="4895613" y="1062784"/>
            <a:ext cx="1252756" cy="791730"/>
            <a:chOff x="209625" y="551300"/>
            <a:chExt cx="7170900" cy="4592400"/>
          </a:xfrm>
        </p:grpSpPr>
        <p:sp>
          <p:nvSpPr>
            <p:cNvPr id="1251" name="Google Shape;1251;p56"/>
            <p:cNvSpPr/>
            <p:nvPr/>
          </p:nvSpPr>
          <p:spPr>
            <a:xfrm>
              <a:off x="838900" y="1811875"/>
              <a:ext cx="238725" cy="180050"/>
            </a:xfrm>
            <a:custGeom>
              <a:rect b="b" l="l" r="r" t="t"/>
              <a:pathLst>
                <a:path extrusionOk="0" h="7202" w="9549">
                  <a:moveTo>
                    <a:pt x="4802" y="0"/>
                  </a:moveTo>
                  <a:cubicBezTo>
                    <a:pt x="1601" y="0"/>
                    <a:pt x="1" y="3825"/>
                    <a:pt x="2252" y="6103"/>
                  </a:cubicBezTo>
                  <a:cubicBezTo>
                    <a:pt x="2930" y="6835"/>
                    <a:pt x="3852" y="7201"/>
                    <a:pt x="4775" y="7201"/>
                  </a:cubicBezTo>
                  <a:cubicBezTo>
                    <a:pt x="5697" y="7201"/>
                    <a:pt x="6619" y="6835"/>
                    <a:pt x="7297" y="6103"/>
                  </a:cubicBezTo>
                  <a:cubicBezTo>
                    <a:pt x="9548" y="3879"/>
                    <a:pt x="7975" y="27"/>
                    <a:pt x="480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2" name="Google Shape;1252;p56"/>
            <p:cNvSpPr/>
            <p:nvPr/>
          </p:nvSpPr>
          <p:spPr>
            <a:xfrm>
              <a:off x="1469250" y="1182575"/>
              <a:ext cx="238325" cy="179750"/>
            </a:xfrm>
            <a:custGeom>
              <a:rect b="b" l="l" r="r" t="t"/>
              <a:pathLst>
                <a:path extrusionOk="0" h="7190" w="9533">
                  <a:moveTo>
                    <a:pt x="4746" y="1"/>
                  </a:moveTo>
                  <a:cubicBezTo>
                    <a:pt x="1616" y="1"/>
                    <a:pt x="0" y="3761"/>
                    <a:pt x="2182" y="6050"/>
                  </a:cubicBezTo>
                  <a:cubicBezTo>
                    <a:pt x="2859" y="6810"/>
                    <a:pt x="3796" y="7189"/>
                    <a:pt x="4739" y="7189"/>
                  </a:cubicBezTo>
                  <a:cubicBezTo>
                    <a:pt x="5648" y="7189"/>
                    <a:pt x="6562" y="6837"/>
                    <a:pt x="7254" y="6131"/>
                  </a:cubicBezTo>
                  <a:cubicBezTo>
                    <a:pt x="9532" y="3934"/>
                    <a:pt x="8013" y="55"/>
                    <a:pt x="4813" y="1"/>
                  </a:cubicBezTo>
                  <a:cubicBezTo>
                    <a:pt x="4790"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p56"/>
            <p:cNvSpPr/>
            <p:nvPr/>
          </p:nvSpPr>
          <p:spPr>
            <a:xfrm>
              <a:off x="2098325" y="551550"/>
              <a:ext cx="239200" cy="180150"/>
            </a:xfrm>
            <a:custGeom>
              <a:rect b="b" l="l" r="r" t="t"/>
              <a:pathLst>
                <a:path extrusionOk="0" h="7206" w="9568">
                  <a:moveTo>
                    <a:pt x="4746" y="0"/>
                  </a:moveTo>
                  <a:cubicBezTo>
                    <a:pt x="3826" y="0"/>
                    <a:pt x="2912" y="366"/>
                    <a:pt x="2244" y="1102"/>
                  </a:cubicBezTo>
                  <a:cubicBezTo>
                    <a:pt x="1" y="3372"/>
                    <a:pt x="1609" y="7205"/>
                    <a:pt x="4787" y="7205"/>
                  </a:cubicBezTo>
                  <a:cubicBezTo>
                    <a:pt x="4798" y="7205"/>
                    <a:pt x="4810" y="7205"/>
                    <a:pt x="4821" y="7205"/>
                  </a:cubicBezTo>
                  <a:cubicBezTo>
                    <a:pt x="7994" y="7151"/>
                    <a:pt x="9568" y="3299"/>
                    <a:pt x="7262" y="1075"/>
                  </a:cubicBezTo>
                  <a:cubicBezTo>
                    <a:pt x="6574" y="360"/>
                    <a:pt x="5657" y="0"/>
                    <a:pt x="474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p56"/>
            <p:cNvSpPr/>
            <p:nvPr/>
          </p:nvSpPr>
          <p:spPr>
            <a:xfrm>
              <a:off x="1468850" y="1811875"/>
              <a:ext cx="238725" cy="180050"/>
            </a:xfrm>
            <a:custGeom>
              <a:rect b="b" l="l" r="r" t="t"/>
              <a:pathLst>
                <a:path extrusionOk="0" h="7202" w="9549">
                  <a:moveTo>
                    <a:pt x="4748" y="0"/>
                  </a:moveTo>
                  <a:cubicBezTo>
                    <a:pt x="1574" y="27"/>
                    <a:pt x="1" y="3879"/>
                    <a:pt x="2252" y="6103"/>
                  </a:cubicBezTo>
                  <a:cubicBezTo>
                    <a:pt x="2944" y="6835"/>
                    <a:pt x="3866" y="7201"/>
                    <a:pt x="4788" y="7201"/>
                  </a:cubicBezTo>
                  <a:cubicBezTo>
                    <a:pt x="5710" y="7201"/>
                    <a:pt x="6633" y="6835"/>
                    <a:pt x="7324" y="6103"/>
                  </a:cubicBezTo>
                  <a:cubicBezTo>
                    <a:pt x="9548" y="3825"/>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p56"/>
            <p:cNvSpPr/>
            <p:nvPr/>
          </p:nvSpPr>
          <p:spPr>
            <a:xfrm>
              <a:off x="2116450" y="1181050"/>
              <a:ext cx="202775" cy="181225"/>
            </a:xfrm>
            <a:custGeom>
              <a:rect b="b" l="l" r="r" t="t"/>
              <a:pathLst>
                <a:path extrusionOk="0" h="7249" w="8111">
                  <a:moveTo>
                    <a:pt x="4037" y="0"/>
                  </a:moveTo>
                  <a:cubicBezTo>
                    <a:pt x="3213" y="0"/>
                    <a:pt x="2393" y="309"/>
                    <a:pt x="1709" y="930"/>
                  </a:cubicBezTo>
                  <a:cubicBezTo>
                    <a:pt x="163" y="2314"/>
                    <a:pt x="0" y="4429"/>
                    <a:pt x="1356" y="5975"/>
                  </a:cubicBezTo>
                  <a:cubicBezTo>
                    <a:pt x="2109" y="6817"/>
                    <a:pt x="3087" y="7248"/>
                    <a:pt x="4067" y="7248"/>
                  </a:cubicBezTo>
                  <a:cubicBezTo>
                    <a:pt x="4887" y="7248"/>
                    <a:pt x="5709" y="6946"/>
                    <a:pt x="6401" y="6328"/>
                  </a:cubicBezTo>
                  <a:cubicBezTo>
                    <a:pt x="7920" y="4972"/>
                    <a:pt x="8110" y="2775"/>
                    <a:pt x="6754" y="1283"/>
                  </a:cubicBezTo>
                  <a:cubicBezTo>
                    <a:pt x="5990" y="431"/>
                    <a:pt x="5011" y="0"/>
                    <a:pt x="403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p56"/>
            <p:cNvSpPr/>
            <p:nvPr/>
          </p:nvSpPr>
          <p:spPr>
            <a:xfrm>
              <a:off x="2747075" y="551300"/>
              <a:ext cx="201425" cy="180975"/>
            </a:xfrm>
            <a:custGeom>
              <a:rect b="b" l="l" r="r" t="t"/>
              <a:pathLst>
                <a:path extrusionOk="0" h="7239" w="8057">
                  <a:moveTo>
                    <a:pt x="4008" y="1"/>
                  </a:moveTo>
                  <a:cubicBezTo>
                    <a:pt x="3158" y="1"/>
                    <a:pt x="2309" y="334"/>
                    <a:pt x="1601" y="1004"/>
                  </a:cubicBezTo>
                  <a:cubicBezTo>
                    <a:pt x="82" y="2414"/>
                    <a:pt x="0" y="4557"/>
                    <a:pt x="1384" y="6049"/>
                  </a:cubicBezTo>
                  <a:cubicBezTo>
                    <a:pt x="2129" y="6837"/>
                    <a:pt x="3086" y="7239"/>
                    <a:pt x="4043" y="7239"/>
                  </a:cubicBezTo>
                  <a:cubicBezTo>
                    <a:pt x="4897" y="7239"/>
                    <a:pt x="5752" y="6918"/>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p56"/>
            <p:cNvSpPr/>
            <p:nvPr/>
          </p:nvSpPr>
          <p:spPr>
            <a:xfrm>
              <a:off x="2098125" y="1811875"/>
              <a:ext cx="238725" cy="180550"/>
            </a:xfrm>
            <a:custGeom>
              <a:rect b="b" l="l" r="r" t="t"/>
              <a:pathLst>
                <a:path extrusionOk="0" h="7222" w="9549">
                  <a:moveTo>
                    <a:pt x="4775" y="0"/>
                  </a:moveTo>
                  <a:cubicBezTo>
                    <a:pt x="1601" y="0"/>
                    <a:pt x="1" y="3852"/>
                    <a:pt x="2252" y="6103"/>
                  </a:cubicBezTo>
                  <a:cubicBezTo>
                    <a:pt x="2930" y="6849"/>
                    <a:pt x="3852" y="7222"/>
                    <a:pt x="4775" y="7222"/>
                  </a:cubicBezTo>
                  <a:cubicBezTo>
                    <a:pt x="5697" y="7222"/>
                    <a:pt x="6619" y="6849"/>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p56"/>
            <p:cNvSpPr/>
            <p:nvPr/>
          </p:nvSpPr>
          <p:spPr>
            <a:xfrm>
              <a:off x="2728000" y="1181375"/>
              <a:ext cx="238800" cy="179625"/>
            </a:xfrm>
            <a:custGeom>
              <a:rect b="b" l="l" r="r" t="t"/>
              <a:pathLst>
                <a:path extrusionOk="0" h="7185" w="9552">
                  <a:moveTo>
                    <a:pt x="4771" y="1"/>
                  </a:moveTo>
                  <a:cubicBezTo>
                    <a:pt x="3826" y="1"/>
                    <a:pt x="2884" y="381"/>
                    <a:pt x="2201" y="1134"/>
                  </a:cubicBezTo>
                  <a:cubicBezTo>
                    <a:pt x="0" y="3416"/>
                    <a:pt x="1624" y="7184"/>
                    <a:pt x="4759" y="7184"/>
                  </a:cubicBezTo>
                  <a:cubicBezTo>
                    <a:pt x="4792" y="7184"/>
                    <a:pt x="4825" y="7184"/>
                    <a:pt x="4859" y="7183"/>
                  </a:cubicBezTo>
                  <a:cubicBezTo>
                    <a:pt x="8033" y="7129"/>
                    <a:pt x="9551" y="3223"/>
                    <a:pt x="7246" y="1026"/>
                  </a:cubicBezTo>
                  <a:cubicBezTo>
                    <a:pt x="6561" y="340"/>
                    <a:pt x="566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p56"/>
            <p:cNvSpPr/>
            <p:nvPr/>
          </p:nvSpPr>
          <p:spPr>
            <a:xfrm>
              <a:off x="3358025" y="551525"/>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6"/>
                    <a:pt x="4738" y="7206"/>
                    <a:pt x="4761" y="7206"/>
                  </a:cubicBezTo>
                  <a:cubicBezTo>
                    <a:pt x="7917" y="7206"/>
                    <a:pt x="9533" y="3420"/>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0" name="Google Shape;1260;p56"/>
            <p:cNvSpPr/>
            <p:nvPr/>
          </p:nvSpPr>
          <p:spPr>
            <a:xfrm>
              <a:off x="2747075" y="1810525"/>
              <a:ext cx="201425" cy="180975"/>
            </a:xfrm>
            <a:custGeom>
              <a:rect b="b" l="l" r="r" t="t"/>
              <a:pathLst>
                <a:path extrusionOk="0" h="7239" w="8057">
                  <a:moveTo>
                    <a:pt x="4008" y="0"/>
                  </a:moveTo>
                  <a:cubicBezTo>
                    <a:pt x="3158" y="0"/>
                    <a:pt x="2309" y="334"/>
                    <a:pt x="1601" y="1003"/>
                  </a:cubicBezTo>
                  <a:cubicBezTo>
                    <a:pt x="109" y="2414"/>
                    <a:pt x="0" y="4584"/>
                    <a:pt x="1384" y="6048"/>
                  </a:cubicBezTo>
                  <a:cubicBezTo>
                    <a:pt x="2086" y="6837"/>
                    <a:pt x="3060" y="7239"/>
                    <a:pt x="4036" y="7239"/>
                  </a:cubicBezTo>
                  <a:cubicBezTo>
                    <a:pt x="4906" y="7239"/>
                    <a:pt x="5778" y="6918"/>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p56"/>
            <p:cNvSpPr/>
            <p:nvPr/>
          </p:nvSpPr>
          <p:spPr>
            <a:xfrm>
              <a:off x="3358025" y="1180950"/>
              <a:ext cx="238150" cy="180725"/>
            </a:xfrm>
            <a:custGeom>
              <a:rect b="b" l="l" r="r" t="t"/>
              <a:pathLst>
                <a:path extrusionOk="0" h="7229" w="9526">
                  <a:moveTo>
                    <a:pt x="4763" y="1"/>
                  </a:moveTo>
                  <a:cubicBezTo>
                    <a:pt x="3897" y="1"/>
                    <a:pt x="3028" y="347"/>
                    <a:pt x="2306" y="1043"/>
                  </a:cubicBezTo>
                  <a:cubicBezTo>
                    <a:pt x="1" y="3240"/>
                    <a:pt x="1493" y="7146"/>
                    <a:pt x="4666" y="7227"/>
                  </a:cubicBezTo>
                  <a:cubicBezTo>
                    <a:pt x="4700" y="7228"/>
                    <a:pt x="4733" y="7228"/>
                    <a:pt x="4767" y="7228"/>
                  </a:cubicBezTo>
                  <a:cubicBezTo>
                    <a:pt x="7902" y="7228"/>
                    <a:pt x="9525" y="3460"/>
                    <a:pt x="7352" y="1178"/>
                  </a:cubicBezTo>
                  <a:cubicBezTo>
                    <a:pt x="6610" y="394"/>
                    <a:pt x="5687" y="1"/>
                    <a:pt x="476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p56"/>
            <p:cNvSpPr/>
            <p:nvPr/>
          </p:nvSpPr>
          <p:spPr>
            <a:xfrm>
              <a:off x="3357750" y="1811100"/>
              <a:ext cx="239000" cy="179825"/>
            </a:xfrm>
            <a:custGeom>
              <a:rect b="b" l="l" r="r" t="t"/>
              <a:pathLst>
                <a:path extrusionOk="0" h="7193" w="9560">
                  <a:moveTo>
                    <a:pt x="4786" y="0"/>
                  </a:moveTo>
                  <a:cubicBezTo>
                    <a:pt x="3845" y="0"/>
                    <a:pt x="2903" y="380"/>
                    <a:pt x="2209" y="1143"/>
                  </a:cubicBezTo>
                  <a:cubicBezTo>
                    <a:pt x="0" y="3406"/>
                    <a:pt x="1616" y="7192"/>
                    <a:pt x="4773" y="7192"/>
                  </a:cubicBezTo>
                  <a:cubicBezTo>
                    <a:pt x="4795" y="7192"/>
                    <a:pt x="4818" y="7192"/>
                    <a:pt x="4840" y="7192"/>
                  </a:cubicBezTo>
                  <a:cubicBezTo>
                    <a:pt x="8013"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p56"/>
            <p:cNvSpPr/>
            <p:nvPr/>
          </p:nvSpPr>
          <p:spPr>
            <a:xfrm>
              <a:off x="209625" y="552625"/>
              <a:ext cx="238325" cy="180000"/>
            </a:xfrm>
            <a:custGeom>
              <a:rect b="b" l="l" r="r" t="t"/>
              <a:pathLst>
                <a:path extrusionOk="0" h="7200" w="9533">
                  <a:moveTo>
                    <a:pt x="4760" y="1"/>
                  </a:moveTo>
                  <a:cubicBezTo>
                    <a:pt x="4738" y="1"/>
                    <a:pt x="4716" y="1"/>
                    <a:pt x="4693" y="1"/>
                  </a:cubicBezTo>
                  <a:cubicBezTo>
                    <a:pt x="1520" y="55"/>
                    <a:pt x="1" y="3934"/>
                    <a:pt x="2279" y="6131"/>
                  </a:cubicBezTo>
                  <a:cubicBezTo>
                    <a:pt x="2955" y="6847"/>
                    <a:pt x="3857" y="7200"/>
                    <a:pt x="4759" y="7200"/>
                  </a:cubicBezTo>
                  <a:cubicBezTo>
                    <a:pt x="5702" y="7200"/>
                    <a:pt x="6644" y="6813"/>
                    <a:pt x="7324" y="6050"/>
                  </a:cubicBezTo>
                  <a:cubicBezTo>
                    <a:pt x="9533" y="3787"/>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p56"/>
            <p:cNvSpPr/>
            <p:nvPr/>
          </p:nvSpPr>
          <p:spPr>
            <a:xfrm>
              <a:off x="210025" y="1182575"/>
              <a:ext cx="238325" cy="179650"/>
            </a:xfrm>
            <a:custGeom>
              <a:rect b="b" l="l" r="r" t="t"/>
              <a:pathLst>
                <a:path extrusionOk="0" h="7186" w="9533">
                  <a:moveTo>
                    <a:pt x="4719" y="1"/>
                  </a:moveTo>
                  <a:cubicBezTo>
                    <a:pt x="1590" y="1"/>
                    <a:pt x="0" y="3787"/>
                    <a:pt x="2209" y="6050"/>
                  </a:cubicBezTo>
                  <a:cubicBezTo>
                    <a:pt x="2896" y="6806"/>
                    <a:pt x="3828" y="7186"/>
                    <a:pt x="4759" y="7186"/>
                  </a:cubicBezTo>
                  <a:cubicBezTo>
                    <a:pt x="5665" y="7186"/>
                    <a:pt x="6572" y="6826"/>
                    <a:pt x="7254" y="6104"/>
                  </a:cubicBezTo>
                  <a:cubicBezTo>
                    <a:pt x="9532" y="3880"/>
                    <a:pt x="7986" y="28"/>
                    <a:pt x="4786" y="1"/>
                  </a:cubicBezTo>
                  <a:cubicBezTo>
                    <a:pt x="4763" y="1"/>
                    <a:pt x="4741" y="1"/>
                    <a:pt x="471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p56"/>
            <p:cNvSpPr/>
            <p:nvPr/>
          </p:nvSpPr>
          <p:spPr>
            <a:xfrm>
              <a:off x="839100" y="552650"/>
              <a:ext cx="238525" cy="179800"/>
            </a:xfrm>
            <a:custGeom>
              <a:rect b="b" l="l" r="r" t="t"/>
              <a:pathLst>
                <a:path extrusionOk="0" h="7192" w="9541">
                  <a:moveTo>
                    <a:pt x="4787" y="0"/>
                  </a:moveTo>
                  <a:cubicBezTo>
                    <a:pt x="1609" y="0"/>
                    <a:pt x="1" y="3806"/>
                    <a:pt x="2217" y="6076"/>
                  </a:cubicBezTo>
                  <a:cubicBezTo>
                    <a:pt x="2905" y="6819"/>
                    <a:pt x="3843" y="7192"/>
                    <a:pt x="4778" y="7192"/>
                  </a:cubicBezTo>
                  <a:cubicBezTo>
                    <a:pt x="5687" y="7192"/>
                    <a:pt x="6593" y="6839"/>
                    <a:pt x="7262" y="6130"/>
                  </a:cubicBezTo>
                  <a:cubicBezTo>
                    <a:pt x="9540" y="3906"/>
                    <a:pt x="7994"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p56"/>
            <p:cNvSpPr/>
            <p:nvPr/>
          </p:nvSpPr>
          <p:spPr>
            <a:xfrm>
              <a:off x="209825" y="1811850"/>
              <a:ext cx="238525" cy="180325"/>
            </a:xfrm>
            <a:custGeom>
              <a:rect b="b" l="l" r="r" t="t"/>
              <a:pathLst>
                <a:path extrusionOk="0" h="7213" w="9541">
                  <a:moveTo>
                    <a:pt x="4760" y="1"/>
                  </a:moveTo>
                  <a:cubicBezTo>
                    <a:pt x="1609" y="1"/>
                    <a:pt x="1" y="3806"/>
                    <a:pt x="2217" y="6077"/>
                  </a:cubicBezTo>
                  <a:cubicBezTo>
                    <a:pt x="2904" y="6833"/>
                    <a:pt x="3836" y="7213"/>
                    <a:pt x="4767" y="7213"/>
                  </a:cubicBezTo>
                  <a:cubicBezTo>
                    <a:pt x="5673" y="7213"/>
                    <a:pt x="6580" y="6853"/>
                    <a:pt x="7262" y="6131"/>
                  </a:cubicBezTo>
                  <a:cubicBezTo>
                    <a:pt x="9540" y="3907"/>
                    <a:pt x="7994" y="28"/>
                    <a:pt x="4794" y="1"/>
                  </a:cubicBezTo>
                  <a:cubicBezTo>
                    <a:pt x="4783" y="1"/>
                    <a:pt x="4771"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p56"/>
            <p:cNvSpPr/>
            <p:nvPr/>
          </p:nvSpPr>
          <p:spPr>
            <a:xfrm>
              <a:off x="857225" y="1181075"/>
              <a:ext cx="201400" cy="181050"/>
            </a:xfrm>
            <a:custGeom>
              <a:rect b="b" l="l" r="r" t="t"/>
              <a:pathLst>
                <a:path extrusionOk="0" h="7242" w="8056">
                  <a:moveTo>
                    <a:pt x="4032" y="1"/>
                  </a:moveTo>
                  <a:cubicBezTo>
                    <a:pt x="3183" y="1"/>
                    <a:pt x="2335" y="327"/>
                    <a:pt x="1628" y="983"/>
                  </a:cubicBezTo>
                  <a:cubicBezTo>
                    <a:pt x="136" y="2394"/>
                    <a:pt x="0" y="4564"/>
                    <a:pt x="1411" y="6056"/>
                  </a:cubicBezTo>
                  <a:cubicBezTo>
                    <a:pt x="2095" y="6840"/>
                    <a:pt x="3057" y="7242"/>
                    <a:pt x="4024" y="7242"/>
                  </a:cubicBezTo>
                  <a:cubicBezTo>
                    <a:pt x="4897" y="7242"/>
                    <a:pt x="5774" y="6914"/>
                    <a:pt x="6456" y="6245"/>
                  </a:cubicBezTo>
                  <a:cubicBezTo>
                    <a:pt x="7975" y="4944"/>
                    <a:pt x="8056" y="2638"/>
                    <a:pt x="6673" y="1200"/>
                  </a:cubicBezTo>
                  <a:cubicBezTo>
                    <a:pt x="5917" y="402"/>
                    <a:pt x="4974" y="1"/>
                    <a:pt x="403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8" name="Google Shape;1268;p56"/>
            <p:cNvSpPr/>
            <p:nvPr/>
          </p:nvSpPr>
          <p:spPr>
            <a:xfrm>
              <a:off x="1468850" y="551525"/>
              <a:ext cx="238325" cy="180175"/>
            </a:xfrm>
            <a:custGeom>
              <a:rect b="b" l="l" r="r" t="t"/>
              <a:pathLst>
                <a:path extrusionOk="0" h="7207" w="9533">
                  <a:moveTo>
                    <a:pt x="4768" y="1"/>
                  </a:moveTo>
                  <a:cubicBezTo>
                    <a:pt x="3870" y="1"/>
                    <a:pt x="2968" y="347"/>
                    <a:pt x="2279" y="1049"/>
                  </a:cubicBezTo>
                  <a:cubicBezTo>
                    <a:pt x="1" y="3273"/>
                    <a:pt x="1520" y="7152"/>
                    <a:pt x="4720" y="7206"/>
                  </a:cubicBezTo>
                  <a:cubicBezTo>
                    <a:pt x="4743" y="7206"/>
                    <a:pt x="4765" y="7206"/>
                    <a:pt x="4787" y="7206"/>
                  </a:cubicBezTo>
                  <a:cubicBezTo>
                    <a:pt x="7917" y="7206"/>
                    <a:pt x="9533" y="3393"/>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p56"/>
            <p:cNvSpPr/>
            <p:nvPr/>
          </p:nvSpPr>
          <p:spPr>
            <a:xfrm>
              <a:off x="3988000" y="1811875"/>
              <a:ext cx="238700" cy="180050"/>
            </a:xfrm>
            <a:custGeom>
              <a:rect b="b" l="l" r="r" t="t"/>
              <a:pathLst>
                <a:path extrusionOk="0" h="7202" w="9548">
                  <a:moveTo>
                    <a:pt x="4801" y="0"/>
                  </a:moveTo>
                  <a:cubicBezTo>
                    <a:pt x="1600" y="0"/>
                    <a:pt x="0" y="3825"/>
                    <a:pt x="2251" y="6103"/>
                  </a:cubicBezTo>
                  <a:cubicBezTo>
                    <a:pt x="2929" y="6835"/>
                    <a:pt x="3852" y="7201"/>
                    <a:pt x="4774" y="7201"/>
                  </a:cubicBezTo>
                  <a:cubicBezTo>
                    <a:pt x="5696" y="7201"/>
                    <a:pt x="6618" y="6835"/>
                    <a:pt x="7296" y="6103"/>
                  </a:cubicBezTo>
                  <a:cubicBezTo>
                    <a:pt x="9548" y="3879"/>
                    <a:pt x="7974"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0" name="Google Shape;1270;p56"/>
            <p:cNvSpPr/>
            <p:nvPr/>
          </p:nvSpPr>
          <p:spPr>
            <a:xfrm>
              <a:off x="4617650" y="1182575"/>
              <a:ext cx="239000" cy="179750"/>
            </a:xfrm>
            <a:custGeom>
              <a:rect b="b" l="l" r="r" t="t"/>
              <a:pathLst>
                <a:path extrusionOk="0" h="7190" w="9560">
                  <a:moveTo>
                    <a:pt x="4773" y="1"/>
                  </a:moveTo>
                  <a:cubicBezTo>
                    <a:pt x="1643" y="1"/>
                    <a:pt x="1" y="3761"/>
                    <a:pt x="2209" y="6050"/>
                  </a:cubicBezTo>
                  <a:cubicBezTo>
                    <a:pt x="2886" y="6810"/>
                    <a:pt x="3823" y="7189"/>
                    <a:pt x="4763" y="7189"/>
                  </a:cubicBezTo>
                  <a:cubicBezTo>
                    <a:pt x="5668" y="7189"/>
                    <a:pt x="6575" y="6837"/>
                    <a:pt x="7254" y="6131"/>
                  </a:cubicBezTo>
                  <a:cubicBezTo>
                    <a:pt x="9560" y="3934"/>
                    <a:pt x="8014" y="55"/>
                    <a:pt x="4840" y="1"/>
                  </a:cubicBezTo>
                  <a:cubicBezTo>
                    <a:pt x="4818" y="1"/>
                    <a:pt x="479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p56"/>
            <p:cNvSpPr/>
            <p:nvPr/>
          </p:nvSpPr>
          <p:spPr>
            <a:xfrm>
              <a:off x="5247400" y="551550"/>
              <a:ext cx="238525" cy="180150"/>
            </a:xfrm>
            <a:custGeom>
              <a:rect b="b" l="l" r="r" t="t"/>
              <a:pathLst>
                <a:path extrusionOk="0" h="7206" w="9541">
                  <a:moveTo>
                    <a:pt x="4742" y="0"/>
                  </a:moveTo>
                  <a:cubicBezTo>
                    <a:pt x="3819" y="0"/>
                    <a:pt x="2898" y="366"/>
                    <a:pt x="2217" y="1102"/>
                  </a:cubicBezTo>
                  <a:cubicBezTo>
                    <a:pt x="1" y="3372"/>
                    <a:pt x="1609" y="7205"/>
                    <a:pt x="4788" y="7205"/>
                  </a:cubicBezTo>
                  <a:cubicBezTo>
                    <a:pt x="4799" y="7205"/>
                    <a:pt x="4810" y="7205"/>
                    <a:pt x="4821" y="7205"/>
                  </a:cubicBezTo>
                  <a:cubicBezTo>
                    <a:pt x="7995" y="7151"/>
                    <a:pt x="9541" y="3299"/>
                    <a:pt x="7262" y="1075"/>
                  </a:cubicBezTo>
                  <a:cubicBezTo>
                    <a:pt x="6574" y="360"/>
                    <a:pt x="5657" y="0"/>
                    <a:pt x="474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2" name="Google Shape;1272;p56"/>
            <p:cNvSpPr/>
            <p:nvPr/>
          </p:nvSpPr>
          <p:spPr>
            <a:xfrm>
              <a:off x="4617950" y="1811875"/>
              <a:ext cx="238700" cy="180050"/>
            </a:xfrm>
            <a:custGeom>
              <a:rect b="b" l="l" r="r" t="t"/>
              <a:pathLst>
                <a:path extrusionOk="0" h="7202" w="9548">
                  <a:moveTo>
                    <a:pt x="4747" y="0"/>
                  </a:moveTo>
                  <a:cubicBezTo>
                    <a:pt x="1573" y="27"/>
                    <a:pt x="0" y="3879"/>
                    <a:pt x="2251" y="6103"/>
                  </a:cubicBezTo>
                  <a:cubicBezTo>
                    <a:pt x="2943" y="6835"/>
                    <a:pt x="3865" y="7201"/>
                    <a:pt x="4784" y="7201"/>
                  </a:cubicBezTo>
                  <a:cubicBezTo>
                    <a:pt x="5703" y="7201"/>
                    <a:pt x="6618" y="6835"/>
                    <a:pt x="7296" y="6103"/>
                  </a:cubicBezTo>
                  <a:cubicBezTo>
                    <a:pt x="9548" y="3825"/>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p56"/>
            <p:cNvSpPr/>
            <p:nvPr/>
          </p:nvSpPr>
          <p:spPr>
            <a:xfrm>
              <a:off x="5265525" y="1181050"/>
              <a:ext cx="202100" cy="181225"/>
            </a:xfrm>
            <a:custGeom>
              <a:rect b="b" l="l" r="r" t="t"/>
              <a:pathLst>
                <a:path extrusionOk="0" h="7249" w="8084">
                  <a:moveTo>
                    <a:pt x="4026" y="0"/>
                  </a:moveTo>
                  <a:cubicBezTo>
                    <a:pt x="3208" y="0"/>
                    <a:pt x="2393" y="309"/>
                    <a:pt x="1709" y="930"/>
                  </a:cubicBezTo>
                  <a:cubicBezTo>
                    <a:pt x="163" y="2314"/>
                    <a:pt x="0" y="4429"/>
                    <a:pt x="1357" y="5975"/>
                  </a:cubicBezTo>
                  <a:cubicBezTo>
                    <a:pt x="2110" y="6817"/>
                    <a:pt x="3087" y="7248"/>
                    <a:pt x="4067" y="7248"/>
                  </a:cubicBezTo>
                  <a:cubicBezTo>
                    <a:pt x="4888" y="7248"/>
                    <a:pt x="5709" y="6946"/>
                    <a:pt x="6402" y="6328"/>
                  </a:cubicBezTo>
                  <a:cubicBezTo>
                    <a:pt x="7893" y="4972"/>
                    <a:pt x="8083" y="2775"/>
                    <a:pt x="6727" y="1283"/>
                  </a:cubicBezTo>
                  <a:cubicBezTo>
                    <a:pt x="5963" y="431"/>
                    <a:pt x="4992"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p56"/>
            <p:cNvSpPr/>
            <p:nvPr/>
          </p:nvSpPr>
          <p:spPr>
            <a:xfrm>
              <a:off x="5896150" y="551300"/>
              <a:ext cx="200750" cy="180975"/>
            </a:xfrm>
            <a:custGeom>
              <a:rect b="b" l="l" r="r" t="t"/>
              <a:pathLst>
                <a:path extrusionOk="0" h="7239" w="8030">
                  <a:moveTo>
                    <a:pt x="4008" y="1"/>
                  </a:moveTo>
                  <a:cubicBezTo>
                    <a:pt x="3158" y="1"/>
                    <a:pt x="2309" y="334"/>
                    <a:pt x="1601" y="1004"/>
                  </a:cubicBezTo>
                  <a:cubicBezTo>
                    <a:pt x="82" y="2414"/>
                    <a:pt x="1" y="4557"/>
                    <a:pt x="1384" y="6049"/>
                  </a:cubicBezTo>
                  <a:cubicBezTo>
                    <a:pt x="2129" y="6837"/>
                    <a:pt x="3086" y="7239"/>
                    <a:pt x="4043" y="7239"/>
                  </a:cubicBezTo>
                  <a:cubicBezTo>
                    <a:pt x="4898" y="7239"/>
                    <a:pt x="5752" y="6918"/>
                    <a:pt x="6456" y="6266"/>
                  </a:cubicBezTo>
                  <a:cubicBezTo>
                    <a:pt x="7948" y="4937"/>
                    <a:pt x="8029"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p56"/>
            <p:cNvSpPr/>
            <p:nvPr/>
          </p:nvSpPr>
          <p:spPr>
            <a:xfrm>
              <a:off x="5247225" y="1811875"/>
              <a:ext cx="238700" cy="180550"/>
            </a:xfrm>
            <a:custGeom>
              <a:rect b="b" l="l" r="r" t="t"/>
              <a:pathLst>
                <a:path extrusionOk="0" h="7222" w="9548">
                  <a:moveTo>
                    <a:pt x="4774" y="0"/>
                  </a:moveTo>
                  <a:cubicBezTo>
                    <a:pt x="1600" y="0"/>
                    <a:pt x="0" y="3852"/>
                    <a:pt x="2251" y="6103"/>
                  </a:cubicBezTo>
                  <a:cubicBezTo>
                    <a:pt x="2929" y="6849"/>
                    <a:pt x="3852" y="7222"/>
                    <a:pt x="4774" y="7222"/>
                  </a:cubicBezTo>
                  <a:cubicBezTo>
                    <a:pt x="5696" y="7222"/>
                    <a:pt x="6618" y="6849"/>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p56"/>
            <p:cNvSpPr/>
            <p:nvPr/>
          </p:nvSpPr>
          <p:spPr>
            <a:xfrm>
              <a:off x="5877750" y="1181150"/>
              <a:ext cx="238125" cy="179850"/>
            </a:xfrm>
            <a:custGeom>
              <a:rect b="b" l="l" r="r" t="t"/>
              <a:pathLst>
                <a:path extrusionOk="0" h="7194" w="9525">
                  <a:moveTo>
                    <a:pt x="4741" y="0"/>
                  </a:moveTo>
                  <a:cubicBezTo>
                    <a:pt x="3797" y="0"/>
                    <a:pt x="2854" y="380"/>
                    <a:pt x="2174" y="1143"/>
                  </a:cubicBezTo>
                  <a:cubicBezTo>
                    <a:pt x="0" y="3425"/>
                    <a:pt x="1597" y="7193"/>
                    <a:pt x="4732" y="7193"/>
                  </a:cubicBezTo>
                  <a:cubicBezTo>
                    <a:pt x="4765" y="7193"/>
                    <a:pt x="4799" y="7193"/>
                    <a:pt x="4832" y="7192"/>
                  </a:cubicBezTo>
                  <a:cubicBezTo>
                    <a:pt x="8006" y="7138"/>
                    <a:pt x="9525" y="3259"/>
                    <a:pt x="7219" y="1035"/>
                  </a:cubicBezTo>
                  <a:cubicBezTo>
                    <a:pt x="6544" y="346"/>
                    <a:pt x="5642" y="0"/>
                    <a:pt x="474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p56"/>
            <p:cNvSpPr/>
            <p:nvPr/>
          </p:nvSpPr>
          <p:spPr>
            <a:xfrm>
              <a:off x="6506450" y="551525"/>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6"/>
                    <a:pt x="4765" y="7206"/>
                    <a:pt x="4787" y="7206"/>
                  </a:cubicBezTo>
                  <a:cubicBezTo>
                    <a:pt x="7943" y="7206"/>
                    <a:pt x="9559" y="3420"/>
                    <a:pt x="7351" y="1130"/>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p56"/>
            <p:cNvSpPr/>
            <p:nvPr/>
          </p:nvSpPr>
          <p:spPr>
            <a:xfrm>
              <a:off x="5896150" y="1810525"/>
              <a:ext cx="201425" cy="181225"/>
            </a:xfrm>
            <a:custGeom>
              <a:rect b="b" l="l" r="r" t="t"/>
              <a:pathLst>
                <a:path extrusionOk="0" h="7249" w="8057">
                  <a:moveTo>
                    <a:pt x="4008" y="0"/>
                  </a:moveTo>
                  <a:cubicBezTo>
                    <a:pt x="3158" y="0"/>
                    <a:pt x="2309" y="334"/>
                    <a:pt x="1601" y="1003"/>
                  </a:cubicBezTo>
                  <a:cubicBezTo>
                    <a:pt x="109" y="2414"/>
                    <a:pt x="1" y="4584"/>
                    <a:pt x="1384" y="6048"/>
                  </a:cubicBezTo>
                  <a:cubicBezTo>
                    <a:pt x="2083" y="6847"/>
                    <a:pt x="3051" y="7248"/>
                    <a:pt x="4022" y="7248"/>
                  </a:cubicBezTo>
                  <a:cubicBezTo>
                    <a:pt x="4897" y="7248"/>
                    <a:pt x="5774" y="6922"/>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56"/>
            <p:cNvSpPr/>
            <p:nvPr/>
          </p:nvSpPr>
          <p:spPr>
            <a:xfrm>
              <a:off x="6507125" y="1180950"/>
              <a:ext cx="238125" cy="180725"/>
            </a:xfrm>
            <a:custGeom>
              <a:rect b="b" l="l" r="r" t="t"/>
              <a:pathLst>
                <a:path extrusionOk="0" h="7229" w="9525">
                  <a:moveTo>
                    <a:pt x="4753" y="1"/>
                  </a:moveTo>
                  <a:cubicBezTo>
                    <a:pt x="3889" y="1"/>
                    <a:pt x="3028" y="347"/>
                    <a:pt x="2306" y="1043"/>
                  </a:cubicBezTo>
                  <a:cubicBezTo>
                    <a:pt x="0" y="3240"/>
                    <a:pt x="1492" y="7146"/>
                    <a:pt x="4666" y="7227"/>
                  </a:cubicBezTo>
                  <a:cubicBezTo>
                    <a:pt x="4699" y="7228"/>
                    <a:pt x="4732" y="7228"/>
                    <a:pt x="4765" y="7228"/>
                  </a:cubicBezTo>
                  <a:cubicBezTo>
                    <a:pt x="7874" y="7228"/>
                    <a:pt x="9525" y="3460"/>
                    <a:pt x="7351" y="1178"/>
                  </a:cubicBezTo>
                  <a:cubicBezTo>
                    <a:pt x="6595" y="394"/>
                    <a:pt x="5673" y="1"/>
                    <a:pt x="475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p56"/>
            <p:cNvSpPr/>
            <p:nvPr/>
          </p:nvSpPr>
          <p:spPr>
            <a:xfrm>
              <a:off x="6506825" y="1811100"/>
              <a:ext cx="239000" cy="179825"/>
            </a:xfrm>
            <a:custGeom>
              <a:rect b="b" l="l" r="r" t="t"/>
              <a:pathLst>
                <a:path extrusionOk="0" h="7193" w="9560">
                  <a:moveTo>
                    <a:pt x="4786" y="0"/>
                  </a:moveTo>
                  <a:cubicBezTo>
                    <a:pt x="3846" y="0"/>
                    <a:pt x="2903" y="380"/>
                    <a:pt x="2209" y="1143"/>
                  </a:cubicBezTo>
                  <a:cubicBezTo>
                    <a:pt x="1" y="3406"/>
                    <a:pt x="1617" y="7192"/>
                    <a:pt x="4773" y="7192"/>
                  </a:cubicBezTo>
                  <a:cubicBezTo>
                    <a:pt x="4795" y="7192"/>
                    <a:pt x="4818" y="7192"/>
                    <a:pt x="4840" y="7192"/>
                  </a:cubicBezTo>
                  <a:cubicBezTo>
                    <a:pt x="8014"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1" name="Google Shape;1281;p56"/>
            <p:cNvSpPr/>
            <p:nvPr/>
          </p:nvSpPr>
          <p:spPr>
            <a:xfrm>
              <a:off x="3988175" y="552650"/>
              <a:ext cx="238525" cy="179800"/>
            </a:xfrm>
            <a:custGeom>
              <a:rect b="b" l="l" r="r" t="t"/>
              <a:pathLst>
                <a:path extrusionOk="0" h="7192" w="9541">
                  <a:moveTo>
                    <a:pt x="4787" y="0"/>
                  </a:moveTo>
                  <a:cubicBezTo>
                    <a:pt x="1609" y="0"/>
                    <a:pt x="1" y="3806"/>
                    <a:pt x="2217" y="6076"/>
                  </a:cubicBezTo>
                  <a:cubicBezTo>
                    <a:pt x="2905" y="6819"/>
                    <a:pt x="3836" y="7192"/>
                    <a:pt x="4768" y="7192"/>
                  </a:cubicBezTo>
                  <a:cubicBezTo>
                    <a:pt x="5674" y="7192"/>
                    <a:pt x="6580" y="6839"/>
                    <a:pt x="7262" y="6130"/>
                  </a:cubicBezTo>
                  <a:cubicBezTo>
                    <a:pt x="9541" y="3906"/>
                    <a:pt x="7995"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56"/>
            <p:cNvSpPr/>
            <p:nvPr/>
          </p:nvSpPr>
          <p:spPr>
            <a:xfrm>
              <a:off x="4006975" y="1181075"/>
              <a:ext cx="201425" cy="181050"/>
            </a:xfrm>
            <a:custGeom>
              <a:rect b="b" l="l" r="r" t="t"/>
              <a:pathLst>
                <a:path extrusionOk="0" h="7242" w="8057">
                  <a:moveTo>
                    <a:pt x="4006" y="1"/>
                  </a:moveTo>
                  <a:cubicBezTo>
                    <a:pt x="3156" y="1"/>
                    <a:pt x="2308" y="327"/>
                    <a:pt x="1601" y="983"/>
                  </a:cubicBezTo>
                  <a:cubicBezTo>
                    <a:pt x="109" y="2394"/>
                    <a:pt x="0" y="4564"/>
                    <a:pt x="1384" y="6056"/>
                  </a:cubicBezTo>
                  <a:cubicBezTo>
                    <a:pt x="2082" y="6840"/>
                    <a:pt x="3051" y="7242"/>
                    <a:pt x="4021" y="7242"/>
                  </a:cubicBezTo>
                  <a:cubicBezTo>
                    <a:pt x="4897" y="7242"/>
                    <a:pt x="5774" y="6914"/>
                    <a:pt x="6456" y="6245"/>
                  </a:cubicBezTo>
                  <a:cubicBezTo>
                    <a:pt x="7948" y="4944"/>
                    <a:pt x="8056" y="2638"/>
                    <a:pt x="6646" y="1200"/>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p56"/>
            <p:cNvSpPr/>
            <p:nvPr/>
          </p:nvSpPr>
          <p:spPr>
            <a:xfrm>
              <a:off x="4617950" y="551525"/>
              <a:ext cx="238325" cy="180175"/>
            </a:xfrm>
            <a:custGeom>
              <a:rect b="b" l="l" r="r" t="t"/>
              <a:pathLst>
                <a:path extrusionOk="0" h="7207" w="9533">
                  <a:moveTo>
                    <a:pt x="4747" y="1"/>
                  </a:moveTo>
                  <a:cubicBezTo>
                    <a:pt x="3849" y="1"/>
                    <a:pt x="2954" y="347"/>
                    <a:pt x="2279" y="1049"/>
                  </a:cubicBezTo>
                  <a:cubicBezTo>
                    <a:pt x="0" y="3273"/>
                    <a:pt x="1519" y="7152"/>
                    <a:pt x="4693" y="7206"/>
                  </a:cubicBezTo>
                  <a:cubicBezTo>
                    <a:pt x="4715" y="7206"/>
                    <a:pt x="4737" y="7206"/>
                    <a:pt x="4759" y="7206"/>
                  </a:cubicBezTo>
                  <a:cubicBezTo>
                    <a:pt x="7916" y="7206"/>
                    <a:pt x="9532" y="3393"/>
                    <a:pt x="7324" y="1130"/>
                  </a:cubicBezTo>
                  <a:cubicBezTo>
                    <a:pt x="6630" y="381"/>
                    <a:pt x="5687" y="1"/>
                    <a:pt x="474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4" name="Google Shape;1284;p56"/>
            <p:cNvSpPr/>
            <p:nvPr/>
          </p:nvSpPr>
          <p:spPr>
            <a:xfrm>
              <a:off x="2098125" y="3073125"/>
              <a:ext cx="238525" cy="179725"/>
            </a:xfrm>
            <a:custGeom>
              <a:rect b="b" l="l" r="r" t="t"/>
              <a:pathLst>
                <a:path extrusionOk="0" h="7189" w="9541">
                  <a:moveTo>
                    <a:pt x="4759" y="0"/>
                  </a:moveTo>
                  <a:cubicBezTo>
                    <a:pt x="3849" y="0"/>
                    <a:pt x="2937" y="360"/>
                    <a:pt x="2252" y="1085"/>
                  </a:cubicBezTo>
                  <a:cubicBezTo>
                    <a:pt x="1" y="3337"/>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p56"/>
            <p:cNvSpPr/>
            <p:nvPr/>
          </p:nvSpPr>
          <p:spPr>
            <a:xfrm>
              <a:off x="2728075" y="2443400"/>
              <a:ext cx="238150" cy="180200"/>
            </a:xfrm>
            <a:custGeom>
              <a:rect b="b" l="l" r="r" t="t"/>
              <a:pathLst>
                <a:path extrusionOk="0" h="7208" w="9526">
                  <a:moveTo>
                    <a:pt x="4761" y="0"/>
                  </a:moveTo>
                  <a:cubicBezTo>
                    <a:pt x="3895" y="0"/>
                    <a:pt x="3028" y="340"/>
                    <a:pt x="2306" y="1022"/>
                  </a:cubicBezTo>
                  <a:cubicBezTo>
                    <a:pt x="1" y="3219"/>
                    <a:pt x="1493" y="7125"/>
                    <a:pt x="4693" y="7206"/>
                  </a:cubicBezTo>
                  <a:cubicBezTo>
                    <a:pt x="4727" y="7207"/>
                    <a:pt x="4760" y="7208"/>
                    <a:pt x="4793" y="7208"/>
                  </a:cubicBezTo>
                  <a:cubicBezTo>
                    <a:pt x="7902" y="7208"/>
                    <a:pt x="9525" y="3439"/>
                    <a:pt x="7351" y="1158"/>
                  </a:cubicBezTo>
                  <a:cubicBezTo>
                    <a:pt x="6609" y="387"/>
                    <a:pt x="5686"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p56"/>
            <p:cNvSpPr/>
            <p:nvPr/>
          </p:nvSpPr>
          <p:spPr>
            <a:xfrm>
              <a:off x="839100" y="4963650"/>
              <a:ext cx="238525" cy="179975"/>
            </a:xfrm>
            <a:custGeom>
              <a:rect b="b" l="l" r="r" t="t"/>
              <a:pathLst>
                <a:path extrusionOk="0" h="7199" w="9541">
                  <a:moveTo>
                    <a:pt x="4760" y="0"/>
                  </a:moveTo>
                  <a:cubicBezTo>
                    <a:pt x="1582" y="0"/>
                    <a:pt x="1" y="3833"/>
                    <a:pt x="2244" y="6076"/>
                  </a:cubicBezTo>
                  <a:cubicBezTo>
                    <a:pt x="2925" y="6826"/>
                    <a:pt x="3853" y="7198"/>
                    <a:pt x="4779" y="7198"/>
                  </a:cubicBezTo>
                  <a:cubicBezTo>
                    <a:pt x="5697" y="7198"/>
                    <a:pt x="6614" y="6832"/>
                    <a:pt x="7289" y="6103"/>
                  </a:cubicBezTo>
                  <a:cubicBezTo>
                    <a:pt x="9540" y="3852"/>
                    <a:pt x="7967" y="0"/>
                    <a:pt x="4794"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7" name="Google Shape;1287;p56"/>
            <p:cNvSpPr/>
            <p:nvPr/>
          </p:nvSpPr>
          <p:spPr>
            <a:xfrm>
              <a:off x="1469250" y="4333675"/>
              <a:ext cx="238325" cy="180100"/>
            </a:xfrm>
            <a:custGeom>
              <a:rect b="b" l="l" r="r" t="t"/>
              <a:pathLst>
                <a:path extrusionOk="0" h="7204" w="9533">
                  <a:moveTo>
                    <a:pt x="4746" y="1"/>
                  </a:moveTo>
                  <a:cubicBezTo>
                    <a:pt x="1616" y="1"/>
                    <a:pt x="0" y="3788"/>
                    <a:pt x="2182" y="6050"/>
                  </a:cubicBezTo>
                  <a:cubicBezTo>
                    <a:pt x="2865" y="6817"/>
                    <a:pt x="3813" y="7204"/>
                    <a:pt x="4765" y="7204"/>
                  </a:cubicBezTo>
                  <a:cubicBezTo>
                    <a:pt x="5665" y="7204"/>
                    <a:pt x="6568" y="6857"/>
                    <a:pt x="7254" y="6159"/>
                  </a:cubicBezTo>
                  <a:cubicBezTo>
                    <a:pt x="9532" y="3934"/>
                    <a:pt x="8013" y="56"/>
                    <a:pt x="4813" y="1"/>
                  </a:cubicBezTo>
                  <a:cubicBezTo>
                    <a:pt x="4791"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8" name="Google Shape;1288;p56"/>
            <p:cNvSpPr/>
            <p:nvPr/>
          </p:nvSpPr>
          <p:spPr>
            <a:xfrm>
              <a:off x="2098325" y="3702975"/>
              <a:ext cx="239200" cy="179825"/>
            </a:xfrm>
            <a:custGeom>
              <a:rect b="b" l="l" r="r" t="t"/>
              <a:pathLst>
                <a:path extrusionOk="0" h="7193" w="9568">
                  <a:moveTo>
                    <a:pt x="4771" y="1"/>
                  </a:moveTo>
                  <a:cubicBezTo>
                    <a:pt x="3843" y="1"/>
                    <a:pt x="2918" y="374"/>
                    <a:pt x="2244" y="1116"/>
                  </a:cubicBezTo>
                  <a:cubicBezTo>
                    <a:pt x="1" y="3387"/>
                    <a:pt x="1609" y="7192"/>
                    <a:pt x="4787" y="7192"/>
                  </a:cubicBezTo>
                  <a:cubicBezTo>
                    <a:pt x="4798" y="7192"/>
                    <a:pt x="4810" y="7192"/>
                    <a:pt x="4821" y="7192"/>
                  </a:cubicBezTo>
                  <a:cubicBezTo>
                    <a:pt x="7994" y="7165"/>
                    <a:pt x="9568" y="3286"/>
                    <a:pt x="7262" y="1062"/>
                  </a:cubicBezTo>
                  <a:cubicBezTo>
                    <a:pt x="6580" y="353"/>
                    <a:pt x="567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p56"/>
            <p:cNvSpPr/>
            <p:nvPr/>
          </p:nvSpPr>
          <p:spPr>
            <a:xfrm>
              <a:off x="2747075" y="3072975"/>
              <a:ext cx="201425" cy="182050"/>
            </a:xfrm>
            <a:custGeom>
              <a:rect b="b" l="l" r="r" t="t"/>
              <a:pathLst>
                <a:path extrusionOk="0" h="7282" w="8057">
                  <a:moveTo>
                    <a:pt x="4005" y="0"/>
                  </a:moveTo>
                  <a:cubicBezTo>
                    <a:pt x="3156" y="0"/>
                    <a:pt x="2308" y="327"/>
                    <a:pt x="1601" y="983"/>
                  </a:cubicBezTo>
                  <a:cubicBezTo>
                    <a:pt x="82" y="2393"/>
                    <a:pt x="0" y="4536"/>
                    <a:pt x="1384" y="6028"/>
                  </a:cubicBezTo>
                  <a:cubicBezTo>
                    <a:pt x="2097" y="6858"/>
                    <a:pt x="3093" y="7282"/>
                    <a:pt x="4092" y="7282"/>
                  </a:cubicBezTo>
                  <a:cubicBezTo>
                    <a:pt x="4954" y="7282"/>
                    <a:pt x="5819" y="6967"/>
                    <a:pt x="6510" y="6326"/>
                  </a:cubicBezTo>
                  <a:cubicBezTo>
                    <a:pt x="8002" y="4970"/>
                    <a:pt x="8056" y="2637"/>
                    <a:pt x="6646" y="1200"/>
                  </a:cubicBezTo>
                  <a:cubicBezTo>
                    <a:pt x="5890" y="401"/>
                    <a:pt x="4947" y="0"/>
                    <a:pt x="400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0" name="Google Shape;1290;p56"/>
            <p:cNvSpPr/>
            <p:nvPr/>
          </p:nvSpPr>
          <p:spPr>
            <a:xfrm>
              <a:off x="3358025" y="2443400"/>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7"/>
                    <a:pt x="4738" y="7207"/>
                    <a:pt x="4761" y="7207"/>
                  </a:cubicBezTo>
                  <a:cubicBezTo>
                    <a:pt x="7917" y="7207"/>
                    <a:pt x="9533" y="3420"/>
                    <a:pt x="7324" y="1131"/>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56"/>
            <p:cNvSpPr/>
            <p:nvPr/>
          </p:nvSpPr>
          <p:spPr>
            <a:xfrm>
              <a:off x="1468850" y="4962975"/>
              <a:ext cx="238725" cy="180400"/>
            </a:xfrm>
            <a:custGeom>
              <a:rect b="b" l="l" r="r" t="t"/>
              <a:pathLst>
                <a:path extrusionOk="0" h="7216" w="9549">
                  <a:moveTo>
                    <a:pt x="4748" y="0"/>
                  </a:moveTo>
                  <a:cubicBezTo>
                    <a:pt x="1574" y="27"/>
                    <a:pt x="1" y="3879"/>
                    <a:pt x="2252" y="6130"/>
                  </a:cubicBezTo>
                  <a:cubicBezTo>
                    <a:pt x="2937" y="6856"/>
                    <a:pt x="3849" y="7215"/>
                    <a:pt x="4763" y="7215"/>
                  </a:cubicBezTo>
                  <a:cubicBezTo>
                    <a:pt x="5693" y="7215"/>
                    <a:pt x="6626" y="6842"/>
                    <a:pt x="7324" y="6103"/>
                  </a:cubicBezTo>
                  <a:cubicBezTo>
                    <a:pt x="9548" y="3852"/>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2" name="Google Shape;1292;p56"/>
            <p:cNvSpPr/>
            <p:nvPr/>
          </p:nvSpPr>
          <p:spPr>
            <a:xfrm>
              <a:off x="2116450" y="4332375"/>
              <a:ext cx="202775" cy="181000"/>
            </a:xfrm>
            <a:custGeom>
              <a:rect b="b" l="l" r="r" t="t"/>
              <a:pathLst>
                <a:path extrusionOk="0" h="7240" w="8111">
                  <a:moveTo>
                    <a:pt x="4023" y="1"/>
                  </a:moveTo>
                  <a:cubicBezTo>
                    <a:pt x="3204" y="1"/>
                    <a:pt x="2389" y="303"/>
                    <a:pt x="1709" y="921"/>
                  </a:cubicBezTo>
                  <a:cubicBezTo>
                    <a:pt x="163" y="2305"/>
                    <a:pt x="0" y="4448"/>
                    <a:pt x="1356" y="5966"/>
                  </a:cubicBezTo>
                  <a:cubicBezTo>
                    <a:pt x="2109" y="6808"/>
                    <a:pt x="3087" y="7240"/>
                    <a:pt x="4067" y="7240"/>
                  </a:cubicBezTo>
                  <a:cubicBezTo>
                    <a:pt x="4887" y="7240"/>
                    <a:pt x="5709" y="6937"/>
                    <a:pt x="6401" y="6319"/>
                  </a:cubicBezTo>
                  <a:cubicBezTo>
                    <a:pt x="7920" y="4990"/>
                    <a:pt x="8110" y="2793"/>
                    <a:pt x="6754" y="1274"/>
                  </a:cubicBezTo>
                  <a:cubicBezTo>
                    <a:pt x="5986"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3" name="Google Shape;1293;p56"/>
            <p:cNvSpPr/>
            <p:nvPr/>
          </p:nvSpPr>
          <p:spPr>
            <a:xfrm>
              <a:off x="2747075" y="3702650"/>
              <a:ext cx="201425" cy="180725"/>
            </a:xfrm>
            <a:custGeom>
              <a:rect b="b" l="l" r="r" t="t"/>
              <a:pathLst>
                <a:path extrusionOk="0" h="7229" w="8057">
                  <a:moveTo>
                    <a:pt x="3994" y="0"/>
                  </a:moveTo>
                  <a:cubicBezTo>
                    <a:pt x="3149" y="0"/>
                    <a:pt x="2305" y="328"/>
                    <a:pt x="1601" y="994"/>
                  </a:cubicBezTo>
                  <a:cubicBezTo>
                    <a:pt x="82" y="2431"/>
                    <a:pt x="0" y="4547"/>
                    <a:pt x="1384" y="6039"/>
                  </a:cubicBezTo>
                  <a:cubicBezTo>
                    <a:pt x="2129" y="6827"/>
                    <a:pt x="3086" y="7229"/>
                    <a:pt x="4043" y="7229"/>
                  </a:cubicBezTo>
                  <a:cubicBezTo>
                    <a:pt x="4897" y="7229"/>
                    <a:pt x="5752" y="6908"/>
                    <a:pt x="6456" y="6256"/>
                  </a:cubicBezTo>
                  <a:cubicBezTo>
                    <a:pt x="7948" y="4954"/>
                    <a:pt x="8056" y="2621"/>
                    <a:pt x="6646" y="1211"/>
                  </a:cubicBezTo>
                  <a:cubicBezTo>
                    <a:pt x="5887" y="409"/>
                    <a:pt x="4939" y="0"/>
                    <a:pt x="39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p56"/>
            <p:cNvSpPr/>
            <p:nvPr/>
          </p:nvSpPr>
          <p:spPr>
            <a:xfrm>
              <a:off x="3357750" y="3073100"/>
              <a:ext cx="239000" cy="179750"/>
            </a:xfrm>
            <a:custGeom>
              <a:rect b="b" l="l" r="r" t="t"/>
              <a:pathLst>
                <a:path extrusionOk="0" h="7190" w="9560">
                  <a:moveTo>
                    <a:pt x="4772" y="1"/>
                  </a:moveTo>
                  <a:cubicBezTo>
                    <a:pt x="3836" y="1"/>
                    <a:pt x="2900" y="381"/>
                    <a:pt x="2209" y="1141"/>
                  </a:cubicBezTo>
                  <a:cubicBezTo>
                    <a:pt x="0" y="3403"/>
                    <a:pt x="1616" y="7190"/>
                    <a:pt x="4773" y="7190"/>
                  </a:cubicBezTo>
                  <a:cubicBezTo>
                    <a:pt x="4795" y="7190"/>
                    <a:pt x="4818" y="7190"/>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5" name="Google Shape;1295;p56"/>
            <p:cNvSpPr/>
            <p:nvPr/>
          </p:nvSpPr>
          <p:spPr>
            <a:xfrm>
              <a:off x="2098125" y="4963650"/>
              <a:ext cx="238725" cy="180050"/>
            </a:xfrm>
            <a:custGeom>
              <a:rect b="b" l="l" r="r" t="t"/>
              <a:pathLst>
                <a:path extrusionOk="0" h="7202" w="9549">
                  <a:moveTo>
                    <a:pt x="4775" y="0"/>
                  </a:moveTo>
                  <a:cubicBezTo>
                    <a:pt x="1601" y="0"/>
                    <a:pt x="1" y="3852"/>
                    <a:pt x="2252" y="6103"/>
                  </a:cubicBezTo>
                  <a:cubicBezTo>
                    <a:pt x="2930" y="6836"/>
                    <a:pt x="3852" y="7202"/>
                    <a:pt x="4775" y="7202"/>
                  </a:cubicBezTo>
                  <a:cubicBezTo>
                    <a:pt x="5697" y="7202"/>
                    <a:pt x="6619" y="6836"/>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6" name="Google Shape;1296;p56"/>
            <p:cNvSpPr/>
            <p:nvPr/>
          </p:nvSpPr>
          <p:spPr>
            <a:xfrm>
              <a:off x="2728475" y="4332575"/>
              <a:ext cx="238325" cy="180175"/>
            </a:xfrm>
            <a:custGeom>
              <a:rect b="b" l="l" r="r" t="t"/>
              <a:pathLst>
                <a:path extrusionOk="0" h="7207" w="9533">
                  <a:moveTo>
                    <a:pt x="4749" y="1"/>
                  </a:moveTo>
                  <a:cubicBezTo>
                    <a:pt x="3805" y="1"/>
                    <a:pt x="2862" y="381"/>
                    <a:pt x="2182" y="1130"/>
                  </a:cubicBezTo>
                  <a:cubicBezTo>
                    <a:pt x="0" y="3420"/>
                    <a:pt x="1616" y="7207"/>
                    <a:pt x="4773" y="7207"/>
                  </a:cubicBezTo>
                  <a:cubicBezTo>
                    <a:pt x="4795" y="7207"/>
                    <a:pt x="4818" y="7207"/>
                    <a:pt x="4840" y="7206"/>
                  </a:cubicBezTo>
                  <a:cubicBezTo>
                    <a:pt x="8014" y="7125"/>
                    <a:pt x="9532" y="3246"/>
                    <a:pt x="7227" y="1049"/>
                  </a:cubicBezTo>
                  <a:cubicBezTo>
                    <a:pt x="6551"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p56"/>
            <p:cNvSpPr/>
            <p:nvPr/>
          </p:nvSpPr>
          <p:spPr>
            <a:xfrm>
              <a:off x="3358025" y="3702975"/>
              <a:ext cx="238325" cy="179825"/>
            </a:xfrm>
            <a:custGeom>
              <a:rect b="b" l="l" r="r" t="t"/>
              <a:pathLst>
                <a:path extrusionOk="0" h="7193" w="9533">
                  <a:moveTo>
                    <a:pt x="4768" y="0"/>
                  </a:moveTo>
                  <a:cubicBezTo>
                    <a:pt x="3870" y="0"/>
                    <a:pt x="2968" y="346"/>
                    <a:pt x="2279" y="1035"/>
                  </a:cubicBezTo>
                  <a:cubicBezTo>
                    <a:pt x="1" y="3259"/>
                    <a:pt x="1520" y="7138"/>
                    <a:pt x="4693" y="7192"/>
                  </a:cubicBezTo>
                  <a:cubicBezTo>
                    <a:pt x="4716" y="7193"/>
                    <a:pt x="4738" y="7193"/>
                    <a:pt x="4761" y="7193"/>
                  </a:cubicBezTo>
                  <a:cubicBezTo>
                    <a:pt x="7917" y="7193"/>
                    <a:pt x="9533" y="3406"/>
                    <a:pt x="7324" y="1144"/>
                  </a:cubicBezTo>
                  <a:cubicBezTo>
                    <a:pt x="6644" y="380"/>
                    <a:pt x="5709" y="0"/>
                    <a:pt x="476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p56"/>
            <p:cNvSpPr/>
            <p:nvPr/>
          </p:nvSpPr>
          <p:spPr>
            <a:xfrm>
              <a:off x="2747075" y="4962125"/>
              <a:ext cx="201425" cy="181050"/>
            </a:xfrm>
            <a:custGeom>
              <a:rect b="b" l="l" r="r" t="t"/>
              <a:pathLst>
                <a:path extrusionOk="0" h="7242" w="8057">
                  <a:moveTo>
                    <a:pt x="4005" y="1"/>
                  </a:moveTo>
                  <a:cubicBezTo>
                    <a:pt x="3156" y="1"/>
                    <a:pt x="2308" y="328"/>
                    <a:pt x="1601" y="984"/>
                  </a:cubicBezTo>
                  <a:cubicBezTo>
                    <a:pt x="109" y="2394"/>
                    <a:pt x="0" y="4564"/>
                    <a:pt x="1384" y="6056"/>
                  </a:cubicBezTo>
                  <a:cubicBezTo>
                    <a:pt x="2082" y="6840"/>
                    <a:pt x="3051" y="7242"/>
                    <a:pt x="4021" y="7242"/>
                  </a:cubicBezTo>
                  <a:cubicBezTo>
                    <a:pt x="4897" y="7242"/>
                    <a:pt x="5774" y="6915"/>
                    <a:pt x="6456" y="6246"/>
                  </a:cubicBezTo>
                  <a:cubicBezTo>
                    <a:pt x="7948" y="4944"/>
                    <a:pt x="8056" y="2638"/>
                    <a:pt x="6646" y="1201"/>
                  </a:cubicBezTo>
                  <a:cubicBezTo>
                    <a:pt x="5890" y="402"/>
                    <a:pt x="4947" y="1"/>
                    <a:pt x="400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9" name="Google Shape;1299;p56"/>
            <p:cNvSpPr/>
            <p:nvPr/>
          </p:nvSpPr>
          <p:spPr>
            <a:xfrm>
              <a:off x="3358025" y="4332300"/>
              <a:ext cx="238150" cy="180475"/>
            </a:xfrm>
            <a:custGeom>
              <a:rect b="b" l="l" r="r" t="t"/>
              <a:pathLst>
                <a:path extrusionOk="0" h="7219" w="9526">
                  <a:moveTo>
                    <a:pt x="4750" y="1"/>
                  </a:moveTo>
                  <a:cubicBezTo>
                    <a:pt x="3888" y="1"/>
                    <a:pt x="3025" y="341"/>
                    <a:pt x="2306" y="1033"/>
                  </a:cubicBezTo>
                  <a:cubicBezTo>
                    <a:pt x="1" y="3230"/>
                    <a:pt x="1493" y="7136"/>
                    <a:pt x="4666" y="7217"/>
                  </a:cubicBezTo>
                  <a:cubicBezTo>
                    <a:pt x="4700" y="7218"/>
                    <a:pt x="4733" y="7218"/>
                    <a:pt x="4767" y="7218"/>
                  </a:cubicBezTo>
                  <a:cubicBezTo>
                    <a:pt x="7902" y="7218"/>
                    <a:pt x="9525" y="3450"/>
                    <a:pt x="7352" y="1169"/>
                  </a:cubicBezTo>
                  <a:cubicBezTo>
                    <a:pt x="6606" y="395"/>
                    <a:pt x="5678" y="1"/>
                    <a:pt x="475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p56"/>
            <p:cNvSpPr/>
            <p:nvPr/>
          </p:nvSpPr>
          <p:spPr>
            <a:xfrm>
              <a:off x="3357750" y="4962275"/>
              <a:ext cx="239000" cy="179750"/>
            </a:xfrm>
            <a:custGeom>
              <a:rect b="b" l="l" r="r" t="t"/>
              <a:pathLst>
                <a:path extrusionOk="0" h="7190" w="9560">
                  <a:moveTo>
                    <a:pt x="4772" y="1"/>
                  </a:moveTo>
                  <a:cubicBezTo>
                    <a:pt x="3836" y="1"/>
                    <a:pt x="2900" y="381"/>
                    <a:pt x="2209" y="1140"/>
                  </a:cubicBezTo>
                  <a:cubicBezTo>
                    <a:pt x="0" y="3403"/>
                    <a:pt x="1616" y="7190"/>
                    <a:pt x="4773" y="7190"/>
                  </a:cubicBezTo>
                  <a:cubicBezTo>
                    <a:pt x="4795" y="7190"/>
                    <a:pt x="4818" y="7189"/>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1" name="Google Shape;1301;p56"/>
            <p:cNvSpPr/>
            <p:nvPr/>
          </p:nvSpPr>
          <p:spPr>
            <a:xfrm>
              <a:off x="229975" y="2443400"/>
              <a:ext cx="198700" cy="179600"/>
            </a:xfrm>
            <a:custGeom>
              <a:rect b="b" l="l" r="r" t="t"/>
              <a:pathLst>
                <a:path extrusionOk="0" h="7184" w="7948">
                  <a:moveTo>
                    <a:pt x="3927" y="0"/>
                  </a:moveTo>
                  <a:cubicBezTo>
                    <a:pt x="3061" y="0"/>
                    <a:pt x="2201" y="340"/>
                    <a:pt x="1492" y="1022"/>
                  </a:cubicBezTo>
                  <a:cubicBezTo>
                    <a:pt x="55" y="2378"/>
                    <a:pt x="1" y="4657"/>
                    <a:pt x="1357" y="6067"/>
                  </a:cubicBezTo>
                  <a:cubicBezTo>
                    <a:pt x="2058" y="6810"/>
                    <a:pt x="3005" y="7184"/>
                    <a:pt x="3956" y="7184"/>
                  </a:cubicBezTo>
                  <a:cubicBezTo>
                    <a:pt x="4844" y="7184"/>
                    <a:pt x="5735" y="6858"/>
                    <a:pt x="6429" y="6203"/>
                  </a:cubicBezTo>
                  <a:lnTo>
                    <a:pt x="6402" y="6203"/>
                  </a:lnTo>
                  <a:cubicBezTo>
                    <a:pt x="7894" y="4874"/>
                    <a:pt x="7948" y="2541"/>
                    <a:pt x="6537" y="1158"/>
                  </a:cubicBezTo>
                  <a:cubicBezTo>
                    <a:pt x="5781" y="387"/>
                    <a:pt x="4851" y="0"/>
                    <a:pt x="392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2" name="Google Shape;1302;p56"/>
            <p:cNvSpPr/>
            <p:nvPr/>
          </p:nvSpPr>
          <p:spPr>
            <a:xfrm>
              <a:off x="209625" y="3073800"/>
              <a:ext cx="238725" cy="180050"/>
            </a:xfrm>
            <a:custGeom>
              <a:rect b="b" l="l" r="r" t="t"/>
              <a:pathLst>
                <a:path extrusionOk="0" h="7202" w="9549">
                  <a:moveTo>
                    <a:pt x="4775" y="0"/>
                  </a:moveTo>
                  <a:cubicBezTo>
                    <a:pt x="1574" y="0"/>
                    <a:pt x="1" y="3852"/>
                    <a:pt x="2252" y="6103"/>
                  </a:cubicBezTo>
                  <a:cubicBezTo>
                    <a:pt x="2930" y="6836"/>
                    <a:pt x="3852" y="7202"/>
                    <a:pt x="4775" y="7202"/>
                  </a:cubicBezTo>
                  <a:cubicBezTo>
                    <a:pt x="5697" y="7202"/>
                    <a:pt x="6619" y="6836"/>
                    <a:pt x="7297" y="6103"/>
                  </a:cubicBezTo>
                  <a:cubicBezTo>
                    <a:pt x="9548" y="3852"/>
                    <a:pt x="7948"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p56"/>
            <p:cNvSpPr/>
            <p:nvPr/>
          </p:nvSpPr>
          <p:spPr>
            <a:xfrm>
              <a:off x="857225" y="2443200"/>
              <a:ext cx="202100" cy="180775"/>
            </a:xfrm>
            <a:custGeom>
              <a:rect b="b" l="l" r="r" t="t"/>
              <a:pathLst>
                <a:path extrusionOk="0" h="7231" w="8084">
                  <a:moveTo>
                    <a:pt x="4034" y="1"/>
                  </a:moveTo>
                  <a:cubicBezTo>
                    <a:pt x="3217" y="1"/>
                    <a:pt x="2401" y="304"/>
                    <a:pt x="1709" y="922"/>
                  </a:cubicBezTo>
                  <a:cubicBezTo>
                    <a:pt x="190" y="2278"/>
                    <a:pt x="0" y="4448"/>
                    <a:pt x="1356" y="5967"/>
                  </a:cubicBezTo>
                  <a:cubicBezTo>
                    <a:pt x="2083" y="6797"/>
                    <a:pt x="3070" y="7231"/>
                    <a:pt x="4063" y="7231"/>
                  </a:cubicBezTo>
                  <a:cubicBezTo>
                    <a:pt x="4886" y="7231"/>
                    <a:pt x="5713" y="6934"/>
                    <a:pt x="6401" y="6319"/>
                  </a:cubicBezTo>
                  <a:cubicBezTo>
                    <a:pt x="7893" y="4990"/>
                    <a:pt x="8083" y="2766"/>
                    <a:pt x="6754" y="1274"/>
                  </a:cubicBezTo>
                  <a:cubicBezTo>
                    <a:pt x="5986" y="433"/>
                    <a:pt x="5010" y="1"/>
                    <a:pt x="403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4" name="Google Shape;1304;p56"/>
            <p:cNvSpPr/>
            <p:nvPr/>
          </p:nvSpPr>
          <p:spPr>
            <a:xfrm>
              <a:off x="209625" y="3703725"/>
              <a:ext cx="238325" cy="180100"/>
            </a:xfrm>
            <a:custGeom>
              <a:rect b="b" l="l" r="r" t="t"/>
              <a:pathLst>
                <a:path extrusionOk="0" h="7204" w="9533">
                  <a:moveTo>
                    <a:pt x="4760" y="1"/>
                  </a:moveTo>
                  <a:cubicBezTo>
                    <a:pt x="4738" y="1"/>
                    <a:pt x="4716" y="1"/>
                    <a:pt x="4693" y="1"/>
                  </a:cubicBezTo>
                  <a:cubicBezTo>
                    <a:pt x="1520" y="56"/>
                    <a:pt x="1" y="3934"/>
                    <a:pt x="2279" y="6159"/>
                  </a:cubicBezTo>
                  <a:cubicBezTo>
                    <a:pt x="2952" y="6857"/>
                    <a:pt x="3848" y="7204"/>
                    <a:pt x="4745" y="7204"/>
                  </a:cubicBezTo>
                  <a:cubicBezTo>
                    <a:pt x="5693" y="7204"/>
                    <a:pt x="6641" y="6817"/>
                    <a:pt x="7324" y="6050"/>
                  </a:cubicBezTo>
                  <a:cubicBezTo>
                    <a:pt x="9533" y="3788"/>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p56"/>
            <p:cNvSpPr/>
            <p:nvPr/>
          </p:nvSpPr>
          <p:spPr>
            <a:xfrm>
              <a:off x="838900" y="3073100"/>
              <a:ext cx="238150" cy="179775"/>
            </a:xfrm>
            <a:custGeom>
              <a:rect b="b" l="l" r="r" t="t"/>
              <a:pathLst>
                <a:path extrusionOk="0" h="7191" w="9526">
                  <a:moveTo>
                    <a:pt x="4788" y="1"/>
                  </a:moveTo>
                  <a:cubicBezTo>
                    <a:pt x="3886" y="1"/>
                    <a:pt x="2985" y="354"/>
                    <a:pt x="2306" y="1059"/>
                  </a:cubicBezTo>
                  <a:cubicBezTo>
                    <a:pt x="1" y="3256"/>
                    <a:pt x="1520" y="7135"/>
                    <a:pt x="4693" y="7189"/>
                  </a:cubicBezTo>
                  <a:cubicBezTo>
                    <a:pt x="4727" y="7190"/>
                    <a:pt x="4760" y="7190"/>
                    <a:pt x="4793" y="7190"/>
                  </a:cubicBezTo>
                  <a:cubicBezTo>
                    <a:pt x="7928" y="7190"/>
                    <a:pt x="9525" y="3395"/>
                    <a:pt x="7351" y="1141"/>
                  </a:cubicBezTo>
                  <a:cubicBezTo>
                    <a:pt x="6661" y="381"/>
                    <a:pt x="5724" y="1"/>
                    <a:pt x="478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56"/>
            <p:cNvSpPr/>
            <p:nvPr/>
          </p:nvSpPr>
          <p:spPr>
            <a:xfrm>
              <a:off x="1468175" y="2443250"/>
              <a:ext cx="239200" cy="180325"/>
            </a:xfrm>
            <a:custGeom>
              <a:rect b="b" l="l" r="r" t="t"/>
              <a:pathLst>
                <a:path extrusionOk="0" h="7213" w="9568">
                  <a:moveTo>
                    <a:pt x="4787" y="1"/>
                  </a:moveTo>
                  <a:cubicBezTo>
                    <a:pt x="3881" y="1"/>
                    <a:pt x="2975" y="360"/>
                    <a:pt x="2306" y="1082"/>
                  </a:cubicBezTo>
                  <a:cubicBezTo>
                    <a:pt x="1" y="3306"/>
                    <a:pt x="1574" y="7185"/>
                    <a:pt x="4747" y="7212"/>
                  </a:cubicBezTo>
                  <a:cubicBezTo>
                    <a:pt x="4759" y="7212"/>
                    <a:pt x="4770" y="7212"/>
                    <a:pt x="4781" y="7212"/>
                  </a:cubicBezTo>
                  <a:cubicBezTo>
                    <a:pt x="7959" y="7212"/>
                    <a:pt x="9567" y="3407"/>
                    <a:pt x="7324" y="1137"/>
                  </a:cubicBezTo>
                  <a:cubicBezTo>
                    <a:pt x="6650" y="380"/>
                    <a:pt x="5719"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7" name="Google Shape;1307;p56"/>
            <p:cNvSpPr/>
            <p:nvPr/>
          </p:nvSpPr>
          <p:spPr>
            <a:xfrm>
              <a:off x="209825" y="4333700"/>
              <a:ext cx="238525" cy="179800"/>
            </a:xfrm>
            <a:custGeom>
              <a:rect b="b" l="l" r="r" t="t"/>
              <a:pathLst>
                <a:path extrusionOk="0" h="7192" w="9541">
                  <a:moveTo>
                    <a:pt x="4760" y="0"/>
                  </a:moveTo>
                  <a:cubicBezTo>
                    <a:pt x="1609" y="0"/>
                    <a:pt x="1" y="3806"/>
                    <a:pt x="2217" y="6076"/>
                  </a:cubicBezTo>
                  <a:cubicBezTo>
                    <a:pt x="2905" y="6819"/>
                    <a:pt x="3836" y="7192"/>
                    <a:pt x="4768" y="7192"/>
                  </a:cubicBezTo>
                  <a:cubicBezTo>
                    <a:pt x="5674" y="7192"/>
                    <a:pt x="6580" y="6839"/>
                    <a:pt x="7262" y="6130"/>
                  </a:cubicBezTo>
                  <a:cubicBezTo>
                    <a:pt x="9540" y="3906"/>
                    <a:pt x="7994" y="28"/>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p56"/>
            <p:cNvSpPr/>
            <p:nvPr/>
          </p:nvSpPr>
          <p:spPr>
            <a:xfrm>
              <a:off x="839100" y="3703750"/>
              <a:ext cx="238525" cy="180325"/>
            </a:xfrm>
            <a:custGeom>
              <a:rect b="b" l="l" r="r" t="t"/>
              <a:pathLst>
                <a:path extrusionOk="0" h="7213" w="9541">
                  <a:moveTo>
                    <a:pt x="4787" y="0"/>
                  </a:moveTo>
                  <a:cubicBezTo>
                    <a:pt x="1609" y="0"/>
                    <a:pt x="1" y="3806"/>
                    <a:pt x="2217" y="6076"/>
                  </a:cubicBezTo>
                  <a:cubicBezTo>
                    <a:pt x="2904" y="6832"/>
                    <a:pt x="3843" y="7212"/>
                    <a:pt x="4778" y="7212"/>
                  </a:cubicBezTo>
                  <a:cubicBezTo>
                    <a:pt x="5687" y="7212"/>
                    <a:pt x="6593" y="6853"/>
                    <a:pt x="7262" y="6130"/>
                  </a:cubicBezTo>
                  <a:cubicBezTo>
                    <a:pt x="9540" y="3906"/>
                    <a:pt x="7994"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9" name="Google Shape;1309;p56"/>
            <p:cNvSpPr/>
            <p:nvPr/>
          </p:nvSpPr>
          <p:spPr>
            <a:xfrm>
              <a:off x="1487175" y="3072975"/>
              <a:ext cx="200725" cy="180925"/>
            </a:xfrm>
            <a:custGeom>
              <a:rect b="b" l="l" r="r" t="t"/>
              <a:pathLst>
                <a:path extrusionOk="0" h="7237" w="8029">
                  <a:moveTo>
                    <a:pt x="4026" y="0"/>
                  </a:moveTo>
                  <a:cubicBezTo>
                    <a:pt x="3176" y="0"/>
                    <a:pt x="2321" y="327"/>
                    <a:pt x="1600" y="983"/>
                  </a:cubicBezTo>
                  <a:cubicBezTo>
                    <a:pt x="82" y="2393"/>
                    <a:pt x="0" y="4536"/>
                    <a:pt x="1383" y="6028"/>
                  </a:cubicBezTo>
                  <a:cubicBezTo>
                    <a:pt x="2095" y="6827"/>
                    <a:pt x="3088" y="7237"/>
                    <a:pt x="4085" y="7237"/>
                  </a:cubicBezTo>
                  <a:cubicBezTo>
                    <a:pt x="4949" y="7237"/>
                    <a:pt x="5817" y="6929"/>
                    <a:pt x="6510" y="6299"/>
                  </a:cubicBezTo>
                  <a:cubicBezTo>
                    <a:pt x="7975" y="4943"/>
                    <a:pt x="8029" y="2637"/>
                    <a:pt x="6646" y="1200"/>
                  </a:cubicBezTo>
                  <a:cubicBezTo>
                    <a:pt x="5904" y="401"/>
                    <a:pt x="4968"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p56"/>
            <p:cNvSpPr/>
            <p:nvPr/>
          </p:nvSpPr>
          <p:spPr>
            <a:xfrm>
              <a:off x="2098125" y="2443175"/>
              <a:ext cx="238525" cy="179725"/>
            </a:xfrm>
            <a:custGeom>
              <a:rect b="b" l="l" r="r" t="t"/>
              <a:pathLst>
                <a:path extrusionOk="0" h="7189" w="9541">
                  <a:moveTo>
                    <a:pt x="4759" y="0"/>
                  </a:moveTo>
                  <a:cubicBezTo>
                    <a:pt x="3849" y="0"/>
                    <a:pt x="2937" y="360"/>
                    <a:pt x="2252" y="1085"/>
                  </a:cubicBezTo>
                  <a:cubicBezTo>
                    <a:pt x="1" y="3309"/>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p56"/>
            <p:cNvSpPr/>
            <p:nvPr/>
          </p:nvSpPr>
          <p:spPr>
            <a:xfrm>
              <a:off x="209825" y="4962975"/>
              <a:ext cx="238525" cy="180325"/>
            </a:xfrm>
            <a:custGeom>
              <a:rect b="b" l="l" r="r" t="t"/>
              <a:pathLst>
                <a:path extrusionOk="0" h="7213" w="9541">
                  <a:moveTo>
                    <a:pt x="4760" y="0"/>
                  </a:moveTo>
                  <a:cubicBezTo>
                    <a:pt x="1609" y="0"/>
                    <a:pt x="1" y="3833"/>
                    <a:pt x="2217" y="6076"/>
                  </a:cubicBezTo>
                  <a:cubicBezTo>
                    <a:pt x="2904" y="6832"/>
                    <a:pt x="3836" y="7212"/>
                    <a:pt x="4767" y="7212"/>
                  </a:cubicBezTo>
                  <a:cubicBezTo>
                    <a:pt x="5673" y="7212"/>
                    <a:pt x="6580" y="6853"/>
                    <a:pt x="7262" y="6130"/>
                  </a:cubicBezTo>
                  <a:cubicBezTo>
                    <a:pt x="9540" y="3906"/>
                    <a:pt x="7994" y="55"/>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2" name="Google Shape;1312;p56"/>
            <p:cNvSpPr/>
            <p:nvPr/>
          </p:nvSpPr>
          <p:spPr>
            <a:xfrm>
              <a:off x="857225" y="4332350"/>
              <a:ext cx="201400" cy="180975"/>
            </a:xfrm>
            <a:custGeom>
              <a:rect b="b" l="l" r="r" t="t"/>
              <a:pathLst>
                <a:path extrusionOk="0" h="7239" w="8056">
                  <a:moveTo>
                    <a:pt x="4035" y="1"/>
                  </a:moveTo>
                  <a:cubicBezTo>
                    <a:pt x="3185" y="1"/>
                    <a:pt x="2336" y="334"/>
                    <a:pt x="1628" y="1004"/>
                  </a:cubicBezTo>
                  <a:cubicBezTo>
                    <a:pt x="136" y="2387"/>
                    <a:pt x="0" y="4557"/>
                    <a:pt x="1411" y="6049"/>
                  </a:cubicBezTo>
                  <a:cubicBezTo>
                    <a:pt x="2098" y="6837"/>
                    <a:pt x="3066" y="7239"/>
                    <a:pt x="4038" y="7239"/>
                  </a:cubicBezTo>
                  <a:cubicBezTo>
                    <a:pt x="4906" y="7239"/>
                    <a:pt x="5777" y="6918"/>
                    <a:pt x="6456" y="6266"/>
                  </a:cubicBezTo>
                  <a:cubicBezTo>
                    <a:pt x="7975" y="4937"/>
                    <a:pt x="8056" y="2631"/>
                    <a:pt x="6673" y="1221"/>
                  </a:cubicBezTo>
                  <a:cubicBezTo>
                    <a:pt x="5918" y="409"/>
                    <a:pt x="4975"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3" name="Google Shape;1313;p56"/>
            <p:cNvSpPr/>
            <p:nvPr/>
          </p:nvSpPr>
          <p:spPr>
            <a:xfrm>
              <a:off x="1468850" y="3702900"/>
              <a:ext cx="238325" cy="179900"/>
            </a:xfrm>
            <a:custGeom>
              <a:rect b="b" l="l" r="r" t="t"/>
              <a:pathLst>
                <a:path extrusionOk="0" h="7196" w="9533">
                  <a:moveTo>
                    <a:pt x="4780" y="0"/>
                  </a:moveTo>
                  <a:cubicBezTo>
                    <a:pt x="3878" y="0"/>
                    <a:pt x="2971" y="346"/>
                    <a:pt x="2279" y="1038"/>
                  </a:cubicBezTo>
                  <a:cubicBezTo>
                    <a:pt x="1" y="3262"/>
                    <a:pt x="1520" y="7141"/>
                    <a:pt x="4720" y="7195"/>
                  </a:cubicBezTo>
                  <a:cubicBezTo>
                    <a:pt x="4743" y="7196"/>
                    <a:pt x="4765" y="7196"/>
                    <a:pt x="4787" y="7196"/>
                  </a:cubicBezTo>
                  <a:cubicBezTo>
                    <a:pt x="7917" y="7196"/>
                    <a:pt x="9533" y="3409"/>
                    <a:pt x="7324" y="1119"/>
                  </a:cubicBezTo>
                  <a:cubicBezTo>
                    <a:pt x="6647" y="373"/>
                    <a:pt x="5717" y="0"/>
                    <a:pt x="478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4" name="Google Shape;1314;p56"/>
            <p:cNvSpPr/>
            <p:nvPr/>
          </p:nvSpPr>
          <p:spPr>
            <a:xfrm>
              <a:off x="5247225" y="3073125"/>
              <a:ext cx="239175" cy="179725"/>
            </a:xfrm>
            <a:custGeom>
              <a:rect b="b" l="l" r="r" t="t"/>
              <a:pathLst>
                <a:path extrusionOk="0" h="7189" w="9567">
                  <a:moveTo>
                    <a:pt x="4765" y="0"/>
                  </a:moveTo>
                  <a:cubicBezTo>
                    <a:pt x="3855" y="0"/>
                    <a:pt x="2950" y="360"/>
                    <a:pt x="2278" y="1085"/>
                  </a:cubicBezTo>
                  <a:cubicBezTo>
                    <a:pt x="0" y="3337"/>
                    <a:pt x="1573" y="7188"/>
                    <a:pt x="4774" y="7188"/>
                  </a:cubicBezTo>
                  <a:cubicBezTo>
                    <a:pt x="4785" y="7188"/>
                    <a:pt x="4796" y="7188"/>
                    <a:pt x="4807" y="7188"/>
                  </a:cubicBezTo>
                  <a:cubicBezTo>
                    <a:pt x="7959" y="7188"/>
                    <a:pt x="9567"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56"/>
            <p:cNvSpPr/>
            <p:nvPr/>
          </p:nvSpPr>
          <p:spPr>
            <a:xfrm>
              <a:off x="5877175" y="2443400"/>
              <a:ext cx="238125" cy="180200"/>
            </a:xfrm>
            <a:custGeom>
              <a:rect b="b" l="l" r="r" t="t"/>
              <a:pathLst>
                <a:path extrusionOk="0" h="7208" w="9525">
                  <a:moveTo>
                    <a:pt x="4761" y="0"/>
                  </a:moveTo>
                  <a:cubicBezTo>
                    <a:pt x="3895" y="0"/>
                    <a:pt x="3027" y="340"/>
                    <a:pt x="2306" y="1022"/>
                  </a:cubicBezTo>
                  <a:cubicBezTo>
                    <a:pt x="0" y="3219"/>
                    <a:pt x="1492" y="7125"/>
                    <a:pt x="4665" y="7206"/>
                  </a:cubicBezTo>
                  <a:cubicBezTo>
                    <a:pt x="4699" y="7207"/>
                    <a:pt x="4732" y="7208"/>
                    <a:pt x="4766" y="7208"/>
                  </a:cubicBezTo>
                  <a:cubicBezTo>
                    <a:pt x="7901" y="7208"/>
                    <a:pt x="9525" y="3439"/>
                    <a:pt x="7351" y="1158"/>
                  </a:cubicBezTo>
                  <a:cubicBezTo>
                    <a:pt x="6608" y="387"/>
                    <a:pt x="5685"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p56"/>
            <p:cNvSpPr/>
            <p:nvPr/>
          </p:nvSpPr>
          <p:spPr>
            <a:xfrm>
              <a:off x="3988175" y="4963650"/>
              <a:ext cx="238525" cy="179975"/>
            </a:xfrm>
            <a:custGeom>
              <a:rect b="b" l="l" r="r" t="t"/>
              <a:pathLst>
                <a:path extrusionOk="0" h="7199" w="9541">
                  <a:moveTo>
                    <a:pt x="4760" y="0"/>
                  </a:moveTo>
                  <a:cubicBezTo>
                    <a:pt x="1582" y="0"/>
                    <a:pt x="1" y="3833"/>
                    <a:pt x="2244" y="6076"/>
                  </a:cubicBezTo>
                  <a:cubicBezTo>
                    <a:pt x="2926" y="6826"/>
                    <a:pt x="3853" y="7198"/>
                    <a:pt x="4780" y="7198"/>
                  </a:cubicBezTo>
                  <a:cubicBezTo>
                    <a:pt x="5697" y="7198"/>
                    <a:pt x="6614" y="6832"/>
                    <a:pt x="7289" y="6103"/>
                  </a:cubicBezTo>
                  <a:cubicBezTo>
                    <a:pt x="9541" y="3852"/>
                    <a:pt x="7967" y="0"/>
                    <a:pt x="4794" y="0"/>
                  </a:cubicBezTo>
                  <a:cubicBezTo>
                    <a:pt x="4783" y="0"/>
                    <a:pt x="4772"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p56"/>
            <p:cNvSpPr/>
            <p:nvPr/>
          </p:nvSpPr>
          <p:spPr>
            <a:xfrm>
              <a:off x="4617650" y="4333675"/>
              <a:ext cx="239000" cy="180100"/>
            </a:xfrm>
            <a:custGeom>
              <a:rect b="b" l="l" r="r" t="t"/>
              <a:pathLst>
                <a:path extrusionOk="0" h="7204" w="9560">
                  <a:moveTo>
                    <a:pt x="4773" y="1"/>
                  </a:moveTo>
                  <a:cubicBezTo>
                    <a:pt x="1643" y="1"/>
                    <a:pt x="1" y="3788"/>
                    <a:pt x="2209" y="6050"/>
                  </a:cubicBezTo>
                  <a:cubicBezTo>
                    <a:pt x="2892" y="6817"/>
                    <a:pt x="3840" y="7204"/>
                    <a:pt x="4788" y="7204"/>
                  </a:cubicBezTo>
                  <a:cubicBezTo>
                    <a:pt x="5685" y="7204"/>
                    <a:pt x="6582" y="6857"/>
                    <a:pt x="7254" y="6159"/>
                  </a:cubicBezTo>
                  <a:cubicBezTo>
                    <a:pt x="9560" y="3934"/>
                    <a:pt x="8014" y="56"/>
                    <a:pt x="4840" y="1"/>
                  </a:cubicBezTo>
                  <a:cubicBezTo>
                    <a:pt x="4818" y="1"/>
                    <a:pt x="4796"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p56"/>
            <p:cNvSpPr/>
            <p:nvPr/>
          </p:nvSpPr>
          <p:spPr>
            <a:xfrm>
              <a:off x="5247400" y="3702975"/>
              <a:ext cx="238525" cy="179825"/>
            </a:xfrm>
            <a:custGeom>
              <a:rect b="b" l="l" r="r" t="t"/>
              <a:pathLst>
                <a:path extrusionOk="0" h="7193" w="9541">
                  <a:moveTo>
                    <a:pt x="4768" y="1"/>
                  </a:moveTo>
                  <a:cubicBezTo>
                    <a:pt x="3836" y="1"/>
                    <a:pt x="2905" y="374"/>
                    <a:pt x="2217" y="1116"/>
                  </a:cubicBezTo>
                  <a:cubicBezTo>
                    <a:pt x="1" y="3387"/>
                    <a:pt x="1609" y="7192"/>
                    <a:pt x="4787" y="7192"/>
                  </a:cubicBezTo>
                  <a:cubicBezTo>
                    <a:pt x="4799" y="7192"/>
                    <a:pt x="4810" y="7192"/>
                    <a:pt x="4821" y="7192"/>
                  </a:cubicBezTo>
                  <a:cubicBezTo>
                    <a:pt x="7995" y="7165"/>
                    <a:pt x="9541" y="3286"/>
                    <a:pt x="7262" y="1062"/>
                  </a:cubicBezTo>
                  <a:cubicBezTo>
                    <a:pt x="6580" y="353"/>
                    <a:pt x="5674"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9" name="Google Shape;1319;p56"/>
            <p:cNvSpPr/>
            <p:nvPr/>
          </p:nvSpPr>
          <p:spPr>
            <a:xfrm>
              <a:off x="5896150" y="3072975"/>
              <a:ext cx="202775" cy="183550"/>
            </a:xfrm>
            <a:custGeom>
              <a:rect b="b" l="l" r="r" t="t"/>
              <a:pathLst>
                <a:path extrusionOk="0" h="7342" w="8111">
                  <a:moveTo>
                    <a:pt x="4006" y="0"/>
                  </a:moveTo>
                  <a:cubicBezTo>
                    <a:pt x="3156" y="0"/>
                    <a:pt x="2308" y="327"/>
                    <a:pt x="1601" y="983"/>
                  </a:cubicBezTo>
                  <a:cubicBezTo>
                    <a:pt x="82" y="2393"/>
                    <a:pt x="1" y="4536"/>
                    <a:pt x="1384" y="6028"/>
                  </a:cubicBezTo>
                  <a:cubicBezTo>
                    <a:pt x="2090" y="6896"/>
                    <a:pt x="3109" y="7341"/>
                    <a:pt x="4135" y="7341"/>
                  </a:cubicBezTo>
                  <a:cubicBezTo>
                    <a:pt x="5000" y="7341"/>
                    <a:pt x="5870" y="7025"/>
                    <a:pt x="6565" y="6380"/>
                  </a:cubicBezTo>
                  <a:cubicBezTo>
                    <a:pt x="8084" y="4997"/>
                    <a:pt x="8111" y="2637"/>
                    <a:pt x="6646" y="1200"/>
                  </a:cubicBezTo>
                  <a:cubicBezTo>
                    <a:pt x="5890" y="401"/>
                    <a:pt x="4947" y="0"/>
                    <a:pt x="400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p56"/>
            <p:cNvSpPr/>
            <p:nvPr/>
          </p:nvSpPr>
          <p:spPr>
            <a:xfrm>
              <a:off x="6506450" y="2443400"/>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7"/>
                    <a:pt x="4765" y="7207"/>
                    <a:pt x="4787" y="7207"/>
                  </a:cubicBezTo>
                  <a:cubicBezTo>
                    <a:pt x="7943" y="7207"/>
                    <a:pt x="9559" y="3420"/>
                    <a:pt x="7351" y="1131"/>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1" name="Google Shape;1321;p56"/>
            <p:cNvSpPr/>
            <p:nvPr/>
          </p:nvSpPr>
          <p:spPr>
            <a:xfrm>
              <a:off x="4617950" y="4962975"/>
              <a:ext cx="238700" cy="180400"/>
            </a:xfrm>
            <a:custGeom>
              <a:rect b="b" l="l" r="r" t="t"/>
              <a:pathLst>
                <a:path extrusionOk="0" h="7216" w="9548">
                  <a:moveTo>
                    <a:pt x="4747" y="0"/>
                  </a:moveTo>
                  <a:cubicBezTo>
                    <a:pt x="1573" y="27"/>
                    <a:pt x="0" y="3879"/>
                    <a:pt x="2251" y="6130"/>
                  </a:cubicBezTo>
                  <a:cubicBezTo>
                    <a:pt x="2937" y="6856"/>
                    <a:pt x="3848" y="7215"/>
                    <a:pt x="4759" y="7215"/>
                  </a:cubicBezTo>
                  <a:cubicBezTo>
                    <a:pt x="5686" y="7215"/>
                    <a:pt x="6612" y="6842"/>
                    <a:pt x="7296" y="6103"/>
                  </a:cubicBezTo>
                  <a:cubicBezTo>
                    <a:pt x="9548" y="3852"/>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2" name="Google Shape;1322;p56"/>
            <p:cNvSpPr/>
            <p:nvPr/>
          </p:nvSpPr>
          <p:spPr>
            <a:xfrm>
              <a:off x="5265525" y="4332375"/>
              <a:ext cx="202100" cy="181000"/>
            </a:xfrm>
            <a:custGeom>
              <a:rect b="b" l="l" r="r" t="t"/>
              <a:pathLst>
                <a:path extrusionOk="0" h="7240" w="8084">
                  <a:moveTo>
                    <a:pt x="4012" y="1"/>
                  </a:moveTo>
                  <a:cubicBezTo>
                    <a:pt x="3198" y="1"/>
                    <a:pt x="2389" y="303"/>
                    <a:pt x="1709" y="921"/>
                  </a:cubicBezTo>
                  <a:cubicBezTo>
                    <a:pt x="163" y="2305"/>
                    <a:pt x="0" y="4448"/>
                    <a:pt x="1357" y="5966"/>
                  </a:cubicBezTo>
                  <a:cubicBezTo>
                    <a:pt x="2110" y="6808"/>
                    <a:pt x="3087" y="7240"/>
                    <a:pt x="4067" y="7240"/>
                  </a:cubicBezTo>
                  <a:cubicBezTo>
                    <a:pt x="4888" y="7240"/>
                    <a:pt x="5709" y="6937"/>
                    <a:pt x="6402" y="6319"/>
                  </a:cubicBezTo>
                  <a:cubicBezTo>
                    <a:pt x="7893" y="4990"/>
                    <a:pt x="8083" y="2793"/>
                    <a:pt x="6727" y="1274"/>
                  </a:cubicBezTo>
                  <a:cubicBezTo>
                    <a:pt x="5959"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3" name="Google Shape;1323;p56"/>
            <p:cNvSpPr/>
            <p:nvPr/>
          </p:nvSpPr>
          <p:spPr>
            <a:xfrm>
              <a:off x="5896150" y="3702650"/>
              <a:ext cx="200750" cy="180725"/>
            </a:xfrm>
            <a:custGeom>
              <a:rect b="b" l="l" r="r" t="t"/>
              <a:pathLst>
                <a:path extrusionOk="0" h="7229" w="8030">
                  <a:moveTo>
                    <a:pt x="3995" y="0"/>
                  </a:moveTo>
                  <a:cubicBezTo>
                    <a:pt x="3149" y="0"/>
                    <a:pt x="2305" y="328"/>
                    <a:pt x="1601" y="994"/>
                  </a:cubicBezTo>
                  <a:cubicBezTo>
                    <a:pt x="82" y="2431"/>
                    <a:pt x="1" y="4547"/>
                    <a:pt x="1384" y="6039"/>
                  </a:cubicBezTo>
                  <a:cubicBezTo>
                    <a:pt x="2129" y="6827"/>
                    <a:pt x="3086" y="7229"/>
                    <a:pt x="4043" y="7229"/>
                  </a:cubicBezTo>
                  <a:cubicBezTo>
                    <a:pt x="4898" y="7229"/>
                    <a:pt x="5752" y="6908"/>
                    <a:pt x="6456" y="6256"/>
                  </a:cubicBezTo>
                  <a:cubicBezTo>
                    <a:pt x="7948" y="4954"/>
                    <a:pt x="8029" y="2648"/>
                    <a:pt x="6646" y="1211"/>
                  </a:cubicBezTo>
                  <a:cubicBezTo>
                    <a:pt x="5887" y="409"/>
                    <a:pt x="4940" y="0"/>
                    <a:pt x="399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4" name="Google Shape;1324;p56"/>
            <p:cNvSpPr/>
            <p:nvPr/>
          </p:nvSpPr>
          <p:spPr>
            <a:xfrm>
              <a:off x="6506825" y="3073100"/>
              <a:ext cx="239000" cy="179750"/>
            </a:xfrm>
            <a:custGeom>
              <a:rect b="b" l="l" r="r" t="t"/>
              <a:pathLst>
                <a:path extrusionOk="0" h="7190" w="9560">
                  <a:moveTo>
                    <a:pt x="4773" y="1"/>
                  </a:moveTo>
                  <a:cubicBezTo>
                    <a:pt x="3837" y="1"/>
                    <a:pt x="2900" y="381"/>
                    <a:pt x="2209" y="1141"/>
                  </a:cubicBezTo>
                  <a:cubicBezTo>
                    <a:pt x="1" y="3403"/>
                    <a:pt x="1617" y="7190"/>
                    <a:pt x="4773" y="7190"/>
                  </a:cubicBezTo>
                  <a:cubicBezTo>
                    <a:pt x="4795" y="7190"/>
                    <a:pt x="4818" y="7190"/>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p56"/>
            <p:cNvSpPr/>
            <p:nvPr/>
          </p:nvSpPr>
          <p:spPr>
            <a:xfrm>
              <a:off x="5247225" y="4963650"/>
              <a:ext cx="238700" cy="180050"/>
            </a:xfrm>
            <a:custGeom>
              <a:rect b="b" l="l" r="r" t="t"/>
              <a:pathLst>
                <a:path extrusionOk="0" h="7202" w="9548">
                  <a:moveTo>
                    <a:pt x="4774" y="0"/>
                  </a:moveTo>
                  <a:cubicBezTo>
                    <a:pt x="1600" y="0"/>
                    <a:pt x="0" y="3852"/>
                    <a:pt x="2251" y="6103"/>
                  </a:cubicBezTo>
                  <a:cubicBezTo>
                    <a:pt x="2929" y="6836"/>
                    <a:pt x="3852" y="7202"/>
                    <a:pt x="4774" y="7202"/>
                  </a:cubicBezTo>
                  <a:cubicBezTo>
                    <a:pt x="5696" y="7202"/>
                    <a:pt x="6618" y="6836"/>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6" name="Google Shape;1326;p56"/>
            <p:cNvSpPr/>
            <p:nvPr/>
          </p:nvSpPr>
          <p:spPr>
            <a:xfrm>
              <a:off x="5877550" y="4332575"/>
              <a:ext cx="238325" cy="180175"/>
            </a:xfrm>
            <a:custGeom>
              <a:rect b="b" l="l" r="r" t="t"/>
              <a:pathLst>
                <a:path extrusionOk="0" h="7207" w="9533">
                  <a:moveTo>
                    <a:pt x="4749" y="1"/>
                  </a:moveTo>
                  <a:cubicBezTo>
                    <a:pt x="3805" y="1"/>
                    <a:pt x="2862" y="381"/>
                    <a:pt x="2182" y="1130"/>
                  </a:cubicBezTo>
                  <a:cubicBezTo>
                    <a:pt x="1" y="3420"/>
                    <a:pt x="1617" y="7207"/>
                    <a:pt x="4773" y="7207"/>
                  </a:cubicBezTo>
                  <a:cubicBezTo>
                    <a:pt x="4795" y="7207"/>
                    <a:pt x="4818" y="7207"/>
                    <a:pt x="4840" y="7206"/>
                  </a:cubicBezTo>
                  <a:cubicBezTo>
                    <a:pt x="8014" y="7125"/>
                    <a:pt x="9533" y="3246"/>
                    <a:pt x="7227" y="1049"/>
                  </a:cubicBezTo>
                  <a:cubicBezTo>
                    <a:pt x="6552"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7" name="Google Shape;1327;p56"/>
            <p:cNvSpPr/>
            <p:nvPr/>
          </p:nvSpPr>
          <p:spPr>
            <a:xfrm>
              <a:off x="6506450" y="3702975"/>
              <a:ext cx="239000" cy="179825"/>
            </a:xfrm>
            <a:custGeom>
              <a:rect b="b" l="l" r="r" t="t"/>
              <a:pathLst>
                <a:path extrusionOk="0" h="7193" w="9560">
                  <a:moveTo>
                    <a:pt x="4794" y="0"/>
                  </a:moveTo>
                  <a:cubicBezTo>
                    <a:pt x="3897" y="0"/>
                    <a:pt x="2994" y="346"/>
                    <a:pt x="2306" y="1035"/>
                  </a:cubicBezTo>
                  <a:cubicBezTo>
                    <a:pt x="0" y="3259"/>
                    <a:pt x="1546" y="7138"/>
                    <a:pt x="4720" y="7192"/>
                  </a:cubicBezTo>
                  <a:cubicBezTo>
                    <a:pt x="4742" y="7193"/>
                    <a:pt x="4765" y="7193"/>
                    <a:pt x="4787" y="7193"/>
                  </a:cubicBezTo>
                  <a:cubicBezTo>
                    <a:pt x="7943" y="7193"/>
                    <a:pt x="9559" y="3406"/>
                    <a:pt x="7351" y="1144"/>
                  </a:cubicBezTo>
                  <a:cubicBezTo>
                    <a:pt x="6671" y="380"/>
                    <a:pt x="5735" y="0"/>
                    <a:pt x="47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p56"/>
            <p:cNvSpPr/>
            <p:nvPr/>
          </p:nvSpPr>
          <p:spPr>
            <a:xfrm>
              <a:off x="5896150" y="4962125"/>
              <a:ext cx="201425" cy="181050"/>
            </a:xfrm>
            <a:custGeom>
              <a:rect b="b" l="l" r="r" t="t"/>
              <a:pathLst>
                <a:path extrusionOk="0" h="7242" w="8057">
                  <a:moveTo>
                    <a:pt x="4006" y="1"/>
                  </a:moveTo>
                  <a:cubicBezTo>
                    <a:pt x="3156" y="1"/>
                    <a:pt x="2308" y="328"/>
                    <a:pt x="1601" y="984"/>
                  </a:cubicBezTo>
                  <a:cubicBezTo>
                    <a:pt x="109" y="2394"/>
                    <a:pt x="1" y="4564"/>
                    <a:pt x="1384" y="6056"/>
                  </a:cubicBezTo>
                  <a:cubicBezTo>
                    <a:pt x="2083" y="6840"/>
                    <a:pt x="3051" y="7242"/>
                    <a:pt x="4021" y="7242"/>
                  </a:cubicBezTo>
                  <a:cubicBezTo>
                    <a:pt x="4897" y="7242"/>
                    <a:pt x="5774" y="6915"/>
                    <a:pt x="6456" y="6246"/>
                  </a:cubicBezTo>
                  <a:cubicBezTo>
                    <a:pt x="7948" y="4944"/>
                    <a:pt x="8056" y="2638"/>
                    <a:pt x="6646" y="1201"/>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9" name="Google Shape;1329;p56"/>
            <p:cNvSpPr/>
            <p:nvPr/>
          </p:nvSpPr>
          <p:spPr>
            <a:xfrm>
              <a:off x="6507125" y="4332300"/>
              <a:ext cx="238125" cy="180475"/>
            </a:xfrm>
            <a:custGeom>
              <a:rect b="b" l="l" r="r" t="t"/>
              <a:pathLst>
                <a:path extrusionOk="0" h="7219" w="9525">
                  <a:moveTo>
                    <a:pt x="4739" y="1"/>
                  </a:moveTo>
                  <a:cubicBezTo>
                    <a:pt x="3881" y="1"/>
                    <a:pt x="3024" y="341"/>
                    <a:pt x="2306" y="1033"/>
                  </a:cubicBezTo>
                  <a:cubicBezTo>
                    <a:pt x="0" y="3230"/>
                    <a:pt x="1492" y="7136"/>
                    <a:pt x="4666" y="7217"/>
                  </a:cubicBezTo>
                  <a:cubicBezTo>
                    <a:pt x="4699" y="7218"/>
                    <a:pt x="4732" y="7218"/>
                    <a:pt x="4765" y="7218"/>
                  </a:cubicBezTo>
                  <a:cubicBezTo>
                    <a:pt x="7874" y="7218"/>
                    <a:pt x="9525" y="3450"/>
                    <a:pt x="7351" y="1169"/>
                  </a:cubicBezTo>
                  <a:cubicBezTo>
                    <a:pt x="6591" y="395"/>
                    <a:pt x="5664" y="1"/>
                    <a:pt x="473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p56"/>
            <p:cNvSpPr/>
            <p:nvPr/>
          </p:nvSpPr>
          <p:spPr>
            <a:xfrm>
              <a:off x="6506825" y="4962275"/>
              <a:ext cx="239000" cy="179750"/>
            </a:xfrm>
            <a:custGeom>
              <a:rect b="b" l="l" r="r" t="t"/>
              <a:pathLst>
                <a:path extrusionOk="0" h="7190" w="9560">
                  <a:moveTo>
                    <a:pt x="4773" y="1"/>
                  </a:moveTo>
                  <a:cubicBezTo>
                    <a:pt x="3837" y="1"/>
                    <a:pt x="2900" y="381"/>
                    <a:pt x="2209" y="1140"/>
                  </a:cubicBezTo>
                  <a:cubicBezTo>
                    <a:pt x="1" y="3403"/>
                    <a:pt x="1617" y="7190"/>
                    <a:pt x="4773" y="7190"/>
                  </a:cubicBezTo>
                  <a:cubicBezTo>
                    <a:pt x="4795" y="7190"/>
                    <a:pt x="4818" y="7189"/>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p56"/>
            <p:cNvSpPr/>
            <p:nvPr/>
          </p:nvSpPr>
          <p:spPr>
            <a:xfrm>
              <a:off x="4006300" y="2443200"/>
              <a:ext cx="202100" cy="180775"/>
            </a:xfrm>
            <a:custGeom>
              <a:rect b="b" l="l" r="r" t="t"/>
              <a:pathLst>
                <a:path extrusionOk="0" h="7231" w="8084">
                  <a:moveTo>
                    <a:pt x="4023" y="1"/>
                  </a:moveTo>
                  <a:cubicBezTo>
                    <a:pt x="3204" y="1"/>
                    <a:pt x="2389" y="304"/>
                    <a:pt x="1709" y="922"/>
                  </a:cubicBezTo>
                  <a:cubicBezTo>
                    <a:pt x="190" y="2278"/>
                    <a:pt x="0" y="4448"/>
                    <a:pt x="1329" y="5967"/>
                  </a:cubicBezTo>
                  <a:cubicBezTo>
                    <a:pt x="2056" y="6797"/>
                    <a:pt x="3051" y="7231"/>
                    <a:pt x="4052" y="7231"/>
                  </a:cubicBezTo>
                  <a:cubicBezTo>
                    <a:pt x="4881" y="7231"/>
                    <a:pt x="5714" y="6934"/>
                    <a:pt x="6402" y="6319"/>
                  </a:cubicBezTo>
                  <a:cubicBezTo>
                    <a:pt x="7893" y="4990"/>
                    <a:pt x="8083" y="2766"/>
                    <a:pt x="6754" y="1274"/>
                  </a:cubicBezTo>
                  <a:cubicBezTo>
                    <a:pt x="5987"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2" name="Google Shape;1332;p56"/>
            <p:cNvSpPr/>
            <p:nvPr/>
          </p:nvSpPr>
          <p:spPr>
            <a:xfrm>
              <a:off x="3988000" y="3073100"/>
              <a:ext cx="238125" cy="179775"/>
            </a:xfrm>
            <a:custGeom>
              <a:rect b="b" l="l" r="r" t="t"/>
              <a:pathLst>
                <a:path extrusionOk="0" h="7191" w="9525">
                  <a:moveTo>
                    <a:pt x="4787" y="1"/>
                  </a:moveTo>
                  <a:cubicBezTo>
                    <a:pt x="3885" y="1"/>
                    <a:pt x="2984" y="354"/>
                    <a:pt x="2306" y="1059"/>
                  </a:cubicBezTo>
                  <a:cubicBezTo>
                    <a:pt x="0" y="3256"/>
                    <a:pt x="1519" y="7135"/>
                    <a:pt x="4692" y="7189"/>
                  </a:cubicBezTo>
                  <a:cubicBezTo>
                    <a:pt x="4726" y="7190"/>
                    <a:pt x="4759" y="7190"/>
                    <a:pt x="4792" y="7190"/>
                  </a:cubicBezTo>
                  <a:cubicBezTo>
                    <a:pt x="7927" y="7190"/>
                    <a:pt x="9525" y="3395"/>
                    <a:pt x="7351" y="1141"/>
                  </a:cubicBezTo>
                  <a:cubicBezTo>
                    <a:pt x="6660" y="381"/>
                    <a:pt x="5723"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p56"/>
            <p:cNvSpPr/>
            <p:nvPr/>
          </p:nvSpPr>
          <p:spPr>
            <a:xfrm>
              <a:off x="4617250" y="2443250"/>
              <a:ext cx="239200" cy="180325"/>
            </a:xfrm>
            <a:custGeom>
              <a:rect b="b" l="l" r="r" t="t"/>
              <a:pathLst>
                <a:path extrusionOk="0" h="7213" w="9568">
                  <a:moveTo>
                    <a:pt x="4791" y="1"/>
                  </a:moveTo>
                  <a:cubicBezTo>
                    <a:pt x="3881" y="1"/>
                    <a:pt x="2975" y="360"/>
                    <a:pt x="2307" y="1082"/>
                  </a:cubicBezTo>
                  <a:cubicBezTo>
                    <a:pt x="1" y="3306"/>
                    <a:pt x="1574" y="7185"/>
                    <a:pt x="4748" y="7212"/>
                  </a:cubicBezTo>
                  <a:cubicBezTo>
                    <a:pt x="4759" y="7212"/>
                    <a:pt x="4770" y="7212"/>
                    <a:pt x="4781" y="7212"/>
                  </a:cubicBezTo>
                  <a:cubicBezTo>
                    <a:pt x="7960" y="7212"/>
                    <a:pt x="9568" y="3407"/>
                    <a:pt x="7352" y="1137"/>
                  </a:cubicBezTo>
                  <a:cubicBezTo>
                    <a:pt x="6664" y="380"/>
                    <a:pt x="5726" y="1"/>
                    <a:pt x="479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p56"/>
            <p:cNvSpPr/>
            <p:nvPr/>
          </p:nvSpPr>
          <p:spPr>
            <a:xfrm>
              <a:off x="3988175" y="3703750"/>
              <a:ext cx="238525" cy="180325"/>
            </a:xfrm>
            <a:custGeom>
              <a:rect b="b" l="l" r="r" t="t"/>
              <a:pathLst>
                <a:path extrusionOk="0" h="7213" w="9541">
                  <a:moveTo>
                    <a:pt x="4787" y="0"/>
                  </a:moveTo>
                  <a:cubicBezTo>
                    <a:pt x="1609" y="0"/>
                    <a:pt x="1" y="3806"/>
                    <a:pt x="2217" y="6076"/>
                  </a:cubicBezTo>
                  <a:cubicBezTo>
                    <a:pt x="2905" y="6832"/>
                    <a:pt x="3836" y="7212"/>
                    <a:pt x="4767" y="7212"/>
                  </a:cubicBezTo>
                  <a:cubicBezTo>
                    <a:pt x="5674" y="7212"/>
                    <a:pt x="6580" y="6853"/>
                    <a:pt x="7262" y="6130"/>
                  </a:cubicBezTo>
                  <a:cubicBezTo>
                    <a:pt x="9541" y="3906"/>
                    <a:pt x="7995"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p56"/>
            <p:cNvSpPr/>
            <p:nvPr/>
          </p:nvSpPr>
          <p:spPr>
            <a:xfrm>
              <a:off x="4636250" y="3072975"/>
              <a:ext cx="201425" cy="180925"/>
            </a:xfrm>
            <a:custGeom>
              <a:rect b="b" l="l" r="r" t="t"/>
              <a:pathLst>
                <a:path extrusionOk="0" h="7237" w="8057">
                  <a:moveTo>
                    <a:pt x="4023" y="0"/>
                  </a:moveTo>
                  <a:cubicBezTo>
                    <a:pt x="3177" y="0"/>
                    <a:pt x="2335" y="327"/>
                    <a:pt x="1628" y="983"/>
                  </a:cubicBezTo>
                  <a:cubicBezTo>
                    <a:pt x="109" y="2393"/>
                    <a:pt x="0" y="4536"/>
                    <a:pt x="1411" y="6028"/>
                  </a:cubicBezTo>
                  <a:cubicBezTo>
                    <a:pt x="2123" y="6827"/>
                    <a:pt x="3107" y="7237"/>
                    <a:pt x="4097" y="7237"/>
                  </a:cubicBezTo>
                  <a:cubicBezTo>
                    <a:pt x="4955" y="7237"/>
                    <a:pt x="5817" y="6929"/>
                    <a:pt x="6510" y="6299"/>
                  </a:cubicBezTo>
                  <a:cubicBezTo>
                    <a:pt x="7975" y="4943"/>
                    <a:pt x="8056" y="2637"/>
                    <a:pt x="6673" y="1200"/>
                  </a:cubicBezTo>
                  <a:cubicBezTo>
                    <a:pt x="5903" y="401"/>
                    <a:pt x="4961" y="0"/>
                    <a:pt x="4023"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6" name="Google Shape;1336;p56"/>
            <p:cNvSpPr/>
            <p:nvPr/>
          </p:nvSpPr>
          <p:spPr>
            <a:xfrm>
              <a:off x="5247225" y="2443175"/>
              <a:ext cx="238500" cy="179725"/>
            </a:xfrm>
            <a:custGeom>
              <a:rect b="b" l="l" r="r" t="t"/>
              <a:pathLst>
                <a:path extrusionOk="0" h="7189" w="9540">
                  <a:moveTo>
                    <a:pt x="4765" y="0"/>
                  </a:moveTo>
                  <a:cubicBezTo>
                    <a:pt x="3855" y="0"/>
                    <a:pt x="2950" y="360"/>
                    <a:pt x="2278" y="1085"/>
                  </a:cubicBezTo>
                  <a:cubicBezTo>
                    <a:pt x="0" y="3309"/>
                    <a:pt x="1573" y="7188"/>
                    <a:pt x="4774" y="7188"/>
                  </a:cubicBezTo>
                  <a:cubicBezTo>
                    <a:pt x="4785" y="7188"/>
                    <a:pt x="4796" y="7188"/>
                    <a:pt x="4807" y="7188"/>
                  </a:cubicBezTo>
                  <a:cubicBezTo>
                    <a:pt x="7959" y="7188"/>
                    <a:pt x="9540"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7" name="Google Shape;1337;p56"/>
            <p:cNvSpPr/>
            <p:nvPr/>
          </p:nvSpPr>
          <p:spPr>
            <a:xfrm>
              <a:off x="4006975" y="4332350"/>
              <a:ext cx="201425" cy="181225"/>
            </a:xfrm>
            <a:custGeom>
              <a:rect b="b" l="l" r="r" t="t"/>
              <a:pathLst>
                <a:path extrusionOk="0" h="7249" w="8057">
                  <a:moveTo>
                    <a:pt x="4008" y="1"/>
                  </a:moveTo>
                  <a:cubicBezTo>
                    <a:pt x="3158" y="1"/>
                    <a:pt x="2309" y="334"/>
                    <a:pt x="1601" y="1004"/>
                  </a:cubicBezTo>
                  <a:cubicBezTo>
                    <a:pt x="109" y="2387"/>
                    <a:pt x="0" y="4557"/>
                    <a:pt x="1384" y="6049"/>
                  </a:cubicBezTo>
                  <a:cubicBezTo>
                    <a:pt x="2082" y="6847"/>
                    <a:pt x="3051" y="7249"/>
                    <a:pt x="4021" y="7249"/>
                  </a:cubicBezTo>
                  <a:cubicBezTo>
                    <a:pt x="4897" y="7249"/>
                    <a:pt x="5774" y="6922"/>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8" name="Google Shape;1338;p56"/>
            <p:cNvSpPr/>
            <p:nvPr/>
          </p:nvSpPr>
          <p:spPr>
            <a:xfrm>
              <a:off x="4617950" y="3702900"/>
              <a:ext cx="238325" cy="179900"/>
            </a:xfrm>
            <a:custGeom>
              <a:rect b="b" l="l" r="r" t="t"/>
              <a:pathLst>
                <a:path extrusionOk="0" h="7196" w="9533">
                  <a:moveTo>
                    <a:pt x="4759" y="0"/>
                  </a:moveTo>
                  <a:cubicBezTo>
                    <a:pt x="3858" y="0"/>
                    <a:pt x="2957" y="346"/>
                    <a:pt x="2279" y="1038"/>
                  </a:cubicBezTo>
                  <a:cubicBezTo>
                    <a:pt x="0" y="3262"/>
                    <a:pt x="1519" y="7141"/>
                    <a:pt x="4693" y="7195"/>
                  </a:cubicBezTo>
                  <a:cubicBezTo>
                    <a:pt x="4715" y="7196"/>
                    <a:pt x="4737" y="7196"/>
                    <a:pt x="4760" y="7196"/>
                  </a:cubicBezTo>
                  <a:cubicBezTo>
                    <a:pt x="7916" y="7196"/>
                    <a:pt x="9532" y="3409"/>
                    <a:pt x="7324" y="1119"/>
                  </a:cubicBezTo>
                  <a:cubicBezTo>
                    <a:pt x="6633" y="373"/>
                    <a:pt x="5695"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9" name="Google Shape;1339;p56"/>
            <p:cNvSpPr/>
            <p:nvPr/>
          </p:nvSpPr>
          <p:spPr>
            <a:xfrm>
              <a:off x="7141825" y="1811875"/>
              <a:ext cx="238700" cy="180050"/>
            </a:xfrm>
            <a:custGeom>
              <a:rect b="b" l="l" r="r" t="t"/>
              <a:pathLst>
                <a:path extrusionOk="0" h="7202" w="9548">
                  <a:moveTo>
                    <a:pt x="4774" y="0"/>
                  </a:moveTo>
                  <a:cubicBezTo>
                    <a:pt x="1600" y="0"/>
                    <a:pt x="0" y="3825"/>
                    <a:pt x="2224" y="6103"/>
                  </a:cubicBezTo>
                  <a:cubicBezTo>
                    <a:pt x="2902" y="6835"/>
                    <a:pt x="3825" y="7201"/>
                    <a:pt x="4750" y="7201"/>
                  </a:cubicBezTo>
                  <a:cubicBezTo>
                    <a:pt x="5676" y="7201"/>
                    <a:pt x="6605" y="6835"/>
                    <a:pt x="7296" y="6103"/>
                  </a:cubicBezTo>
                  <a:cubicBezTo>
                    <a:pt x="9548" y="3879"/>
                    <a:pt x="7975" y="27"/>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p56"/>
            <p:cNvSpPr/>
            <p:nvPr/>
          </p:nvSpPr>
          <p:spPr>
            <a:xfrm>
              <a:off x="7142025" y="552650"/>
              <a:ext cx="238500" cy="179800"/>
            </a:xfrm>
            <a:custGeom>
              <a:rect b="b" l="l" r="r" t="t"/>
              <a:pathLst>
                <a:path extrusionOk="0" h="7192" w="9540">
                  <a:moveTo>
                    <a:pt x="4760" y="0"/>
                  </a:moveTo>
                  <a:cubicBezTo>
                    <a:pt x="1608" y="0"/>
                    <a:pt x="0" y="3806"/>
                    <a:pt x="2216" y="6076"/>
                  </a:cubicBezTo>
                  <a:cubicBezTo>
                    <a:pt x="2904" y="6819"/>
                    <a:pt x="3836" y="7192"/>
                    <a:pt x="4767" y="7192"/>
                  </a:cubicBezTo>
                  <a:cubicBezTo>
                    <a:pt x="5673" y="7192"/>
                    <a:pt x="6579" y="6839"/>
                    <a:pt x="7261" y="6130"/>
                  </a:cubicBezTo>
                  <a:cubicBezTo>
                    <a:pt x="9540" y="3906"/>
                    <a:pt x="7994" y="27"/>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p56"/>
            <p:cNvSpPr/>
            <p:nvPr/>
          </p:nvSpPr>
          <p:spPr>
            <a:xfrm>
              <a:off x="7160125" y="1181075"/>
              <a:ext cx="201425" cy="181050"/>
            </a:xfrm>
            <a:custGeom>
              <a:rect b="b" l="l" r="r" t="t"/>
              <a:pathLst>
                <a:path extrusionOk="0" h="7242" w="8057">
                  <a:moveTo>
                    <a:pt x="4033" y="1"/>
                  </a:moveTo>
                  <a:cubicBezTo>
                    <a:pt x="3183" y="1"/>
                    <a:pt x="2336" y="327"/>
                    <a:pt x="1628" y="983"/>
                  </a:cubicBezTo>
                  <a:cubicBezTo>
                    <a:pt x="136" y="2394"/>
                    <a:pt x="1" y="4564"/>
                    <a:pt x="1411" y="6056"/>
                  </a:cubicBezTo>
                  <a:cubicBezTo>
                    <a:pt x="2095" y="6840"/>
                    <a:pt x="3065" y="7242"/>
                    <a:pt x="4035" y="7242"/>
                  </a:cubicBezTo>
                  <a:cubicBezTo>
                    <a:pt x="4910" y="7242"/>
                    <a:pt x="5787" y="6914"/>
                    <a:pt x="6456" y="6245"/>
                  </a:cubicBezTo>
                  <a:cubicBezTo>
                    <a:pt x="7975" y="4944"/>
                    <a:pt x="8056" y="2638"/>
                    <a:pt x="6673" y="1200"/>
                  </a:cubicBezTo>
                  <a:cubicBezTo>
                    <a:pt x="5917" y="402"/>
                    <a:pt x="4974" y="1"/>
                    <a:pt x="403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p56"/>
            <p:cNvSpPr/>
            <p:nvPr/>
          </p:nvSpPr>
          <p:spPr>
            <a:xfrm>
              <a:off x="7141825" y="4962975"/>
              <a:ext cx="238700" cy="180150"/>
            </a:xfrm>
            <a:custGeom>
              <a:rect b="b" l="l" r="r" t="t"/>
              <a:pathLst>
                <a:path extrusionOk="0" h="7206" w="9548">
                  <a:moveTo>
                    <a:pt x="4801" y="0"/>
                  </a:moveTo>
                  <a:cubicBezTo>
                    <a:pt x="1600" y="0"/>
                    <a:pt x="0" y="3852"/>
                    <a:pt x="2251" y="6103"/>
                  </a:cubicBezTo>
                  <a:cubicBezTo>
                    <a:pt x="2933" y="6839"/>
                    <a:pt x="3854" y="7205"/>
                    <a:pt x="4777" y="7205"/>
                  </a:cubicBezTo>
                  <a:cubicBezTo>
                    <a:pt x="5691" y="7205"/>
                    <a:pt x="6608" y="6846"/>
                    <a:pt x="7296" y="6130"/>
                  </a:cubicBezTo>
                  <a:cubicBezTo>
                    <a:pt x="9548" y="3879"/>
                    <a:pt x="7975"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p56"/>
            <p:cNvSpPr/>
            <p:nvPr/>
          </p:nvSpPr>
          <p:spPr>
            <a:xfrm>
              <a:off x="7160125" y="2443200"/>
              <a:ext cx="202100" cy="180775"/>
            </a:xfrm>
            <a:custGeom>
              <a:rect b="b" l="l" r="r" t="t"/>
              <a:pathLst>
                <a:path extrusionOk="0" h="7231" w="8084">
                  <a:moveTo>
                    <a:pt x="4012" y="1"/>
                  </a:moveTo>
                  <a:cubicBezTo>
                    <a:pt x="3198" y="1"/>
                    <a:pt x="2389" y="304"/>
                    <a:pt x="1709" y="922"/>
                  </a:cubicBezTo>
                  <a:cubicBezTo>
                    <a:pt x="190" y="2278"/>
                    <a:pt x="1" y="4448"/>
                    <a:pt x="1330" y="5967"/>
                  </a:cubicBezTo>
                  <a:cubicBezTo>
                    <a:pt x="2057" y="6797"/>
                    <a:pt x="3051" y="7231"/>
                    <a:pt x="4048" y="7231"/>
                  </a:cubicBezTo>
                  <a:cubicBezTo>
                    <a:pt x="4873" y="7231"/>
                    <a:pt x="5699" y="6934"/>
                    <a:pt x="6375" y="6319"/>
                  </a:cubicBezTo>
                  <a:cubicBezTo>
                    <a:pt x="7894" y="4990"/>
                    <a:pt x="8083" y="2766"/>
                    <a:pt x="6727" y="1274"/>
                  </a:cubicBezTo>
                  <a:cubicBezTo>
                    <a:pt x="5960"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p56"/>
            <p:cNvSpPr/>
            <p:nvPr/>
          </p:nvSpPr>
          <p:spPr>
            <a:xfrm>
              <a:off x="7141825" y="3073100"/>
              <a:ext cx="238125" cy="179775"/>
            </a:xfrm>
            <a:custGeom>
              <a:rect b="b" l="l" r="r" t="t"/>
              <a:pathLst>
                <a:path extrusionOk="0" h="7191" w="9525">
                  <a:moveTo>
                    <a:pt x="4781" y="1"/>
                  </a:moveTo>
                  <a:cubicBezTo>
                    <a:pt x="3878" y="1"/>
                    <a:pt x="2971" y="354"/>
                    <a:pt x="2279" y="1059"/>
                  </a:cubicBezTo>
                  <a:cubicBezTo>
                    <a:pt x="0" y="3256"/>
                    <a:pt x="1519" y="7135"/>
                    <a:pt x="4693" y="7189"/>
                  </a:cubicBezTo>
                  <a:cubicBezTo>
                    <a:pt x="4726" y="7190"/>
                    <a:pt x="4759" y="7190"/>
                    <a:pt x="4792" y="7190"/>
                  </a:cubicBezTo>
                  <a:cubicBezTo>
                    <a:pt x="7927" y="7190"/>
                    <a:pt x="9525" y="3395"/>
                    <a:pt x="7324" y="1141"/>
                  </a:cubicBezTo>
                  <a:cubicBezTo>
                    <a:pt x="6647" y="381"/>
                    <a:pt x="5717" y="1"/>
                    <a:pt x="478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56"/>
            <p:cNvSpPr/>
            <p:nvPr/>
          </p:nvSpPr>
          <p:spPr>
            <a:xfrm>
              <a:off x="7142025" y="3703750"/>
              <a:ext cx="238500" cy="180325"/>
            </a:xfrm>
            <a:custGeom>
              <a:rect b="b" l="l" r="r" t="t"/>
              <a:pathLst>
                <a:path extrusionOk="0" h="7213" w="9540">
                  <a:moveTo>
                    <a:pt x="4760" y="0"/>
                  </a:moveTo>
                  <a:cubicBezTo>
                    <a:pt x="1608" y="0"/>
                    <a:pt x="0" y="3806"/>
                    <a:pt x="2216" y="6076"/>
                  </a:cubicBezTo>
                  <a:cubicBezTo>
                    <a:pt x="2904" y="6832"/>
                    <a:pt x="3835" y="7212"/>
                    <a:pt x="4767" y="7212"/>
                  </a:cubicBezTo>
                  <a:cubicBezTo>
                    <a:pt x="5673" y="7212"/>
                    <a:pt x="6579" y="6853"/>
                    <a:pt x="7261" y="6130"/>
                  </a:cubicBezTo>
                  <a:cubicBezTo>
                    <a:pt x="9540" y="3906"/>
                    <a:pt x="7994" y="28"/>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6" name="Google Shape;1346;p56"/>
            <p:cNvSpPr/>
            <p:nvPr/>
          </p:nvSpPr>
          <p:spPr>
            <a:xfrm>
              <a:off x="7160125" y="4332350"/>
              <a:ext cx="201425" cy="181225"/>
            </a:xfrm>
            <a:custGeom>
              <a:rect b="b" l="l" r="r" t="t"/>
              <a:pathLst>
                <a:path extrusionOk="0" h="7249" w="8057">
                  <a:moveTo>
                    <a:pt x="4035" y="1"/>
                  </a:moveTo>
                  <a:cubicBezTo>
                    <a:pt x="3185" y="1"/>
                    <a:pt x="2336" y="334"/>
                    <a:pt x="1628" y="1004"/>
                  </a:cubicBezTo>
                  <a:cubicBezTo>
                    <a:pt x="136" y="2387"/>
                    <a:pt x="1" y="4557"/>
                    <a:pt x="1411" y="6049"/>
                  </a:cubicBezTo>
                  <a:cubicBezTo>
                    <a:pt x="2095" y="6847"/>
                    <a:pt x="3065" y="7249"/>
                    <a:pt x="4035" y="7249"/>
                  </a:cubicBezTo>
                  <a:cubicBezTo>
                    <a:pt x="4911" y="7249"/>
                    <a:pt x="5787" y="6922"/>
                    <a:pt x="6456" y="6266"/>
                  </a:cubicBezTo>
                  <a:cubicBezTo>
                    <a:pt x="7975" y="4937"/>
                    <a:pt x="8056" y="2631"/>
                    <a:pt x="6673" y="1221"/>
                  </a:cubicBezTo>
                  <a:cubicBezTo>
                    <a:pt x="5918" y="409"/>
                    <a:pt x="4976"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47" name="Google Shape;1347;p56"/>
          <p:cNvSpPr/>
          <p:nvPr/>
        </p:nvSpPr>
        <p:spPr>
          <a:xfrm rot="-1777046">
            <a:off x="4464902" y="1411060"/>
            <a:ext cx="4860727" cy="3359400"/>
          </a:xfrm>
          <a:custGeom>
            <a:rect b="b" l="l" r="r" t="t"/>
            <a:pathLst>
              <a:path extrusionOk="0" h="195830" w="237196">
                <a:moveTo>
                  <a:pt x="182493" y="0"/>
                </a:moveTo>
                <a:cubicBezTo>
                  <a:pt x="160794" y="0"/>
                  <a:pt x="136857" y="13684"/>
                  <a:pt x="125770" y="46667"/>
                </a:cubicBezTo>
                <a:cubicBezTo>
                  <a:pt x="112501" y="86475"/>
                  <a:pt x="99703" y="101135"/>
                  <a:pt x="82683" y="101135"/>
                </a:cubicBezTo>
                <a:cubicBezTo>
                  <a:pt x="77764" y="101135"/>
                  <a:pt x="72494" y="99911"/>
                  <a:pt x="66757" y="97716"/>
                </a:cubicBezTo>
                <a:cubicBezTo>
                  <a:pt x="59909" y="95081"/>
                  <a:pt x="53433" y="93896"/>
                  <a:pt x="47460" y="93896"/>
                </a:cubicBezTo>
                <a:cubicBezTo>
                  <a:pt x="17332" y="93896"/>
                  <a:pt x="1" y="124030"/>
                  <a:pt x="12313" y="150071"/>
                </a:cubicBezTo>
                <a:cubicBezTo>
                  <a:pt x="19223" y="164795"/>
                  <a:pt x="29540" y="168076"/>
                  <a:pt x="41648" y="168076"/>
                </a:cubicBezTo>
                <a:cubicBezTo>
                  <a:pt x="51382" y="168076"/>
                  <a:pt x="62272" y="165955"/>
                  <a:pt x="73479" y="165955"/>
                </a:cubicBezTo>
                <a:cubicBezTo>
                  <a:pt x="86528" y="165955"/>
                  <a:pt x="100005" y="168830"/>
                  <a:pt x="112584" y="181275"/>
                </a:cubicBezTo>
                <a:cubicBezTo>
                  <a:pt x="123109" y="191650"/>
                  <a:pt x="135906" y="195830"/>
                  <a:pt x="148277" y="195830"/>
                </a:cubicBezTo>
                <a:cubicBezTo>
                  <a:pt x="168129" y="195830"/>
                  <a:pt x="186885" y="185066"/>
                  <a:pt x="193400" y="171875"/>
                </a:cubicBezTo>
                <a:cubicBezTo>
                  <a:pt x="213115" y="132315"/>
                  <a:pt x="187003" y="136231"/>
                  <a:pt x="220818" y="61420"/>
                </a:cubicBezTo>
                <a:cubicBezTo>
                  <a:pt x="237196" y="25134"/>
                  <a:pt x="211900" y="0"/>
                  <a:pt x="182493" y="0"/>
                </a:cubicBezTo>
                <a:close/>
              </a:path>
            </a:pathLst>
          </a:custGeom>
          <a:solidFill>
            <a:srgbClr val="FDB32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8" name="Google Shape;1348;p56"/>
          <p:cNvSpPr txBox="1"/>
          <p:nvPr>
            <p:ph type="title"/>
          </p:nvPr>
        </p:nvSpPr>
        <p:spPr>
          <a:xfrm>
            <a:off x="929450" y="1380825"/>
            <a:ext cx="3172800" cy="473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500"/>
            </a:lvl1pPr>
            <a:lvl2pPr lvl="1" algn="ctr">
              <a:lnSpc>
                <a:spcPct val="100000"/>
              </a:lnSpc>
              <a:spcBef>
                <a:spcPts val="0"/>
              </a:spcBef>
              <a:spcAft>
                <a:spcPts val="0"/>
              </a:spcAft>
              <a:buSzPts val="2800"/>
              <a:buNone/>
              <a:defRPr sz="2500"/>
            </a:lvl2pPr>
            <a:lvl3pPr lvl="2" algn="ctr">
              <a:lnSpc>
                <a:spcPct val="100000"/>
              </a:lnSpc>
              <a:spcBef>
                <a:spcPts val="0"/>
              </a:spcBef>
              <a:spcAft>
                <a:spcPts val="0"/>
              </a:spcAft>
              <a:buSzPts val="2800"/>
              <a:buNone/>
              <a:defRPr sz="2500"/>
            </a:lvl3pPr>
            <a:lvl4pPr lvl="3" algn="ctr">
              <a:lnSpc>
                <a:spcPct val="100000"/>
              </a:lnSpc>
              <a:spcBef>
                <a:spcPts val="0"/>
              </a:spcBef>
              <a:spcAft>
                <a:spcPts val="0"/>
              </a:spcAft>
              <a:buSzPts val="2800"/>
              <a:buNone/>
              <a:defRPr sz="2500"/>
            </a:lvl4pPr>
            <a:lvl5pPr lvl="4" algn="ctr">
              <a:lnSpc>
                <a:spcPct val="100000"/>
              </a:lnSpc>
              <a:spcBef>
                <a:spcPts val="0"/>
              </a:spcBef>
              <a:spcAft>
                <a:spcPts val="0"/>
              </a:spcAft>
              <a:buSzPts val="2800"/>
              <a:buNone/>
              <a:defRPr sz="2500"/>
            </a:lvl5pPr>
            <a:lvl6pPr lvl="5" algn="ctr">
              <a:lnSpc>
                <a:spcPct val="100000"/>
              </a:lnSpc>
              <a:spcBef>
                <a:spcPts val="0"/>
              </a:spcBef>
              <a:spcAft>
                <a:spcPts val="0"/>
              </a:spcAft>
              <a:buSzPts val="2800"/>
              <a:buNone/>
              <a:defRPr sz="2500"/>
            </a:lvl6pPr>
            <a:lvl7pPr lvl="6" algn="ctr">
              <a:lnSpc>
                <a:spcPct val="100000"/>
              </a:lnSpc>
              <a:spcBef>
                <a:spcPts val="0"/>
              </a:spcBef>
              <a:spcAft>
                <a:spcPts val="0"/>
              </a:spcAft>
              <a:buSzPts val="2800"/>
              <a:buNone/>
              <a:defRPr sz="2500"/>
            </a:lvl7pPr>
            <a:lvl8pPr lvl="7" algn="ctr">
              <a:lnSpc>
                <a:spcPct val="100000"/>
              </a:lnSpc>
              <a:spcBef>
                <a:spcPts val="0"/>
              </a:spcBef>
              <a:spcAft>
                <a:spcPts val="0"/>
              </a:spcAft>
              <a:buSzPts val="2800"/>
              <a:buNone/>
              <a:defRPr sz="2500"/>
            </a:lvl8pPr>
            <a:lvl9pPr lvl="8" algn="ctr">
              <a:lnSpc>
                <a:spcPct val="100000"/>
              </a:lnSpc>
              <a:spcBef>
                <a:spcPts val="0"/>
              </a:spcBef>
              <a:spcAft>
                <a:spcPts val="0"/>
              </a:spcAft>
              <a:buSzPts val="2800"/>
              <a:buNone/>
              <a:defRPr sz="2500"/>
            </a:lvl9pPr>
          </a:lstStyle>
          <a:p/>
        </p:txBody>
      </p:sp>
      <p:sp>
        <p:nvSpPr>
          <p:cNvPr id="1349" name="Google Shape;1349;p56"/>
          <p:cNvSpPr txBox="1"/>
          <p:nvPr>
            <p:ph idx="1" type="subTitle"/>
          </p:nvPr>
        </p:nvSpPr>
        <p:spPr>
          <a:xfrm>
            <a:off x="825250" y="2607025"/>
            <a:ext cx="3312000" cy="811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accent5"/>
                </a:solidFill>
              </a:defRPr>
            </a:lvl1pPr>
            <a:lvl2pPr lvl="1" algn="l">
              <a:lnSpc>
                <a:spcPct val="100000"/>
              </a:lnSpc>
              <a:spcBef>
                <a:spcPts val="160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grpSp>
        <p:nvGrpSpPr>
          <p:cNvPr id="1350" name="Google Shape;1350;p56"/>
          <p:cNvGrpSpPr/>
          <p:nvPr/>
        </p:nvGrpSpPr>
        <p:grpSpPr>
          <a:xfrm rot="6459182">
            <a:off x="-1372017" y="3620190"/>
            <a:ext cx="2448150" cy="2941424"/>
            <a:chOff x="235075" y="777725"/>
            <a:chExt cx="7186900" cy="4132775"/>
          </a:xfrm>
        </p:grpSpPr>
        <p:sp>
          <p:nvSpPr>
            <p:cNvPr id="1351" name="Google Shape;1351;p56"/>
            <p:cNvSpPr/>
            <p:nvPr/>
          </p:nvSpPr>
          <p:spPr>
            <a:xfrm>
              <a:off x="342575" y="932875"/>
              <a:ext cx="7079400" cy="3826525"/>
            </a:xfrm>
            <a:custGeom>
              <a:rect b="b" l="l" r="r" t="t"/>
              <a:pathLst>
                <a:path extrusionOk="0" h="153061" w="283176">
                  <a:moveTo>
                    <a:pt x="168404" y="0"/>
                  </a:moveTo>
                  <a:cubicBezTo>
                    <a:pt x="157709" y="0"/>
                    <a:pt x="146666" y="1269"/>
                    <a:pt x="137470" y="1958"/>
                  </a:cubicBezTo>
                  <a:cubicBezTo>
                    <a:pt x="99769" y="4776"/>
                    <a:pt x="61970" y="14736"/>
                    <a:pt x="30657" y="36550"/>
                  </a:cubicBezTo>
                  <a:cubicBezTo>
                    <a:pt x="16422" y="46461"/>
                    <a:pt x="2915" y="60284"/>
                    <a:pt x="1336" y="77580"/>
                  </a:cubicBezTo>
                  <a:cubicBezTo>
                    <a:pt x="0" y="92204"/>
                    <a:pt x="7774" y="106560"/>
                    <a:pt x="18778" y="116301"/>
                  </a:cubicBezTo>
                  <a:cubicBezTo>
                    <a:pt x="29807" y="126043"/>
                    <a:pt x="43726" y="131800"/>
                    <a:pt x="57670" y="136415"/>
                  </a:cubicBezTo>
                  <a:cubicBezTo>
                    <a:pt x="91058" y="147472"/>
                    <a:pt x="125903" y="153060"/>
                    <a:pt x="160873" y="153060"/>
                  </a:cubicBezTo>
                  <a:cubicBezTo>
                    <a:pt x="176382" y="153060"/>
                    <a:pt x="191917" y="151961"/>
                    <a:pt x="207359" y="149752"/>
                  </a:cubicBezTo>
                  <a:cubicBezTo>
                    <a:pt x="222226" y="147614"/>
                    <a:pt x="237360" y="144286"/>
                    <a:pt x="249871" y="135929"/>
                  </a:cubicBezTo>
                  <a:cubicBezTo>
                    <a:pt x="275062" y="119095"/>
                    <a:pt x="283175" y="80398"/>
                    <a:pt x="265102" y="56057"/>
                  </a:cubicBezTo>
                  <a:cubicBezTo>
                    <a:pt x="255968" y="43789"/>
                    <a:pt x="242097" y="36137"/>
                    <a:pt x="229125" y="28024"/>
                  </a:cubicBezTo>
                  <a:cubicBezTo>
                    <a:pt x="217003" y="20420"/>
                    <a:pt x="204881" y="7643"/>
                    <a:pt x="191278" y="3027"/>
                  </a:cubicBezTo>
                  <a:cubicBezTo>
                    <a:pt x="184502" y="737"/>
                    <a:pt x="176554" y="0"/>
                    <a:pt x="168404" y="0"/>
                  </a:cubicBezTo>
                  <a:close/>
                </a:path>
              </a:pathLst>
            </a:custGeom>
            <a:solidFill>
              <a:srgbClr val="F0A9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p56"/>
            <p:cNvSpPr/>
            <p:nvPr/>
          </p:nvSpPr>
          <p:spPr>
            <a:xfrm>
              <a:off x="235075" y="777725"/>
              <a:ext cx="7126775" cy="4132775"/>
            </a:xfrm>
            <a:custGeom>
              <a:rect b="b" l="l" r="r" t="t"/>
              <a:pathLst>
                <a:path extrusionOk="0" h="165311" w="285071">
                  <a:moveTo>
                    <a:pt x="193683" y="2310"/>
                  </a:moveTo>
                  <a:lnTo>
                    <a:pt x="194120" y="2431"/>
                  </a:lnTo>
                  <a:lnTo>
                    <a:pt x="194557" y="2553"/>
                  </a:lnTo>
                  <a:lnTo>
                    <a:pt x="195456" y="2820"/>
                  </a:lnTo>
                  <a:lnTo>
                    <a:pt x="196198" y="3047"/>
                  </a:lnTo>
                  <a:lnTo>
                    <a:pt x="196198" y="3047"/>
                  </a:lnTo>
                  <a:cubicBezTo>
                    <a:pt x="196113" y="3020"/>
                    <a:pt x="196027" y="2993"/>
                    <a:pt x="195942" y="2966"/>
                  </a:cubicBezTo>
                  <a:lnTo>
                    <a:pt x="194825" y="2626"/>
                  </a:lnTo>
                  <a:cubicBezTo>
                    <a:pt x="194436" y="2504"/>
                    <a:pt x="194072" y="2383"/>
                    <a:pt x="193683" y="2310"/>
                  </a:cubicBezTo>
                  <a:close/>
                  <a:moveTo>
                    <a:pt x="196198" y="3047"/>
                  </a:moveTo>
                  <a:cubicBezTo>
                    <a:pt x="196309" y="3081"/>
                    <a:pt x="196421" y="3115"/>
                    <a:pt x="196532" y="3149"/>
                  </a:cubicBezTo>
                  <a:lnTo>
                    <a:pt x="196532" y="3149"/>
                  </a:lnTo>
                  <a:lnTo>
                    <a:pt x="196198" y="3047"/>
                  </a:lnTo>
                  <a:close/>
                  <a:moveTo>
                    <a:pt x="196532" y="3149"/>
                  </a:moveTo>
                  <a:lnTo>
                    <a:pt x="197205" y="3354"/>
                  </a:lnTo>
                  <a:cubicBezTo>
                    <a:pt x="197213" y="3356"/>
                    <a:pt x="197220" y="3358"/>
                    <a:pt x="197228" y="3360"/>
                  </a:cubicBezTo>
                  <a:lnTo>
                    <a:pt x="197228" y="3360"/>
                  </a:lnTo>
                  <a:cubicBezTo>
                    <a:pt x="196996" y="3288"/>
                    <a:pt x="196764" y="3219"/>
                    <a:pt x="196532" y="3149"/>
                  </a:cubicBezTo>
                  <a:close/>
                  <a:moveTo>
                    <a:pt x="197228" y="3360"/>
                  </a:moveTo>
                  <a:lnTo>
                    <a:pt x="197228" y="3360"/>
                  </a:lnTo>
                  <a:cubicBezTo>
                    <a:pt x="197350" y="3398"/>
                    <a:pt x="197472" y="3437"/>
                    <a:pt x="197593" y="3477"/>
                  </a:cubicBezTo>
                  <a:lnTo>
                    <a:pt x="197593" y="3477"/>
                  </a:lnTo>
                  <a:cubicBezTo>
                    <a:pt x="197473" y="3434"/>
                    <a:pt x="197353" y="3392"/>
                    <a:pt x="197228" y="3360"/>
                  </a:cubicBezTo>
                  <a:close/>
                  <a:moveTo>
                    <a:pt x="197593" y="3477"/>
                  </a:moveTo>
                  <a:lnTo>
                    <a:pt x="197593" y="3477"/>
                  </a:lnTo>
                  <a:cubicBezTo>
                    <a:pt x="197745" y="3533"/>
                    <a:pt x="197897" y="3593"/>
                    <a:pt x="198055" y="3646"/>
                  </a:cubicBezTo>
                  <a:lnTo>
                    <a:pt x="198930" y="3986"/>
                  </a:lnTo>
                  <a:cubicBezTo>
                    <a:pt x="199513" y="4205"/>
                    <a:pt x="200096" y="4423"/>
                    <a:pt x="200655" y="4666"/>
                  </a:cubicBezTo>
                  <a:cubicBezTo>
                    <a:pt x="200971" y="4803"/>
                    <a:pt x="201287" y="4943"/>
                    <a:pt x="201601" y="5085"/>
                  </a:cubicBezTo>
                  <a:lnTo>
                    <a:pt x="201601" y="5085"/>
                  </a:lnTo>
                  <a:lnTo>
                    <a:pt x="200412" y="4545"/>
                  </a:lnTo>
                  <a:lnTo>
                    <a:pt x="198201" y="3694"/>
                  </a:lnTo>
                  <a:cubicBezTo>
                    <a:pt x="197999" y="3616"/>
                    <a:pt x="197796" y="3545"/>
                    <a:pt x="197593" y="3477"/>
                  </a:cubicBezTo>
                  <a:close/>
                  <a:moveTo>
                    <a:pt x="201601" y="5085"/>
                  </a:moveTo>
                  <a:lnTo>
                    <a:pt x="201792" y="5172"/>
                  </a:lnTo>
                  <a:lnTo>
                    <a:pt x="201792" y="5172"/>
                  </a:lnTo>
                  <a:cubicBezTo>
                    <a:pt x="201728" y="5143"/>
                    <a:pt x="201665" y="5114"/>
                    <a:pt x="201601" y="5085"/>
                  </a:cubicBezTo>
                  <a:close/>
                  <a:moveTo>
                    <a:pt x="201792" y="5172"/>
                  </a:moveTo>
                  <a:cubicBezTo>
                    <a:pt x="202347" y="5425"/>
                    <a:pt x="202898" y="5687"/>
                    <a:pt x="203447" y="5957"/>
                  </a:cubicBezTo>
                  <a:lnTo>
                    <a:pt x="203447" y="5957"/>
                  </a:lnTo>
                  <a:cubicBezTo>
                    <a:pt x="203149" y="5808"/>
                    <a:pt x="202850" y="5661"/>
                    <a:pt x="202550" y="5516"/>
                  </a:cubicBezTo>
                  <a:lnTo>
                    <a:pt x="201792" y="5172"/>
                  </a:lnTo>
                  <a:close/>
                  <a:moveTo>
                    <a:pt x="203447" y="5957"/>
                  </a:moveTo>
                  <a:cubicBezTo>
                    <a:pt x="205025" y="6746"/>
                    <a:pt x="206570" y="7594"/>
                    <a:pt x="208082" y="8506"/>
                  </a:cubicBezTo>
                  <a:lnTo>
                    <a:pt x="208082" y="8506"/>
                  </a:lnTo>
                  <a:cubicBezTo>
                    <a:pt x="207745" y="8301"/>
                    <a:pt x="207407" y="8098"/>
                    <a:pt x="207068" y="7897"/>
                  </a:cubicBezTo>
                  <a:cubicBezTo>
                    <a:pt x="205877" y="7204"/>
                    <a:pt x="204670" y="6559"/>
                    <a:pt x="203447" y="5957"/>
                  </a:cubicBezTo>
                  <a:close/>
                  <a:moveTo>
                    <a:pt x="208082" y="8506"/>
                  </a:moveTo>
                  <a:cubicBezTo>
                    <a:pt x="208378" y="8686"/>
                    <a:pt x="208674" y="8868"/>
                    <a:pt x="208969" y="9051"/>
                  </a:cubicBezTo>
                  <a:lnTo>
                    <a:pt x="208969" y="9051"/>
                  </a:lnTo>
                  <a:cubicBezTo>
                    <a:pt x="208675" y="8867"/>
                    <a:pt x="208379" y="8685"/>
                    <a:pt x="208082" y="8506"/>
                  </a:cubicBezTo>
                  <a:close/>
                  <a:moveTo>
                    <a:pt x="274827" y="94613"/>
                  </a:moveTo>
                  <a:cubicBezTo>
                    <a:pt x="274825" y="94672"/>
                    <a:pt x="274822" y="94731"/>
                    <a:pt x="274819" y="94790"/>
                  </a:cubicBezTo>
                  <a:lnTo>
                    <a:pt x="274827" y="94613"/>
                  </a:lnTo>
                  <a:close/>
                  <a:moveTo>
                    <a:pt x="182036" y="164515"/>
                  </a:moveTo>
                  <a:cubicBezTo>
                    <a:pt x="182009" y="164557"/>
                    <a:pt x="182151" y="164591"/>
                    <a:pt x="182606" y="164606"/>
                  </a:cubicBezTo>
                  <a:cubicBezTo>
                    <a:pt x="182112" y="164589"/>
                    <a:pt x="181975" y="164562"/>
                    <a:pt x="182036" y="164515"/>
                  </a:cubicBezTo>
                  <a:close/>
                  <a:moveTo>
                    <a:pt x="171889" y="1"/>
                  </a:moveTo>
                  <a:cubicBezTo>
                    <a:pt x="169431" y="1"/>
                    <a:pt x="166985" y="62"/>
                    <a:pt x="164556" y="148"/>
                  </a:cubicBezTo>
                  <a:cubicBezTo>
                    <a:pt x="156370" y="512"/>
                    <a:pt x="148378" y="1314"/>
                    <a:pt x="140483" y="1872"/>
                  </a:cubicBezTo>
                  <a:cubicBezTo>
                    <a:pt x="132321" y="2456"/>
                    <a:pt x="124183" y="3379"/>
                    <a:pt x="116020" y="4666"/>
                  </a:cubicBezTo>
                  <a:lnTo>
                    <a:pt x="112960" y="5128"/>
                  </a:lnTo>
                  <a:cubicBezTo>
                    <a:pt x="111964" y="5298"/>
                    <a:pt x="110943" y="5516"/>
                    <a:pt x="109923" y="5686"/>
                  </a:cubicBezTo>
                  <a:lnTo>
                    <a:pt x="106887" y="6269"/>
                  </a:lnTo>
                  <a:lnTo>
                    <a:pt x="105380" y="6537"/>
                  </a:lnTo>
                  <a:lnTo>
                    <a:pt x="103850" y="6877"/>
                  </a:lnTo>
                  <a:cubicBezTo>
                    <a:pt x="101834" y="7314"/>
                    <a:pt x="99817" y="7727"/>
                    <a:pt x="97777" y="8188"/>
                  </a:cubicBezTo>
                  <a:lnTo>
                    <a:pt x="91704" y="9719"/>
                  </a:lnTo>
                  <a:cubicBezTo>
                    <a:pt x="90878" y="9913"/>
                    <a:pt x="90052" y="10180"/>
                    <a:pt x="89226" y="10423"/>
                  </a:cubicBezTo>
                  <a:lnTo>
                    <a:pt x="86797" y="11128"/>
                  </a:lnTo>
                  <a:lnTo>
                    <a:pt x="84416" y="11857"/>
                  </a:lnTo>
                  <a:cubicBezTo>
                    <a:pt x="83615" y="12099"/>
                    <a:pt x="82861" y="12391"/>
                    <a:pt x="82108" y="12634"/>
                  </a:cubicBezTo>
                  <a:lnTo>
                    <a:pt x="77614" y="14213"/>
                  </a:lnTo>
                  <a:cubicBezTo>
                    <a:pt x="76157" y="14747"/>
                    <a:pt x="74748" y="15355"/>
                    <a:pt x="73363" y="15889"/>
                  </a:cubicBezTo>
                  <a:lnTo>
                    <a:pt x="71323" y="16739"/>
                  </a:lnTo>
                  <a:lnTo>
                    <a:pt x="70327" y="17152"/>
                  </a:lnTo>
                  <a:lnTo>
                    <a:pt x="69331" y="17590"/>
                  </a:lnTo>
                  <a:lnTo>
                    <a:pt x="65517" y="19363"/>
                  </a:lnTo>
                  <a:lnTo>
                    <a:pt x="63671" y="20213"/>
                  </a:lnTo>
                  <a:lnTo>
                    <a:pt x="61922" y="21136"/>
                  </a:lnTo>
                  <a:lnTo>
                    <a:pt x="58521" y="22910"/>
                  </a:lnTo>
                  <a:lnTo>
                    <a:pt x="62772" y="21088"/>
                  </a:lnTo>
                  <a:lnTo>
                    <a:pt x="63841" y="20650"/>
                  </a:lnTo>
                  <a:lnTo>
                    <a:pt x="64909" y="20213"/>
                  </a:lnTo>
                  <a:lnTo>
                    <a:pt x="67072" y="19387"/>
                  </a:lnTo>
                  <a:lnTo>
                    <a:pt x="69234" y="18561"/>
                  </a:lnTo>
                  <a:cubicBezTo>
                    <a:pt x="69962" y="18270"/>
                    <a:pt x="70691" y="17978"/>
                    <a:pt x="71420" y="17735"/>
                  </a:cubicBezTo>
                  <a:lnTo>
                    <a:pt x="75817" y="16229"/>
                  </a:lnTo>
                  <a:cubicBezTo>
                    <a:pt x="76545" y="15962"/>
                    <a:pt x="77274" y="15695"/>
                    <a:pt x="78027" y="15476"/>
                  </a:cubicBezTo>
                  <a:lnTo>
                    <a:pt x="80238" y="14796"/>
                  </a:lnTo>
                  <a:cubicBezTo>
                    <a:pt x="81720" y="14334"/>
                    <a:pt x="83202" y="13873"/>
                    <a:pt x="84708" y="13411"/>
                  </a:cubicBezTo>
                  <a:lnTo>
                    <a:pt x="89202" y="12172"/>
                  </a:lnTo>
                  <a:lnTo>
                    <a:pt x="91461" y="11565"/>
                  </a:lnTo>
                  <a:lnTo>
                    <a:pt x="93744" y="11031"/>
                  </a:lnTo>
                  <a:lnTo>
                    <a:pt x="98287" y="9913"/>
                  </a:lnTo>
                  <a:cubicBezTo>
                    <a:pt x="99817" y="9597"/>
                    <a:pt x="101372" y="9282"/>
                    <a:pt x="102878" y="8942"/>
                  </a:cubicBezTo>
                  <a:lnTo>
                    <a:pt x="105186" y="8480"/>
                  </a:lnTo>
                  <a:cubicBezTo>
                    <a:pt x="105963" y="8310"/>
                    <a:pt x="106716" y="8188"/>
                    <a:pt x="107494" y="8043"/>
                  </a:cubicBezTo>
                  <a:lnTo>
                    <a:pt x="112134" y="7217"/>
                  </a:lnTo>
                  <a:cubicBezTo>
                    <a:pt x="118328" y="6197"/>
                    <a:pt x="124547" y="5322"/>
                    <a:pt x="130839" y="4715"/>
                  </a:cubicBezTo>
                  <a:lnTo>
                    <a:pt x="133195" y="4472"/>
                  </a:lnTo>
                  <a:lnTo>
                    <a:pt x="134361" y="4350"/>
                  </a:lnTo>
                  <a:lnTo>
                    <a:pt x="135551" y="4277"/>
                  </a:lnTo>
                  <a:lnTo>
                    <a:pt x="140264" y="3913"/>
                  </a:lnTo>
                  <a:lnTo>
                    <a:pt x="141454" y="3816"/>
                  </a:lnTo>
                  <a:lnTo>
                    <a:pt x="142596" y="3743"/>
                  </a:lnTo>
                  <a:lnTo>
                    <a:pt x="144928" y="3573"/>
                  </a:lnTo>
                  <a:lnTo>
                    <a:pt x="149568" y="3209"/>
                  </a:lnTo>
                  <a:cubicBezTo>
                    <a:pt x="155811" y="2747"/>
                    <a:pt x="162151" y="2261"/>
                    <a:pt x="168589" y="2140"/>
                  </a:cubicBezTo>
                  <a:lnTo>
                    <a:pt x="171018" y="2115"/>
                  </a:lnTo>
                  <a:cubicBezTo>
                    <a:pt x="171419" y="2103"/>
                    <a:pt x="171820" y="2097"/>
                    <a:pt x="172224" y="2097"/>
                  </a:cubicBezTo>
                  <a:cubicBezTo>
                    <a:pt x="172628" y="2097"/>
                    <a:pt x="173034" y="2103"/>
                    <a:pt x="173447" y="2115"/>
                  </a:cubicBezTo>
                  <a:lnTo>
                    <a:pt x="175877" y="2164"/>
                  </a:lnTo>
                  <a:cubicBezTo>
                    <a:pt x="176678" y="2188"/>
                    <a:pt x="177504" y="2237"/>
                    <a:pt x="178330" y="2261"/>
                  </a:cubicBezTo>
                  <a:lnTo>
                    <a:pt x="179545" y="2334"/>
                  </a:lnTo>
                  <a:cubicBezTo>
                    <a:pt x="179958" y="2358"/>
                    <a:pt x="180346" y="2407"/>
                    <a:pt x="180759" y="2431"/>
                  </a:cubicBezTo>
                  <a:lnTo>
                    <a:pt x="183237" y="2650"/>
                  </a:lnTo>
                  <a:lnTo>
                    <a:pt x="185691" y="2941"/>
                  </a:lnTo>
                  <a:cubicBezTo>
                    <a:pt x="186104" y="2990"/>
                    <a:pt x="186517" y="3039"/>
                    <a:pt x="186930" y="3111"/>
                  </a:cubicBezTo>
                  <a:lnTo>
                    <a:pt x="188168" y="3330"/>
                  </a:lnTo>
                  <a:lnTo>
                    <a:pt x="189407" y="3549"/>
                  </a:lnTo>
                  <a:cubicBezTo>
                    <a:pt x="189820" y="3622"/>
                    <a:pt x="190233" y="3694"/>
                    <a:pt x="190646" y="3792"/>
                  </a:cubicBezTo>
                  <a:lnTo>
                    <a:pt x="193124" y="4350"/>
                  </a:lnTo>
                  <a:cubicBezTo>
                    <a:pt x="193537" y="4447"/>
                    <a:pt x="193950" y="4569"/>
                    <a:pt x="194363" y="4690"/>
                  </a:cubicBezTo>
                  <a:lnTo>
                    <a:pt x="195602" y="5079"/>
                  </a:lnTo>
                  <a:lnTo>
                    <a:pt x="196841" y="5443"/>
                  </a:lnTo>
                  <a:lnTo>
                    <a:pt x="198055" y="5905"/>
                  </a:lnTo>
                  <a:cubicBezTo>
                    <a:pt x="201238" y="7144"/>
                    <a:pt x="204299" y="8650"/>
                    <a:pt x="207189" y="10448"/>
                  </a:cubicBezTo>
                  <a:cubicBezTo>
                    <a:pt x="212898" y="13921"/>
                    <a:pt x="217975" y="17954"/>
                    <a:pt x="222955" y="21865"/>
                  </a:cubicBezTo>
                  <a:cubicBezTo>
                    <a:pt x="225433" y="23808"/>
                    <a:pt x="227911" y="25752"/>
                    <a:pt x="230388" y="27574"/>
                  </a:cubicBezTo>
                  <a:cubicBezTo>
                    <a:pt x="231020" y="28035"/>
                    <a:pt x="231627" y="28472"/>
                    <a:pt x="232259" y="28910"/>
                  </a:cubicBezTo>
                  <a:lnTo>
                    <a:pt x="233206" y="29566"/>
                  </a:lnTo>
                  <a:lnTo>
                    <a:pt x="234154" y="30173"/>
                  </a:lnTo>
                  <a:cubicBezTo>
                    <a:pt x="235368" y="30999"/>
                    <a:pt x="236753" y="31849"/>
                    <a:pt x="238065" y="32675"/>
                  </a:cubicBezTo>
                  <a:cubicBezTo>
                    <a:pt x="240761" y="34351"/>
                    <a:pt x="243482" y="36027"/>
                    <a:pt x="246178" y="37752"/>
                  </a:cubicBezTo>
                  <a:cubicBezTo>
                    <a:pt x="248875" y="39477"/>
                    <a:pt x="251571" y="41250"/>
                    <a:pt x="254243" y="43145"/>
                  </a:cubicBezTo>
                  <a:cubicBezTo>
                    <a:pt x="256891" y="45040"/>
                    <a:pt x="259491" y="47032"/>
                    <a:pt x="262017" y="49194"/>
                  </a:cubicBezTo>
                  <a:cubicBezTo>
                    <a:pt x="264543" y="51356"/>
                    <a:pt x="266924" y="53712"/>
                    <a:pt x="269135" y="56214"/>
                  </a:cubicBezTo>
                  <a:lnTo>
                    <a:pt x="269961" y="57161"/>
                  </a:lnTo>
                  <a:cubicBezTo>
                    <a:pt x="270228" y="57477"/>
                    <a:pt x="270495" y="57817"/>
                    <a:pt x="270762" y="58133"/>
                  </a:cubicBezTo>
                  <a:lnTo>
                    <a:pt x="272317" y="60125"/>
                  </a:lnTo>
                  <a:lnTo>
                    <a:pt x="273774" y="62239"/>
                  </a:lnTo>
                  <a:cubicBezTo>
                    <a:pt x="274017" y="62579"/>
                    <a:pt x="274236" y="62943"/>
                    <a:pt x="274455" y="63307"/>
                  </a:cubicBezTo>
                  <a:lnTo>
                    <a:pt x="275111" y="64401"/>
                  </a:lnTo>
                  <a:cubicBezTo>
                    <a:pt x="276811" y="67340"/>
                    <a:pt x="278269" y="70401"/>
                    <a:pt x="279410" y="73607"/>
                  </a:cubicBezTo>
                  <a:cubicBezTo>
                    <a:pt x="280528" y="76790"/>
                    <a:pt x="281354" y="80069"/>
                    <a:pt x="281864" y="83397"/>
                  </a:cubicBezTo>
                  <a:lnTo>
                    <a:pt x="282082" y="84636"/>
                  </a:lnTo>
                  <a:cubicBezTo>
                    <a:pt x="282155" y="85049"/>
                    <a:pt x="282180" y="85462"/>
                    <a:pt x="282228" y="85875"/>
                  </a:cubicBezTo>
                  <a:lnTo>
                    <a:pt x="282350" y="87138"/>
                  </a:lnTo>
                  <a:cubicBezTo>
                    <a:pt x="282398" y="87551"/>
                    <a:pt x="282447" y="87964"/>
                    <a:pt x="282471" y="88377"/>
                  </a:cubicBezTo>
                  <a:lnTo>
                    <a:pt x="282617" y="90879"/>
                  </a:lnTo>
                  <a:lnTo>
                    <a:pt x="282641" y="93381"/>
                  </a:lnTo>
                  <a:cubicBezTo>
                    <a:pt x="282593" y="100037"/>
                    <a:pt x="281524" y="106620"/>
                    <a:pt x="279459" y="112961"/>
                  </a:cubicBezTo>
                  <a:lnTo>
                    <a:pt x="279094" y="114127"/>
                  </a:lnTo>
                  <a:cubicBezTo>
                    <a:pt x="278973" y="114515"/>
                    <a:pt x="278803" y="114904"/>
                    <a:pt x="278657" y="115293"/>
                  </a:cubicBezTo>
                  <a:lnTo>
                    <a:pt x="278220" y="116459"/>
                  </a:lnTo>
                  <a:cubicBezTo>
                    <a:pt x="278074" y="116847"/>
                    <a:pt x="277928" y="117236"/>
                    <a:pt x="277758" y="117600"/>
                  </a:cubicBezTo>
                  <a:lnTo>
                    <a:pt x="276787" y="119884"/>
                  </a:lnTo>
                  <a:lnTo>
                    <a:pt x="275718" y="122094"/>
                  </a:lnTo>
                  <a:cubicBezTo>
                    <a:pt x="274236" y="125058"/>
                    <a:pt x="272536" y="127876"/>
                    <a:pt x="270616" y="130572"/>
                  </a:cubicBezTo>
                  <a:cubicBezTo>
                    <a:pt x="277224" y="121171"/>
                    <a:pt x="281208" y="110191"/>
                    <a:pt x="282204" y="98774"/>
                  </a:cubicBezTo>
                  <a:cubicBezTo>
                    <a:pt x="282447" y="95835"/>
                    <a:pt x="282495" y="92895"/>
                    <a:pt x="282350" y="89980"/>
                  </a:cubicBezTo>
                  <a:cubicBezTo>
                    <a:pt x="282180" y="87017"/>
                    <a:pt x="281815" y="84077"/>
                    <a:pt x="281208" y="81162"/>
                  </a:cubicBezTo>
                  <a:cubicBezTo>
                    <a:pt x="280601" y="78247"/>
                    <a:pt x="279775" y="75381"/>
                    <a:pt x="278706" y="72587"/>
                  </a:cubicBezTo>
                  <a:cubicBezTo>
                    <a:pt x="277637" y="69769"/>
                    <a:pt x="276325" y="67073"/>
                    <a:pt x="274770" y="64498"/>
                  </a:cubicBezTo>
                  <a:cubicBezTo>
                    <a:pt x="274357" y="63842"/>
                    <a:pt x="273993" y="63186"/>
                    <a:pt x="273580" y="62579"/>
                  </a:cubicBezTo>
                  <a:lnTo>
                    <a:pt x="272293" y="60708"/>
                  </a:lnTo>
                  <a:cubicBezTo>
                    <a:pt x="272171" y="60562"/>
                    <a:pt x="272074" y="60417"/>
                    <a:pt x="271953" y="60271"/>
                  </a:cubicBezTo>
                  <a:lnTo>
                    <a:pt x="271612" y="59809"/>
                  </a:lnTo>
                  <a:lnTo>
                    <a:pt x="270932" y="58935"/>
                  </a:lnTo>
                  <a:lnTo>
                    <a:pt x="270228" y="58060"/>
                  </a:lnTo>
                  <a:cubicBezTo>
                    <a:pt x="270009" y="57769"/>
                    <a:pt x="269742" y="57502"/>
                    <a:pt x="269523" y="57210"/>
                  </a:cubicBezTo>
                  <a:cubicBezTo>
                    <a:pt x="267604" y="54951"/>
                    <a:pt x="265539" y="52837"/>
                    <a:pt x="263353" y="50845"/>
                  </a:cubicBezTo>
                  <a:cubicBezTo>
                    <a:pt x="259005" y="46910"/>
                    <a:pt x="254341" y="43534"/>
                    <a:pt x="249652" y="40424"/>
                  </a:cubicBezTo>
                  <a:cubicBezTo>
                    <a:pt x="244964" y="37339"/>
                    <a:pt x="240251" y="34448"/>
                    <a:pt x="235708" y="31558"/>
                  </a:cubicBezTo>
                  <a:cubicBezTo>
                    <a:pt x="231312" y="28764"/>
                    <a:pt x="227230" y="25533"/>
                    <a:pt x="223125" y="22254"/>
                  </a:cubicBezTo>
                  <a:cubicBezTo>
                    <a:pt x="220186" y="19922"/>
                    <a:pt x="217222" y="17565"/>
                    <a:pt x="214161" y="15330"/>
                  </a:cubicBezTo>
                  <a:cubicBezTo>
                    <a:pt x="211076" y="13023"/>
                    <a:pt x="207845" y="10933"/>
                    <a:pt x="204469" y="9039"/>
                  </a:cubicBezTo>
                  <a:lnTo>
                    <a:pt x="203181" y="8359"/>
                  </a:lnTo>
                  <a:cubicBezTo>
                    <a:pt x="202744" y="8140"/>
                    <a:pt x="202307" y="7897"/>
                    <a:pt x="201869" y="7703"/>
                  </a:cubicBezTo>
                  <a:lnTo>
                    <a:pt x="200509" y="7095"/>
                  </a:lnTo>
                  <a:cubicBezTo>
                    <a:pt x="200072" y="6901"/>
                    <a:pt x="199634" y="6658"/>
                    <a:pt x="199149" y="6488"/>
                  </a:cubicBezTo>
                  <a:lnTo>
                    <a:pt x="197764" y="5954"/>
                  </a:lnTo>
                  <a:cubicBezTo>
                    <a:pt x="197278" y="5784"/>
                    <a:pt x="196817" y="5589"/>
                    <a:pt x="196355" y="5468"/>
                  </a:cubicBezTo>
                  <a:lnTo>
                    <a:pt x="193513" y="4593"/>
                  </a:lnTo>
                  <a:cubicBezTo>
                    <a:pt x="189796" y="3670"/>
                    <a:pt x="186031" y="3014"/>
                    <a:pt x="182217" y="2698"/>
                  </a:cubicBezTo>
                  <a:cubicBezTo>
                    <a:pt x="178826" y="2386"/>
                    <a:pt x="175435" y="2258"/>
                    <a:pt x="172044" y="2258"/>
                  </a:cubicBezTo>
                  <a:cubicBezTo>
                    <a:pt x="171743" y="2258"/>
                    <a:pt x="171441" y="2259"/>
                    <a:pt x="171140" y="2261"/>
                  </a:cubicBezTo>
                  <a:cubicBezTo>
                    <a:pt x="167496" y="2285"/>
                    <a:pt x="163876" y="2480"/>
                    <a:pt x="160305" y="2674"/>
                  </a:cubicBezTo>
                  <a:cubicBezTo>
                    <a:pt x="156734" y="2868"/>
                    <a:pt x="153212" y="3184"/>
                    <a:pt x="149738" y="3476"/>
                  </a:cubicBezTo>
                  <a:lnTo>
                    <a:pt x="139341" y="4326"/>
                  </a:lnTo>
                  <a:lnTo>
                    <a:pt x="134094" y="4763"/>
                  </a:lnTo>
                  <a:lnTo>
                    <a:pt x="128847" y="5322"/>
                  </a:lnTo>
                  <a:cubicBezTo>
                    <a:pt x="127122" y="5492"/>
                    <a:pt x="125373" y="5735"/>
                    <a:pt x="123648" y="5954"/>
                  </a:cubicBezTo>
                  <a:cubicBezTo>
                    <a:pt x="121923" y="6197"/>
                    <a:pt x="120199" y="6391"/>
                    <a:pt x="118474" y="6682"/>
                  </a:cubicBezTo>
                  <a:lnTo>
                    <a:pt x="113300" y="7508"/>
                  </a:lnTo>
                  <a:cubicBezTo>
                    <a:pt x="111599" y="7824"/>
                    <a:pt x="109899" y="8164"/>
                    <a:pt x="108174" y="8456"/>
                  </a:cubicBezTo>
                  <a:lnTo>
                    <a:pt x="105623" y="8942"/>
                  </a:lnTo>
                  <a:lnTo>
                    <a:pt x="103073" y="9500"/>
                  </a:lnTo>
                  <a:lnTo>
                    <a:pt x="100546" y="10059"/>
                  </a:lnTo>
                  <a:cubicBezTo>
                    <a:pt x="99696" y="10253"/>
                    <a:pt x="98846" y="10399"/>
                    <a:pt x="97996" y="10618"/>
                  </a:cubicBezTo>
                  <a:lnTo>
                    <a:pt x="92967" y="11881"/>
                  </a:lnTo>
                  <a:lnTo>
                    <a:pt x="91704" y="12172"/>
                  </a:lnTo>
                  <a:lnTo>
                    <a:pt x="90441" y="12537"/>
                  </a:lnTo>
                  <a:lnTo>
                    <a:pt x="87963" y="13241"/>
                  </a:lnTo>
                  <a:cubicBezTo>
                    <a:pt x="84611" y="14116"/>
                    <a:pt x="81331" y="15233"/>
                    <a:pt x="78027" y="16253"/>
                  </a:cubicBezTo>
                  <a:cubicBezTo>
                    <a:pt x="76400" y="16812"/>
                    <a:pt x="74772" y="17395"/>
                    <a:pt x="73120" y="17978"/>
                  </a:cubicBezTo>
                  <a:cubicBezTo>
                    <a:pt x="72343" y="18270"/>
                    <a:pt x="71517" y="18537"/>
                    <a:pt x="70691" y="18828"/>
                  </a:cubicBezTo>
                  <a:lnTo>
                    <a:pt x="68262" y="19776"/>
                  </a:lnTo>
                  <a:lnTo>
                    <a:pt x="65833" y="20723"/>
                  </a:lnTo>
                  <a:cubicBezTo>
                    <a:pt x="65055" y="21063"/>
                    <a:pt x="64229" y="21355"/>
                    <a:pt x="63452" y="21719"/>
                  </a:cubicBezTo>
                  <a:lnTo>
                    <a:pt x="58666" y="23784"/>
                  </a:lnTo>
                  <a:lnTo>
                    <a:pt x="57646" y="24221"/>
                  </a:lnTo>
                  <a:cubicBezTo>
                    <a:pt x="57306" y="24367"/>
                    <a:pt x="56966" y="24537"/>
                    <a:pt x="56626" y="24707"/>
                  </a:cubicBezTo>
                  <a:lnTo>
                    <a:pt x="54585" y="25679"/>
                  </a:lnTo>
                  <a:lnTo>
                    <a:pt x="52520" y="26651"/>
                  </a:lnTo>
                  <a:lnTo>
                    <a:pt x="51500" y="27136"/>
                  </a:lnTo>
                  <a:cubicBezTo>
                    <a:pt x="51160" y="27282"/>
                    <a:pt x="50820" y="27452"/>
                    <a:pt x="50480" y="27622"/>
                  </a:cubicBezTo>
                  <a:lnTo>
                    <a:pt x="45791" y="30732"/>
                  </a:lnTo>
                  <a:cubicBezTo>
                    <a:pt x="45427" y="30975"/>
                    <a:pt x="45063" y="31217"/>
                    <a:pt x="44698" y="31460"/>
                  </a:cubicBezTo>
                  <a:lnTo>
                    <a:pt x="43678" y="32213"/>
                  </a:lnTo>
                  <a:lnTo>
                    <a:pt x="41710" y="33671"/>
                  </a:lnTo>
                  <a:lnTo>
                    <a:pt x="39961" y="35031"/>
                  </a:lnTo>
                  <a:lnTo>
                    <a:pt x="39160" y="35687"/>
                  </a:lnTo>
                  <a:cubicBezTo>
                    <a:pt x="38892" y="35882"/>
                    <a:pt x="38650" y="36124"/>
                    <a:pt x="38382" y="36343"/>
                  </a:cubicBezTo>
                  <a:cubicBezTo>
                    <a:pt x="37411" y="37218"/>
                    <a:pt x="36560" y="37995"/>
                    <a:pt x="35880" y="38699"/>
                  </a:cubicBezTo>
                  <a:cubicBezTo>
                    <a:pt x="34520" y="40084"/>
                    <a:pt x="33791" y="41056"/>
                    <a:pt x="34034" y="41396"/>
                  </a:cubicBezTo>
                  <a:cubicBezTo>
                    <a:pt x="34094" y="41474"/>
                    <a:pt x="34212" y="41515"/>
                    <a:pt x="34392" y="41515"/>
                  </a:cubicBezTo>
                  <a:cubicBezTo>
                    <a:pt x="34934" y="41515"/>
                    <a:pt x="36041" y="41142"/>
                    <a:pt x="37848" y="40303"/>
                  </a:cubicBezTo>
                  <a:cubicBezTo>
                    <a:pt x="38455" y="40011"/>
                    <a:pt x="39135" y="39671"/>
                    <a:pt x="39913" y="39282"/>
                  </a:cubicBezTo>
                  <a:cubicBezTo>
                    <a:pt x="40301" y="39112"/>
                    <a:pt x="40690" y="38894"/>
                    <a:pt x="41127" y="38675"/>
                  </a:cubicBezTo>
                  <a:lnTo>
                    <a:pt x="42488" y="38019"/>
                  </a:lnTo>
                  <a:cubicBezTo>
                    <a:pt x="43435" y="37558"/>
                    <a:pt x="44480" y="37023"/>
                    <a:pt x="45597" y="36440"/>
                  </a:cubicBezTo>
                  <a:lnTo>
                    <a:pt x="47370" y="35541"/>
                  </a:lnTo>
                  <a:lnTo>
                    <a:pt x="49338" y="34618"/>
                  </a:lnTo>
                  <a:lnTo>
                    <a:pt x="51500" y="33404"/>
                  </a:lnTo>
                  <a:lnTo>
                    <a:pt x="52715" y="32748"/>
                  </a:lnTo>
                  <a:cubicBezTo>
                    <a:pt x="53152" y="32529"/>
                    <a:pt x="53565" y="32286"/>
                    <a:pt x="54002" y="32068"/>
                  </a:cubicBezTo>
                  <a:lnTo>
                    <a:pt x="59274" y="29444"/>
                  </a:lnTo>
                  <a:lnTo>
                    <a:pt x="59881" y="29128"/>
                  </a:lnTo>
                  <a:lnTo>
                    <a:pt x="60488" y="28861"/>
                  </a:lnTo>
                  <a:lnTo>
                    <a:pt x="61654" y="28351"/>
                  </a:lnTo>
                  <a:lnTo>
                    <a:pt x="63598" y="27452"/>
                  </a:lnTo>
                  <a:lnTo>
                    <a:pt x="65395" y="26651"/>
                  </a:lnTo>
                  <a:cubicBezTo>
                    <a:pt x="65757" y="26575"/>
                    <a:pt x="66038" y="26542"/>
                    <a:pt x="66253" y="26542"/>
                  </a:cubicBezTo>
                  <a:cubicBezTo>
                    <a:pt x="66730" y="26542"/>
                    <a:pt x="66871" y="26707"/>
                    <a:pt x="66804" y="26942"/>
                  </a:cubicBezTo>
                  <a:cubicBezTo>
                    <a:pt x="66707" y="27258"/>
                    <a:pt x="66197" y="27817"/>
                    <a:pt x="65687" y="28375"/>
                  </a:cubicBezTo>
                  <a:cubicBezTo>
                    <a:pt x="83323" y="20820"/>
                    <a:pt x="102077" y="15986"/>
                    <a:pt x="121098" y="13241"/>
                  </a:cubicBezTo>
                  <a:lnTo>
                    <a:pt x="128239" y="12318"/>
                  </a:lnTo>
                  <a:cubicBezTo>
                    <a:pt x="130644" y="12075"/>
                    <a:pt x="133025" y="11808"/>
                    <a:pt x="135430" y="11565"/>
                  </a:cubicBezTo>
                  <a:lnTo>
                    <a:pt x="149908" y="10448"/>
                  </a:lnTo>
                  <a:cubicBezTo>
                    <a:pt x="154742" y="10059"/>
                    <a:pt x="159552" y="9695"/>
                    <a:pt x="164338" y="9476"/>
                  </a:cubicBezTo>
                  <a:cubicBezTo>
                    <a:pt x="166718" y="9354"/>
                    <a:pt x="169093" y="9294"/>
                    <a:pt x="171468" y="9294"/>
                  </a:cubicBezTo>
                  <a:cubicBezTo>
                    <a:pt x="173842" y="9294"/>
                    <a:pt x="176217" y="9354"/>
                    <a:pt x="178597" y="9476"/>
                  </a:cubicBezTo>
                  <a:cubicBezTo>
                    <a:pt x="179326" y="9500"/>
                    <a:pt x="180055" y="9573"/>
                    <a:pt x="180784" y="9646"/>
                  </a:cubicBezTo>
                  <a:lnTo>
                    <a:pt x="181877" y="9719"/>
                  </a:lnTo>
                  <a:cubicBezTo>
                    <a:pt x="182241" y="9743"/>
                    <a:pt x="182606" y="9767"/>
                    <a:pt x="182970" y="9840"/>
                  </a:cubicBezTo>
                  <a:lnTo>
                    <a:pt x="185132" y="10108"/>
                  </a:lnTo>
                  <a:lnTo>
                    <a:pt x="185666" y="10156"/>
                  </a:lnTo>
                  <a:cubicBezTo>
                    <a:pt x="185861" y="10180"/>
                    <a:pt x="186031" y="10229"/>
                    <a:pt x="186201" y="10253"/>
                  </a:cubicBezTo>
                  <a:lnTo>
                    <a:pt x="187270" y="10448"/>
                  </a:lnTo>
                  <a:lnTo>
                    <a:pt x="188339" y="10618"/>
                  </a:lnTo>
                  <a:cubicBezTo>
                    <a:pt x="188509" y="10666"/>
                    <a:pt x="188703" y="10691"/>
                    <a:pt x="188873" y="10715"/>
                  </a:cubicBezTo>
                  <a:lnTo>
                    <a:pt x="189407" y="10836"/>
                  </a:lnTo>
                  <a:lnTo>
                    <a:pt x="191472" y="11322"/>
                  </a:lnTo>
                  <a:cubicBezTo>
                    <a:pt x="191837" y="11419"/>
                    <a:pt x="192152" y="11541"/>
                    <a:pt x="192493" y="11638"/>
                  </a:cubicBezTo>
                  <a:lnTo>
                    <a:pt x="193513" y="11929"/>
                  </a:lnTo>
                  <a:lnTo>
                    <a:pt x="194533" y="12245"/>
                  </a:lnTo>
                  <a:cubicBezTo>
                    <a:pt x="194849" y="12367"/>
                    <a:pt x="195165" y="12488"/>
                    <a:pt x="195505" y="12610"/>
                  </a:cubicBezTo>
                  <a:cubicBezTo>
                    <a:pt x="196817" y="13071"/>
                    <a:pt x="198080" y="13678"/>
                    <a:pt x="199367" y="14286"/>
                  </a:cubicBezTo>
                  <a:lnTo>
                    <a:pt x="201262" y="15282"/>
                  </a:lnTo>
                  <a:cubicBezTo>
                    <a:pt x="201894" y="15622"/>
                    <a:pt x="202501" y="16011"/>
                    <a:pt x="203133" y="16351"/>
                  </a:cubicBezTo>
                  <a:cubicBezTo>
                    <a:pt x="205610" y="17832"/>
                    <a:pt x="208015" y="19460"/>
                    <a:pt x="210396" y="21209"/>
                  </a:cubicBezTo>
                  <a:cubicBezTo>
                    <a:pt x="215157" y="24707"/>
                    <a:pt x="219773" y="28545"/>
                    <a:pt x="224655" y="32238"/>
                  </a:cubicBezTo>
                  <a:cubicBezTo>
                    <a:pt x="225870" y="33137"/>
                    <a:pt x="227109" y="34060"/>
                    <a:pt x="228396" y="34934"/>
                  </a:cubicBezTo>
                  <a:lnTo>
                    <a:pt x="229344" y="35614"/>
                  </a:lnTo>
                  <a:lnTo>
                    <a:pt x="230316" y="36270"/>
                  </a:lnTo>
                  <a:cubicBezTo>
                    <a:pt x="230971" y="36683"/>
                    <a:pt x="231627" y="37145"/>
                    <a:pt x="232259" y="37533"/>
                  </a:cubicBezTo>
                  <a:lnTo>
                    <a:pt x="239838" y="42295"/>
                  </a:lnTo>
                  <a:cubicBezTo>
                    <a:pt x="242365" y="43898"/>
                    <a:pt x="244818" y="45477"/>
                    <a:pt x="247223" y="47129"/>
                  </a:cubicBezTo>
                  <a:cubicBezTo>
                    <a:pt x="248438" y="47955"/>
                    <a:pt x="249652" y="48781"/>
                    <a:pt x="250794" y="49631"/>
                  </a:cubicBezTo>
                  <a:cubicBezTo>
                    <a:pt x="251960" y="50505"/>
                    <a:pt x="253102" y="51356"/>
                    <a:pt x="254219" y="52254"/>
                  </a:cubicBezTo>
                  <a:cubicBezTo>
                    <a:pt x="258713" y="55825"/>
                    <a:pt x="262746" y="59761"/>
                    <a:pt x="266025" y="64158"/>
                  </a:cubicBezTo>
                  <a:cubicBezTo>
                    <a:pt x="267629" y="66344"/>
                    <a:pt x="269037" y="68676"/>
                    <a:pt x="270228" y="71105"/>
                  </a:cubicBezTo>
                  <a:cubicBezTo>
                    <a:pt x="271370" y="73559"/>
                    <a:pt x="272341" y="76109"/>
                    <a:pt x="273070" y="78709"/>
                  </a:cubicBezTo>
                  <a:cubicBezTo>
                    <a:pt x="274386" y="83525"/>
                    <a:pt x="274985" y="88486"/>
                    <a:pt x="274868" y="93457"/>
                  </a:cubicBezTo>
                  <a:lnTo>
                    <a:pt x="274868" y="93457"/>
                  </a:lnTo>
                  <a:lnTo>
                    <a:pt x="274868" y="91170"/>
                  </a:lnTo>
                  <a:lnTo>
                    <a:pt x="274843" y="90660"/>
                  </a:lnTo>
                  <a:lnTo>
                    <a:pt x="274746" y="88571"/>
                  </a:lnTo>
                  <a:lnTo>
                    <a:pt x="274528" y="86531"/>
                  </a:lnTo>
                  <a:cubicBezTo>
                    <a:pt x="274212" y="83786"/>
                    <a:pt x="273677" y="81089"/>
                    <a:pt x="272924" y="78417"/>
                  </a:cubicBezTo>
                  <a:cubicBezTo>
                    <a:pt x="272147" y="75794"/>
                    <a:pt x="271151" y="73243"/>
                    <a:pt x="269936" y="70789"/>
                  </a:cubicBezTo>
                  <a:lnTo>
                    <a:pt x="269013" y="68967"/>
                  </a:lnTo>
                  <a:lnTo>
                    <a:pt x="267944" y="67194"/>
                  </a:lnTo>
                  <a:lnTo>
                    <a:pt x="267701" y="66757"/>
                  </a:lnTo>
                  <a:lnTo>
                    <a:pt x="267386" y="66344"/>
                  </a:lnTo>
                  <a:lnTo>
                    <a:pt x="266778" y="65494"/>
                  </a:lnTo>
                  <a:lnTo>
                    <a:pt x="266195" y="64643"/>
                  </a:lnTo>
                  <a:lnTo>
                    <a:pt x="265564" y="63818"/>
                  </a:lnTo>
                  <a:lnTo>
                    <a:pt x="264932" y="62992"/>
                  </a:lnTo>
                  <a:cubicBezTo>
                    <a:pt x="264738" y="62724"/>
                    <a:pt x="264519" y="62457"/>
                    <a:pt x="264300" y="62190"/>
                  </a:cubicBezTo>
                  <a:lnTo>
                    <a:pt x="262940" y="60587"/>
                  </a:lnTo>
                  <a:cubicBezTo>
                    <a:pt x="261993" y="59566"/>
                    <a:pt x="261045" y="58522"/>
                    <a:pt x="260025" y="57550"/>
                  </a:cubicBezTo>
                  <a:cubicBezTo>
                    <a:pt x="257984" y="55582"/>
                    <a:pt x="255822" y="53712"/>
                    <a:pt x="253588" y="51963"/>
                  </a:cubicBezTo>
                  <a:cubicBezTo>
                    <a:pt x="249069" y="48416"/>
                    <a:pt x="244138" y="45210"/>
                    <a:pt x="239134" y="42027"/>
                  </a:cubicBezTo>
                  <a:lnTo>
                    <a:pt x="231554" y="37266"/>
                  </a:lnTo>
                  <a:cubicBezTo>
                    <a:pt x="228907" y="35566"/>
                    <a:pt x="226429" y="33768"/>
                    <a:pt x="224000" y="31922"/>
                  </a:cubicBezTo>
                  <a:cubicBezTo>
                    <a:pt x="219165" y="28229"/>
                    <a:pt x="214598" y="24440"/>
                    <a:pt x="209886" y="20990"/>
                  </a:cubicBezTo>
                  <a:cubicBezTo>
                    <a:pt x="207578" y="19290"/>
                    <a:pt x="205173" y="17687"/>
                    <a:pt x="202695" y="16205"/>
                  </a:cubicBezTo>
                  <a:cubicBezTo>
                    <a:pt x="201481" y="15476"/>
                    <a:pt x="200242" y="14845"/>
                    <a:pt x="199003" y="14189"/>
                  </a:cubicBezTo>
                  <a:lnTo>
                    <a:pt x="197108" y="13314"/>
                  </a:lnTo>
                  <a:cubicBezTo>
                    <a:pt x="196792" y="13168"/>
                    <a:pt x="196476" y="13071"/>
                    <a:pt x="196136" y="12925"/>
                  </a:cubicBezTo>
                  <a:lnTo>
                    <a:pt x="195189" y="12561"/>
                  </a:lnTo>
                  <a:cubicBezTo>
                    <a:pt x="194557" y="12318"/>
                    <a:pt x="193901" y="12099"/>
                    <a:pt x="193221" y="11905"/>
                  </a:cubicBezTo>
                  <a:lnTo>
                    <a:pt x="192225" y="11614"/>
                  </a:lnTo>
                  <a:lnTo>
                    <a:pt x="191739" y="11444"/>
                  </a:lnTo>
                  <a:lnTo>
                    <a:pt x="191229" y="11322"/>
                  </a:lnTo>
                  <a:lnTo>
                    <a:pt x="189189" y="10836"/>
                  </a:lnTo>
                  <a:cubicBezTo>
                    <a:pt x="188849" y="10763"/>
                    <a:pt x="188484" y="10691"/>
                    <a:pt x="188144" y="10642"/>
                  </a:cubicBezTo>
                  <a:lnTo>
                    <a:pt x="187100" y="10448"/>
                  </a:lnTo>
                  <a:cubicBezTo>
                    <a:pt x="185715" y="10180"/>
                    <a:pt x="184282" y="10035"/>
                    <a:pt x="182873" y="9840"/>
                  </a:cubicBezTo>
                  <a:cubicBezTo>
                    <a:pt x="182144" y="9767"/>
                    <a:pt x="181440" y="9719"/>
                    <a:pt x="180711" y="9646"/>
                  </a:cubicBezTo>
                  <a:cubicBezTo>
                    <a:pt x="180006" y="9597"/>
                    <a:pt x="179278" y="9500"/>
                    <a:pt x="178549" y="9500"/>
                  </a:cubicBezTo>
                  <a:cubicBezTo>
                    <a:pt x="176287" y="9385"/>
                    <a:pt x="174025" y="9330"/>
                    <a:pt x="171763" y="9330"/>
                  </a:cubicBezTo>
                  <a:cubicBezTo>
                    <a:pt x="169264" y="9330"/>
                    <a:pt x="166764" y="9397"/>
                    <a:pt x="164265" y="9525"/>
                  </a:cubicBezTo>
                  <a:cubicBezTo>
                    <a:pt x="159479" y="9767"/>
                    <a:pt x="154621" y="10156"/>
                    <a:pt x="149762" y="10569"/>
                  </a:cubicBezTo>
                  <a:cubicBezTo>
                    <a:pt x="147333" y="10788"/>
                    <a:pt x="144880" y="10982"/>
                    <a:pt x="142402" y="11176"/>
                  </a:cubicBezTo>
                  <a:lnTo>
                    <a:pt x="135163" y="11784"/>
                  </a:lnTo>
                  <a:lnTo>
                    <a:pt x="127924" y="12561"/>
                  </a:lnTo>
                  <a:lnTo>
                    <a:pt x="120709" y="13557"/>
                  </a:lnTo>
                  <a:cubicBezTo>
                    <a:pt x="101518" y="16424"/>
                    <a:pt x="82546" y="21476"/>
                    <a:pt x="64739" y="29347"/>
                  </a:cubicBezTo>
                  <a:cubicBezTo>
                    <a:pt x="64352" y="29816"/>
                    <a:pt x="64239" y="30165"/>
                    <a:pt x="64800" y="30165"/>
                  </a:cubicBezTo>
                  <a:cubicBezTo>
                    <a:pt x="64908" y="30165"/>
                    <a:pt x="65040" y="30152"/>
                    <a:pt x="65201" y="30124"/>
                  </a:cubicBezTo>
                  <a:cubicBezTo>
                    <a:pt x="66027" y="29979"/>
                    <a:pt x="66829" y="29760"/>
                    <a:pt x="67630" y="29468"/>
                  </a:cubicBezTo>
                  <a:cubicBezTo>
                    <a:pt x="68796" y="29128"/>
                    <a:pt x="70302" y="28618"/>
                    <a:pt x="72294" y="27914"/>
                  </a:cubicBezTo>
                  <a:lnTo>
                    <a:pt x="73436" y="27549"/>
                  </a:lnTo>
                  <a:cubicBezTo>
                    <a:pt x="73825" y="27404"/>
                    <a:pt x="74238" y="27258"/>
                    <a:pt x="74699" y="27112"/>
                  </a:cubicBezTo>
                  <a:cubicBezTo>
                    <a:pt x="75622" y="26821"/>
                    <a:pt x="76618" y="26480"/>
                    <a:pt x="77712" y="26116"/>
                  </a:cubicBezTo>
                  <a:cubicBezTo>
                    <a:pt x="78780" y="25752"/>
                    <a:pt x="79946" y="25339"/>
                    <a:pt x="81210" y="24926"/>
                  </a:cubicBezTo>
                  <a:lnTo>
                    <a:pt x="85194" y="23687"/>
                  </a:lnTo>
                  <a:lnTo>
                    <a:pt x="87356" y="22982"/>
                  </a:lnTo>
                  <a:lnTo>
                    <a:pt x="89590" y="22326"/>
                  </a:lnTo>
                  <a:cubicBezTo>
                    <a:pt x="91145" y="21889"/>
                    <a:pt x="92724" y="21428"/>
                    <a:pt x="94352" y="20966"/>
                  </a:cubicBezTo>
                  <a:lnTo>
                    <a:pt x="99405" y="19654"/>
                  </a:lnTo>
                  <a:lnTo>
                    <a:pt x="100716" y="19314"/>
                  </a:lnTo>
                  <a:lnTo>
                    <a:pt x="102028" y="19023"/>
                  </a:lnTo>
                  <a:lnTo>
                    <a:pt x="104700" y="18415"/>
                  </a:lnTo>
                  <a:lnTo>
                    <a:pt x="107421" y="17808"/>
                  </a:lnTo>
                  <a:lnTo>
                    <a:pt x="110166" y="17249"/>
                  </a:lnTo>
                  <a:lnTo>
                    <a:pt x="112935" y="16691"/>
                  </a:lnTo>
                  <a:lnTo>
                    <a:pt x="114320" y="16424"/>
                  </a:lnTo>
                  <a:lnTo>
                    <a:pt x="115705" y="16181"/>
                  </a:lnTo>
                  <a:lnTo>
                    <a:pt x="121292" y="15233"/>
                  </a:lnTo>
                  <a:lnTo>
                    <a:pt x="126831" y="14456"/>
                  </a:lnTo>
                  <a:lnTo>
                    <a:pt x="128191" y="14261"/>
                  </a:lnTo>
                  <a:lnTo>
                    <a:pt x="129551" y="14116"/>
                  </a:lnTo>
                  <a:lnTo>
                    <a:pt x="132248" y="13800"/>
                  </a:lnTo>
                  <a:lnTo>
                    <a:pt x="134871" y="13508"/>
                  </a:lnTo>
                  <a:cubicBezTo>
                    <a:pt x="135746" y="13411"/>
                    <a:pt x="136620" y="13338"/>
                    <a:pt x="137471" y="13266"/>
                  </a:cubicBezTo>
                  <a:lnTo>
                    <a:pt x="142426" y="12853"/>
                  </a:lnTo>
                  <a:lnTo>
                    <a:pt x="147163" y="12512"/>
                  </a:lnTo>
                  <a:cubicBezTo>
                    <a:pt x="151317" y="12245"/>
                    <a:pt x="155423" y="11929"/>
                    <a:pt x="159528" y="11711"/>
                  </a:cubicBezTo>
                  <a:cubicBezTo>
                    <a:pt x="163335" y="11486"/>
                    <a:pt x="167122" y="11344"/>
                    <a:pt x="170888" y="11344"/>
                  </a:cubicBezTo>
                  <a:cubicBezTo>
                    <a:pt x="171182" y="11344"/>
                    <a:pt x="171477" y="11345"/>
                    <a:pt x="171771" y="11346"/>
                  </a:cubicBezTo>
                  <a:cubicBezTo>
                    <a:pt x="175779" y="11346"/>
                    <a:pt x="179788" y="11589"/>
                    <a:pt x="183772" y="12075"/>
                  </a:cubicBezTo>
                  <a:cubicBezTo>
                    <a:pt x="187585" y="12512"/>
                    <a:pt x="191326" y="13411"/>
                    <a:pt x="194922" y="14747"/>
                  </a:cubicBezTo>
                  <a:cubicBezTo>
                    <a:pt x="198371" y="16083"/>
                    <a:pt x="201796" y="18002"/>
                    <a:pt x="205149" y="20262"/>
                  </a:cubicBezTo>
                  <a:cubicBezTo>
                    <a:pt x="208477" y="22497"/>
                    <a:pt x="211781" y="25047"/>
                    <a:pt x="215133" y="27671"/>
                  </a:cubicBezTo>
                  <a:cubicBezTo>
                    <a:pt x="218510" y="30319"/>
                    <a:pt x="221910" y="33064"/>
                    <a:pt x="225554" y="35711"/>
                  </a:cubicBezTo>
                  <a:cubicBezTo>
                    <a:pt x="226502" y="36343"/>
                    <a:pt x="227401" y="37023"/>
                    <a:pt x="228372" y="37655"/>
                  </a:cubicBezTo>
                  <a:lnTo>
                    <a:pt x="229805" y="38602"/>
                  </a:lnTo>
                  <a:lnTo>
                    <a:pt x="230534" y="39088"/>
                  </a:lnTo>
                  <a:lnTo>
                    <a:pt x="231214" y="39501"/>
                  </a:lnTo>
                  <a:lnTo>
                    <a:pt x="236729" y="42951"/>
                  </a:lnTo>
                  <a:cubicBezTo>
                    <a:pt x="240373" y="45234"/>
                    <a:pt x="243944" y="47493"/>
                    <a:pt x="247369" y="49850"/>
                  </a:cubicBezTo>
                  <a:cubicBezTo>
                    <a:pt x="250721" y="52157"/>
                    <a:pt x="253928" y="54659"/>
                    <a:pt x="256940" y="57356"/>
                  </a:cubicBezTo>
                  <a:cubicBezTo>
                    <a:pt x="259855" y="59955"/>
                    <a:pt x="262503" y="62846"/>
                    <a:pt x="264811" y="65980"/>
                  </a:cubicBezTo>
                  <a:cubicBezTo>
                    <a:pt x="266997" y="69040"/>
                    <a:pt x="268770" y="72368"/>
                    <a:pt x="270082" y="75891"/>
                  </a:cubicBezTo>
                  <a:lnTo>
                    <a:pt x="270349" y="76547"/>
                  </a:lnTo>
                  <a:cubicBezTo>
                    <a:pt x="270422" y="76765"/>
                    <a:pt x="270495" y="76984"/>
                    <a:pt x="270568" y="77202"/>
                  </a:cubicBezTo>
                  <a:lnTo>
                    <a:pt x="270981" y="78539"/>
                  </a:lnTo>
                  <a:cubicBezTo>
                    <a:pt x="271151" y="79000"/>
                    <a:pt x="271248" y="79462"/>
                    <a:pt x="271370" y="79899"/>
                  </a:cubicBezTo>
                  <a:lnTo>
                    <a:pt x="271734" y="81284"/>
                  </a:lnTo>
                  <a:lnTo>
                    <a:pt x="272050" y="82668"/>
                  </a:lnTo>
                  <a:cubicBezTo>
                    <a:pt x="272123" y="83130"/>
                    <a:pt x="272244" y="83591"/>
                    <a:pt x="272317" y="84053"/>
                  </a:cubicBezTo>
                  <a:lnTo>
                    <a:pt x="272536" y="85462"/>
                  </a:lnTo>
                  <a:lnTo>
                    <a:pt x="272633" y="86166"/>
                  </a:lnTo>
                  <a:cubicBezTo>
                    <a:pt x="272681" y="86385"/>
                    <a:pt x="272706" y="86628"/>
                    <a:pt x="272730" y="86871"/>
                  </a:cubicBezTo>
                  <a:cubicBezTo>
                    <a:pt x="273143" y="90636"/>
                    <a:pt x="273167" y="94426"/>
                    <a:pt x="272778" y="98215"/>
                  </a:cubicBezTo>
                  <a:cubicBezTo>
                    <a:pt x="272754" y="98677"/>
                    <a:pt x="272681" y="99138"/>
                    <a:pt x="272608" y="99624"/>
                  </a:cubicBezTo>
                  <a:lnTo>
                    <a:pt x="272414" y="101009"/>
                  </a:lnTo>
                  <a:cubicBezTo>
                    <a:pt x="272268" y="101956"/>
                    <a:pt x="272074" y="102879"/>
                    <a:pt x="271928" y="103802"/>
                  </a:cubicBezTo>
                  <a:cubicBezTo>
                    <a:pt x="271710" y="104750"/>
                    <a:pt x="271515" y="105649"/>
                    <a:pt x="271272" y="106572"/>
                  </a:cubicBezTo>
                  <a:lnTo>
                    <a:pt x="270884" y="107932"/>
                  </a:lnTo>
                  <a:cubicBezTo>
                    <a:pt x="270762" y="108369"/>
                    <a:pt x="270641" y="108831"/>
                    <a:pt x="270471" y="109268"/>
                  </a:cubicBezTo>
                  <a:cubicBezTo>
                    <a:pt x="269353" y="112815"/>
                    <a:pt x="267871" y="116264"/>
                    <a:pt x="266050" y="119519"/>
                  </a:cubicBezTo>
                  <a:lnTo>
                    <a:pt x="265564" y="120394"/>
                  </a:lnTo>
                  <a:lnTo>
                    <a:pt x="265029" y="121244"/>
                  </a:lnTo>
                  <a:lnTo>
                    <a:pt x="264495" y="122119"/>
                  </a:lnTo>
                  <a:lnTo>
                    <a:pt x="264252" y="122532"/>
                  </a:lnTo>
                  <a:lnTo>
                    <a:pt x="263960" y="122945"/>
                  </a:lnTo>
                  <a:lnTo>
                    <a:pt x="262843" y="124596"/>
                  </a:lnTo>
                  <a:lnTo>
                    <a:pt x="261628" y="126200"/>
                  </a:lnTo>
                  <a:cubicBezTo>
                    <a:pt x="260001" y="128289"/>
                    <a:pt x="258203" y="130257"/>
                    <a:pt x="256284" y="132054"/>
                  </a:cubicBezTo>
                  <a:cubicBezTo>
                    <a:pt x="254341" y="133828"/>
                    <a:pt x="252276" y="135431"/>
                    <a:pt x="250089" y="136864"/>
                  </a:cubicBezTo>
                  <a:lnTo>
                    <a:pt x="248389" y="137933"/>
                  </a:lnTo>
                  <a:lnTo>
                    <a:pt x="246616" y="138929"/>
                  </a:lnTo>
                  <a:lnTo>
                    <a:pt x="246178" y="139196"/>
                  </a:lnTo>
                  <a:lnTo>
                    <a:pt x="245741" y="139415"/>
                  </a:lnTo>
                  <a:lnTo>
                    <a:pt x="244818" y="139876"/>
                  </a:lnTo>
                  <a:lnTo>
                    <a:pt x="243919" y="140338"/>
                  </a:lnTo>
                  <a:lnTo>
                    <a:pt x="242996" y="140775"/>
                  </a:lnTo>
                  <a:lnTo>
                    <a:pt x="242049" y="141188"/>
                  </a:lnTo>
                  <a:lnTo>
                    <a:pt x="241587" y="141407"/>
                  </a:lnTo>
                  <a:lnTo>
                    <a:pt x="241126" y="141601"/>
                  </a:lnTo>
                  <a:lnTo>
                    <a:pt x="239231" y="142403"/>
                  </a:lnTo>
                  <a:lnTo>
                    <a:pt x="237287" y="143131"/>
                  </a:lnTo>
                  <a:cubicBezTo>
                    <a:pt x="236656" y="143399"/>
                    <a:pt x="235976" y="143593"/>
                    <a:pt x="235344" y="143836"/>
                  </a:cubicBezTo>
                  <a:cubicBezTo>
                    <a:pt x="232721" y="144735"/>
                    <a:pt x="230000" y="145512"/>
                    <a:pt x="227255" y="146192"/>
                  </a:cubicBezTo>
                  <a:cubicBezTo>
                    <a:pt x="224485" y="146872"/>
                    <a:pt x="221692" y="147455"/>
                    <a:pt x="218850" y="147990"/>
                  </a:cubicBezTo>
                  <a:cubicBezTo>
                    <a:pt x="216007" y="148500"/>
                    <a:pt x="213117" y="148986"/>
                    <a:pt x="210226" y="149374"/>
                  </a:cubicBezTo>
                  <a:cubicBezTo>
                    <a:pt x="194787" y="151592"/>
                    <a:pt x="179230" y="152704"/>
                    <a:pt x="163670" y="152704"/>
                  </a:cubicBezTo>
                  <a:cubicBezTo>
                    <a:pt x="155702" y="152704"/>
                    <a:pt x="147733" y="152412"/>
                    <a:pt x="139778" y="151828"/>
                  </a:cubicBezTo>
                  <a:lnTo>
                    <a:pt x="136742" y="151634"/>
                  </a:lnTo>
                  <a:lnTo>
                    <a:pt x="133705" y="151342"/>
                  </a:lnTo>
                  <a:lnTo>
                    <a:pt x="127608" y="150735"/>
                  </a:lnTo>
                  <a:cubicBezTo>
                    <a:pt x="125567" y="150492"/>
                    <a:pt x="123551" y="150225"/>
                    <a:pt x="121510" y="149958"/>
                  </a:cubicBezTo>
                  <a:lnTo>
                    <a:pt x="118450" y="149569"/>
                  </a:lnTo>
                  <a:cubicBezTo>
                    <a:pt x="117454" y="149423"/>
                    <a:pt x="116433" y="149253"/>
                    <a:pt x="115413" y="149107"/>
                  </a:cubicBezTo>
                  <a:lnTo>
                    <a:pt x="109316" y="148111"/>
                  </a:lnTo>
                  <a:cubicBezTo>
                    <a:pt x="107275" y="147747"/>
                    <a:pt x="105235" y="147358"/>
                    <a:pt x="103218" y="146970"/>
                  </a:cubicBezTo>
                  <a:lnTo>
                    <a:pt x="100182" y="146387"/>
                  </a:lnTo>
                  <a:cubicBezTo>
                    <a:pt x="99162" y="146192"/>
                    <a:pt x="98141" y="145949"/>
                    <a:pt x="97145" y="145731"/>
                  </a:cubicBezTo>
                  <a:lnTo>
                    <a:pt x="91072" y="144370"/>
                  </a:lnTo>
                  <a:cubicBezTo>
                    <a:pt x="89056" y="143884"/>
                    <a:pt x="87040" y="143374"/>
                    <a:pt x="85048" y="142864"/>
                  </a:cubicBezTo>
                  <a:lnTo>
                    <a:pt x="82036" y="142087"/>
                  </a:lnTo>
                  <a:cubicBezTo>
                    <a:pt x="81040" y="141820"/>
                    <a:pt x="80044" y="141528"/>
                    <a:pt x="79048" y="141237"/>
                  </a:cubicBezTo>
                  <a:lnTo>
                    <a:pt x="73096" y="139536"/>
                  </a:lnTo>
                  <a:cubicBezTo>
                    <a:pt x="71128" y="138929"/>
                    <a:pt x="69161" y="138273"/>
                    <a:pt x="67193" y="137666"/>
                  </a:cubicBezTo>
                  <a:cubicBezTo>
                    <a:pt x="63258" y="136451"/>
                    <a:pt x="59395" y="135115"/>
                    <a:pt x="55630" y="133682"/>
                  </a:cubicBezTo>
                  <a:cubicBezTo>
                    <a:pt x="51865" y="132249"/>
                    <a:pt x="48221" y="130694"/>
                    <a:pt x="44698" y="128993"/>
                  </a:cubicBezTo>
                  <a:cubicBezTo>
                    <a:pt x="41249" y="127342"/>
                    <a:pt x="37921" y="125471"/>
                    <a:pt x="34714" y="123358"/>
                  </a:cubicBezTo>
                  <a:cubicBezTo>
                    <a:pt x="33937" y="122847"/>
                    <a:pt x="33159" y="122337"/>
                    <a:pt x="32406" y="121779"/>
                  </a:cubicBezTo>
                  <a:lnTo>
                    <a:pt x="31289" y="120953"/>
                  </a:lnTo>
                  <a:cubicBezTo>
                    <a:pt x="30925" y="120685"/>
                    <a:pt x="30560" y="120394"/>
                    <a:pt x="30196" y="120127"/>
                  </a:cubicBezTo>
                  <a:cubicBezTo>
                    <a:pt x="29831" y="119835"/>
                    <a:pt x="29467" y="119568"/>
                    <a:pt x="29103" y="119252"/>
                  </a:cubicBezTo>
                  <a:lnTo>
                    <a:pt x="28058" y="118378"/>
                  </a:lnTo>
                  <a:cubicBezTo>
                    <a:pt x="27354" y="117795"/>
                    <a:pt x="26722" y="117187"/>
                    <a:pt x="26066" y="116580"/>
                  </a:cubicBezTo>
                  <a:cubicBezTo>
                    <a:pt x="23491" y="114151"/>
                    <a:pt x="21159" y="111479"/>
                    <a:pt x="19143" y="108588"/>
                  </a:cubicBezTo>
                  <a:cubicBezTo>
                    <a:pt x="17199" y="105770"/>
                    <a:pt x="15572" y="102782"/>
                    <a:pt x="14309" y="99624"/>
                  </a:cubicBezTo>
                  <a:cubicBezTo>
                    <a:pt x="13094" y="96612"/>
                    <a:pt x="12317" y="93478"/>
                    <a:pt x="11928" y="90247"/>
                  </a:cubicBezTo>
                  <a:lnTo>
                    <a:pt x="11807" y="89081"/>
                  </a:lnTo>
                  <a:cubicBezTo>
                    <a:pt x="11782" y="88887"/>
                    <a:pt x="11782" y="88693"/>
                    <a:pt x="11782" y="88523"/>
                  </a:cubicBezTo>
                  <a:lnTo>
                    <a:pt x="11758" y="87940"/>
                  </a:lnTo>
                  <a:lnTo>
                    <a:pt x="11734" y="86774"/>
                  </a:lnTo>
                  <a:cubicBezTo>
                    <a:pt x="11709" y="86385"/>
                    <a:pt x="11758" y="86021"/>
                    <a:pt x="11758" y="85632"/>
                  </a:cubicBezTo>
                  <a:cubicBezTo>
                    <a:pt x="11807" y="84101"/>
                    <a:pt x="11977" y="82571"/>
                    <a:pt x="12268" y="81065"/>
                  </a:cubicBezTo>
                  <a:cubicBezTo>
                    <a:pt x="13361" y="75065"/>
                    <a:pt x="16228" y="69478"/>
                    <a:pt x="19823" y="64571"/>
                  </a:cubicBezTo>
                  <a:cubicBezTo>
                    <a:pt x="21305" y="62530"/>
                    <a:pt x="22884" y="60562"/>
                    <a:pt x="24584" y="58692"/>
                  </a:cubicBezTo>
                  <a:cubicBezTo>
                    <a:pt x="26139" y="56967"/>
                    <a:pt x="27621" y="55485"/>
                    <a:pt x="28981" y="54149"/>
                  </a:cubicBezTo>
                  <a:cubicBezTo>
                    <a:pt x="31678" y="51501"/>
                    <a:pt x="33864" y="49534"/>
                    <a:pt x="35394" y="48100"/>
                  </a:cubicBezTo>
                  <a:cubicBezTo>
                    <a:pt x="36147" y="47372"/>
                    <a:pt x="36730" y="46789"/>
                    <a:pt x="37168" y="46327"/>
                  </a:cubicBezTo>
                  <a:cubicBezTo>
                    <a:pt x="37484" y="45987"/>
                    <a:pt x="37751" y="45623"/>
                    <a:pt x="37969" y="45210"/>
                  </a:cubicBezTo>
                  <a:cubicBezTo>
                    <a:pt x="38077" y="44940"/>
                    <a:pt x="37975" y="44805"/>
                    <a:pt x="37672" y="44805"/>
                  </a:cubicBezTo>
                  <a:cubicBezTo>
                    <a:pt x="37429" y="44805"/>
                    <a:pt x="37057" y="44891"/>
                    <a:pt x="36560" y="45064"/>
                  </a:cubicBezTo>
                  <a:cubicBezTo>
                    <a:pt x="34836" y="45720"/>
                    <a:pt x="33184" y="46546"/>
                    <a:pt x="31605" y="47517"/>
                  </a:cubicBezTo>
                  <a:cubicBezTo>
                    <a:pt x="28860" y="49145"/>
                    <a:pt x="26260" y="50967"/>
                    <a:pt x="23783" y="52983"/>
                  </a:cubicBezTo>
                  <a:cubicBezTo>
                    <a:pt x="20333" y="55753"/>
                    <a:pt x="17199" y="58886"/>
                    <a:pt x="14454" y="62311"/>
                  </a:cubicBezTo>
                  <a:cubicBezTo>
                    <a:pt x="12778" y="64352"/>
                    <a:pt x="11272" y="66538"/>
                    <a:pt x="9960" y="68822"/>
                  </a:cubicBezTo>
                  <a:cubicBezTo>
                    <a:pt x="9620" y="69429"/>
                    <a:pt x="9280" y="70061"/>
                    <a:pt x="8989" y="70692"/>
                  </a:cubicBezTo>
                  <a:cubicBezTo>
                    <a:pt x="8673" y="71324"/>
                    <a:pt x="8381" y="71980"/>
                    <a:pt x="8066" y="72636"/>
                  </a:cubicBezTo>
                  <a:cubicBezTo>
                    <a:pt x="7458" y="73996"/>
                    <a:pt x="6948" y="75381"/>
                    <a:pt x="6511" y="76814"/>
                  </a:cubicBezTo>
                  <a:lnTo>
                    <a:pt x="5466" y="76498"/>
                  </a:lnTo>
                  <a:cubicBezTo>
                    <a:pt x="5879" y="75065"/>
                    <a:pt x="6365" y="73680"/>
                    <a:pt x="6924" y="72295"/>
                  </a:cubicBezTo>
                  <a:cubicBezTo>
                    <a:pt x="7483" y="71008"/>
                    <a:pt x="8017" y="69769"/>
                    <a:pt x="8600" y="68652"/>
                  </a:cubicBezTo>
                  <a:cubicBezTo>
                    <a:pt x="9669" y="66611"/>
                    <a:pt x="10835" y="64643"/>
                    <a:pt x="12098" y="62749"/>
                  </a:cubicBezTo>
                  <a:cubicBezTo>
                    <a:pt x="13896" y="60149"/>
                    <a:pt x="15815" y="57623"/>
                    <a:pt x="17880" y="55218"/>
                  </a:cubicBezTo>
                  <a:cubicBezTo>
                    <a:pt x="19386" y="53420"/>
                    <a:pt x="20455" y="52206"/>
                    <a:pt x="21135" y="51356"/>
                  </a:cubicBezTo>
                  <a:cubicBezTo>
                    <a:pt x="21791" y="50505"/>
                    <a:pt x="22058" y="50020"/>
                    <a:pt x="22058" y="49728"/>
                  </a:cubicBezTo>
                  <a:cubicBezTo>
                    <a:pt x="22068" y="49503"/>
                    <a:pt x="21894" y="49429"/>
                    <a:pt x="21629" y="49429"/>
                  </a:cubicBezTo>
                  <a:cubicBezTo>
                    <a:pt x="21263" y="49429"/>
                    <a:pt x="20725" y="49571"/>
                    <a:pt x="20260" y="49655"/>
                  </a:cubicBezTo>
                  <a:cubicBezTo>
                    <a:pt x="20065" y="49697"/>
                    <a:pt x="19883" y="49725"/>
                    <a:pt x="19731" y="49725"/>
                  </a:cubicBezTo>
                  <a:cubicBezTo>
                    <a:pt x="19262" y="49725"/>
                    <a:pt x="19095" y="49451"/>
                    <a:pt x="19774" y="48441"/>
                  </a:cubicBezTo>
                  <a:lnTo>
                    <a:pt x="19774" y="48441"/>
                  </a:lnTo>
                  <a:cubicBezTo>
                    <a:pt x="15159" y="52789"/>
                    <a:pt x="10859" y="57672"/>
                    <a:pt x="7385" y="63283"/>
                  </a:cubicBezTo>
                  <a:cubicBezTo>
                    <a:pt x="6511" y="64692"/>
                    <a:pt x="5685" y="66125"/>
                    <a:pt x="4956" y="67631"/>
                  </a:cubicBezTo>
                  <a:cubicBezTo>
                    <a:pt x="4227" y="69162"/>
                    <a:pt x="3547" y="70668"/>
                    <a:pt x="2964" y="72271"/>
                  </a:cubicBezTo>
                  <a:cubicBezTo>
                    <a:pt x="2357" y="73850"/>
                    <a:pt x="1847" y="75478"/>
                    <a:pt x="1434" y="77130"/>
                  </a:cubicBezTo>
                  <a:cubicBezTo>
                    <a:pt x="1215" y="77956"/>
                    <a:pt x="997" y="78781"/>
                    <a:pt x="875" y="79632"/>
                  </a:cubicBezTo>
                  <a:cubicBezTo>
                    <a:pt x="729" y="80458"/>
                    <a:pt x="559" y="81308"/>
                    <a:pt x="462" y="82158"/>
                  </a:cubicBezTo>
                  <a:cubicBezTo>
                    <a:pt x="49" y="85583"/>
                    <a:pt x="1" y="89033"/>
                    <a:pt x="365" y="92458"/>
                  </a:cubicBezTo>
                  <a:cubicBezTo>
                    <a:pt x="754" y="95835"/>
                    <a:pt x="1507" y="99187"/>
                    <a:pt x="2576" y="102418"/>
                  </a:cubicBezTo>
                  <a:cubicBezTo>
                    <a:pt x="3620" y="105600"/>
                    <a:pt x="4980" y="108685"/>
                    <a:pt x="6608" y="111624"/>
                  </a:cubicBezTo>
                  <a:cubicBezTo>
                    <a:pt x="8211" y="114564"/>
                    <a:pt x="10033" y="117357"/>
                    <a:pt x="12098" y="120005"/>
                  </a:cubicBezTo>
                  <a:cubicBezTo>
                    <a:pt x="12608" y="120661"/>
                    <a:pt x="13264" y="121341"/>
                    <a:pt x="13920" y="122094"/>
                  </a:cubicBezTo>
                  <a:cubicBezTo>
                    <a:pt x="14576" y="122872"/>
                    <a:pt x="15353" y="123649"/>
                    <a:pt x="16155" y="124451"/>
                  </a:cubicBezTo>
                  <a:lnTo>
                    <a:pt x="16762" y="125058"/>
                  </a:lnTo>
                  <a:lnTo>
                    <a:pt x="17418" y="125665"/>
                  </a:lnTo>
                  <a:lnTo>
                    <a:pt x="18730" y="126880"/>
                  </a:lnTo>
                  <a:cubicBezTo>
                    <a:pt x="19191" y="127293"/>
                    <a:pt x="19653" y="127682"/>
                    <a:pt x="20115" y="128070"/>
                  </a:cubicBezTo>
                  <a:cubicBezTo>
                    <a:pt x="20576" y="128459"/>
                    <a:pt x="21038" y="128872"/>
                    <a:pt x="21523" y="129261"/>
                  </a:cubicBezTo>
                  <a:cubicBezTo>
                    <a:pt x="24900" y="131957"/>
                    <a:pt x="28471" y="134386"/>
                    <a:pt x="32212" y="136548"/>
                  </a:cubicBezTo>
                  <a:cubicBezTo>
                    <a:pt x="36245" y="138856"/>
                    <a:pt x="40399" y="140921"/>
                    <a:pt x="44674" y="142743"/>
                  </a:cubicBezTo>
                  <a:cubicBezTo>
                    <a:pt x="48901" y="144540"/>
                    <a:pt x="53152" y="146119"/>
                    <a:pt x="57379" y="147577"/>
                  </a:cubicBezTo>
                  <a:cubicBezTo>
                    <a:pt x="58423" y="147917"/>
                    <a:pt x="59492" y="148306"/>
                    <a:pt x="60561" y="148621"/>
                  </a:cubicBezTo>
                  <a:lnTo>
                    <a:pt x="63743" y="149642"/>
                  </a:lnTo>
                  <a:lnTo>
                    <a:pt x="66926" y="150638"/>
                  </a:lnTo>
                  <a:cubicBezTo>
                    <a:pt x="67970" y="150953"/>
                    <a:pt x="69039" y="151318"/>
                    <a:pt x="70108" y="151609"/>
                  </a:cubicBezTo>
                  <a:cubicBezTo>
                    <a:pt x="74383" y="152824"/>
                    <a:pt x="78635" y="154087"/>
                    <a:pt x="82934" y="155107"/>
                  </a:cubicBezTo>
                  <a:lnTo>
                    <a:pt x="86141" y="155909"/>
                  </a:lnTo>
                  <a:lnTo>
                    <a:pt x="87769" y="156346"/>
                  </a:lnTo>
                  <a:lnTo>
                    <a:pt x="89372" y="156711"/>
                  </a:lnTo>
                  <a:lnTo>
                    <a:pt x="95834" y="158144"/>
                  </a:lnTo>
                  <a:cubicBezTo>
                    <a:pt x="96392" y="158241"/>
                    <a:pt x="96927" y="158387"/>
                    <a:pt x="97461" y="158484"/>
                  </a:cubicBezTo>
                  <a:lnTo>
                    <a:pt x="99089" y="158800"/>
                  </a:lnTo>
                  <a:lnTo>
                    <a:pt x="102320" y="159407"/>
                  </a:lnTo>
                  <a:cubicBezTo>
                    <a:pt x="104506" y="159796"/>
                    <a:pt x="106644" y="160257"/>
                    <a:pt x="108830" y="160573"/>
                  </a:cubicBezTo>
                  <a:lnTo>
                    <a:pt x="115340" y="161618"/>
                  </a:lnTo>
                  <a:cubicBezTo>
                    <a:pt x="116409" y="161812"/>
                    <a:pt x="117502" y="161934"/>
                    <a:pt x="118595" y="162079"/>
                  </a:cubicBezTo>
                  <a:lnTo>
                    <a:pt x="121851" y="162492"/>
                  </a:lnTo>
                  <a:lnTo>
                    <a:pt x="125106" y="162930"/>
                  </a:lnTo>
                  <a:lnTo>
                    <a:pt x="125932" y="163027"/>
                  </a:lnTo>
                  <a:lnTo>
                    <a:pt x="126758" y="163124"/>
                  </a:lnTo>
                  <a:lnTo>
                    <a:pt x="128385" y="163270"/>
                  </a:lnTo>
                  <a:lnTo>
                    <a:pt x="134920" y="163950"/>
                  </a:lnTo>
                  <a:cubicBezTo>
                    <a:pt x="137082" y="164144"/>
                    <a:pt x="139268" y="164290"/>
                    <a:pt x="141454" y="164436"/>
                  </a:cubicBezTo>
                  <a:lnTo>
                    <a:pt x="144734" y="164679"/>
                  </a:lnTo>
                  <a:cubicBezTo>
                    <a:pt x="145827" y="164751"/>
                    <a:pt x="146920" y="164800"/>
                    <a:pt x="147989" y="164849"/>
                  </a:cubicBezTo>
                  <a:lnTo>
                    <a:pt x="154548" y="165140"/>
                  </a:lnTo>
                  <a:lnTo>
                    <a:pt x="161083" y="165262"/>
                  </a:lnTo>
                  <a:lnTo>
                    <a:pt x="164338" y="165310"/>
                  </a:lnTo>
                  <a:lnTo>
                    <a:pt x="167617" y="165262"/>
                  </a:lnTo>
                  <a:lnTo>
                    <a:pt x="174152" y="165189"/>
                  </a:lnTo>
                  <a:lnTo>
                    <a:pt x="180662" y="164897"/>
                  </a:lnTo>
                  <a:cubicBezTo>
                    <a:pt x="181755" y="164849"/>
                    <a:pt x="182824" y="164824"/>
                    <a:pt x="183917" y="164776"/>
                  </a:cubicBezTo>
                  <a:lnTo>
                    <a:pt x="187173" y="164533"/>
                  </a:lnTo>
                  <a:cubicBezTo>
                    <a:pt x="189335" y="164363"/>
                    <a:pt x="191497" y="164241"/>
                    <a:pt x="193659" y="164071"/>
                  </a:cubicBezTo>
                  <a:lnTo>
                    <a:pt x="200145" y="163415"/>
                  </a:lnTo>
                  <a:cubicBezTo>
                    <a:pt x="201213" y="163294"/>
                    <a:pt x="202307" y="163197"/>
                    <a:pt x="203375" y="163075"/>
                  </a:cubicBezTo>
                  <a:lnTo>
                    <a:pt x="206606" y="162662"/>
                  </a:lnTo>
                  <a:cubicBezTo>
                    <a:pt x="208744" y="162371"/>
                    <a:pt x="210882" y="162104"/>
                    <a:pt x="213044" y="161812"/>
                  </a:cubicBezTo>
                  <a:cubicBezTo>
                    <a:pt x="217344" y="161156"/>
                    <a:pt x="221668" y="160427"/>
                    <a:pt x="225992" y="159504"/>
                  </a:cubicBezTo>
                  <a:cubicBezTo>
                    <a:pt x="230364" y="158581"/>
                    <a:pt x="234688" y="157415"/>
                    <a:pt x="238915" y="155982"/>
                  </a:cubicBezTo>
                  <a:cubicBezTo>
                    <a:pt x="243263" y="154524"/>
                    <a:pt x="247466" y="152727"/>
                    <a:pt x="251523" y="150613"/>
                  </a:cubicBezTo>
                  <a:cubicBezTo>
                    <a:pt x="251766" y="150468"/>
                    <a:pt x="252033" y="150346"/>
                    <a:pt x="252276" y="150200"/>
                  </a:cubicBezTo>
                  <a:lnTo>
                    <a:pt x="253029" y="149763"/>
                  </a:lnTo>
                  <a:lnTo>
                    <a:pt x="254559" y="148913"/>
                  </a:lnTo>
                  <a:cubicBezTo>
                    <a:pt x="255555" y="148306"/>
                    <a:pt x="256527" y="147674"/>
                    <a:pt x="257499" y="147042"/>
                  </a:cubicBezTo>
                  <a:lnTo>
                    <a:pt x="258956" y="146022"/>
                  </a:lnTo>
                  <a:lnTo>
                    <a:pt x="259685" y="145488"/>
                  </a:lnTo>
                  <a:lnTo>
                    <a:pt x="260049" y="145245"/>
                  </a:lnTo>
                  <a:lnTo>
                    <a:pt x="260389" y="144953"/>
                  </a:lnTo>
                  <a:lnTo>
                    <a:pt x="261774" y="143860"/>
                  </a:lnTo>
                  <a:lnTo>
                    <a:pt x="262479" y="143301"/>
                  </a:lnTo>
                  <a:cubicBezTo>
                    <a:pt x="262697" y="143107"/>
                    <a:pt x="262916" y="142913"/>
                    <a:pt x="263134" y="142718"/>
                  </a:cubicBezTo>
                  <a:cubicBezTo>
                    <a:pt x="266657" y="139609"/>
                    <a:pt x="269839" y="136111"/>
                    <a:pt x="272560" y="132297"/>
                  </a:cubicBezTo>
                  <a:cubicBezTo>
                    <a:pt x="272924" y="131836"/>
                    <a:pt x="273240" y="131350"/>
                    <a:pt x="273556" y="130864"/>
                  </a:cubicBezTo>
                  <a:lnTo>
                    <a:pt x="274528" y="129406"/>
                  </a:lnTo>
                  <a:cubicBezTo>
                    <a:pt x="275159" y="128410"/>
                    <a:pt x="275718" y="127414"/>
                    <a:pt x="276325" y="126418"/>
                  </a:cubicBezTo>
                  <a:lnTo>
                    <a:pt x="277151" y="124864"/>
                  </a:lnTo>
                  <a:cubicBezTo>
                    <a:pt x="277418" y="124354"/>
                    <a:pt x="277710" y="123843"/>
                    <a:pt x="277953" y="123309"/>
                  </a:cubicBezTo>
                  <a:lnTo>
                    <a:pt x="278706" y="121754"/>
                  </a:lnTo>
                  <a:lnTo>
                    <a:pt x="279094" y="120953"/>
                  </a:lnTo>
                  <a:lnTo>
                    <a:pt x="279435" y="120151"/>
                  </a:lnTo>
                  <a:cubicBezTo>
                    <a:pt x="281256" y="115900"/>
                    <a:pt x="282665" y="111454"/>
                    <a:pt x="283637" y="106912"/>
                  </a:cubicBezTo>
                  <a:cubicBezTo>
                    <a:pt x="283686" y="106645"/>
                    <a:pt x="283759" y="106353"/>
                    <a:pt x="283807" y="106062"/>
                  </a:cubicBezTo>
                  <a:lnTo>
                    <a:pt x="283953" y="105211"/>
                  </a:lnTo>
                  <a:lnTo>
                    <a:pt x="284269" y="103487"/>
                  </a:lnTo>
                  <a:cubicBezTo>
                    <a:pt x="284439" y="102345"/>
                    <a:pt x="284560" y="101179"/>
                    <a:pt x="284730" y="100037"/>
                  </a:cubicBezTo>
                  <a:cubicBezTo>
                    <a:pt x="284803" y="98871"/>
                    <a:pt x="284925" y="97729"/>
                    <a:pt x="284973" y="96563"/>
                  </a:cubicBezTo>
                  <a:lnTo>
                    <a:pt x="285046" y="94814"/>
                  </a:lnTo>
                  <a:lnTo>
                    <a:pt x="285070" y="93940"/>
                  </a:lnTo>
                  <a:lnTo>
                    <a:pt x="285070" y="93065"/>
                  </a:lnTo>
                  <a:cubicBezTo>
                    <a:pt x="285070" y="88377"/>
                    <a:pt x="284536" y="83688"/>
                    <a:pt x="283491" y="79122"/>
                  </a:cubicBezTo>
                  <a:cubicBezTo>
                    <a:pt x="282423" y="74482"/>
                    <a:pt x="280771" y="70012"/>
                    <a:pt x="278560" y="65809"/>
                  </a:cubicBezTo>
                  <a:lnTo>
                    <a:pt x="277710" y="64230"/>
                  </a:lnTo>
                  <a:cubicBezTo>
                    <a:pt x="277443" y="63720"/>
                    <a:pt x="277127" y="63210"/>
                    <a:pt x="276811" y="62700"/>
                  </a:cubicBezTo>
                  <a:cubicBezTo>
                    <a:pt x="276495" y="62190"/>
                    <a:pt x="276179" y="61680"/>
                    <a:pt x="275864" y="61170"/>
                  </a:cubicBezTo>
                  <a:lnTo>
                    <a:pt x="274819" y="59712"/>
                  </a:lnTo>
                  <a:cubicBezTo>
                    <a:pt x="273459" y="57793"/>
                    <a:pt x="272001" y="55947"/>
                    <a:pt x="270422" y="54198"/>
                  </a:cubicBezTo>
                  <a:cubicBezTo>
                    <a:pt x="267313" y="50797"/>
                    <a:pt x="263936" y="47688"/>
                    <a:pt x="260292" y="44870"/>
                  </a:cubicBezTo>
                  <a:cubicBezTo>
                    <a:pt x="253199" y="39307"/>
                    <a:pt x="245668" y="34813"/>
                    <a:pt x="238502" y="30343"/>
                  </a:cubicBezTo>
                  <a:lnTo>
                    <a:pt x="237166" y="29517"/>
                  </a:lnTo>
                  <a:lnTo>
                    <a:pt x="236486" y="29104"/>
                  </a:lnTo>
                  <a:lnTo>
                    <a:pt x="235879" y="28691"/>
                  </a:lnTo>
                  <a:lnTo>
                    <a:pt x="234640" y="27889"/>
                  </a:lnTo>
                  <a:cubicBezTo>
                    <a:pt x="234227" y="27622"/>
                    <a:pt x="233838" y="27331"/>
                    <a:pt x="233425" y="27039"/>
                  </a:cubicBezTo>
                  <a:cubicBezTo>
                    <a:pt x="233012" y="26748"/>
                    <a:pt x="232599" y="26456"/>
                    <a:pt x="232186" y="26165"/>
                  </a:cubicBezTo>
                  <a:lnTo>
                    <a:pt x="230947" y="25242"/>
                  </a:lnTo>
                  <a:cubicBezTo>
                    <a:pt x="230121" y="24659"/>
                    <a:pt x="229295" y="24003"/>
                    <a:pt x="228469" y="23395"/>
                  </a:cubicBezTo>
                  <a:cubicBezTo>
                    <a:pt x="225166" y="20869"/>
                    <a:pt x="221813" y="18173"/>
                    <a:pt x="218315" y="15525"/>
                  </a:cubicBezTo>
                  <a:cubicBezTo>
                    <a:pt x="215309" y="13209"/>
                    <a:pt x="212185" y="11047"/>
                    <a:pt x="208969" y="9051"/>
                  </a:cubicBezTo>
                  <a:lnTo>
                    <a:pt x="208969" y="9051"/>
                  </a:lnTo>
                  <a:cubicBezTo>
                    <a:pt x="209456" y="9356"/>
                    <a:pt x="209940" y="9668"/>
                    <a:pt x="210420" y="9986"/>
                  </a:cubicBezTo>
                  <a:cubicBezTo>
                    <a:pt x="210736" y="10180"/>
                    <a:pt x="211028" y="10375"/>
                    <a:pt x="211343" y="10593"/>
                  </a:cubicBezTo>
                  <a:lnTo>
                    <a:pt x="212242" y="11201"/>
                  </a:lnTo>
                  <a:cubicBezTo>
                    <a:pt x="212849" y="11614"/>
                    <a:pt x="213457" y="12002"/>
                    <a:pt x="214040" y="12415"/>
                  </a:cubicBezTo>
                  <a:cubicBezTo>
                    <a:pt x="215206" y="13266"/>
                    <a:pt x="216372" y="14091"/>
                    <a:pt x="217489" y="14966"/>
                  </a:cubicBezTo>
                  <a:cubicBezTo>
                    <a:pt x="219748" y="16642"/>
                    <a:pt x="221910" y="18367"/>
                    <a:pt x="224072" y="20067"/>
                  </a:cubicBezTo>
                  <a:cubicBezTo>
                    <a:pt x="226210" y="21743"/>
                    <a:pt x="228299" y="23395"/>
                    <a:pt x="230413" y="24974"/>
                  </a:cubicBezTo>
                  <a:cubicBezTo>
                    <a:pt x="232526" y="26553"/>
                    <a:pt x="234591" y="27987"/>
                    <a:pt x="236729" y="29371"/>
                  </a:cubicBezTo>
                  <a:cubicBezTo>
                    <a:pt x="241271" y="32213"/>
                    <a:pt x="245911" y="35056"/>
                    <a:pt x="250551" y="38092"/>
                  </a:cubicBezTo>
                  <a:cubicBezTo>
                    <a:pt x="252883" y="39647"/>
                    <a:pt x="255191" y="41226"/>
                    <a:pt x="257450" y="42902"/>
                  </a:cubicBezTo>
                  <a:cubicBezTo>
                    <a:pt x="258592" y="43728"/>
                    <a:pt x="259709" y="44627"/>
                    <a:pt x="260827" y="45501"/>
                  </a:cubicBezTo>
                  <a:cubicBezTo>
                    <a:pt x="261385" y="45963"/>
                    <a:pt x="261944" y="46424"/>
                    <a:pt x="262503" y="46886"/>
                  </a:cubicBezTo>
                  <a:lnTo>
                    <a:pt x="263329" y="47566"/>
                  </a:lnTo>
                  <a:lnTo>
                    <a:pt x="264130" y="48295"/>
                  </a:lnTo>
                  <a:cubicBezTo>
                    <a:pt x="266317" y="50214"/>
                    <a:pt x="268382" y="52279"/>
                    <a:pt x="270325" y="54441"/>
                  </a:cubicBezTo>
                  <a:lnTo>
                    <a:pt x="271782" y="56117"/>
                  </a:lnTo>
                  <a:cubicBezTo>
                    <a:pt x="272244" y="56676"/>
                    <a:pt x="272706" y="57283"/>
                    <a:pt x="273167" y="57866"/>
                  </a:cubicBezTo>
                  <a:lnTo>
                    <a:pt x="273847" y="58740"/>
                  </a:lnTo>
                  <a:cubicBezTo>
                    <a:pt x="274066" y="59032"/>
                    <a:pt x="274260" y="59348"/>
                    <a:pt x="274503" y="59664"/>
                  </a:cubicBezTo>
                  <a:lnTo>
                    <a:pt x="275766" y="61510"/>
                  </a:lnTo>
                  <a:cubicBezTo>
                    <a:pt x="276544" y="62797"/>
                    <a:pt x="277370" y="64060"/>
                    <a:pt x="278050" y="65396"/>
                  </a:cubicBezTo>
                  <a:lnTo>
                    <a:pt x="278560" y="66392"/>
                  </a:lnTo>
                  <a:lnTo>
                    <a:pt x="278827" y="66903"/>
                  </a:lnTo>
                  <a:cubicBezTo>
                    <a:pt x="278900" y="67073"/>
                    <a:pt x="278997" y="67243"/>
                    <a:pt x="279070" y="67413"/>
                  </a:cubicBezTo>
                  <a:lnTo>
                    <a:pt x="279993" y="69453"/>
                  </a:lnTo>
                  <a:cubicBezTo>
                    <a:pt x="280309" y="70133"/>
                    <a:pt x="280552" y="70838"/>
                    <a:pt x="280844" y="71518"/>
                  </a:cubicBezTo>
                  <a:lnTo>
                    <a:pt x="281232" y="72563"/>
                  </a:lnTo>
                  <a:cubicBezTo>
                    <a:pt x="281378" y="72927"/>
                    <a:pt x="281475" y="73267"/>
                    <a:pt x="281597" y="73632"/>
                  </a:cubicBezTo>
                  <a:cubicBezTo>
                    <a:pt x="281815" y="74336"/>
                    <a:pt x="282058" y="75040"/>
                    <a:pt x="282277" y="75745"/>
                  </a:cubicBezTo>
                  <a:lnTo>
                    <a:pt x="282884" y="77907"/>
                  </a:lnTo>
                  <a:cubicBezTo>
                    <a:pt x="283589" y="80773"/>
                    <a:pt x="284099" y="83688"/>
                    <a:pt x="284390" y="86628"/>
                  </a:cubicBezTo>
                  <a:lnTo>
                    <a:pt x="284536" y="87721"/>
                  </a:lnTo>
                  <a:lnTo>
                    <a:pt x="284609" y="88838"/>
                  </a:lnTo>
                  <a:cubicBezTo>
                    <a:pt x="284657" y="89567"/>
                    <a:pt x="284706" y="90296"/>
                    <a:pt x="284730" y="91025"/>
                  </a:cubicBezTo>
                  <a:cubicBezTo>
                    <a:pt x="284755" y="92507"/>
                    <a:pt x="284779" y="93964"/>
                    <a:pt x="284706" y="95422"/>
                  </a:cubicBezTo>
                  <a:cubicBezTo>
                    <a:pt x="284682" y="96903"/>
                    <a:pt x="284512" y="98337"/>
                    <a:pt x="284414" y="99794"/>
                  </a:cubicBezTo>
                  <a:cubicBezTo>
                    <a:pt x="284317" y="100523"/>
                    <a:pt x="284220" y="101252"/>
                    <a:pt x="284123" y="101980"/>
                  </a:cubicBezTo>
                  <a:lnTo>
                    <a:pt x="284002" y="103074"/>
                  </a:lnTo>
                  <a:lnTo>
                    <a:pt x="283807" y="104142"/>
                  </a:lnTo>
                  <a:cubicBezTo>
                    <a:pt x="283321" y="107009"/>
                    <a:pt x="282641" y="109851"/>
                    <a:pt x="281791" y="112645"/>
                  </a:cubicBezTo>
                  <a:lnTo>
                    <a:pt x="281135" y="114734"/>
                  </a:lnTo>
                  <a:cubicBezTo>
                    <a:pt x="280892" y="115414"/>
                    <a:pt x="280625" y="116094"/>
                    <a:pt x="280382" y="116799"/>
                  </a:cubicBezTo>
                  <a:lnTo>
                    <a:pt x="279993" y="117819"/>
                  </a:lnTo>
                  <a:cubicBezTo>
                    <a:pt x="279872" y="118159"/>
                    <a:pt x="279726" y="118499"/>
                    <a:pt x="279580" y="118839"/>
                  </a:cubicBezTo>
                  <a:cubicBezTo>
                    <a:pt x="279289" y="119495"/>
                    <a:pt x="279022" y="120175"/>
                    <a:pt x="278706" y="120856"/>
                  </a:cubicBezTo>
                  <a:cubicBezTo>
                    <a:pt x="278074" y="122167"/>
                    <a:pt x="277491" y="123503"/>
                    <a:pt x="276762" y="124767"/>
                  </a:cubicBezTo>
                  <a:lnTo>
                    <a:pt x="276252" y="125738"/>
                  </a:lnTo>
                  <a:lnTo>
                    <a:pt x="275985" y="126224"/>
                  </a:lnTo>
                  <a:lnTo>
                    <a:pt x="275694" y="126710"/>
                  </a:lnTo>
                  <a:lnTo>
                    <a:pt x="274576" y="128580"/>
                  </a:lnTo>
                  <a:cubicBezTo>
                    <a:pt x="271442" y="133609"/>
                    <a:pt x="267604" y="138152"/>
                    <a:pt x="263159" y="142063"/>
                  </a:cubicBezTo>
                  <a:lnTo>
                    <a:pt x="262333" y="142816"/>
                  </a:lnTo>
                  <a:cubicBezTo>
                    <a:pt x="262041" y="143059"/>
                    <a:pt x="261750" y="143277"/>
                    <a:pt x="261458" y="143520"/>
                  </a:cubicBezTo>
                  <a:cubicBezTo>
                    <a:pt x="260875" y="144006"/>
                    <a:pt x="260292" y="144443"/>
                    <a:pt x="259709" y="144905"/>
                  </a:cubicBezTo>
                  <a:cubicBezTo>
                    <a:pt x="258495" y="145755"/>
                    <a:pt x="257280" y="146678"/>
                    <a:pt x="256017" y="147431"/>
                  </a:cubicBezTo>
                  <a:lnTo>
                    <a:pt x="255094" y="148014"/>
                  </a:lnTo>
                  <a:lnTo>
                    <a:pt x="254632" y="148330"/>
                  </a:lnTo>
                  <a:lnTo>
                    <a:pt x="254195" y="148621"/>
                  </a:lnTo>
                  <a:lnTo>
                    <a:pt x="252276" y="149715"/>
                  </a:lnTo>
                  <a:cubicBezTo>
                    <a:pt x="251644" y="150079"/>
                    <a:pt x="250988" y="150395"/>
                    <a:pt x="250357" y="150735"/>
                  </a:cubicBezTo>
                  <a:lnTo>
                    <a:pt x="249385" y="151245"/>
                  </a:lnTo>
                  <a:lnTo>
                    <a:pt x="248389" y="151707"/>
                  </a:lnTo>
                  <a:cubicBezTo>
                    <a:pt x="243166" y="154160"/>
                    <a:pt x="237749" y="156103"/>
                    <a:pt x="232162" y="157561"/>
                  </a:cubicBezTo>
                  <a:cubicBezTo>
                    <a:pt x="229417" y="158290"/>
                    <a:pt x="226672" y="158921"/>
                    <a:pt x="223902" y="159480"/>
                  </a:cubicBezTo>
                  <a:cubicBezTo>
                    <a:pt x="221133" y="160039"/>
                    <a:pt x="218364" y="160525"/>
                    <a:pt x="215619" y="160962"/>
                  </a:cubicBezTo>
                  <a:lnTo>
                    <a:pt x="213554" y="161278"/>
                  </a:lnTo>
                  <a:cubicBezTo>
                    <a:pt x="212849" y="161399"/>
                    <a:pt x="212169" y="161496"/>
                    <a:pt x="211465" y="161569"/>
                  </a:cubicBezTo>
                  <a:lnTo>
                    <a:pt x="207335" y="162128"/>
                  </a:lnTo>
                  <a:lnTo>
                    <a:pt x="203181" y="162662"/>
                  </a:lnTo>
                  <a:cubicBezTo>
                    <a:pt x="201796" y="162808"/>
                    <a:pt x="200412" y="162954"/>
                    <a:pt x="199027" y="163100"/>
                  </a:cubicBezTo>
                  <a:cubicBezTo>
                    <a:pt x="196234" y="163367"/>
                    <a:pt x="193464" y="163707"/>
                    <a:pt x="190646" y="163853"/>
                  </a:cubicBezTo>
                  <a:lnTo>
                    <a:pt x="186444" y="164168"/>
                  </a:lnTo>
                  <a:cubicBezTo>
                    <a:pt x="185059" y="164266"/>
                    <a:pt x="183650" y="164387"/>
                    <a:pt x="182241" y="164436"/>
                  </a:cubicBezTo>
                  <a:cubicBezTo>
                    <a:pt x="182897" y="164217"/>
                    <a:pt x="184816" y="163901"/>
                    <a:pt x="181561" y="163901"/>
                  </a:cubicBezTo>
                  <a:lnTo>
                    <a:pt x="183699" y="163804"/>
                  </a:lnTo>
                  <a:lnTo>
                    <a:pt x="185812" y="163610"/>
                  </a:lnTo>
                  <a:lnTo>
                    <a:pt x="190063" y="163270"/>
                  </a:lnTo>
                  <a:lnTo>
                    <a:pt x="192201" y="163075"/>
                  </a:lnTo>
                  <a:lnTo>
                    <a:pt x="193246" y="163002"/>
                  </a:lnTo>
                  <a:lnTo>
                    <a:pt x="194314" y="162881"/>
                  </a:lnTo>
                  <a:lnTo>
                    <a:pt x="198541" y="162419"/>
                  </a:lnTo>
                  <a:lnTo>
                    <a:pt x="202768" y="161958"/>
                  </a:lnTo>
                  <a:lnTo>
                    <a:pt x="206971" y="161375"/>
                  </a:lnTo>
                  <a:cubicBezTo>
                    <a:pt x="209764" y="160986"/>
                    <a:pt x="212558" y="160597"/>
                    <a:pt x="215352" y="160160"/>
                  </a:cubicBezTo>
                  <a:cubicBezTo>
                    <a:pt x="218145" y="159699"/>
                    <a:pt x="220939" y="159213"/>
                    <a:pt x="223732" y="158630"/>
                  </a:cubicBezTo>
                  <a:cubicBezTo>
                    <a:pt x="226526" y="158047"/>
                    <a:pt x="229320" y="157415"/>
                    <a:pt x="232089" y="156662"/>
                  </a:cubicBezTo>
                  <a:cubicBezTo>
                    <a:pt x="234858" y="155909"/>
                    <a:pt x="237603" y="155059"/>
                    <a:pt x="240324" y="154087"/>
                  </a:cubicBezTo>
                  <a:cubicBezTo>
                    <a:pt x="241028" y="153844"/>
                    <a:pt x="241684" y="153553"/>
                    <a:pt x="242365" y="153310"/>
                  </a:cubicBezTo>
                  <a:lnTo>
                    <a:pt x="243385" y="152921"/>
                  </a:lnTo>
                  <a:cubicBezTo>
                    <a:pt x="243725" y="152775"/>
                    <a:pt x="244065" y="152630"/>
                    <a:pt x="244381" y="152484"/>
                  </a:cubicBezTo>
                  <a:cubicBezTo>
                    <a:pt x="245061" y="152217"/>
                    <a:pt x="245717" y="151925"/>
                    <a:pt x="246397" y="151634"/>
                  </a:cubicBezTo>
                  <a:lnTo>
                    <a:pt x="248389" y="150711"/>
                  </a:lnTo>
                  <a:cubicBezTo>
                    <a:pt x="249045" y="150395"/>
                    <a:pt x="249677" y="150055"/>
                    <a:pt x="250332" y="149715"/>
                  </a:cubicBezTo>
                  <a:cubicBezTo>
                    <a:pt x="250988" y="149374"/>
                    <a:pt x="251644" y="149034"/>
                    <a:pt x="252276" y="148670"/>
                  </a:cubicBezTo>
                  <a:lnTo>
                    <a:pt x="254195" y="147553"/>
                  </a:lnTo>
                  <a:lnTo>
                    <a:pt x="256041" y="146387"/>
                  </a:lnTo>
                  <a:cubicBezTo>
                    <a:pt x="258543" y="144759"/>
                    <a:pt x="260924" y="142937"/>
                    <a:pt x="263134" y="140945"/>
                  </a:cubicBezTo>
                  <a:lnTo>
                    <a:pt x="263960" y="140192"/>
                  </a:lnTo>
                  <a:lnTo>
                    <a:pt x="264762" y="139415"/>
                  </a:lnTo>
                  <a:cubicBezTo>
                    <a:pt x="265272" y="138905"/>
                    <a:pt x="265831" y="138394"/>
                    <a:pt x="266341" y="137836"/>
                  </a:cubicBezTo>
                  <a:lnTo>
                    <a:pt x="267847" y="136208"/>
                  </a:lnTo>
                  <a:lnTo>
                    <a:pt x="268212" y="135795"/>
                  </a:lnTo>
                  <a:lnTo>
                    <a:pt x="268552" y="135358"/>
                  </a:lnTo>
                  <a:lnTo>
                    <a:pt x="269256" y="134508"/>
                  </a:lnTo>
                  <a:cubicBezTo>
                    <a:pt x="270228" y="133390"/>
                    <a:pt x="271078" y="132176"/>
                    <a:pt x="271953" y="130985"/>
                  </a:cubicBezTo>
                  <a:cubicBezTo>
                    <a:pt x="272778" y="129771"/>
                    <a:pt x="273629" y="128556"/>
                    <a:pt x="274382" y="127293"/>
                  </a:cubicBezTo>
                  <a:lnTo>
                    <a:pt x="274916" y="126346"/>
                  </a:lnTo>
                  <a:lnTo>
                    <a:pt x="275208" y="125860"/>
                  </a:lnTo>
                  <a:lnTo>
                    <a:pt x="275451" y="125374"/>
                  </a:lnTo>
                  <a:lnTo>
                    <a:pt x="276519" y="123455"/>
                  </a:lnTo>
                  <a:cubicBezTo>
                    <a:pt x="276860" y="122799"/>
                    <a:pt x="277151" y="122119"/>
                    <a:pt x="277491" y="121463"/>
                  </a:cubicBezTo>
                  <a:lnTo>
                    <a:pt x="277953" y="120467"/>
                  </a:lnTo>
                  <a:lnTo>
                    <a:pt x="278390" y="119471"/>
                  </a:lnTo>
                  <a:cubicBezTo>
                    <a:pt x="279556" y="116774"/>
                    <a:pt x="280552" y="114005"/>
                    <a:pt x="281378" y="111187"/>
                  </a:cubicBezTo>
                  <a:lnTo>
                    <a:pt x="281961" y="109074"/>
                  </a:lnTo>
                  <a:cubicBezTo>
                    <a:pt x="282131" y="108369"/>
                    <a:pt x="282277" y="107641"/>
                    <a:pt x="282447" y="106936"/>
                  </a:cubicBezTo>
                  <a:lnTo>
                    <a:pt x="282690" y="105867"/>
                  </a:lnTo>
                  <a:lnTo>
                    <a:pt x="282884" y="104774"/>
                  </a:lnTo>
                  <a:cubicBezTo>
                    <a:pt x="283006" y="104045"/>
                    <a:pt x="283151" y="103341"/>
                    <a:pt x="283248" y="102612"/>
                  </a:cubicBezTo>
                  <a:cubicBezTo>
                    <a:pt x="283686" y="99697"/>
                    <a:pt x="283929" y="96758"/>
                    <a:pt x="283977" y="93818"/>
                  </a:cubicBezTo>
                  <a:cubicBezTo>
                    <a:pt x="284026" y="90879"/>
                    <a:pt x="283856" y="87915"/>
                    <a:pt x="283491" y="85000"/>
                  </a:cubicBezTo>
                  <a:cubicBezTo>
                    <a:pt x="283394" y="84247"/>
                    <a:pt x="283273" y="83518"/>
                    <a:pt x="283151" y="82790"/>
                  </a:cubicBezTo>
                  <a:lnTo>
                    <a:pt x="282981" y="81697"/>
                  </a:lnTo>
                  <a:lnTo>
                    <a:pt x="282763" y="80603"/>
                  </a:lnTo>
                  <a:cubicBezTo>
                    <a:pt x="282593" y="79875"/>
                    <a:pt x="282471" y="79146"/>
                    <a:pt x="282277" y="78417"/>
                  </a:cubicBezTo>
                  <a:lnTo>
                    <a:pt x="281694" y="76255"/>
                  </a:lnTo>
                  <a:cubicBezTo>
                    <a:pt x="281621" y="75891"/>
                    <a:pt x="281499" y="75551"/>
                    <a:pt x="281378" y="75186"/>
                  </a:cubicBezTo>
                  <a:lnTo>
                    <a:pt x="281038" y="74117"/>
                  </a:lnTo>
                  <a:lnTo>
                    <a:pt x="280698" y="73049"/>
                  </a:lnTo>
                  <a:cubicBezTo>
                    <a:pt x="280576" y="72708"/>
                    <a:pt x="280431" y="72344"/>
                    <a:pt x="280285" y="72004"/>
                  </a:cubicBezTo>
                  <a:cubicBezTo>
                    <a:pt x="280018" y="71324"/>
                    <a:pt x="279750" y="70595"/>
                    <a:pt x="279483" y="69915"/>
                  </a:cubicBezTo>
                  <a:lnTo>
                    <a:pt x="278536" y="67874"/>
                  </a:lnTo>
                  <a:cubicBezTo>
                    <a:pt x="278244" y="67170"/>
                    <a:pt x="277880" y="66514"/>
                    <a:pt x="277515" y="65858"/>
                  </a:cubicBezTo>
                  <a:cubicBezTo>
                    <a:pt x="277175" y="65178"/>
                    <a:pt x="276835" y="64498"/>
                    <a:pt x="276447" y="63866"/>
                  </a:cubicBezTo>
                  <a:lnTo>
                    <a:pt x="275256" y="61923"/>
                  </a:lnTo>
                  <a:cubicBezTo>
                    <a:pt x="274843" y="61291"/>
                    <a:pt x="274406" y="60684"/>
                    <a:pt x="273993" y="60052"/>
                  </a:cubicBezTo>
                  <a:cubicBezTo>
                    <a:pt x="273774" y="59736"/>
                    <a:pt x="273556" y="59445"/>
                    <a:pt x="273337" y="59129"/>
                  </a:cubicBezTo>
                  <a:lnTo>
                    <a:pt x="272657" y="58255"/>
                  </a:lnTo>
                  <a:cubicBezTo>
                    <a:pt x="272171" y="57672"/>
                    <a:pt x="271758" y="57064"/>
                    <a:pt x="271272" y="56506"/>
                  </a:cubicBezTo>
                  <a:lnTo>
                    <a:pt x="269815" y="54805"/>
                  </a:lnTo>
                  <a:cubicBezTo>
                    <a:pt x="269572" y="54514"/>
                    <a:pt x="269329" y="54246"/>
                    <a:pt x="269062" y="53979"/>
                  </a:cubicBezTo>
                  <a:lnTo>
                    <a:pt x="268309" y="53178"/>
                  </a:lnTo>
                  <a:cubicBezTo>
                    <a:pt x="267313" y="52084"/>
                    <a:pt x="266244" y="51113"/>
                    <a:pt x="265199" y="50068"/>
                  </a:cubicBezTo>
                  <a:cubicBezTo>
                    <a:pt x="264106" y="49096"/>
                    <a:pt x="263037" y="48100"/>
                    <a:pt x="261920" y="47202"/>
                  </a:cubicBezTo>
                  <a:cubicBezTo>
                    <a:pt x="257474" y="43461"/>
                    <a:pt x="252762" y="40230"/>
                    <a:pt x="248049" y="37193"/>
                  </a:cubicBezTo>
                  <a:cubicBezTo>
                    <a:pt x="245693" y="35687"/>
                    <a:pt x="243361" y="34230"/>
                    <a:pt x="241004" y="32772"/>
                  </a:cubicBezTo>
                  <a:lnTo>
                    <a:pt x="237506" y="30610"/>
                  </a:lnTo>
                  <a:lnTo>
                    <a:pt x="236656" y="30076"/>
                  </a:lnTo>
                  <a:lnTo>
                    <a:pt x="236219" y="29784"/>
                  </a:lnTo>
                  <a:lnTo>
                    <a:pt x="235806" y="29541"/>
                  </a:lnTo>
                  <a:lnTo>
                    <a:pt x="234178" y="28472"/>
                  </a:lnTo>
                  <a:cubicBezTo>
                    <a:pt x="229878" y="25557"/>
                    <a:pt x="225627" y="22156"/>
                    <a:pt x="221206" y="18731"/>
                  </a:cubicBezTo>
                  <a:cubicBezTo>
                    <a:pt x="218971" y="17031"/>
                    <a:pt x="216712" y="15306"/>
                    <a:pt x="214331" y="13630"/>
                  </a:cubicBezTo>
                  <a:cubicBezTo>
                    <a:pt x="213190" y="12804"/>
                    <a:pt x="211951" y="12002"/>
                    <a:pt x="210736" y="11176"/>
                  </a:cubicBezTo>
                  <a:cubicBezTo>
                    <a:pt x="209473" y="10399"/>
                    <a:pt x="208210" y="9622"/>
                    <a:pt x="206898" y="8844"/>
                  </a:cubicBezTo>
                  <a:cubicBezTo>
                    <a:pt x="205610" y="8067"/>
                    <a:pt x="204226" y="7387"/>
                    <a:pt x="202865" y="6707"/>
                  </a:cubicBezTo>
                  <a:cubicBezTo>
                    <a:pt x="201456" y="6051"/>
                    <a:pt x="200072" y="5395"/>
                    <a:pt x="198541" y="4885"/>
                  </a:cubicBezTo>
                  <a:lnTo>
                    <a:pt x="197424" y="4472"/>
                  </a:lnTo>
                  <a:cubicBezTo>
                    <a:pt x="197059" y="4326"/>
                    <a:pt x="196695" y="4229"/>
                    <a:pt x="196306" y="4132"/>
                  </a:cubicBezTo>
                  <a:lnTo>
                    <a:pt x="194047" y="3476"/>
                  </a:lnTo>
                  <a:cubicBezTo>
                    <a:pt x="193318" y="3257"/>
                    <a:pt x="192541" y="3111"/>
                    <a:pt x="191812" y="2941"/>
                  </a:cubicBezTo>
                  <a:cubicBezTo>
                    <a:pt x="191059" y="2796"/>
                    <a:pt x="190306" y="2601"/>
                    <a:pt x="189553" y="2504"/>
                  </a:cubicBezTo>
                  <a:lnTo>
                    <a:pt x="189747" y="1435"/>
                  </a:lnTo>
                  <a:lnTo>
                    <a:pt x="188144" y="1168"/>
                  </a:lnTo>
                  <a:cubicBezTo>
                    <a:pt x="187610" y="1071"/>
                    <a:pt x="187051" y="949"/>
                    <a:pt x="186541" y="901"/>
                  </a:cubicBezTo>
                  <a:lnTo>
                    <a:pt x="183334" y="512"/>
                  </a:lnTo>
                  <a:lnTo>
                    <a:pt x="180152" y="245"/>
                  </a:lnTo>
                  <a:cubicBezTo>
                    <a:pt x="179107" y="172"/>
                    <a:pt x="178063" y="148"/>
                    <a:pt x="176994" y="99"/>
                  </a:cubicBezTo>
                  <a:cubicBezTo>
                    <a:pt x="175288" y="30"/>
                    <a:pt x="173586" y="1"/>
                    <a:pt x="171889" y="1"/>
                  </a:cubicBezTo>
                  <a:close/>
                </a:path>
              </a:pathLst>
            </a:custGeom>
            <a:solidFill>
              <a:srgbClr val="F0A9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2">
  <p:cSld name="CUSTOM_17">
    <p:spTree>
      <p:nvGrpSpPr>
        <p:cNvPr id="1353" name="Shape 1353"/>
        <p:cNvGrpSpPr/>
        <p:nvPr/>
      </p:nvGrpSpPr>
      <p:grpSpPr>
        <a:xfrm>
          <a:off x="0" y="0"/>
          <a:ext cx="0" cy="0"/>
          <a:chOff x="0" y="0"/>
          <a:chExt cx="0" cy="0"/>
        </a:xfrm>
      </p:grpSpPr>
      <p:grpSp>
        <p:nvGrpSpPr>
          <p:cNvPr id="1354" name="Google Shape;1354;p57"/>
          <p:cNvGrpSpPr/>
          <p:nvPr/>
        </p:nvGrpSpPr>
        <p:grpSpPr>
          <a:xfrm>
            <a:off x="7538938" y="386084"/>
            <a:ext cx="1252756" cy="791730"/>
            <a:chOff x="209625" y="551300"/>
            <a:chExt cx="7170900" cy="4592400"/>
          </a:xfrm>
        </p:grpSpPr>
        <p:sp>
          <p:nvSpPr>
            <p:cNvPr id="1355" name="Google Shape;1355;p57"/>
            <p:cNvSpPr/>
            <p:nvPr/>
          </p:nvSpPr>
          <p:spPr>
            <a:xfrm>
              <a:off x="838900" y="1811875"/>
              <a:ext cx="238725" cy="180050"/>
            </a:xfrm>
            <a:custGeom>
              <a:rect b="b" l="l" r="r" t="t"/>
              <a:pathLst>
                <a:path extrusionOk="0" h="7202" w="9549">
                  <a:moveTo>
                    <a:pt x="4802" y="0"/>
                  </a:moveTo>
                  <a:cubicBezTo>
                    <a:pt x="1601" y="0"/>
                    <a:pt x="1" y="3825"/>
                    <a:pt x="2252" y="6103"/>
                  </a:cubicBezTo>
                  <a:cubicBezTo>
                    <a:pt x="2930" y="6835"/>
                    <a:pt x="3852" y="7201"/>
                    <a:pt x="4775" y="7201"/>
                  </a:cubicBezTo>
                  <a:cubicBezTo>
                    <a:pt x="5697" y="7201"/>
                    <a:pt x="6619" y="6835"/>
                    <a:pt x="7297" y="6103"/>
                  </a:cubicBezTo>
                  <a:cubicBezTo>
                    <a:pt x="9548" y="3879"/>
                    <a:pt x="7975" y="27"/>
                    <a:pt x="480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p57"/>
            <p:cNvSpPr/>
            <p:nvPr/>
          </p:nvSpPr>
          <p:spPr>
            <a:xfrm>
              <a:off x="1469250" y="1182575"/>
              <a:ext cx="238325" cy="179750"/>
            </a:xfrm>
            <a:custGeom>
              <a:rect b="b" l="l" r="r" t="t"/>
              <a:pathLst>
                <a:path extrusionOk="0" h="7190" w="9533">
                  <a:moveTo>
                    <a:pt x="4746" y="1"/>
                  </a:moveTo>
                  <a:cubicBezTo>
                    <a:pt x="1616" y="1"/>
                    <a:pt x="0" y="3761"/>
                    <a:pt x="2182" y="6050"/>
                  </a:cubicBezTo>
                  <a:cubicBezTo>
                    <a:pt x="2859" y="6810"/>
                    <a:pt x="3796" y="7189"/>
                    <a:pt x="4739" y="7189"/>
                  </a:cubicBezTo>
                  <a:cubicBezTo>
                    <a:pt x="5648" y="7189"/>
                    <a:pt x="6562" y="6837"/>
                    <a:pt x="7254" y="6131"/>
                  </a:cubicBezTo>
                  <a:cubicBezTo>
                    <a:pt x="9532" y="3934"/>
                    <a:pt x="8013" y="55"/>
                    <a:pt x="4813" y="1"/>
                  </a:cubicBezTo>
                  <a:cubicBezTo>
                    <a:pt x="4790"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7" name="Google Shape;1357;p57"/>
            <p:cNvSpPr/>
            <p:nvPr/>
          </p:nvSpPr>
          <p:spPr>
            <a:xfrm>
              <a:off x="2098325" y="551550"/>
              <a:ext cx="239200" cy="180150"/>
            </a:xfrm>
            <a:custGeom>
              <a:rect b="b" l="l" r="r" t="t"/>
              <a:pathLst>
                <a:path extrusionOk="0" h="7206" w="9568">
                  <a:moveTo>
                    <a:pt x="4746" y="0"/>
                  </a:moveTo>
                  <a:cubicBezTo>
                    <a:pt x="3826" y="0"/>
                    <a:pt x="2912" y="366"/>
                    <a:pt x="2244" y="1102"/>
                  </a:cubicBezTo>
                  <a:cubicBezTo>
                    <a:pt x="1" y="3372"/>
                    <a:pt x="1609" y="7205"/>
                    <a:pt x="4787" y="7205"/>
                  </a:cubicBezTo>
                  <a:cubicBezTo>
                    <a:pt x="4798" y="7205"/>
                    <a:pt x="4810" y="7205"/>
                    <a:pt x="4821" y="7205"/>
                  </a:cubicBezTo>
                  <a:cubicBezTo>
                    <a:pt x="7994" y="7151"/>
                    <a:pt x="9568" y="3299"/>
                    <a:pt x="7262" y="1075"/>
                  </a:cubicBezTo>
                  <a:cubicBezTo>
                    <a:pt x="6574" y="360"/>
                    <a:pt x="5657" y="0"/>
                    <a:pt x="474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8" name="Google Shape;1358;p57"/>
            <p:cNvSpPr/>
            <p:nvPr/>
          </p:nvSpPr>
          <p:spPr>
            <a:xfrm>
              <a:off x="1468850" y="1811875"/>
              <a:ext cx="238725" cy="180050"/>
            </a:xfrm>
            <a:custGeom>
              <a:rect b="b" l="l" r="r" t="t"/>
              <a:pathLst>
                <a:path extrusionOk="0" h="7202" w="9549">
                  <a:moveTo>
                    <a:pt x="4748" y="0"/>
                  </a:moveTo>
                  <a:cubicBezTo>
                    <a:pt x="1574" y="27"/>
                    <a:pt x="1" y="3879"/>
                    <a:pt x="2252" y="6103"/>
                  </a:cubicBezTo>
                  <a:cubicBezTo>
                    <a:pt x="2944" y="6835"/>
                    <a:pt x="3866" y="7201"/>
                    <a:pt x="4788" y="7201"/>
                  </a:cubicBezTo>
                  <a:cubicBezTo>
                    <a:pt x="5710" y="7201"/>
                    <a:pt x="6633" y="6835"/>
                    <a:pt x="7324" y="6103"/>
                  </a:cubicBezTo>
                  <a:cubicBezTo>
                    <a:pt x="9548" y="3825"/>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9" name="Google Shape;1359;p57"/>
            <p:cNvSpPr/>
            <p:nvPr/>
          </p:nvSpPr>
          <p:spPr>
            <a:xfrm>
              <a:off x="2116450" y="1181050"/>
              <a:ext cx="202775" cy="181225"/>
            </a:xfrm>
            <a:custGeom>
              <a:rect b="b" l="l" r="r" t="t"/>
              <a:pathLst>
                <a:path extrusionOk="0" h="7249" w="8111">
                  <a:moveTo>
                    <a:pt x="4037" y="0"/>
                  </a:moveTo>
                  <a:cubicBezTo>
                    <a:pt x="3213" y="0"/>
                    <a:pt x="2393" y="309"/>
                    <a:pt x="1709" y="930"/>
                  </a:cubicBezTo>
                  <a:cubicBezTo>
                    <a:pt x="163" y="2314"/>
                    <a:pt x="0" y="4429"/>
                    <a:pt x="1356" y="5975"/>
                  </a:cubicBezTo>
                  <a:cubicBezTo>
                    <a:pt x="2109" y="6817"/>
                    <a:pt x="3087" y="7248"/>
                    <a:pt x="4067" y="7248"/>
                  </a:cubicBezTo>
                  <a:cubicBezTo>
                    <a:pt x="4887" y="7248"/>
                    <a:pt x="5709" y="6946"/>
                    <a:pt x="6401" y="6328"/>
                  </a:cubicBezTo>
                  <a:cubicBezTo>
                    <a:pt x="7920" y="4972"/>
                    <a:pt x="8110" y="2775"/>
                    <a:pt x="6754" y="1283"/>
                  </a:cubicBezTo>
                  <a:cubicBezTo>
                    <a:pt x="5990" y="431"/>
                    <a:pt x="5011" y="0"/>
                    <a:pt x="403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0" name="Google Shape;1360;p57"/>
            <p:cNvSpPr/>
            <p:nvPr/>
          </p:nvSpPr>
          <p:spPr>
            <a:xfrm>
              <a:off x="2747075" y="551300"/>
              <a:ext cx="201425" cy="180975"/>
            </a:xfrm>
            <a:custGeom>
              <a:rect b="b" l="l" r="r" t="t"/>
              <a:pathLst>
                <a:path extrusionOk="0" h="7239" w="8057">
                  <a:moveTo>
                    <a:pt x="4008" y="1"/>
                  </a:moveTo>
                  <a:cubicBezTo>
                    <a:pt x="3158" y="1"/>
                    <a:pt x="2309" y="334"/>
                    <a:pt x="1601" y="1004"/>
                  </a:cubicBezTo>
                  <a:cubicBezTo>
                    <a:pt x="82" y="2414"/>
                    <a:pt x="0" y="4557"/>
                    <a:pt x="1384" y="6049"/>
                  </a:cubicBezTo>
                  <a:cubicBezTo>
                    <a:pt x="2129" y="6837"/>
                    <a:pt x="3086" y="7239"/>
                    <a:pt x="4043" y="7239"/>
                  </a:cubicBezTo>
                  <a:cubicBezTo>
                    <a:pt x="4897" y="7239"/>
                    <a:pt x="5752" y="6918"/>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1" name="Google Shape;1361;p57"/>
            <p:cNvSpPr/>
            <p:nvPr/>
          </p:nvSpPr>
          <p:spPr>
            <a:xfrm>
              <a:off x="2098125" y="1811875"/>
              <a:ext cx="238725" cy="180550"/>
            </a:xfrm>
            <a:custGeom>
              <a:rect b="b" l="l" r="r" t="t"/>
              <a:pathLst>
                <a:path extrusionOk="0" h="7222" w="9549">
                  <a:moveTo>
                    <a:pt x="4775" y="0"/>
                  </a:moveTo>
                  <a:cubicBezTo>
                    <a:pt x="1601" y="0"/>
                    <a:pt x="1" y="3852"/>
                    <a:pt x="2252" y="6103"/>
                  </a:cubicBezTo>
                  <a:cubicBezTo>
                    <a:pt x="2930" y="6849"/>
                    <a:pt x="3852" y="7222"/>
                    <a:pt x="4775" y="7222"/>
                  </a:cubicBezTo>
                  <a:cubicBezTo>
                    <a:pt x="5697" y="7222"/>
                    <a:pt x="6619" y="6849"/>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2" name="Google Shape;1362;p57"/>
            <p:cNvSpPr/>
            <p:nvPr/>
          </p:nvSpPr>
          <p:spPr>
            <a:xfrm>
              <a:off x="2728000" y="1181375"/>
              <a:ext cx="238800" cy="179625"/>
            </a:xfrm>
            <a:custGeom>
              <a:rect b="b" l="l" r="r" t="t"/>
              <a:pathLst>
                <a:path extrusionOk="0" h="7185" w="9552">
                  <a:moveTo>
                    <a:pt x="4771" y="1"/>
                  </a:moveTo>
                  <a:cubicBezTo>
                    <a:pt x="3826" y="1"/>
                    <a:pt x="2884" y="381"/>
                    <a:pt x="2201" y="1134"/>
                  </a:cubicBezTo>
                  <a:cubicBezTo>
                    <a:pt x="0" y="3416"/>
                    <a:pt x="1624" y="7184"/>
                    <a:pt x="4759" y="7184"/>
                  </a:cubicBezTo>
                  <a:cubicBezTo>
                    <a:pt x="4792" y="7184"/>
                    <a:pt x="4825" y="7184"/>
                    <a:pt x="4859" y="7183"/>
                  </a:cubicBezTo>
                  <a:cubicBezTo>
                    <a:pt x="8033" y="7129"/>
                    <a:pt x="9551" y="3223"/>
                    <a:pt x="7246" y="1026"/>
                  </a:cubicBezTo>
                  <a:cubicBezTo>
                    <a:pt x="6561" y="340"/>
                    <a:pt x="566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3" name="Google Shape;1363;p57"/>
            <p:cNvSpPr/>
            <p:nvPr/>
          </p:nvSpPr>
          <p:spPr>
            <a:xfrm>
              <a:off x="3358025" y="551525"/>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6"/>
                    <a:pt x="4738" y="7206"/>
                    <a:pt x="4761" y="7206"/>
                  </a:cubicBezTo>
                  <a:cubicBezTo>
                    <a:pt x="7917" y="7206"/>
                    <a:pt x="9533" y="3420"/>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4" name="Google Shape;1364;p57"/>
            <p:cNvSpPr/>
            <p:nvPr/>
          </p:nvSpPr>
          <p:spPr>
            <a:xfrm>
              <a:off x="2747075" y="1810525"/>
              <a:ext cx="201425" cy="180975"/>
            </a:xfrm>
            <a:custGeom>
              <a:rect b="b" l="l" r="r" t="t"/>
              <a:pathLst>
                <a:path extrusionOk="0" h="7239" w="8057">
                  <a:moveTo>
                    <a:pt x="4008" y="0"/>
                  </a:moveTo>
                  <a:cubicBezTo>
                    <a:pt x="3158" y="0"/>
                    <a:pt x="2309" y="334"/>
                    <a:pt x="1601" y="1003"/>
                  </a:cubicBezTo>
                  <a:cubicBezTo>
                    <a:pt x="109" y="2414"/>
                    <a:pt x="0" y="4584"/>
                    <a:pt x="1384" y="6048"/>
                  </a:cubicBezTo>
                  <a:cubicBezTo>
                    <a:pt x="2086" y="6837"/>
                    <a:pt x="3060" y="7239"/>
                    <a:pt x="4036" y="7239"/>
                  </a:cubicBezTo>
                  <a:cubicBezTo>
                    <a:pt x="4906" y="7239"/>
                    <a:pt x="5778" y="6918"/>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5" name="Google Shape;1365;p57"/>
            <p:cNvSpPr/>
            <p:nvPr/>
          </p:nvSpPr>
          <p:spPr>
            <a:xfrm>
              <a:off x="3358025" y="1180950"/>
              <a:ext cx="238150" cy="180725"/>
            </a:xfrm>
            <a:custGeom>
              <a:rect b="b" l="l" r="r" t="t"/>
              <a:pathLst>
                <a:path extrusionOk="0" h="7229" w="9526">
                  <a:moveTo>
                    <a:pt x="4763" y="1"/>
                  </a:moveTo>
                  <a:cubicBezTo>
                    <a:pt x="3897" y="1"/>
                    <a:pt x="3028" y="347"/>
                    <a:pt x="2306" y="1043"/>
                  </a:cubicBezTo>
                  <a:cubicBezTo>
                    <a:pt x="1" y="3240"/>
                    <a:pt x="1493" y="7146"/>
                    <a:pt x="4666" y="7227"/>
                  </a:cubicBezTo>
                  <a:cubicBezTo>
                    <a:pt x="4700" y="7228"/>
                    <a:pt x="4733" y="7228"/>
                    <a:pt x="4767" y="7228"/>
                  </a:cubicBezTo>
                  <a:cubicBezTo>
                    <a:pt x="7902" y="7228"/>
                    <a:pt x="9525" y="3460"/>
                    <a:pt x="7352" y="1178"/>
                  </a:cubicBezTo>
                  <a:cubicBezTo>
                    <a:pt x="6610" y="394"/>
                    <a:pt x="5687" y="1"/>
                    <a:pt x="476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6" name="Google Shape;1366;p57"/>
            <p:cNvSpPr/>
            <p:nvPr/>
          </p:nvSpPr>
          <p:spPr>
            <a:xfrm>
              <a:off x="3357750" y="1811100"/>
              <a:ext cx="239000" cy="179825"/>
            </a:xfrm>
            <a:custGeom>
              <a:rect b="b" l="l" r="r" t="t"/>
              <a:pathLst>
                <a:path extrusionOk="0" h="7193" w="9560">
                  <a:moveTo>
                    <a:pt x="4786" y="0"/>
                  </a:moveTo>
                  <a:cubicBezTo>
                    <a:pt x="3845" y="0"/>
                    <a:pt x="2903" y="380"/>
                    <a:pt x="2209" y="1143"/>
                  </a:cubicBezTo>
                  <a:cubicBezTo>
                    <a:pt x="0" y="3406"/>
                    <a:pt x="1616" y="7192"/>
                    <a:pt x="4773" y="7192"/>
                  </a:cubicBezTo>
                  <a:cubicBezTo>
                    <a:pt x="4795" y="7192"/>
                    <a:pt x="4818" y="7192"/>
                    <a:pt x="4840" y="7192"/>
                  </a:cubicBezTo>
                  <a:cubicBezTo>
                    <a:pt x="8013"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7" name="Google Shape;1367;p57"/>
            <p:cNvSpPr/>
            <p:nvPr/>
          </p:nvSpPr>
          <p:spPr>
            <a:xfrm>
              <a:off x="209625" y="552625"/>
              <a:ext cx="238325" cy="180000"/>
            </a:xfrm>
            <a:custGeom>
              <a:rect b="b" l="l" r="r" t="t"/>
              <a:pathLst>
                <a:path extrusionOk="0" h="7200" w="9533">
                  <a:moveTo>
                    <a:pt x="4760" y="1"/>
                  </a:moveTo>
                  <a:cubicBezTo>
                    <a:pt x="4738" y="1"/>
                    <a:pt x="4716" y="1"/>
                    <a:pt x="4693" y="1"/>
                  </a:cubicBezTo>
                  <a:cubicBezTo>
                    <a:pt x="1520" y="55"/>
                    <a:pt x="1" y="3934"/>
                    <a:pt x="2279" y="6131"/>
                  </a:cubicBezTo>
                  <a:cubicBezTo>
                    <a:pt x="2955" y="6847"/>
                    <a:pt x="3857" y="7200"/>
                    <a:pt x="4759" y="7200"/>
                  </a:cubicBezTo>
                  <a:cubicBezTo>
                    <a:pt x="5702" y="7200"/>
                    <a:pt x="6644" y="6813"/>
                    <a:pt x="7324" y="6050"/>
                  </a:cubicBezTo>
                  <a:cubicBezTo>
                    <a:pt x="9533" y="3787"/>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8" name="Google Shape;1368;p57"/>
            <p:cNvSpPr/>
            <p:nvPr/>
          </p:nvSpPr>
          <p:spPr>
            <a:xfrm>
              <a:off x="210025" y="1182575"/>
              <a:ext cx="238325" cy="179650"/>
            </a:xfrm>
            <a:custGeom>
              <a:rect b="b" l="l" r="r" t="t"/>
              <a:pathLst>
                <a:path extrusionOk="0" h="7186" w="9533">
                  <a:moveTo>
                    <a:pt x="4719" y="1"/>
                  </a:moveTo>
                  <a:cubicBezTo>
                    <a:pt x="1590" y="1"/>
                    <a:pt x="0" y="3787"/>
                    <a:pt x="2209" y="6050"/>
                  </a:cubicBezTo>
                  <a:cubicBezTo>
                    <a:pt x="2896" y="6806"/>
                    <a:pt x="3828" y="7186"/>
                    <a:pt x="4759" y="7186"/>
                  </a:cubicBezTo>
                  <a:cubicBezTo>
                    <a:pt x="5665" y="7186"/>
                    <a:pt x="6572" y="6826"/>
                    <a:pt x="7254" y="6104"/>
                  </a:cubicBezTo>
                  <a:cubicBezTo>
                    <a:pt x="9532" y="3880"/>
                    <a:pt x="7986" y="28"/>
                    <a:pt x="4786" y="1"/>
                  </a:cubicBezTo>
                  <a:cubicBezTo>
                    <a:pt x="4763" y="1"/>
                    <a:pt x="4741" y="1"/>
                    <a:pt x="471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9" name="Google Shape;1369;p57"/>
            <p:cNvSpPr/>
            <p:nvPr/>
          </p:nvSpPr>
          <p:spPr>
            <a:xfrm>
              <a:off x="839100" y="552650"/>
              <a:ext cx="238525" cy="179800"/>
            </a:xfrm>
            <a:custGeom>
              <a:rect b="b" l="l" r="r" t="t"/>
              <a:pathLst>
                <a:path extrusionOk="0" h="7192" w="9541">
                  <a:moveTo>
                    <a:pt x="4787" y="0"/>
                  </a:moveTo>
                  <a:cubicBezTo>
                    <a:pt x="1609" y="0"/>
                    <a:pt x="1" y="3806"/>
                    <a:pt x="2217" y="6076"/>
                  </a:cubicBezTo>
                  <a:cubicBezTo>
                    <a:pt x="2905" y="6819"/>
                    <a:pt x="3843" y="7192"/>
                    <a:pt x="4778" y="7192"/>
                  </a:cubicBezTo>
                  <a:cubicBezTo>
                    <a:pt x="5687" y="7192"/>
                    <a:pt x="6593" y="6839"/>
                    <a:pt x="7262" y="6130"/>
                  </a:cubicBezTo>
                  <a:cubicBezTo>
                    <a:pt x="9540" y="3906"/>
                    <a:pt x="7994"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0" name="Google Shape;1370;p57"/>
            <p:cNvSpPr/>
            <p:nvPr/>
          </p:nvSpPr>
          <p:spPr>
            <a:xfrm>
              <a:off x="209825" y="1811850"/>
              <a:ext cx="238525" cy="180325"/>
            </a:xfrm>
            <a:custGeom>
              <a:rect b="b" l="l" r="r" t="t"/>
              <a:pathLst>
                <a:path extrusionOk="0" h="7213" w="9541">
                  <a:moveTo>
                    <a:pt x="4760" y="1"/>
                  </a:moveTo>
                  <a:cubicBezTo>
                    <a:pt x="1609" y="1"/>
                    <a:pt x="1" y="3806"/>
                    <a:pt x="2217" y="6077"/>
                  </a:cubicBezTo>
                  <a:cubicBezTo>
                    <a:pt x="2904" y="6833"/>
                    <a:pt x="3836" y="7213"/>
                    <a:pt x="4767" y="7213"/>
                  </a:cubicBezTo>
                  <a:cubicBezTo>
                    <a:pt x="5673" y="7213"/>
                    <a:pt x="6580" y="6853"/>
                    <a:pt x="7262" y="6131"/>
                  </a:cubicBezTo>
                  <a:cubicBezTo>
                    <a:pt x="9540" y="3907"/>
                    <a:pt x="7994" y="28"/>
                    <a:pt x="4794" y="1"/>
                  </a:cubicBezTo>
                  <a:cubicBezTo>
                    <a:pt x="4783" y="1"/>
                    <a:pt x="4771"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1" name="Google Shape;1371;p57"/>
            <p:cNvSpPr/>
            <p:nvPr/>
          </p:nvSpPr>
          <p:spPr>
            <a:xfrm>
              <a:off x="857225" y="1181075"/>
              <a:ext cx="201400" cy="181050"/>
            </a:xfrm>
            <a:custGeom>
              <a:rect b="b" l="l" r="r" t="t"/>
              <a:pathLst>
                <a:path extrusionOk="0" h="7242" w="8056">
                  <a:moveTo>
                    <a:pt x="4032" y="1"/>
                  </a:moveTo>
                  <a:cubicBezTo>
                    <a:pt x="3183" y="1"/>
                    <a:pt x="2335" y="327"/>
                    <a:pt x="1628" y="983"/>
                  </a:cubicBezTo>
                  <a:cubicBezTo>
                    <a:pt x="136" y="2394"/>
                    <a:pt x="0" y="4564"/>
                    <a:pt x="1411" y="6056"/>
                  </a:cubicBezTo>
                  <a:cubicBezTo>
                    <a:pt x="2095" y="6840"/>
                    <a:pt x="3057" y="7242"/>
                    <a:pt x="4024" y="7242"/>
                  </a:cubicBezTo>
                  <a:cubicBezTo>
                    <a:pt x="4897" y="7242"/>
                    <a:pt x="5774" y="6914"/>
                    <a:pt x="6456" y="6245"/>
                  </a:cubicBezTo>
                  <a:cubicBezTo>
                    <a:pt x="7975" y="4944"/>
                    <a:pt x="8056" y="2638"/>
                    <a:pt x="6673" y="1200"/>
                  </a:cubicBezTo>
                  <a:cubicBezTo>
                    <a:pt x="5917" y="402"/>
                    <a:pt x="4974" y="1"/>
                    <a:pt x="403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p57"/>
            <p:cNvSpPr/>
            <p:nvPr/>
          </p:nvSpPr>
          <p:spPr>
            <a:xfrm>
              <a:off x="1468850" y="551525"/>
              <a:ext cx="238325" cy="180175"/>
            </a:xfrm>
            <a:custGeom>
              <a:rect b="b" l="l" r="r" t="t"/>
              <a:pathLst>
                <a:path extrusionOk="0" h="7207" w="9533">
                  <a:moveTo>
                    <a:pt x="4768" y="1"/>
                  </a:moveTo>
                  <a:cubicBezTo>
                    <a:pt x="3870" y="1"/>
                    <a:pt x="2968" y="347"/>
                    <a:pt x="2279" y="1049"/>
                  </a:cubicBezTo>
                  <a:cubicBezTo>
                    <a:pt x="1" y="3273"/>
                    <a:pt x="1520" y="7152"/>
                    <a:pt x="4720" y="7206"/>
                  </a:cubicBezTo>
                  <a:cubicBezTo>
                    <a:pt x="4743" y="7206"/>
                    <a:pt x="4765" y="7206"/>
                    <a:pt x="4787" y="7206"/>
                  </a:cubicBezTo>
                  <a:cubicBezTo>
                    <a:pt x="7917" y="7206"/>
                    <a:pt x="9533" y="3393"/>
                    <a:pt x="7324" y="1130"/>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p57"/>
            <p:cNvSpPr/>
            <p:nvPr/>
          </p:nvSpPr>
          <p:spPr>
            <a:xfrm>
              <a:off x="3988000" y="1811875"/>
              <a:ext cx="238700" cy="180050"/>
            </a:xfrm>
            <a:custGeom>
              <a:rect b="b" l="l" r="r" t="t"/>
              <a:pathLst>
                <a:path extrusionOk="0" h="7202" w="9548">
                  <a:moveTo>
                    <a:pt x="4801" y="0"/>
                  </a:moveTo>
                  <a:cubicBezTo>
                    <a:pt x="1600" y="0"/>
                    <a:pt x="0" y="3825"/>
                    <a:pt x="2251" y="6103"/>
                  </a:cubicBezTo>
                  <a:cubicBezTo>
                    <a:pt x="2929" y="6835"/>
                    <a:pt x="3852" y="7201"/>
                    <a:pt x="4774" y="7201"/>
                  </a:cubicBezTo>
                  <a:cubicBezTo>
                    <a:pt x="5696" y="7201"/>
                    <a:pt x="6618" y="6835"/>
                    <a:pt x="7296" y="6103"/>
                  </a:cubicBezTo>
                  <a:cubicBezTo>
                    <a:pt x="9548" y="3879"/>
                    <a:pt x="7974"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4" name="Google Shape;1374;p57"/>
            <p:cNvSpPr/>
            <p:nvPr/>
          </p:nvSpPr>
          <p:spPr>
            <a:xfrm>
              <a:off x="4617650" y="1182575"/>
              <a:ext cx="239000" cy="179750"/>
            </a:xfrm>
            <a:custGeom>
              <a:rect b="b" l="l" r="r" t="t"/>
              <a:pathLst>
                <a:path extrusionOk="0" h="7190" w="9560">
                  <a:moveTo>
                    <a:pt x="4773" y="1"/>
                  </a:moveTo>
                  <a:cubicBezTo>
                    <a:pt x="1643" y="1"/>
                    <a:pt x="1" y="3761"/>
                    <a:pt x="2209" y="6050"/>
                  </a:cubicBezTo>
                  <a:cubicBezTo>
                    <a:pt x="2886" y="6810"/>
                    <a:pt x="3823" y="7189"/>
                    <a:pt x="4763" y="7189"/>
                  </a:cubicBezTo>
                  <a:cubicBezTo>
                    <a:pt x="5668" y="7189"/>
                    <a:pt x="6575" y="6837"/>
                    <a:pt x="7254" y="6131"/>
                  </a:cubicBezTo>
                  <a:cubicBezTo>
                    <a:pt x="9560" y="3934"/>
                    <a:pt x="8014" y="55"/>
                    <a:pt x="4840" y="1"/>
                  </a:cubicBezTo>
                  <a:cubicBezTo>
                    <a:pt x="4818" y="1"/>
                    <a:pt x="479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p57"/>
            <p:cNvSpPr/>
            <p:nvPr/>
          </p:nvSpPr>
          <p:spPr>
            <a:xfrm>
              <a:off x="5247400" y="551550"/>
              <a:ext cx="238525" cy="180150"/>
            </a:xfrm>
            <a:custGeom>
              <a:rect b="b" l="l" r="r" t="t"/>
              <a:pathLst>
                <a:path extrusionOk="0" h="7206" w="9541">
                  <a:moveTo>
                    <a:pt x="4742" y="0"/>
                  </a:moveTo>
                  <a:cubicBezTo>
                    <a:pt x="3819" y="0"/>
                    <a:pt x="2898" y="366"/>
                    <a:pt x="2217" y="1102"/>
                  </a:cubicBezTo>
                  <a:cubicBezTo>
                    <a:pt x="1" y="3372"/>
                    <a:pt x="1609" y="7205"/>
                    <a:pt x="4788" y="7205"/>
                  </a:cubicBezTo>
                  <a:cubicBezTo>
                    <a:pt x="4799" y="7205"/>
                    <a:pt x="4810" y="7205"/>
                    <a:pt x="4821" y="7205"/>
                  </a:cubicBezTo>
                  <a:cubicBezTo>
                    <a:pt x="7995" y="7151"/>
                    <a:pt x="9541" y="3299"/>
                    <a:pt x="7262" y="1075"/>
                  </a:cubicBezTo>
                  <a:cubicBezTo>
                    <a:pt x="6574" y="360"/>
                    <a:pt x="5657" y="0"/>
                    <a:pt x="4742"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6" name="Google Shape;1376;p57"/>
            <p:cNvSpPr/>
            <p:nvPr/>
          </p:nvSpPr>
          <p:spPr>
            <a:xfrm>
              <a:off x="4617950" y="1811875"/>
              <a:ext cx="238700" cy="180050"/>
            </a:xfrm>
            <a:custGeom>
              <a:rect b="b" l="l" r="r" t="t"/>
              <a:pathLst>
                <a:path extrusionOk="0" h="7202" w="9548">
                  <a:moveTo>
                    <a:pt x="4747" y="0"/>
                  </a:moveTo>
                  <a:cubicBezTo>
                    <a:pt x="1573" y="27"/>
                    <a:pt x="0" y="3879"/>
                    <a:pt x="2251" y="6103"/>
                  </a:cubicBezTo>
                  <a:cubicBezTo>
                    <a:pt x="2943" y="6835"/>
                    <a:pt x="3865" y="7201"/>
                    <a:pt x="4784" y="7201"/>
                  </a:cubicBezTo>
                  <a:cubicBezTo>
                    <a:pt x="5703" y="7201"/>
                    <a:pt x="6618" y="6835"/>
                    <a:pt x="7296" y="6103"/>
                  </a:cubicBezTo>
                  <a:cubicBezTo>
                    <a:pt x="9548" y="3825"/>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7" name="Google Shape;1377;p57"/>
            <p:cNvSpPr/>
            <p:nvPr/>
          </p:nvSpPr>
          <p:spPr>
            <a:xfrm>
              <a:off x="5265525" y="1181050"/>
              <a:ext cx="202100" cy="181225"/>
            </a:xfrm>
            <a:custGeom>
              <a:rect b="b" l="l" r="r" t="t"/>
              <a:pathLst>
                <a:path extrusionOk="0" h="7249" w="8084">
                  <a:moveTo>
                    <a:pt x="4026" y="0"/>
                  </a:moveTo>
                  <a:cubicBezTo>
                    <a:pt x="3208" y="0"/>
                    <a:pt x="2393" y="309"/>
                    <a:pt x="1709" y="930"/>
                  </a:cubicBezTo>
                  <a:cubicBezTo>
                    <a:pt x="163" y="2314"/>
                    <a:pt x="0" y="4429"/>
                    <a:pt x="1357" y="5975"/>
                  </a:cubicBezTo>
                  <a:cubicBezTo>
                    <a:pt x="2110" y="6817"/>
                    <a:pt x="3087" y="7248"/>
                    <a:pt x="4067" y="7248"/>
                  </a:cubicBezTo>
                  <a:cubicBezTo>
                    <a:pt x="4888" y="7248"/>
                    <a:pt x="5709" y="6946"/>
                    <a:pt x="6402" y="6328"/>
                  </a:cubicBezTo>
                  <a:cubicBezTo>
                    <a:pt x="7893" y="4972"/>
                    <a:pt x="8083" y="2775"/>
                    <a:pt x="6727" y="1283"/>
                  </a:cubicBezTo>
                  <a:cubicBezTo>
                    <a:pt x="5963" y="431"/>
                    <a:pt x="4992"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8" name="Google Shape;1378;p57"/>
            <p:cNvSpPr/>
            <p:nvPr/>
          </p:nvSpPr>
          <p:spPr>
            <a:xfrm>
              <a:off x="5896150" y="551300"/>
              <a:ext cx="200750" cy="180975"/>
            </a:xfrm>
            <a:custGeom>
              <a:rect b="b" l="l" r="r" t="t"/>
              <a:pathLst>
                <a:path extrusionOk="0" h="7239" w="8030">
                  <a:moveTo>
                    <a:pt x="4008" y="1"/>
                  </a:moveTo>
                  <a:cubicBezTo>
                    <a:pt x="3158" y="1"/>
                    <a:pt x="2309" y="334"/>
                    <a:pt x="1601" y="1004"/>
                  </a:cubicBezTo>
                  <a:cubicBezTo>
                    <a:pt x="82" y="2414"/>
                    <a:pt x="1" y="4557"/>
                    <a:pt x="1384" y="6049"/>
                  </a:cubicBezTo>
                  <a:cubicBezTo>
                    <a:pt x="2129" y="6837"/>
                    <a:pt x="3086" y="7239"/>
                    <a:pt x="4043" y="7239"/>
                  </a:cubicBezTo>
                  <a:cubicBezTo>
                    <a:pt x="4898" y="7239"/>
                    <a:pt x="5752" y="6918"/>
                    <a:pt x="6456" y="6266"/>
                  </a:cubicBezTo>
                  <a:cubicBezTo>
                    <a:pt x="7948" y="4937"/>
                    <a:pt x="8029"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9" name="Google Shape;1379;p57"/>
            <p:cNvSpPr/>
            <p:nvPr/>
          </p:nvSpPr>
          <p:spPr>
            <a:xfrm>
              <a:off x="5247225" y="1811875"/>
              <a:ext cx="238700" cy="180550"/>
            </a:xfrm>
            <a:custGeom>
              <a:rect b="b" l="l" r="r" t="t"/>
              <a:pathLst>
                <a:path extrusionOk="0" h="7222" w="9548">
                  <a:moveTo>
                    <a:pt x="4774" y="0"/>
                  </a:moveTo>
                  <a:cubicBezTo>
                    <a:pt x="1600" y="0"/>
                    <a:pt x="0" y="3852"/>
                    <a:pt x="2251" y="6103"/>
                  </a:cubicBezTo>
                  <a:cubicBezTo>
                    <a:pt x="2929" y="6849"/>
                    <a:pt x="3852" y="7222"/>
                    <a:pt x="4774" y="7222"/>
                  </a:cubicBezTo>
                  <a:cubicBezTo>
                    <a:pt x="5696" y="7222"/>
                    <a:pt x="6618" y="6849"/>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0" name="Google Shape;1380;p57"/>
            <p:cNvSpPr/>
            <p:nvPr/>
          </p:nvSpPr>
          <p:spPr>
            <a:xfrm>
              <a:off x="5877750" y="1181150"/>
              <a:ext cx="238125" cy="179850"/>
            </a:xfrm>
            <a:custGeom>
              <a:rect b="b" l="l" r="r" t="t"/>
              <a:pathLst>
                <a:path extrusionOk="0" h="7194" w="9525">
                  <a:moveTo>
                    <a:pt x="4741" y="0"/>
                  </a:moveTo>
                  <a:cubicBezTo>
                    <a:pt x="3797" y="0"/>
                    <a:pt x="2854" y="380"/>
                    <a:pt x="2174" y="1143"/>
                  </a:cubicBezTo>
                  <a:cubicBezTo>
                    <a:pt x="0" y="3425"/>
                    <a:pt x="1597" y="7193"/>
                    <a:pt x="4732" y="7193"/>
                  </a:cubicBezTo>
                  <a:cubicBezTo>
                    <a:pt x="4765" y="7193"/>
                    <a:pt x="4799" y="7193"/>
                    <a:pt x="4832" y="7192"/>
                  </a:cubicBezTo>
                  <a:cubicBezTo>
                    <a:pt x="8006" y="7138"/>
                    <a:pt x="9525" y="3259"/>
                    <a:pt x="7219" y="1035"/>
                  </a:cubicBezTo>
                  <a:cubicBezTo>
                    <a:pt x="6544" y="346"/>
                    <a:pt x="5642" y="0"/>
                    <a:pt x="474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p57"/>
            <p:cNvSpPr/>
            <p:nvPr/>
          </p:nvSpPr>
          <p:spPr>
            <a:xfrm>
              <a:off x="6506450" y="551525"/>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6"/>
                    <a:pt x="4765" y="7206"/>
                    <a:pt x="4787" y="7206"/>
                  </a:cubicBezTo>
                  <a:cubicBezTo>
                    <a:pt x="7943" y="7206"/>
                    <a:pt x="9559" y="3420"/>
                    <a:pt x="7351" y="1130"/>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2" name="Google Shape;1382;p57"/>
            <p:cNvSpPr/>
            <p:nvPr/>
          </p:nvSpPr>
          <p:spPr>
            <a:xfrm>
              <a:off x="5896150" y="1810525"/>
              <a:ext cx="201425" cy="181225"/>
            </a:xfrm>
            <a:custGeom>
              <a:rect b="b" l="l" r="r" t="t"/>
              <a:pathLst>
                <a:path extrusionOk="0" h="7249" w="8057">
                  <a:moveTo>
                    <a:pt x="4008" y="0"/>
                  </a:moveTo>
                  <a:cubicBezTo>
                    <a:pt x="3158" y="0"/>
                    <a:pt x="2309" y="334"/>
                    <a:pt x="1601" y="1003"/>
                  </a:cubicBezTo>
                  <a:cubicBezTo>
                    <a:pt x="109" y="2414"/>
                    <a:pt x="1" y="4584"/>
                    <a:pt x="1384" y="6048"/>
                  </a:cubicBezTo>
                  <a:cubicBezTo>
                    <a:pt x="2083" y="6847"/>
                    <a:pt x="3051" y="7248"/>
                    <a:pt x="4022" y="7248"/>
                  </a:cubicBezTo>
                  <a:cubicBezTo>
                    <a:pt x="4897" y="7248"/>
                    <a:pt x="5774" y="6922"/>
                    <a:pt x="6456" y="6265"/>
                  </a:cubicBezTo>
                  <a:cubicBezTo>
                    <a:pt x="7948" y="4964"/>
                    <a:pt x="8056" y="2631"/>
                    <a:pt x="6646" y="1220"/>
                  </a:cubicBezTo>
                  <a:cubicBezTo>
                    <a:pt x="5891" y="408"/>
                    <a:pt x="4949" y="0"/>
                    <a:pt x="400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3" name="Google Shape;1383;p57"/>
            <p:cNvSpPr/>
            <p:nvPr/>
          </p:nvSpPr>
          <p:spPr>
            <a:xfrm>
              <a:off x="6507125" y="1180950"/>
              <a:ext cx="238125" cy="180725"/>
            </a:xfrm>
            <a:custGeom>
              <a:rect b="b" l="l" r="r" t="t"/>
              <a:pathLst>
                <a:path extrusionOk="0" h="7229" w="9525">
                  <a:moveTo>
                    <a:pt x="4753" y="1"/>
                  </a:moveTo>
                  <a:cubicBezTo>
                    <a:pt x="3889" y="1"/>
                    <a:pt x="3028" y="347"/>
                    <a:pt x="2306" y="1043"/>
                  </a:cubicBezTo>
                  <a:cubicBezTo>
                    <a:pt x="0" y="3240"/>
                    <a:pt x="1492" y="7146"/>
                    <a:pt x="4666" y="7227"/>
                  </a:cubicBezTo>
                  <a:cubicBezTo>
                    <a:pt x="4699" y="7228"/>
                    <a:pt x="4732" y="7228"/>
                    <a:pt x="4765" y="7228"/>
                  </a:cubicBezTo>
                  <a:cubicBezTo>
                    <a:pt x="7874" y="7228"/>
                    <a:pt x="9525" y="3460"/>
                    <a:pt x="7351" y="1178"/>
                  </a:cubicBezTo>
                  <a:cubicBezTo>
                    <a:pt x="6595" y="394"/>
                    <a:pt x="5673" y="1"/>
                    <a:pt x="475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4" name="Google Shape;1384;p57"/>
            <p:cNvSpPr/>
            <p:nvPr/>
          </p:nvSpPr>
          <p:spPr>
            <a:xfrm>
              <a:off x="6506825" y="1811100"/>
              <a:ext cx="239000" cy="179825"/>
            </a:xfrm>
            <a:custGeom>
              <a:rect b="b" l="l" r="r" t="t"/>
              <a:pathLst>
                <a:path extrusionOk="0" h="7193" w="9560">
                  <a:moveTo>
                    <a:pt x="4786" y="0"/>
                  </a:moveTo>
                  <a:cubicBezTo>
                    <a:pt x="3846" y="0"/>
                    <a:pt x="2903" y="380"/>
                    <a:pt x="2209" y="1143"/>
                  </a:cubicBezTo>
                  <a:cubicBezTo>
                    <a:pt x="1" y="3406"/>
                    <a:pt x="1617" y="7192"/>
                    <a:pt x="4773" y="7192"/>
                  </a:cubicBezTo>
                  <a:cubicBezTo>
                    <a:pt x="4795" y="7192"/>
                    <a:pt x="4818" y="7192"/>
                    <a:pt x="4840" y="7192"/>
                  </a:cubicBezTo>
                  <a:cubicBezTo>
                    <a:pt x="8014" y="7138"/>
                    <a:pt x="9560" y="3259"/>
                    <a:pt x="7254" y="1035"/>
                  </a:cubicBezTo>
                  <a:cubicBezTo>
                    <a:pt x="6579" y="346"/>
                    <a:pt x="5683" y="0"/>
                    <a:pt x="478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5" name="Google Shape;1385;p57"/>
            <p:cNvSpPr/>
            <p:nvPr/>
          </p:nvSpPr>
          <p:spPr>
            <a:xfrm>
              <a:off x="3988175" y="552650"/>
              <a:ext cx="238525" cy="179800"/>
            </a:xfrm>
            <a:custGeom>
              <a:rect b="b" l="l" r="r" t="t"/>
              <a:pathLst>
                <a:path extrusionOk="0" h="7192" w="9541">
                  <a:moveTo>
                    <a:pt x="4787" y="0"/>
                  </a:moveTo>
                  <a:cubicBezTo>
                    <a:pt x="1609" y="0"/>
                    <a:pt x="1" y="3806"/>
                    <a:pt x="2217" y="6076"/>
                  </a:cubicBezTo>
                  <a:cubicBezTo>
                    <a:pt x="2905" y="6819"/>
                    <a:pt x="3836" y="7192"/>
                    <a:pt x="4768" y="7192"/>
                  </a:cubicBezTo>
                  <a:cubicBezTo>
                    <a:pt x="5674" y="7192"/>
                    <a:pt x="6580" y="6839"/>
                    <a:pt x="7262" y="6130"/>
                  </a:cubicBezTo>
                  <a:cubicBezTo>
                    <a:pt x="9541" y="3906"/>
                    <a:pt x="7995" y="27"/>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6" name="Google Shape;1386;p57"/>
            <p:cNvSpPr/>
            <p:nvPr/>
          </p:nvSpPr>
          <p:spPr>
            <a:xfrm>
              <a:off x="4006975" y="1181075"/>
              <a:ext cx="201425" cy="181050"/>
            </a:xfrm>
            <a:custGeom>
              <a:rect b="b" l="l" r="r" t="t"/>
              <a:pathLst>
                <a:path extrusionOk="0" h="7242" w="8057">
                  <a:moveTo>
                    <a:pt x="4006" y="1"/>
                  </a:moveTo>
                  <a:cubicBezTo>
                    <a:pt x="3156" y="1"/>
                    <a:pt x="2308" y="327"/>
                    <a:pt x="1601" y="983"/>
                  </a:cubicBezTo>
                  <a:cubicBezTo>
                    <a:pt x="109" y="2394"/>
                    <a:pt x="0" y="4564"/>
                    <a:pt x="1384" y="6056"/>
                  </a:cubicBezTo>
                  <a:cubicBezTo>
                    <a:pt x="2082" y="6840"/>
                    <a:pt x="3051" y="7242"/>
                    <a:pt x="4021" y="7242"/>
                  </a:cubicBezTo>
                  <a:cubicBezTo>
                    <a:pt x="4897" y="7242"/>
                    <a:pt x="5774" y="6914"/>
                    <a:pt x="6456" y="6245"/>
                  </a:cubicBezTo>
                  <a:cubicBezTo>
                    <a:pt x="7948" y="4944"/>
                    <a:pt x="8056" y="2638"/>
                    <a:pt x="6646" y="1200"/>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7" name="Google Shape;1387;p57"/>
            <p:cNvSpPr/>
            <p:nvPr/>
          </p:nvSpPr>
          <p:spPr>
            <a:xfrm>
              <a:off x="4617950" y="551525"/>
              <a:ext cx="238325" cy="180175"/>
            </a:xfrm>
            <a:custGeom>
              <a:rect b="b" l="l" r="r" t="t"/>
              <a:pathLst>
                <a:path extrusionOk="0" h="7207" w="9533">
                  <a:moveTo>
                    <a:pt x="4747" y="1"/>
                  </a:moveTo>
                  <a:cubicBezTo>
                    <a:pt x="3849" y="1"/>
                    <a:pt x="2954" y="347"/>
                    <a:pt x="2279" y="1049"/>
                  </a:cubicBezTo>
                  <a:cubicBezTo>
                    <a:pt x="0" y="3273"/>
                    <a:pt x="1519" y="7152"/>
                    <a:pt x="4693" y="7206"/>
                  </a:cubicBezTo>
                  <a:cubicBezTo>
                    <a:pt x="4715" y="7206"/>
                    <a:pt x="4737" y="7206"/>
                    <a:pt x="4759" y="7206"/>
                  </a:cubicBezTo>
                  <a:cubicBezTo>
                    <a:pt x="7916" y="7206"/>
                    <a:pt x="9532" y="3393"/>
                    <a:pt x="7324" y="1130"/>
                  </a:cubicBezTo>
                  <a:cubicBezTo>
                    <a:pt x="6630" y="381"/>
                    <a:pt x="5687" y="1"/>
                    <a:pt x="474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8" name="Google Shape;1388;p57"/>
            <p:cNvSpPr/>
            <p:nvPr/>
          </p:nvSpPr>
          <p:spPr>
            <a:xfrm>
              <a:off x="2098125" y="3073125"/>
              <a:ext cx="238525" cy="179725"/>
            </a:xfrm>
            <a:custGeom>
              <a:rect b="b" l="l" r="r" t="t"/>
              <a:pathLst>
                <a:path extrusionOk="0" h="7189" w="9541">
                  <a:moveTo>
                    <a:pt x="4759" y="0"/>
                  </a:moveTo>
                  <a:cubicBezTo>
                    <a:pt x="3849" y="0"/>
                    <a:pt x="2937" y="360"/>
                    <a:pt x="2252" y="1085"/>
                  </a:cubicBezTo>
                  <a:cubicBezTo>
                    <a:pt x="1" y="3337"/>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9" name="Google Shape;1389;p57"/>
            <p:cNvSpPr/>
            <p:nvPr/>
          </p:nvSpPr>
          <p:spPr>
            <a:xfrm>
              <a:off x="2728075" y="2443400"/>
              <a:ext cx="238150" cy="180200"/>
            </a:xfrm>
            <a:custGeom>
              <a:rect b="b" l="l" r="r" t="t"/>
              <a:pathLst>
                <a:path extrusionOk="0" h="7208" w="9526">
                  <a:moveTo>
                    <a:pt x="4761" y="0"/>
                  </a:moveTo>
                  <a:cubicBezTo>
                    <a:pt x="3895" y="0"/>
                    <a:pt x="3028" y="340"/>
                    <a:pt x="2306" y="1022"/>
                  </a:cubicBezTo>
                  <a:cubicBezTo>
                    <a:pt x="1" y="3219"/>
                    <a:pt x="1493" y="7125"/>
                    <a:pt x="4693" y="7206"/>
                  </a:cubicBezTo>
                  <a:cubicBezTo>
                    <a:pt x="4727" y="7207"/>
                    <a:pt x="4760" y="7208"/>
                    <a:pt x="4793" y="7208"/>
                  </a:cubicBezTo>
                  <a:cubicBezTo>
                    <a:pt x="7902" y="7208"/>
                    <a:pt x="9525" y="3439"/>
                    <a:pt x="7351" y="1158"/>
                  </a:cubicBezTo>
                  <a:cubicBezTo>
                    <a:pt x="6609" y="387"/>
                    <a:pt x="5686"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0" name="Google Shape;1390;p57"/>
            <p:cNvSpPr/>
            <p:nvPr/>
          </p:nvSpPr>
          <p:spPr>
            <a:xfrm>
              <a:off x="839100" y="4963650"/>
              <a:ext cx="238525" cy="179975"/>
            </a:xfrm>
            <a:custGeom>
              <a:rect b="b" l="l" r="r" t="t"/>
              <a:pathLst>
                <a:path extrusionOk="0" h="7199" w="9541">
                  <a:moveTo>
                    <a:pt x="4760" y="0"/>
                  </a:moveTo>
                  <a:cubicBezTo>
                    <a:pt x="1582" y="0"/>
                    <a:pt x="1" y="3833"/>
                    <a:pt x="2244" y="6076"/>
                  </a:cubicBezTo>
                  <a:cubicBezTo>
                    <a:pt x="2925" y="6826"/>
                    <a:pt x="3853" y="7198"/>
                    <a:pt x="4779" y="7198"/>
                  </a:cubicBezTo>
                  <a:cubicBezTo>
                    <a:pt x="5697" y="7198"/>
                    <a:pt x="6614" y="6832"/>
                    <a:pt x="7289" y="6103"/>
                  </a:cubicBezTo>
                  <a:cubicBezTo>
                    <a:pt x="9540" y="3852"/>
                    <a:pt x="7967" y="0"/>
                    <a:pt x="4794"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1" name="Google Shape;1391;p57"/>
            <p:cNvSpPr/>
            <p:nvPr/>
          </p:nvSpPr>
          <p:spPr>
            <a:xfrm>
              <a:off x="1469250" y="4333675"/>
              <a:ext cx="238325" cy="180100"/>
            </a:xfrm>
            <a:custGeom>
              <a:rect b="b" l="l" r="r" t="t"/>
              <a:pathLst>
                <a:path extrusionOk="0" h="7204" w="9533">
                  <a:moveTo>
                    <a:pt x="4746" y="1"/>
                  </a:moveTo>
                  <a:cubicBezTo>
                    <a:pt x="1616" y="1"/>
                    <a:pt x="0" y="3788"/>
                    <a:pt x="2182" y="6050"/>
                  </a:cubicBezTo>
                  <a:cubicBezTo>
                    <a:pt x="2865" y="6817"/>
                    <a:pt x="3813" y="7204"/>
                    <a:pt x="4765" y="7204"/>
                  </a:cubicBezTo>
                  <a:cubicBezTo>
                    <a:pt x="5665" y="7204"/>
                    <a:pt x="6568" y="6857"/>
                    <a:pt x="7254" y="6159"/>
                  </a:cubicBezTo>
                  <a:cubicBezTo>
                    <a:pt x="9532" y="3934"/>
                    <a:pt x="8013" y="56"/>
                    <a:pt x="4813" y="1"/>
                  </a:cubicBezTo>
                  <a:cubicBezTo>
                    <a:pt x="4791" y="1"/>
                    <a:pt x="4768" y="1"/>
                    <a:pt x="474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2" name="Google Shape;1392;p57"/>
            <p:cNvSpPr/>
            <p:nvPr/>
          </p:nvSpPr>
          <p:spPr>
            <a:xfrm>
              <a:off x="2098325" y="3702975"/>
              <a:ext cx="239200" cy="179825"/>
            </a:xfrm>
            <a:custGeom>
              <a:rect b="b" l="l" r="r" t="t"/>
              <a:pathLst>
                <a:path extrusionOk="0" h="7193" w="9568">
                  <a:moveTo>
                    <a:pt x="4771" y="1"/>
                  </a:moveTo>
                  <a:cubicBezTo>
                    <a:pt x="3843" y="1"/>
                    <a:pt x="2918" y="374"/>
                    <a:pt x="2244" y="1116"/>
                  </a:cubicBezTo>
                  <a:cubicBezTo>
                    <a:pt x="1" y="3387"/>
                    <a:pt x="1609" y="7192"/>
                    <a:pt x="4787" y="7192"/>
                  </a:cubicBezTo>
                  <a:cubicBezTo>
                    <a:pt x="4798" y="7192"/>
                    <a:pt x="4810" y="7192"/>
                    <a:pt x="4821" y="7192"/>
                  </a:cubicBezTo>
                  <a:cubicBezTo>
                    <a:pt x="7994" y="7165"/>
                    <a:pt x="9568" y="3286"/>
                    <a:pt x="7262" y="1062"/>
                  </a:cubicBezTo>
                  <a:cubicBezTo>
                    <a:pt x="6580" y="353"/>
                    <a:pt x="5674" y="1"/>
                    <a:pt x="477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3" name="Google Shape;1393;p57"/>
            <p:cNvSpPr/>
            <p:nvPr/>
          </p:nvSpPr>
          <p:spPr>
            <a:xfrm>
              <a:off x="2747075" y="3072975"/>
              <a:ext cx="201425" cy="182050"/>
            </a:xfrm>
            <a:custGeom>
              <a:rect b="b" l="l" r="r" t="t"/>
              <a:pathLst>
                <a:path extrusionOk="0" h="7282" w="8057">
                  <a:moveTo>
                    <a:pt x="4005" y="0"/>
                  </a:moveTo>
                  <a:cubicBezTo>
                    <a:pt x="3156" y="0"/>
                    <a:pt x="2308" y="327"/>
                    <a:pt x="1601" y="983"/>
                  </a:cubicBezTo>
                  <a:cubicBezTo>
                    <a:pt x="82" y="2393"/>
                    <a:pt x="0" y="4536"/>
                    <a:pt x="1384" y="6028"/>
                  </a:cubicBezTo>
                  <a:cubicBezTo>
                    <a:pt x="2097" y="6858"/>
                    <a:pt x="3093" y="7282"/>
                    <a:pt x="4092" y="7282"/>
                  </a:cubicBezTo>
                  <a:cubicBezTo>
                    <a:pt x="4954" y="7282"/>
                    <a:pt x="5819" y="6967"/>
                    <a:pt x="6510" y="6326"/>
                  </a:cubicBezTo>
                  <a:cubicBezTo>
                    <a:pt x="8002" y="4970"/>
                    <a:pt x="8056" y="2637"/>
                    <a:pt x="6646" y="1200"/>
                  </a:cubicBezTo>
                  <a:cubicBezTo>
                    <a:pt x="5890" y="401"/>
                    <a:pt x="4947" y="0"/>
                    <a:pt x="400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4" name="Google Shape;1394;p57"/>
            <p:cNvSpPr/>
            <p:nvPr/>
          </p:nvSpPr>
          <p:spPr>
            <a:xfrm>
              <a:off x="3358025" y="2443400"/>
              <a:ext cx="238325" cy="180175"/>
            </a:xfrm>
            <a:custGeom>
              <a:rect b="b" l="l" r="r" t="t"/>
              <a:pathLst>
                <a:path extrusionOk="0" h="7207" w="9533">
                  <a:moveTo>
                    <a:pt x="4768" y="1"/>
                  </a:moveTo>
                  <a:cubicBezTo>
                    <a:pt x="3870" y="1"/>
                    <a:pt x="2968" y="347"/>
                    <a:pt x="2279" y="1049"/>
                  </a:cubicBezTo>
                  <a:cubicBezTo>
                    <a:pt x="1" y="3246"/>
                    <a:pt x="1520" y="7152"/>
                    <a:pt x="4693" y="7206"/>
                  </a:cubicBezTo>
                  <a:cubicBezTo>
                    <a:pt x="4716" y="7207"/>
                    <a:pt x="4738" y="7207"/>
                    <a:pt x="4761" y="7207"/>
                  </a:cubicBezTo>
                  <a:cubicBezTo>
                    <a:pt x="7917" y="7207"/>
                    <a:pt x="9533" y="3420"/>
                    <a:pt x="7324" y="1131"/>
                  </a:cubicBezTo>
                  <a:cubicBezTo>
                    <a:pt x="6644" y="381"/>
                    <a:pt x="5709"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5" name="Google Shape;1395;p57"/>
            <p:cNvSpPr/>
            <p:nvPr/>
          </p:nvSpPr>
          <p:spPr>
            <a:xfrm>
              <a:off x="1468850" y="4962975"/>
              <a:ext cx="238725" cy="180400"/>
            </a:xfrm>
            <a:custGeom>
              <a:rect b="b" l="l" r="r" t="t"/>
              <a:pathLst>
                <a:path extrusionOk="0" h="7216" w="9549">
                  <a:moveTo>
                    <a:pt x="4748" y="0"/>
                  </a:moveTo>
                  <a:cubicBezTo>
                    <a:pt x="1574" y="27"/>
                    <a:pt x="1" y="3879"/>
                    <a:pt x="2252" y="6130"/>
                  </a:cubicBezTo>
                  <a:cubicBezTo>
                    <a:pt x="2937" y="6856"/>
                    <a:pt x="3849" y="7215"/>
                    <a:pt x="4763" y="7215"/>
                  </a:cubicBezTo>
                  <a:cubicBezTo>
                    <a:pt x="5693" y="7215"/>
                    <a:pt x="6626" y="6842"/>
                    <a:pt x="7324" y="6103"/>
                  </a:cubicBezTo>
                  <a:cubicBezTo>
                    <a:pt x="9548" y="3852"/>
                    <a:pt x="7948" y="0"/>
                    <a:pt x="474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6" name="Google Shape;1396;p57"/>
            <p:cNvSpPr/>
            <p:nvPr/>
          </p:nvSpPr>
          <p:spPr>
            <a:xfrm>
              <a:off x="2116450" y="4332375"/>
              <a:ext cx="202775" cy="181000"/>
            </a:xfrm>
            <a:custGeom>
              <a:rect b="b" l="l" r="r" t="t"/>
              <a:pathLst>
                <a:path extrusionOk="0" h="7240" w="8111">
                  <a:moveTo>
                    <a:pt x="4023" y="1"/>
                  </a:moveTo>
                  <a:cubicBezTo>
                    <a:pt x="3204" y="1"/>
                    <a:pt x="2389" y="303"/>
                    <a:pt x="1709" y="921"/>
                  </a:cubicBezTo>
                  <a:cubicBezTo>
                    <a:pt x="163" y="2305"/>
                    <a:pt x="0" y="4448"/>
                    <a:pt x="1356" y="5966"/>
                  </a:cubicBezTo>
                  <a:cubicBezTo>
                    <a:pt x="2109" y="6808"/>
                    <a:pt x="3087" y="7240"/>
                    <a:pt x="4067" y="7240"/>
                  </a:cubicBezTo>
                  <a:cubicBezTo>
                    <a:pt x="4887" y="7240"/>
                    <a:pt x="5709" y="6937"/>
                    <a:pt x="6401" y="6319"/>
                  </a:cubicBezTo>
                  <a:cubicBezTo>
                    <a:pt x="7920" y="4990"/>
                    <a:pt x="8110" y="2793"/>
                    <a:pt x="6754" y="1274"/>
                  </a:cubicBezTo>
                  <a:cubicBezTo>
                    <a:pt x="5986"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7" name="Google Shape;1397;p57"/>
            <p:cNvSpPr/>
            <p:nvPr/>
          </p:nvSpPr>
          <p:spPr>
            <a:xfrm>
              <a:off x="2747075" y="3702650"/>
              <a:ext cx="201425" cy="180725"/>
            </a:xfrm>
            <a:custGeom>
              <a:rect b="b" l="l" r="r" t="t"/>
              <a:pathLst>
                <a:path extrusionOk="0" h="7229" w="8057">
                  <a:moveTo>
                    <a:pt x="3994" y="0"/>
                  </a:moveTo>
                  <a:cubicBezTo>
                    <a:pt x="3149" y="0"/>
                    <a:pt x="2305" y="328"/>
                    <a:pt x="1601" y="994"/>
                  </a:cubicBezTo>
                  <a:cubicBezTo>
                    <a:pt x="82" y="2431"/>
                    <a:pt x="0" y="4547"/>
                    <a:pt x="1384" y="6039"/>
                  </a:cubicBezTo>
                  <a:cubicBezTo>
                    <a:pt x="2129" y="6827"/>
                    <a:pt x="3086" y="7229"/>
                    <a:pt x="4043" y="7229"/>
                  </a:cubicBezTo>
                  <a:cubicBezTo>
                    <a:pt x="4897" y="7229"/>
                    <a:pt x="5752" y="6908"/>
                    <a:pt x="6456" y="6256"/>
                  </a:cubicBezTo>
                  <a:cubicBezTo>
                    <a:pt x="7948" y="4954"/>
                    <a:pt x="8056" y="2621"/>
                    <a:pt x="6646" y="1211"/>
                  </a:cubicBezTo>
                  <a:cubicBezTo>
                    <a:pt x="5887" y="409"/>
                    <a:pt x="4939" y="0"/>
                    <a:pt x="39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8" name="Google Shape;1398;p57"/>
            <p:cNvSpPr/>
            <p:nvPr/>
          </p:nvSpPr>
          <p:spPr>
            <a:xfrm>
              <a:off x="3357750" y="3073100"/>
              <a:ext cx="239000" cy="179750"/>
            </a:xfrm>
            <a:custGeom>
              <a:rect b="b" l="l" r="r" t="t"/>
              <a:pathLst>
                <a:path extrusionOk="0" h="7190" w="9560">
                  <a:moveTo>
                    <a:pt x="4772" y="1"/>
                  </a:moveTo>
                  <a:cubicBezTo>
                    <a:pt x="3836" y="1"/>
                    <a:pt x="2900" y="381"/>
                    <a:pt x="2209" y="1141"/>
                  </a:cubicBezTo>
                  <a:cubicBezTo>
                    <a:pt x="0" y="3403"/>
                    <a:pt x="1616" y="7190"/>
                    <a:pt x="4773" y="7190"/>
                  </a:cubicBezTo>
                  <a:cubicBezTo>
                    <a:pt x="4795" y="7190"/>
                    <a:pt x="4818" y="7190"/>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9" name="Google Shape;1399;p57"/>
            <p:cNvSpPr/>
            <p:nvPr/>
          </p:nvSpPr>
          <p:spPr>
            <a:xfrm>
              <a:off x="2098125" y="4963650"/>
              <a:ext cx="238725" cy="180050"/>
            </a:xfrm>
            <a:custGeom>
              <a:rect b="b" l="l" r="r" t="t"/>
              <a:pathLst>
                <a:path extrusionOk="0" h="7202" w="9549">
                  <a:moveTo>
                    <a:pt x="4775" y="0"/>
                  </a:moveTo>
                  <a:cubicBezTo>
                    <a:pt x="1601" y="0"/>
                    <a:pt x="1" y="3852"/>
                    <a:pt x="2252" y="6103"/>
                  </a:cubicBezTo>
                  <a:cubicBezTo>
                    <a:pt x="2930" y="6836"/>
                    <a:pt x="3852" y="7202"/>
                    <a:pt x="4775" y="7202"/>
                  </a:cubicBezTo>
                  <a:cubicBezTo>
                    <a:pt x="5697" y="7202"/>
                    <a:pt x="6619" y="6836"/>
                    <a:pt x="7297" y="6103"/>
                  </a:cubicBezTo>
                  <a:cubicBezTo>
                    <a:pt x="9548" y="3852"/>
                    <a:pt x="7975"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0" name="Google Shape;1400;p57"/>
            <p:cNvSpPr/>
            <p:nvPr/>
          </p:nvSpPr>
          <p:spPr>
            <a:xfrm>
              <a:off x="2728475" y="4332575"/>
              <a:ext cx="238325" cy="180175"/>
            </a:xfrm>
            <a:custGeom>
              <a:rect b="b" l="l" r="r" t="t"/>
              <a:pathLst>
                <a:path extrusionOk="0" h="7207" w="9533">
                  <a:moveTo>
                    <a:pt x="4749" y="1"/>
                  </a:moveTo>
                  <a:cubicBezTo>
                    <a:pt x="3805" y="1"/>
                    <a:pt x="2862" y="381"/>
                    <a:pt x="2182" y="1130"/>
                  </a:cubicBezTo>
                  <a:cubicBezTo>
                    <a:pt x="0" y="3420"/>
                    <a:pt x="1616" y="7207"/>
                    <a:pt x="4773" y="7207"/>
                  </a:cubicBezTo>
                  <a:cubicBezTo>
                    <a:pt x="4795" y="7207"/>
                    <a:pt x="4818" y="7207"/>
                    <a:pt x="4840" y="7206"/>
                  </a:cubicBezTo>
                  <a:cubicBezTo>
                    <a:pt x="8014" y="7125"/>
                    <a:pt x="9532" y="3246"/>
                    <a:pt x="7227" y="1049"/>
                  </a:cubicBezTo>
                  <a:cubicBezTo>
                    <a:pt x="6551"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p57"/>
            <p:cNvSpPr/>
            <p:nvPr/>
          </p:nvSpPr>
          <p:spPr>
            <a:xfrm>
              <a:off x="3358025" y="3702975"/>
              <a:ext cx="238325" cy="179825"/>
            </a:xfrm>
            <a:custGeom>
              <a:rect b="b" l="l" r="r" t="t"/>
              <a:pathLst>
                <a:path extrusionOk="0" h="7193" w="9533">
                  <a:moveTo>
                    <a:pt x="4768" y="0"/>
                  </a:moveTo>
                  <a:cubicBezTo>
                    <a:pt x="3870" y="0"/>
                    <a:pt x="2968" y="346"/>
                    <a:pt x="2279" y="1035"/>
                  </a:cubicBezTo>
                  <a:cubicBezTo>
                    <a:pt x="1" y="3259"/>
                    <a:pt x="1520" y="7138"/>
                    <a:pt x="4693" y="7192"/>
                  </a:cubicBezTo>
                  <a:cubicBezTo>
                    <a:pt x="4716" y="7193"/>
                    <a:pt x="4738" y="7193"/>
                    <a:pt x="4761" y="7193"/>
                  </a:cubicBezTo>
                  <a:cubicBezTo>
                    <a:pt x="7917" y="7193"/>
                    <a:pt x="9533" y="3406"/>
                    <a:pt x="7324" y="1144"/>
                  </a:cubicBezTo>
                  <a:cubicBezTo>
                    <a:pt x="6644" y="380"/>
                    <a:pt x="5709" y="0"/>
                    <a:pt x="4768"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p57"/>
            <p:cNvSpPr/>
            <p:nvPr/>
          </p:nvSpPr>
          <p:spPr>
            <a:xfrm>
              <a:off x="2747075" y="4962125"/>
              <a:ext cx="201425" cy="181050"/>
            </a:xfrm>
            <a:custGeom>
              <a:rect b="b" l="l" r="r" t="t"/>
              <a:pathLst>
                <a:path extrusionOk="0" h="7242" w="8057">
                  <a:moveTo>
                    <a:pt x="4005" y="1"/>
                  </a:moveTo>
                  <a:cubicBezTo>
                    <a:pt x="3156" y="1"/>
                    <a:pt x="2308" y="328"/>
                    <a:pt x="1601" y="984"/>
                  </a:cubicBezTo>
                  <a:cubicBezTo>
                    <a:pt x="109" y="2394"/>
                    <a:pt x="0" y="4564"/>
                    <a:pt x="1384" y="6056"/>
                  </a:cubicBezTo>
                  <a:cubicBezTo>
                    <a:pt x="2082" y="6840"/>
                    <a:pt x="3051" y="7242"/>
                    <a:pt x="4021" y="7242"/>
                  </a:cubicBezTo>
                  <a:cubicBezTo>
                    <a:pt x="4897" y="7242"/>
                    <a:pt x="5774" y="6915"/>
                    <a:pt x="6456" y="6246"/>
                  </a:cubicBezTo>
                  <a:cubicBezTo>
                    <a:pt x="7948" y="4944"/>
                    <a:pt x="8056" y="2638"/>
                    <a:pt x="6646" y="1201"/>
                  </a:cubicBezTo>
                  <a:cubicBezTo>
                    <a:pt x="5890" y="402"/>
                    <a:pt x="4947" y="1"/>
                    <a:pt x="400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p57"/>
            <p:cNvSpPr/>
            <p:nvPr/>
          </p:nvSpPr>
          <p:spPr>
            <a:xfrm>
              <a:off x="3358025" y="4332300"/>
              <a:ext cx="238150" cy="180475"/>
            </a:xfrm>
            <a:custGeom>
              <a:rect b="b" l="l" r="r" t="t"/>
              <a:pathLst>
                <a:path extrusionOk="0" h="7219" w="9526">
                  <a:moveTo>
                    <a:pt x="4750" y="1"/>
                  </a:moveTo>
                  <a:cubicBezTo>
                    <a:pt x="3888" y="1"/>
                    <a:pt x="3025" y="341"/>
                    <a:pt x="2306" y="1033"/>
                  </a:cubicBezTo>
                  <a:cubicBezTo>
                    <a:pt x="1" y="3230"/>
                    <a:pt x="1493" y="7136"/>
                    <a:pt x="4666" y="7217"/>
                  </a:cubicBezTo>
                  <a:cubicBezTo>
                    <a:pt x="4700" y="7218"/>
                    <a:pt x="4733" y="7218"/>
                    <a:pt x="4767" y="7218"/>
                  </a:cubicBezTo>
                  <a:cubicBezTo>
                    <a:pt x="7902" y="7218"/>
                    <a:pt x="9525" y="3450"/>
                    <a:pt x="7352" y="1169"/>
                  </a:cubicBezTo>
                  <a:cubicBezTo>
                    <a:pt x="6606" y="395"/>
                    <a:pt x="5678" y="1"/>
                    <a:pt x="475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4" name="Google Shape;1404;p57"/>
            <p:cNvSpPr/>
            <p:nvPr/>
          </p:nvSpPr>
          <p:spPr>
            <a:xfrm>
              <a:off x="3357750" y="4962275"/>
              <a:ext cx="239000" cy="179750"/>
            </a:xfrm>
            <a:custGeom>
              <a:rect b="b" l="l" r="r" t="t"/>
              <a:pathLst>
                <a:path extrusionOk="0" h="7190" w="9560">
                  <a:moveTo>
                    <a:pt x="4772" y="1"/>
                  </a:moveTo>
                  <a:cubicBezTo>
                    <a:pt x="3836" y="1"/>
                    <a:pt x="2900" y="381"/>
                    <a:pt x="2209" y="1140"/>
                  </a:cubicBezTo>
                  <a:cubicBezTo>
                    <a:pt x="0" y="3403"/>
                    <a:pt x="1616" y="7190"/>
                    <a:pt x="4773" y="7190"/>
                  </a:cubicBezTo>
                  <a:cubicBezTo>
                    <a:pt x="4795" y="7190"/>
                    <a:pt x="4818" y="7189"/>
                    <a:pt x="4840" y="7189"/>
                  </a:cubicBezTo>
                  <a:cubicBezTo>
                    <a:pt x="8013" y="7135"/>
                    <a:pt x="9560" y="3256"/>
                    <a:pt x="7254" y="1059"/>
                  </a:cubicBezTo>
                  <a:cubicBezTo>
                    <a:pt x="6575" y="354"/>
                    <a:pt x="5674" y="1"/>
                    <a:pt x="477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5" name="Google Shape;1405;p57"/>
            <p:cNvSpPr/>
            <p:nvPr/>
          </p:nvSpPr>
          <p:spPr>
            <a:xfrm>
              <a:off x="229975" y="2443400"/>
              <a:ext cx="198700" cy="179600"/>
            </a:xfrm>
            <a:custGeom>
              <a:rect b="b" l="l" r="r" t="t"/>
              <a:pathLst>
                <a:path extrusionOk="0" h="7184" w="7948">
                  <a:moveTo>
                    <a:pt x="3927" y="0"/>
                  </a:moveTo>
                  <a:cubicBezTo>
                    <a:pt x="3061" y="0"/>
                    <a:pt x="2201" y="340"/>
                    <a:pt x="1492" y="1022"/>
                  </a:cubicBezTo>
                  <a:cubicBezTo>
                    <a:pt x="55" y="2378"/>
                    <a:pt x="1" y="4657"/>
                    <a:pt x="1357" y="6067"/>
                  </a:cubicBezTo>
                  <a:cubicBezTo>
                    <a:pt x="2058" y="6810"/>
                    <a:pt x="3005" y="7184"/>
                    <a:pt x="3956" y="7184"/>
                  </a:cubicBezTo>
                  <a:cubicBezTo>
                    <a:pt x="4844" y="7184"/>
                    <a:pt x="5735" y="6858"/>
                    <a:pt x="6429" y="6203"/>
                  </a:cubicBezTo>
                  <a:lnTo>
                    <a:pt x="6402" y="6203"/>
                  </a:lnTo>
                  <a:cubicBezTo>
                    <a:pt x="7894" y="4874"/>
                    <a:pt x="7948" y="2541"/>
                    <a:pt x="6537" y="1158"/>
                  </a:cubicBezTo>
                  <a:cubicBezTo>
                    <a:pt x="5781" y="387"/>
                    <a:pt x="4851" y="0"/>
                    <a:pt x="392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6" name="Google Shape;1406;p57"/>
            <p:cNvSpPr/>
            <p:nvPr/>
          </p:nvSpPr>
          <p:spPr>
            <a:xfrm>
              <a:off x="209625" y="3073800"/>
              <a:ext cx="238725" cy="180050"/>
            </a:xfrm>
            <a:custGeom>
              <a:rect b="b" l="l" r="r" t="t"/>
              <a:pathLst>
                <a:path extrusionOk="0" h="7202" w="9549">
                  <a:moveTo>
                    <a:pt x="4775" y="0"/>
                  </a:moveTo>
                  <a:cubicBezTo>
                    <a:pt x="1574" y="0"/>
                    <a:pt x="1" y="3852"/>
                    <a:pt x="2252" y="6103"/>
                  </a:cubicBezTo>
                  <a:cubicBezTo>
                    <a:pt x="2930" y="6836"/>
                    <a:pt x="3852" y="7202"/>
                    <a:pt x="4775" y="7202"/>
                  </a:cubicBezTo>
                  <a:cubicBezTo>
                    <a:pt x="5697" y="7202"/>
                    <a:pt x="6619" y="6836"/>
                    <a:pt x="7297" y="6103"/>
                  </a:cubicBezTo>
                  <a:cubicBezTo>
                    <a:pt x="9548" y="3852"/>
                    <a:pt x="7948" y="0"/>
                    <a:pt x="477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7" name="Google Shape;1407;p57"/>
            <p:cNvSpPr/>
            <p:nvPr/>
          </p:nvSpPr>
          <p:spPr>
            <a:xfrm>
              <a:off x="857225" y="2443200"/>
              <a:ext cx="202100" cy="180775"/>
            </a:xfrm>
            <a:custGeom>
              <a:rect b="b" l="l" r="r" t="t"/>
              <a:pathLst>
                <a:path extrusionOk="0" h="7231" w="8084">
                  <a:moveTo>
                    <a:pt x="4034" y="1"/>
                  </a:moveTo>
                  <a:cubicBezTo>
                    <a:pt x="3217" y="1"/>
                    <a:pt x="2401" y="304"/>
                    <a:pt x="1709" y="922"/>
                  </a:cubicBezTo>
                  <a:cubicBezTo>
                    <a:pt x="190" y="2278"/>
                    <a:pt x="0" y="4448"/>
                    <a:pt x="1356" y="5967"/>
                  </a:cubicBezTo>
                  <a:cubicBezTo>
                    <a:pt x="2083" y="6797"/>
                    <a:pt x="3070" y="7231"/>
                    <a:pt x="4063" y="7231"/>
                  </a:cubicBezTo>
                  <a:cubicBezTo>
                    <a:pt x="4886" y="7231"/>
                    <a:pt x="5713" y="6934"/>
                    <a:pt x="6401" y="6319"/>
                  </a:cubicBezTo>
                  <a:cubicBezTo>
                    <a:pt x="7893" y="4990"/>
                    <a:pt x="8083" y="2766"/>
                    <a:pt x="6754" y="1274"/>
                  </a:cubicBezTo>
                  <a:cubicBezTo>
                    <a:pt x="5986" y="433"/>
                    <a:pt x="5010" y="1"/>
                    <a:pt x="403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8" name="Google Shape;1408;p57"/>
            <p:cNvSpPr/>
            <p:nvPr/>
          </p:nvSpPr>
          <p:spPr>
            <a:xfrm>
              <a:off x="209625" y="3703725"/>
              <a:ext cx="238325" cy="180100"/>
            </a:xfrm>
            <a:custGeom>
              <a:rect b="b" l="l" r="r" t="t"/>
              <a:pathLst>
                <a:path extrusionOk="0" h="7204" w="9533">
                  <a:moveTo>
                    <a:pt x="4760" y="1"/>
                  </a:moveTo>
                  <a:cubicBezTo>
                    <a:pt x="4738" y="1"/>
                    <a:pt x="4716" y="1"/>
                    <a:pt x="4693" y="1"/>
                  </a:cubicBezTo>
                  <a:cubicBezTo>
                    <a:pt x="1520" y="56"/>
                    <a:pt x="1" y="3934"/>
                    <a:pt x="2279" y="6159"/>
                  </a:cubicBezTo>
                  <a:cubicBezTo>
                    <a:pt x="2952" y="6857"/>
                    <a:pt x="3848" y="7204"/>
                    <a:pt x="4745" y="7204"/>
                  </a:cubicBezTo>
                  <a:cubicBezTo>
                    <a:pt x="5693" y="7204"/>
                    <a:pt x="6641" y="6817"/>
                    <a:pt x="7324" y="6050"/>
                  </a:cubicBezTo>
                  <a:cubicBezTo>
                    <a:pt x="9533" y="3788"/>
                    <a:pt x="7917" y="1"/>
                    <a:pt x="4760"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9" name="Google Shape;1409;p57"/>
            <p:cNvSpPr/>
            <p:nvPr/>
          </p:nvSpPr>
          <p:spPr>
            <a:xfrm>
              <a:off x="838900" y="3073100"/>
              <a:ext cx="238150" cy="179775"/>
            </a:xfrm>
            <a:custGeom>
              <a:rect b="b" l="l" r="r" t="t"/>
              <a:pathLst>
                <a:path extrusionOk="0" h="7191" w="9526">
                  <a:moveTo>
                    <a:pt x="4788" y="1"/>
                  </a:moveTo>
                  <a:cubicBezTo>
                    <a:pt x="3886" y="1"/>
                    <a:pt x="2985" y="354"/>
                    <a:pt x="2306" y="1059"/>
                  </a:cubicBezTo>
                  <a:cubicBezTo>
                    <a:pt x="1" y="3256"/>
                    <a:pt x="1520" y="7135"/>
                    <a:pt x="4693" y="7189"/>
                  </a:cubicBezTo>
                  <a:cubicBezTo>
                    <a:pt x="4727" y="7190"/>
                    <a:pt x="4760" y="7190"/>
                    <a:pt x="4793" y="7190"/>
                  </a:cubicBezTo>
                  <a:cubicBezTo>
                    <a:pt x="7928" y="7190"/>
                    <a:pt x="9525" y="3395"/>
                    <a:pt x="7351" y="1141"/>
                  </a:cubicBezTo>
                  <a:cubicBezTo>
                    <a:pt x="6661" y="381"/>
                    <a:pt x="5724" y="1"/>
                    <a:pt x="478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0" name="Google Shape;1410;p57"/>
            <p:cNvSpPr/>
            <p:nvPr/>
          </p:nvSpPr>
          <p:spPr>
            <a:xfrm>
              <a:off x="1468175" y="2443250"/>
              <a:ext cx="239200" cy="180325"/>
            </a:xfrm>
            <a:custGeom>
              <a:rect b="b" l="l" r="r" t="t"/>
              <a:pathLst>
                <a:path extrusionOk="0" h="7213" w="9568">
                  <a:moveTo>
                    <a:pt x="4787" y="1"/>
                  </a:moveTo>
                  <a:cubicBezTo>
                    <a:pt x="3881" y="1"/>
                    <a:pt x="2975" y="360"/>
                    <a:pt x="2306" y="1082"/>
                  </a:cubicBezTo>
                  <a:cubicBezTo>
                    <a:pt x="1" y="3306"/>
                    <a:pt x="1574" y="7185"/>
                    <a:pt x="4747" y="7212"/>
                  </a:cubicBezTo>
                  <a:cubicBezTo>
                    <a:pt x="4759" y="7212"/>
                    <a:pt x="4770" y="7212"/>
                    <a:pt x="4781" y="7212"/>
                  </a:cubicBezTo>
                  <a:cubicBezTo>
                    <a:pt x="7959" y="7212"/>
                    <a:pt x="9567" y="3407"/>
                    <a:pt x="7324" y="1137"/>
                  </a:cubicBezTo>
                  <a:cubicBezTo>
                    <a:pt x="6650" y="380"/>
                    <a:pt x="5719"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1" name="Google Shape;1411;p57"/>
            <p:cNvSpPr/>
            <p:nvPr/>
          </p:nvSpPr>
          <p:spPr>
            <a:xfrm>
              <a:off x="209825" y="4333700"/>
              <a:ext cx="238525" cy="179800"/>
            </a:xfrm>
            <a:custGeom>
              <a:rect b="b" l="l" r="r" t="t"/>
              <a:pathLst>
                <a:path extrusionOk="0" h="7192" w="9541">
                  <a:moveTo>
                    <a:pt x="4760" y="0"/>
                  </a:moveTo>
                  <a:cubicBezTo>
                    <a:pt x="1609" y="0"/>
                    <a:pt x="1" y="3806"/>
                    <a:pt x="2217" y="6076"/>
                  </a:cubicBezTo>
                  <a:cubicBezTo>
                    <a:pt x="2905" y="6819"/>
                    <a:pt x="3836" y="7192"/>
                    <a:pt x="4768" y="7192"/>
                  </a:cubicBezTo>
                  <a:cubicBezTo>
                    <a:pt x="5674" y="7192"/>
                    <a:pt x="6580" y="6839"/>
                    <a:pt x="7262" y="6130"/>
                  </a:cubicBezTo>
                  <a:cubicBezTo>
                    <a:pt x="9540" y="3906"/>
                    <a:pt x="7994" y="28"/>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2" name="Google Shape;1412;p57"/>
            <p:cNvSpPr/>
            <p:nvPr/>
          </p:nvSpPr>
          <p:spPr>
            <a:xfrm>
              <a:off x="839100" y="3703750"/>
              <a:ext cx="238525" cy="180325"/>
            </a:xfrm>
            <a:custGeom>
              <a:rect b="b" l="l" r="r" t="t"/>
              <a:pathLst>
                <a:path extrusionOk="0" h="7213" w="9541">
                  <a:moveTo>
                    <a:pt x="4787" y="0"/>
                  </a:moveTo>
                  <a:cubicBezTo>
                    <a:pt x="1609" y="0"/>
                    <a:pt x="1" y="3806"/>
                    <a:pt x="2217" y="6076"/>
                  </a:cubicBezTo>
                  <a:cubicBezTo>
                    <a:pt x="2904" y="6832"/>
                    <a:pt x="3843" y="7212"/>
                    <a:pt x="4778" y="7212"/>
                  </a:cubicBezTo>
                  <a:cubicBezTo>
                    <a:pt x="5687" y="7212"/>
                    <a:pt x="6593" y="6853"/>
                    <a:pt x="7262" y="6130"/>
                  </a:cubicBezTo>
                  <a:cubicBezTo>
                    <a:pt x="9540" y="3906"/>
                    <a:pt x="7994"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3" name="Google Shape;1413;p57"/>
            <p:cNvSpPr/>
            <p:nvPr/>
          </p:nvSpPr>
          <p:spPr>
            <a:xfrm>
              <a:off x="1487175" y="3072975"/>
              <a:ext cx="200725" cy="180925"/>
            </a:xfrm>
            <a:custGeom>
              <a:rect b="b" l="l" r="r" t="t"/>
              <a:pathLst>
                <a:path extrusionOk="0" h="7237" w="8029">
                  <a:moveTo>
                    <a:pt x="4026" y="0"/>
                  </a:moveTo>
                  <a:cubicBezTo>
                    <a:pt x="3176" y="0"/>
                    <a:pt x="2321" y="327"/>
                    <a:pt x="1600" y="983"/>
                  </a:cubicBezTo>
                  <a:cubicBezTo>
                    <a:pt x="82" y="2393"/>
                    <a:pt x="0" y="4536"/>
                    <a:pt x="1383" y="6028"/>
                  </a:cubicBezTo>
                  <a:cubicBezTo>
                    <a:pt x="2095" y="6827"/>
                    <a:pt x="3088" y="7237"/>
                    <a:pt x="4085" y="7237"/>
                  </a:cubicBezTo>
                  <a:cubicBezTo>
                    <a:pt x="4949" y="7237"/>
                    <a:pt x="5817" y="6929"/>
                    <a:pt x="6510" y="6299"/>
                  </a:cubicBezTo>
                  <a:cubicBezTo>
                    <a:pt x="7975" y="4943"/>
                    <a:pt x="8029" y="2637"/>
                    <a:pt x="6646" y="1200"/>
                  </a:cubicBezTo>
                  <a:cubicBezTo>
                    <a:pt x="5904" y="401"/>
                    <a:pt x="4968" y="0"/>
                    <a:pt x="402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4" name="Google Shape;1414;p57"/>
            <p:cNvSpPr/>
            <p:nvPr/>
          </p:nvSpPr>
          <p:spPr>
            <a:xfrm>
              <a:off x="2098125" y="2443175"/>
              <a:ext cx="238525" cy="179725"/>
            </a:xfrm>
            <a:custGeom>
              <a:rect b="b" l="l" r="r" t="t"/>
              <a:pathLst>
                <a:path extrusionOk="0" h="7189" w="9541">
                  <a:moveTo>
                    <a:pt x="4759" y="0"/>
                  </a:moveTo>
                  <a:cubicBezTo>
                    <a:pt x="3849" y="0"/>
                    <a:pt x="2937" y="360"/>
                    <a:pt x="2252" y="1085"/>
                  </a:cubicBezTo>
                  <a:cubicBezTo>
                    <a:pt x="1" y="3309"/>
                    <a:pt x="1574" y="7188"/>
                    <a:pt x="4747" y="7188"/>
                  </a:cubicBezTo>
                  <a:cubicBezTo>
                    <a:pt x="4759" y="7188"/>
                    <a:pt x="4770" y="7188"/>
                    <a:pt x="4781" y="7188"/>
                  </a:cubicBezTo>
                  <a:cubicBezTo>
                    <a:pt x="7959" y="7188"/>
                    <a:pt x="9540" y="3356"/>
                    <a:pt x="7297" y="1112"/>
                  </a:cubicBezTo>
                  <a:cubicBezTo>
                    <a:pt x="6613" y="373"/>
                    <a:pt x="5687"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5" name="Google Shape;1415;p57"/>
            <p:cNvSpPr/>
            <p:nvPr/>
          </p:nvSpPr>
          <p:spPr>
            <a:xfrm>
              <a:off x="209825" y="4962975"/>
              <a:ext cx="238525" cy="180325"/>
            </a:xfrm>
            <a:custGeom>
              <a:rect b="b" l="l" r="r" t="t"/>
              <a:pathLst>
                <a:path extrusionOk="0" h="7213" w="9541">
                  <a:moveTo>
                    <a:pt x="4760" y="0"/>
                  </a:moveTo>
                  <a:cubicBezTo>
                    <a:pt x="1609" y="0"/>
                    <a:pt x="1" y="3833"/>
                    <a:pt x="2217" y="6076"/>
                  </a:cubicBezTo>
                  <a:cubicBezTo>
                    <a:pt x="2904" y="6832"/>
                    <a:pt x="3836" y="7212"/>
                    <a:pt x="4767" y="7212"/>
                  </a:cubicBezTo>
                  <a:cubicBezTo>
                    <a:pt x="5673" y="7212"/>
                    <a:pt x="6580" y="6853"/>
                    <a:pt x="7262" y="6130"/>
                  </a:cubicBezTo>
                  <a:cubicBezTo>
                    <a:pt x="9540" y="3906"/>
                    <a:pt x="7994" y="55"/>
                    <a:pt x="4794" y="0"/>
                  </a:cubicBezTo>
                  <a:cubicBezTo>
                    <a:pt x="4783"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6" name="Google Shape;1416;p57"/>
            <p:cNvSpPr/>
            <p:nvPr/>
          </p:nvSpPr>
          <p:spPr>
            <a:xfrm>
              <a:off x="857225" y="4332350"/>
              <a:ext cx="201400" cy="180975"/>
            </a:xfrm>
            <a:custGeom>
              <a:rect b="b" l="l" r="r" t="t"/>
              <a:pathLst>
                <a:path extrusionOk="0" h="7239" w="8056">
                  <a:moveTo>
                    <a:pt x="4035" y="1"/>
                  </a:moveTo>
                  <a:cubicBezTo>
                    <a:pt x="3185" y="1"/>
                    <a:pt x="2336" y="334"/>
                    <a:pt x="1628" y="1004"/>
                  </a:cubicBezTo>
                  <a:cubicBezTo>
                    <a:pt x="136" y="2387"/>
                    <a:pt x="0" y="4557"/>
                    <a:pt x="1411" y="6049"/>
                  </a:cubicBezTo>
                  <a:cubicBezTo>
                    <a:pt x="2098" y="6837"/>
                    <a:pt x="3066" y="7239"/>
                    <a:pt x="4038" y="7239"/>
                  </a:cubicBezTo>
                  <a:cubicBezTo>
                    <a:pt x="4906" y="7239"/>
                    <a:pt x="5777" y="6918"/>
                    <a:pt x="6456" y="6266"/>
                  </a:cubicBezTo>
                  <a:cubicBezTo>
                    <a:pt x="7975" y="4937"/>
                    <a:pt x="8056" y="2631"/>
                    <a:pt x="6673" y="1221"/>
                  </a:cubicBezTo>
                  <a:cubicBezTo>
                    <a:pt x="5918" y="409"/>
                    <a:pt x="4975"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7" name="Google Shape;1417;p57"/>
            <p:cNvSpPr/>
            <p:nvPr/>
          </p:nvSpPr>
          <p:spPr>
            <a:xfrm>
              <a:off x="1468850" y="3702900"/>
              <a:ext cx="238325" cy="179900"/>
            </a:xfrm>
            <a:custGeom>
              <a:rect b="b" l="l" r="r" t="t"/>
              <a:pathLst>
                <a:path extrusionOk="0" h="7196" w="9533">
                  <a:moveTo>
                    <a:pt x="4780" y="0"/>
                  </a:moveTo>
                  <a:cubicBezTo>
                    <a:pt x="3878" y="0"/>
                    <a:pt x="2971" y="346"/>
                    <a:pt x="2279" y="1038"/>
                  </a:cubicBezTo>
                  <a:cubicBezTo>
                    <a:pt x="1" y="3262"/>
                    <a:pt x="1520" y="7141"/>
                    <a:pt x="4720" y="7195"/>
                  </a:cubicBezTo>
                  <a:cubicBezTo>
                    <a:pt x="4743" y="7196"/>
                    <a:pt x="4765" y="7196"/>
                    <a:pt x="4787" y="7196"/>
                  </a:cubicBezTo>
                  <a:cubicBezTo>
                    <a:pt x="7917" y="7196"/>
                    <a:pt x="9533" y="3409"/>
                    <a:pt x="7324" y="1119"/>
                  </a:cubicBezTo>
                  <a:cubicBezTo>
                    <a:pt x="6647" y="373"/>
                    <a:pt x="5717" y="0"/>
                    <a:pt x="478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8" name="Google Shape;1418;p57"/>
            <p:cNvSpPr/>
            <p:nvPr/>
          </p:nvSpPr>
          <p:spPr>
            <a:xfrm>
              <a:off x="5247225" y="3073125"/>
              <a:ext cx="239175" cy="179725"/>
            </a:xfrm>
            <a:custGeom>
              <a:rect b="b" l="l" r="r" t="t"/>
              <a:pathLst>
                <a:path extrusionOk="0" h="7189" w="9567">
                  <a:moveTo>
                    <a:pt x="4765" y="0"/>
                  </a:moveTo>
                  <a:cubicBezTo>
                    <a:pt x="3855" y="0"/>
                    <a:pt x="2950" y="360"/>
                    <a:pt x="2278" y="1085"/>
                  </a:cubicBezTo>
                  <a:cubicBezTo>
                    <a:pt x="0" y="3337"/>
                    <a:pt x="1573" y="7188"/>
                    <a:pt x="4774" y="7188"/>
                  </a:cubicBezTo>
                  <a:cubicBezTo>
                    <a:pt x="4785" y="7188"/>
                    <a:pt x="4796" y="7188"/>
                    <a:pt x="4807" y="7188"/>
                  </a:cubicBezTo>
                  <a:cubicBezTo>
                    <a:pt x="7959" y="7188"/>
                    <a:pt x="9567"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p57"/>
            <p:cNvSpPr/>
            <p:nvPr/>
          </p:nvSpPr>
          <p:spPr>
            <a:xfrm>
              <a:off x="5877175" y="2443400"/>
              <a:ext cx="238125" cy="180200"/>
            </a:xfrm>
            <a:custGeom>
              <a:rect b="b" l="l" r="r" t="t"/>
              <a:pathLst>
                <a:path extrusionOk="0" h="7208" w="9525">
                  <a:moveTo>
                    <a:pt x="4761" y="0"/>
                  </a:moveTo>
                  <a:cubicBezTo>
                    <a:pt x="3895" y="0"/>
                    <a:pt x="3027" y="340"/>
                    <a:pt x="2306" y="1022"/>
                  </a:cubicBezTo>
                  <a:cubicBezTo>
                    <a:pt x="0" y="3219"/>
                    <a:pt x="1492" y="7125"/>
                    <a:pt x="4665" y="7206"/>
                  </a:cubicBezTo>
                  <a:cubicBezTo>
                    <a:pt x="4699" y="7207"/>
                    <a:pt x="4732" y="7208"/>
                    <a:pt x="4766" y="7208"/>
                  </a:cubicBezTo>
                  <a:cubicBezTo>
                    <a:pt x="7901" y="7208"/>
                    <a:pt x="9525" y="3439"/>
                    <a:pt x="7351" y="1158"/>
                  </a:cubicBezTo>
                  <a:cubicBezTo>
                    <a:pt x="6608" y="387"/>
                    <a:pt x="5685" y="0"/>
                    <a:pt x="476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0" name="Google Shape;1420;p57"/>
            <p:cNvSpPr/>
            <p:nvPr/>
          </p:nvSpPr>
          <p:spPr>
            <a:xfrm>
              <a:off x="3988175" y="4963650"/>
              <a:ext cx="238525" cy="179975"/>
            </a:xfrm>
            <a:custGeom>
              <a:rect b="b" l="l" r="r" t="t"/>
              <a:pathLst>
                <a:path extrusionOk="0" h="7199" w="9541">
                  <a:moveTo>
                    <a:pt x="4760" y="0"/>
                  </a:moveTo>
                  <a:cubicBezTo>
                    <a:pt x="1582" y="0"/>
                    <a:pt x="1" y="3833"/>
                    <a:pt x="2244" y="6076"/>
                  </a:cubicBezTo>
                  <a:cubicBezTo>
                    <a:pt x="2926" y="6826"/>
                    <a:pt x="3853" y="7198"/>
                    <a:pt x="4780" y="7198"/>
                  </a:cubicBezTo>
                  <a:cubicBezTo>
                    <a:pt x="5697" y="7198"/>
                    <a:pt x="6614" y="6832"/>
                    <a:pt x="7289" y="6103"/>
                  </a:cubicBezTo>
                  <a:cubicBezTo>
                    <a:pt x="9541" y="3852"/>
                    <a:pt x="7967" y="0"/>
                    <a:pt x="4794" y="0"/>
                  </a:cubicBezTo>
                  <a:cubicBezTo>
                    <a:pt x="4783" y="0"/>
                    <a:pt x="4772"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1" name="Google Shape;1421;p57"/>
            <p:cNvSpPr/>
            <p:nvPr/>
          </p:nvSpPr>
          <p:spPr>
            <a:xfrm>
              <a:off x="4617650" y="4333675"/>
              <a:ext cx="239000" cy="180100"/>
            </a:xfrm>
            <a:custGeom>
              <a:rect b="b" l="l" r="r" t="t"/>
              <a:pathLst>
                <a:path extrusionOk="0" h="7204" w="9560">
                  <a:moveTo>
                    <a:pt x="4773" y="1"/>
                  </a:moveTo>
                  <a:cubicBezTo>
                    <a:pt x="1643" y="1"/>
                    <a:pt x="1" y="3788"/>
                    <a:pt x="2209" y="6050"/>
                  </a:cubicBezTo>
                  <a:cubicBezTo>
                    <a:pt x="2892" y="6817"/>
                    <a:pt x="3840" y="7204"/>
                    <a:pt x="4788" y="7204"/>
                  </a:cubicBezTo>
                  <a:cubicBezTo>
                    <a:pt x="5685" y="7204"/>
                    <a:pt x="6582" y="6857"/>
                    <a:pt x="7254" y="6159"/>
                  </a:cubicBezTo>
                  <a:cubicBezTo>
                    <a:pt x="9560" y="3934"/>
                    <a:pt x="8014" y="56"/>
                    <a:pt x="4840" y="1"/>
                  </a:cubicBezTo>
                  <a:cubicBezTo>
                    <a:pt x="4818" y="1"/>
                    <a:pt x="4796"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2" name="Google Shape;1422;p57"/>
            <p:cNvSpPr/>
            <p:nvPr/>
          </p:nvSpPr>
          <p:spPr>
            <a:xfrm>
              <a:off x="5247400" y="3702975"/>
              <a:ext cx="238525" cy="179825"/>
            </a:xfrm>
            <a:custGeom>
              <a:rect b="b" l="l" r="r" t="t"/>
              <a:pathLst>
                <a:path extrusionOk="0" h="7193" w="9541">
                  <a:moveTo>
                    <a:pt x="4768" y="1"/>
                  </a:moveTo>
                  <a:cubicBezTo>
                    <a:pt x="3836" y="1"/>
                    <a:pt x="2905" y="374"/>
                    <a:pt x="2217" y="1116"/>
                  </a:cubicBezTo>
                  <a:cubicBezTo>
                    <a:pt x="1" y="3387"/>
                    <a:pt x="1609" y="7192"/>
                    <a:pt x="4787" y="7192"/>
                  </a:cubicBezTo>
                  <a:cubicBezTo>
                    <a:pt x="4799" y="7192"/>
                    <a:pt x="4810" y="7192"/>
                    <a:pt x="4821" y="7192"/>
                  </a:cubicBezTo>
                  <a:cubicBezTo>
                    <a:pt x="7995" y="7165"/>
                    <a:pt x="9541" y="3286"/>
                    <a:pt x="7262" y="1062"/>
                  </a:cubicBezTo>
                  <a:cubicBezTo>
                    <a:pt x="6580" y="353"/>
                    <a:pt x="5674" y="1"/>
                    <a:pt x="476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3" name="Google Shape;1423;p57"/>
            <p:cNvSpPr/>
            <p:nvPr/>
          </p:nvSpPr>
          <p:spPr>
            <a:xfrm>
              <a:off x="5896150" y="3072975"/>
              <a:ext cx="202775" cy="183550"/>
            </a:xfrm>
            <a:custGeom>
              <a:rect b="b" l="l" r="r" t="t"/>
              <a:pathLst>
                <a:path extrusionOk="0" h="7342" w="8111">
                  <a:moveTo>
                    <a:pt x="4006" y="0"/>
                  </a:moveTo>
                  <a:cubicBezTo>
                    <a:pt x="3156" y="0"/>
                    <a:pt x="2308" y="327"/>
                    <a:pt x="1601" y="983"/>
                  </a:cubicBezTo>
                  <a:cubicBezTo>
                    <a:pt x="82" y="2393"/>
                    <a:pt x="1" y="4536"/>
                    <a:pt x="1384" y="6028"/>
                  </a:cubicBezTo>
                  <a:cubicBezTo>
                    <a:pt x="2090" y="6896"/>
                    <a:pt x="3109" y="7341"/>
                    <a:pt x="4135" y="7341"/>
                  </a:cubicBezTo>
                  <a:cubicBezTo>
                    <a:pt x="5000" y="7341"/>
                    <a:pt x="5870" y="7025"/>
                    <a:pt x="6565" y="6380"/>
                  </a:cubicBezTo>
                  <a:cubicBezTo>
                    <a:pt x="8084" y="4997"/>
                    <a:pt x="8111" y="2637"/>
                    <a:pt x="6646" y="1200"/>
                  </a:cubicBezTo>
                  <a:cubicBezTo>
                    <a:pt x="5890" y="401"/>
                    <a:pt x="4947" y="0"/>
                    <a:pt x="4006"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4" name="Google Shape;1424;p57"/>
            <p:cNvSpPr/>
            <p:nvPr/>
          </p:nvSpPr>
          <p:spPr>
            <a:xfrm>
              <a:off x="6506450" y="2443400"/>
              <a:ext cx="239000" cy="180175"/>
            </a:xfrm>
            <a:custGeom>
              <a:rect b="b" l="l" r="r" t="t"/>
              <a:pathLst>
                <a:path extrusionOk="0" h="7207" w="9560">
                  <a:moveTo>
                    <a:pt x="4794" y="1"/>
                  </a:moveTo>
                  <a:cubicBezTo>
                    <a:pt x="3897" y="1"/>
                    <a:pt x="2994" y="347"/>
                    <a:pt x="2306" y="1049"/>
                  </a:cubicBezTo>
                  <a:cubicBezTo>
                    <a:pt x="0" y="3246"/>
                    <a:pt x="1546" y="7152"/>
                    <a:pt x="4720" y="7206"/>
                  </a:cubicBezTo>
                  <a:cubicBezTo>
                    <a:pt x="4742" y="7207"/>
                    <a:pt x="4765" y="7207"/>
                    <a:pt x="4787" y="7207"/>
                  </a:cubicBezTo>
                  <a:cubicBezTo>
                    <a:pt x="7943" y="7207"/>
                    <a:pt x="9559" y="3420"/>
                    <a:pt x="7351" y="1131"/>
                  </a:cubicBezTo>
                  <a:cubicBezTo>
                    <a:pt x="6671" y="381"/>
                    <a:pt x="5735" y="1"/>
                    <a:pt x="4794"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p57"/>
            <p:cNvSpPr/>
            <p:nvPr/>
          </p:nvSpPr>
          <p:spPr>
            <a:xfrm>
              <a:off x="4617950" y="4962975"/>
              <a:ext cx="238700" cy="180400"/>
            </a:xfrm>
            <a:custGeom>
              <a:rect b="b" l="l" r="r" t="t"/>
              <a:pathLst>
                <a:path extrusionOk="0" h="7216" w="9548">
                  <a:moveTo>
                    <a:pt x="4747" y="0"/>
                  </a:moveTo>
                  <a:cubicBezTo>
                    <a:pt x="1573" y="27"/>
                    <a:pt x="0" y="3879"/>
                    <a:pt x="2251" y="6130"/>
                  </a:cubicBezTo>
                  <a:cubicBezTo>
                    <a:pt x="2937" y="6856"/>
                    <a:pt x="3848" y="7215"/>
                    <a:pt x="4759" y="7215"/>
                  </a:cubicBezTo>
                  <a:cubicBezTo>
                    <a:pt x="5686" y="7215"/>
                    <a:pt x="6612" y="6842"/>
                    <a:pt x="7296" y="6103"/>
                  </a:cubicBezTo>
                  <a:cubicBezTo>
                    <a:pt x="9548" y="3852"/>
                    <a:pt x="7947" y="0"/>
                    <a:pt x="474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6" name="Google Shape;1426;p57"/>
            <p:cNvSpPr/>
            <p:nvPr/>
          </p:nvSpPr>
          <p:spPr>
            <a:xfrm>
              <a:off x="5265525" y="4332375"/>
              <a:ext cx="202100" cy="181000"/>
            </a:xfrm>
            <a:custGeom>
              <a:rect b="b" l="l" r="r" t="t"/>
              <a:pathLst>
                <a:path extrusionOk="0" h="7240" w="8084">
                  <a:moveTo>
                    <a:pt x="4012" y="1"/>
                  </a:moveTo>
                  <a:cubicBezTo>
                    <a:pt x="3198" y="1"/>
                    <a:pt x="2389" y="303"/>
                    <a:pt x="1709" y="921"/>
                  </a:cubicBezTo>
                  <a:cubicBezTo>
                    <a:pt x="163" y="2305"/>
                    <a:pt x="0" y="4448"/>
                    <a:pt x="1357" y="5966"/>
                  </a:cubicBezTo>
                  <a:cubicBezTo>
                    <a:pt x="2110" y="6808"/>
                    <a:pt x="3087" y="7240"/>
                    <a:pt x="4067" y="7240"/>
                  </a:cubicBezTo>
                  <a:cubicBezTo>
                    <a:pt x="4888" y="7240"/>
                    <a:pt x="5709" y="6937"/>
                    <a:pt x="6402" y="6319"/>
                  </a:cubicBezTo>
                  <a:cubicBezTo>
                    <a:pt x="7893" y="4990"/>
                    <a:pt x="8083" y="2793"/>
                    <a:pt x="6727" y="1274"/>
                  </a:cubicBezTo>
                  <a:cubicBezTo>
                    <a:pt x="5959"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7" name="Google Shape;1427;p57"/>
            <p:cNvSpPr/>
            <p:nvPr/>
          </p:nvSpPr>
          <p:spPr>
            <a:xfrm>
              <a:off x="5896150" y="3702650"/>
              <a:ext cx="200750" cy="180725"/>
            </a:xfrm>
            <a:custGeom>
              <a:rect b="b" l="l" r="r" t="t"/>
              <a:pathLst>
                <a:path extrusionOk="0" h="7229" w="8030">
                  <a:moveTo>
                    <a:pt x="3995" y="0"/>
                  </a:moveTo>
                  <a:cubicBezTo>
                    <a:pt x="3149" y="0"/>
                    <a:pt x="2305" y="328"/>
                    <a:pt x="1601" y="994"/>
                  </a:cubicBezTo>
                  <a:cubicBezTo>
                    <a:pt x="82" y="2431"/>
                    <a:pt x="1" y="4547"/>
                    <a:pt x="1384" y="6039"/>
                  </a:cubicBezTo>
                  <a:cubicBezTo>
                    <a:pt x="2129" y="6827"/>
                    <a:pt x="3086" y="7229"/>
                    <a:pt x="4043" y="7229"/>
                  </a:cubicBezTo>
                  <a:cubicBezTo>
                    <a:pt x="4898" y="7229"/>
                    <a:pt x="5752" y="6908"/>
                    <a:pt x="6456" y="6256"/>
                  </a:cubicBezTo>
                  <a:cubicBezTo>
                    <a:pt x="7948" y="4954"/>
                    <a:pt x="8029" y="2648"/>
                    <a:pt x="6646" y="1211"/>
                  </a:cubicBezTo>
                  <a:cubicBezTo>
                    <a:pt x="5887" y="409"/>
                    <a:pt x="4940" y="0"/>
                    <a:pt x="399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8" name="Google Shape;1428;p57"/>
            <p:cNvSpPr/>
            <p:nvPr/>
          </p:nvSpPr>
          <p:spPr>
            <a:xfrm>
              <a:off x="6506825" y="3073100"/>
              <a:ext cx="239000" cy="179750"/>
            </a:xfrm>
            <a:custGeom>
              <a:rect b="b" l="l" r="r" t="t"/>
              <a:pathLst>
                <a:path extrusionOk="0" h="7190" w="9560">
                  <a:moveTo>
                    <a:pt x="4773" y="1"/>
                  </a:moveTo>
                  <a:cubicBezTo>
                    <a:pt x="3837" y="1"/>
                    <a:pt x="2900" y="381"/>
                    <a:pt x="2209" y="1141"/>
                  </a:cubicBezTo>
                  <a:cubicBezTo>
                    <a:pt x="1" y="3403"/>
                    <a:pt x="1617" y="7190"/>
                    <a:pt x="4773" y="7190"/>
                  </a:cubicBezTo>
                  <a:cubicBezTo>
                    <a:pt x="4795" y="7190"/>
                    <a:pt x="4818" y="7190"/>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9" name="Google Shape;1429;p57"/>
            <p:cNvSpPr/>
            <p:nvPr/>
          </p:nvSpPr>
          <p:spPr>
            <a:xfrm>
              <a:off x="5247225" y="4963650"/>
              <a:ext cx="238700" cy="180050"/>
            </a:xfrm>
            <a:custGeom>
              <a:rect b="b" l="l" r="r" t="t"/>
              <a:pathLst>
                <a:path extrusionOk="0" h="7202" w="9548">
                  <a:moveTo>
                    <a:pt x="4774" y="0"/>
                  </a:moveTo>
                  <a:cubicBezTo>
                    <a:pt x="1600" y="0"/>
                    <a:pt x="0" y="3852"/>
                    <a:pt x="2251" y="6103"/>
                  </a:cubicBezTo>
                  <a:cubicBezTo>
                    <a:pt x="2929" y="6836"/>
                    <a:pt x="3852" y="7202"/>
                    <a:pt x="4774" y="7202"/>
                  </a:cubicBezTo>
                  <a:cubicBezTo>
                    <a:pt x="5696" y="7202"/>
                    <a:pt x="6618" y="6836"/>
                    <a:pt x="7296" y="6103"/>
                  </a:cubicBezTo>
                  <a:cubicBezTo>
                    <a:pt x="9548" y="3852"/>
                    <a:pt x="7974" y="0"/>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0" name="Google Shape;1430;p57"/>
            <p:cNvSpPr/>
            <p:nvPr/>
          </p:nvSpPr>
          <p:spPr>
            <a:xfrm>
              <a:off x="5877550" y="4332575"/>
              <a:ext cx="238325" cy="180175"/>
            </a:xfrm>
            <a:custGeom>
              <a:rect b="b" l="l" r="r" t="t"/>
              <a:pathLst>
                <a:path extrusionOk="0" h="7207" w="9533">
                  <a:moveTo>
                    <a:pt x="4749" y="1"/>
                  </a:moveTo>
                  <a:cubicBezTo>
                    <a:pt x="3805" y="1"/>
                    <a:pt x="2862" y="381"/>
                    <a:pt x="2182" y="1130"/>
                  </a:cubicBezTo>
                  <a:cubicBezTo>
                    <a:pt x="1" y="3420"/>
                    <a:pt x="1617" y="7207"/>
                    <a:pt x="4773" y="7207"/>
                  </a:cubicBezTo>
                  <a:cubicBezTo>
                    <a:pt x="4795" y="7207"/>
                    <a:pt x="4818" y="7207"/>
                    <a:pt x="4840" y="7206"/>
                  </a:cubicBezTo>
                  <a:cubicBezTo>
                    <a:pt x="8014" y="7125"/>
                    <a:pt x="9533" y="3246"/>
                    <a:pt x="7227" y="1049"/>
                  </a:cubicBezTo>
                  <a:cubicBezTo>
                    <a:pt x="6552" y="347"/>
                    <a:pt x="5650" y="1"/>
                    <a:pt x="474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57"/>
            <p:cNvSpPr/>
            <p:nvPr/>
          </p:nvSpPr>
          <p:spPr>
            <a:xfrm>
              <a:off x="6506450" y="3702975"/>
              <a:ext cx="239000" cy="179825"/>
            </a:xfrm>
            <a:custGeom>
              <a:rect b="b" l="l" r="r" t="t"/>
              <a:pathLst>
                <a:path extrusionOk="0" h="7193" w="9560">
                  <a:moveTo>
                    <a:pt x="4794" y="0"/>
                  </a:moveTo>
                  <a:cubicBezTo>
                    <a:pt x="3897" y="0"/>
                    <a:pt x="2994" y="346"/>
                    <a:pt x="2306" y="1035"/>
                  </a:cubicBezTo>
                  <a:cubicBezTo>
                    <a:pt x="0" y="3259"/>
                    <a:pt x="1546" y="7138"/>
                    <a:pt x="4720" y="7192"/>
                  </a:cubicBezTo>
                  <a:cubicBezTo>
                    <a:pt x="4742" y="7193"/>
                    <a:pt x="4765" y="7193"/>
                    <a:pt x="4787" y="7193"/>
                  </a:cubicBezTo>
                  <a:cubicBezTo>
                    <a:pt x="7943" y="7193"/>
                    <a:pt x="9559" y="3406"/>
                    <a:pt x="7351" y="1144"/>
                  </a:cubicBezTo>
                  <a:cubicBezTo>
                    <a:pt x="6671" y="380"/>
                    <a:pt x="5735" y="0"/>
                    <a:pt x="479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2" name="Google Shape;1432;p57"/>
            <p:cNvSpPr/>
            <p:nvPr/>
          </p:nvSpPr>
          <p:spPr>
            <a:xfrm>
              <a:off x="5896150" y="4962125"/>
              <a:ext cx="201425" cy="181050"/>
            </a:xfrm>
            <a:custGeom>
              <a:rect b="b" l="l" r="r" t="t"/>
              <a:pathLst>
                <a:path extrusionOk="0" h="7242" w="8057">
                  <a:moveTo>
                    <a:pt x="4006" y="1"/>
                  </a:moveTo>
                  <a:cubicBezTo>
                    <a:pt x="3156" y="1"/>
                    <a:pt x="2308" y="328"/>
                    <a:pt x="1601" y="984"/>
                  </a:cubicBezTo>
                  <a:cubicBezTo>
                    <a:pt x="109" y="2394"/>
                    <a:pt x="1" y="4564"/>
                    <a:pt x="1384" y="6056"/>
                  </a:cubicBezTo>
                  <a:cubicBezTo>
                    <a:pt x="2083" y="6840"/>
                    <a:pt x="3051" y="7242"/>
                    <a:pt x="4021" y="7242"/>
                  </a:cubicBezTo>
                  <a:cubicBezTo>
                    <a:pt x="4897" y="7242"/>
                    <a:pt x="5774" y="6915"/>
                    <a:pt x="6456" y="6246"/>
                  </a:cubicBezTo>
                  <a:cubicBezTo>
                    <a:pt x="7948" y="4944"/>
                    <a:pt x="8056" y="2638"/>
                    <a:pt x="6646" y="1201"/>
                  </a:cubicBezTo>
                  <a:cubicBezTo>
                    <a:pt x="5890" y="402"/>
                    <a:pt x="4947" y="1"/>
                    <a:pt x="4006"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3" name="Google Shape;1433;p57"/>
            <p:cNvSpPr/>
            <p:nvPr/>
          </p:nvSpPr>
          <p:spPr>
            <a:xfrm>
              <a:off x="6507125" y="4332300"/>
              <a:ext cx="238125" cy="180475"/>
            </a:xfrm>
            <a:custGeom>
              <a:rect b="b" l="l" r="r" t="t"/>
              <a:pathLst>
                <a:path extrusionOk="0" h="7219" w="9525">
                  <a:moveTo>
                    <a:pt x="4739" y="1"/>
                  </a:moveTo>
                  <a:cubicBezTo>
                    <a:pt x="3881" y="1"/>
                    <a:pt x="3024" y="341"/>
                    <a:pt x="2306" y="1033"/>
                  </a:cubicBezTo>
                  <a:cubicBezTo>
                    <a:pt x="0" y="3230"/>
                    <a:pt x="1492" y="7136"/>
                    <a:pt x="4666" y="7217"/>
                  </a:cubicBezTo>
                  <a:cubicBezTo>
                    <a:pt x="4699" y="7218"/>
                    <a:pt x="4732" y="7218"/>
                    <a:pt x="4765" y="7218"/>
                  </a:cubicBezTo>
                  <a:cubicBezTo>
                    <a:pt x="7874" y="7218"/>
                    <a:pt x="9525" y="3450"/>
                    <a:pt x="7351" y="1169"/>
                  </a:cubicBezTo>
                  <a:cubicBezTo>
                    <a:pt x="6591" y="395"/>
                    <a:pt x="5664" y="1"/>
                    <a:pt x="4739"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p57"/>
            <p:cNvSpPr/>
            <p:nvPr/>
          </p:nvSpPr>
          <p:spPr>
            <a:xfrm>
              <a:off x="6506825" y="4962275"/>
              <a:ext cx="239000" cy="179750"/>
            </a:xfrm>
            <a:custGeom>
              <a:rect b="b" l="l" r="r" t="t"/>
              <a:pathLst>
                <a:path extrusionOk="0" h="7190" w="9560">
                  <a:moveTo>
                    <a:pt x="4773" y="1"/>
                  </a:moveTo>
                  <a:cubicBezTo>
                    <a:pt x="3837" y="1"/>
                    <a:pt x="2900" y="381"/>
                    <a:pt x="2209" y="1140"/>
                  </a:cubicBezTo>
                  <a:cubicBezTo>
                    <a:pt x="1" y="3403"/>
                    <a:pt x="1617" y="7190"/>
                    <a:pt x="4773" y="7190"/>
                  </a:cubicBezTo>
                  <a:cubicBezTo>
                    <a:pt x="4795" y="7190"/>
                    <a:pt x="4818" y="7189"/>
                    <a:pt x="4840" y="7189"/>
                  </a:cubicBezTo>
                  <a:cubicBezTo>
                    <a:pt x="8014" y="7135"/>
                    <a:pt x="9560" y="3256"/>
                    <a:pt x="7254" y="1059"/>
                  </a:cubicBezTo>
                  <a:cubicBezTo>
                    <a:pt x="6575" y="354"/>
                    <a:pt x="5675" y="1"/>
                    <a:pt x="477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5" name="Google Shape;1435;p57"/>
            <p:cNvSpPr/>
            <p:nvPr/>
          </p:nvSpPr>
          <p:spPr>
            <a:xfrm>
              <a:off x="4006300" y="2443200"/>
              <a:ext cx="202100" cy="180775"/>
            </a:xfrm>
            <a:custGeom>
              <a:rect b="b" l="l" r="r" t="t"/>
              <a:pathLst>
                <a:path extrusionOk="0" h="7231" w="8084">
                  <a:moveTo>
                    <a:pt x="4023" y="1"/>
                  </a:moveTo>
                  <a:cubicBezTo>
                    <a:pt x="3204" y="1"/>
                    <a:pt x="2389" y="304"/>
                    <a:pt x="1709" y="922"/>
                  </a:cubicBezTo>
                  <a:cubicBezTo>
                    <a:pt x="190" y="2278"/>
                    <a:pt x="0" y="4448"/>
                    <a:pt x="1329" y="5967"/>
                  </a:cubicBezTo>
                  <a:cubicBezTo>
                    <a:pt x="2056" y="6797"/>
                    <a:pt x="3051" y="7231"/>
                    <a:pt x="4052" y="7231"/>
                  </a:cubicBezTo>
                  <a:cubicBezTo>
                    <a:pt x="4881" y="7231"/>
                    <a:pt x="5714" y="6934"/>
                    <a:pt x="6402" y="6319"/>
                  </a:cubicBezTo>
                  <a:cubicBezTo>
                    <a:pt x="7893" y="4990"/>
                    <a:pt x="8083" y="2766"/>
                    <a:pt x="6754" y="1274"/>
                  </a:cubicBezTo>
                  <a:cubicBezTo>
                    <a:pt x="5987" y="433"/>
                    <a:pt x="5002" y="1"/>
                    <a:pt x="402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6" name="Google Shape;1436;p57"/>
            <p:cNvSpPr/>
            <p:nvPr/>
          </p:nvSpPr>
          <p:spPr>
            <a:xfrm>
              <a:off x="3988000" y="3073100"/>
              <a:ext cx="238125" cy="179775"/>
            </a:xfrm>
            <a:custGeom>
              <a:rect b="b" l="l" r="r" t="t"/>
              <a:pathLst>
                <a:path extrusionOk="0" h="7191" w="9525">
                  <a:moveTo>
                    <a:pt x="4787" y="1"/>
                  </a:moveTo>
                  <a:cubicBezTo>
                    <a:pt x="3885" y="1"/>
                    <a:pt x="2984" y="354"/>
                    <a:pt x="2306" y="1059"/>
                  </a:cubicBezTo>
                  <a:cubicBezTo>
                    <a:pt x="0" y="3256"/>
                    <a:pt x="1519" y="7135"/>
                    <a:pt x="4692" y="7189"/>
                  </a:cubicBezTo>
                  <a:cubicBezTo>
                    <a:pt x="4726" y="7190"/>
                    <a:pt x="4759" y="7190"/>
                    <a:pt x="4792" y="7190"/>
                  </a:cubicBezTo>
                  <a:cubicBezTo>
                    <a:pt x="7927" y="7190"/>
                    <a:pt x="9525" y="3395"/>
                    <a:pt x="7351" y="1141"/>
                  </a:cubicBezTo>
                  <a:cubicBezTo>
                    <a:pt x="6660" y="381"/>
                    <a:pt x="5723" y="1"/>
                    <a:pt x="4787"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7" name="Google Shape;1437;p57"/>
            <p:cNvSpPr/>
            <p:nvPr/>
          </p:nvSpPr>
          <p:spPr>
            <a:xfrm>
              <a:off x="4617250" y="2443250"/>
              <a:ext cx="239200" cy="180325"/>
            </a:xfrm>
            <a:custGeom>
              <a:rect b="b" l="l" r="r" t="t"/>
              <a:pathLst>
                <a:path extrusionOk="0" h="7213" w="9568">
                  <a:moveTo>
                    <a:pt x="4791" y="1"/>
                  </a:moveTo>
                  <a:cubicBezTo>
                    <a:pt x="3881" y="1"/>
                    <a:pt x="2975" y="360"/>
                    <a:pt x="2307" y="1082"/>
                  </a:cubicBezTo>
                  <a:cubicBezTo>
                    <a:pt x="1" y="3306"/>
                    <a:pt x="1574" y="7185"/>
                    <a:pt x="4748" y="7212"/>
                  </a:cubicBezTo>
                  <a:cubicBezTo>
                    <a:pt x="4759" y="7212"/>
                    <a:pt x="4770" y="7212"/>
                    <a:pt x="4781" y="7212"/>
                  </a:cubicBezTo>
                  <a:cubicBezTo>
                    <a:pt x="7960" y="7212"/>
                    <a:pt x="9568" y="3407"/>
                    <a:pt x="7352" y="1137"/>
                  </a:cubicBezTo>
                  <a:cubicBezTo>
                    <a:pt x="6664" y="380"/>
                    <a:pt x="5726" y="1"/>
                    <a:pt x="479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8" name="Google Shape;1438;p57"/>
            <p:cNvSpPr/>
            <p:nvPr/>
          </p:nvSpPr>
          <p:spPr>
            <a:xfrm>
              <a:off x="3988175" y="3703750"/>
              <a:ext cx="238525" cy="180325"/>
            </a:xfrm>
            <a:custGeom>
              <a:rect b="b" l="l" r="r" t="t"/>
              <a:pathLst>
                <a:path extrusionOk="0" h="7213" w="9541">
                  <a:moveTo>
                    <a:pt x="4787" y="0"/>
                  </a:moveTo>
                  <a:cubicBezTo>
                    <a:pt x="1609" y="0"/>
                    <a:pt x="1" y="3806"/>
                    <a:pt x="2217" y="6076"/>
                  </a:cubicBezTo>
                  <a:cubicBezTo>
                    <a:pt x="2905" y="6832"/>
                    <a:pt x="3836" y="7212"/>
                    <a:pt x="4767" y="7212"/>
                  </a:cubicBezTo>
                  <a:cubicBezTo>
                    <a:pt x="5674" y="7212"/>
                    <a:pt x="6580" y="6853"/>
                    <a:pt x="7262" y="6130"/>
                  </a:cubicBezTo>
                  <a:cubicBezTo>
                    <a:pt x="9541" y="3906"/>
                    <a:pt x="7995" y="28"/>
                    <a:pt x="4821" y="0"/>
                  </a:cubicBezTo>
                  <a:cubicBezTo>
                    <a:pt x="4810" y="0"/>
                    <a:pt x="4798" y="0"/>
                    <a:pt x="4787"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p57"/>
            <p:cNvSpPr/>
            <p:nvPr/>
          </p:nvSpPr>
          <p:spPr>
            <a:xfrm>
              <a:off x="4636250" y="3072975"/>
              <a:ext cx="201425" cy="180925"/>
            </a:xfrm>
            <a:custGeom>
              <a:rect b="b" l="l" r="r" t="t"/>
              <a:pathLst>
                <a:path extrusionOk="0" h="7237" w="8057">
                  <a:moveTo>
                    <a:pt x="4023" y="0"/>
                  </a:moveTo>
                  <a:cubicBezTo>
                    <a:pt x="3177" y="0"/>
                    <a:pt x="2335" y="327"/>
                    <a:pt x="1628" y="983"/>
                  </a:cubicBezTo>
                  <a:cubicBezTo>
                    <a:pt x="109" y="2393"/>
                    <a:pt x="0" y="4536"/>
                    <a:pt x="1411" y="6028"/>
                  </a:cubicBezTo>
                  <a:cubicBezTo>
                    <a:pt x="2123" y="6827"/>
                    <a:pt x="3107" y="7237"/>
                    <a:pt x="4097" y="7237"/>
                  </a:cubicBezTo>
                  <a:cubicBezTo>
                    <a:pt x="4955" y="7237"/>
                    <a:pt x="5817" y="6929"/>
                    <a:pt x="6510" y="6299"/>
                  </a:cubicBezTo>
                  <a:cubicBezTo>
                    <a:pt x="7975" y="4943"/>
                    <a:pt x="8056" y="2637"/>
                    <a:pt x="6673" y="1200"/>
                  </a:cubicBezTo>
                  <a:cubicBezTo>
                    <a:pt x="5903" y="401"/>
                    <a:pt x="4961" y="0"/>
                    <a:pt x="4023"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p57"/>
            <p:cNvSpPr/>
            <p:nvPr/>
          </p:nvSpPr>
          <p:spPr>
            <a:xfrm>
              <a:off x="5247225" y="2443175"/>
              <a:ext cx="238500" cy="179725"/>
            </a:xfrm>
            <a:custGeom>
              <a:rect b="b" l="l" r="r" t="t"/>
              <a:pathLst>
                <a:path extrusionOk="0" h="7189" w="9540">
                  <a:moveTo>
                    <a:pt x="4765" y="0"/>
                  </a:moveTo>
                  <a:cubicBezTo>
                    <a:pt x="3855" y="0"/>
                    <a:pt x="2950" y="360"/>
                    <a:pt x="2278" y="1085"/>
                  </a:cubicBezTo>
                  <a:cubicBezTo>
                    <a:pt x="0" y="3309"/>
                    <a:pt x="1573" y="7188"/>
                    <a:pt x="4774" y="7188"/>
                  </a:cubicBezTo>
                  <a:cubicBezTo>
                    <a:pt x="4785" y="7188"/>
                    <a:pt x="4796" y="7188"/>
                    <a:pt x="4807" y="7188"/>
                  </a:cubicBezTo>
                  <a:cubicBezTo>
                    <a:pt x="7959" y="7188"/>
                    <a:pt x="9540" y="3356"/>
                    <a:pt x="7324" y="1112"/>
                  </a:cubicBezTo>
                  <a:cubicBezTo>
                    <a:pt x="6625" y="373"/>
                    <a:pt x="5693" y="0"/>
                    <a:pt x="4765"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1" name="Google Shape;1441;p57"/>
            <p:cNvSpPr/>
            <p:nvPr/>
          </p:nvSpPr>
          <p:spPr>
            <a:xfrm>
              <a:off x="4006975" y="4332350"/>
              <a:ext cx="201425" cy="181225"/>
            </a:xfrm>
            <a:custGeom>
              <a:rect b="b" l="l" r="r" t="t"/>
              <a:pathLst>
                <a:path extrusionOk="0" h="7249" w="8057">
                  <a:moveTo>
                    <a:pt x="4008" y="1"/>
                  </a:moveTo>
                  <a:cubicBezTo>
                    <a:pt x="3158" y="1"/>
                    <a:pt x="2309" y="334"/>
                    <a:pt x="1601" y="1004"/>
                  </a:cubicBezTo>
                  <a:cubicBezTo>
                    <a:pt x="109" y="2387"/>
                    <a:pt x="0" y="4557"/>
                    <a:pt x="1384" y="6049"/>
                  </a:cubicBezTo>
                  <a:cubicBezTo>
                    <a:pt x="2082" y="6847"/>
                    <a:pt x="3051" y="7249"/>
                    <a:pt x="4021" y="7249"/>
                  </a:cubicBezTo>
                  <a:cubicBezTo>
                    <a:pt x="4897" y="7249"/>
                    <a:pt x="5774" y="6922"/>
                    <a:pt x="6456" y="6266"/>
                  </a:cubicBezTo>
                  <a:cubicBezTo>
                    <a:pt x="7948" y="4937"/>
                    <a:pt x="8056" y="2631"/>
                    <a:pt x="6646" y="1221"/>
                  </a:cubicBezTo>
                  <a:cubicBezTo>
                    <a:pt x="5891" y="409"/>
                    <a:pt x="4949" y="1"/>
                    <a:pt x="4008"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2" name="Google Shape;1442;p57"/>
            <p:cNvSpPr/>
            <p:nvPr/>
          </p:nvSpPr>
          <p:spPr>
            <a:xfrm>
              <a:off x="4617950" y="3702900"/>
              <a:ext cx="238325" cy="179900"/>
            </a:xfrm>
            <a:custGeom>
              <a:rect b="b" l="l" r="r" t="t"/>
              <a:pathLst>
                <a:path extrusionOk="0" h="7196" w="9533">
                  <a:moveTo>
                    <a:pt x="4759" y="0"/>
                  </a:moveTo>
                  <a:cubicBezTo>
                    <a:pt x="3858" y="0"/>
                    <a:pt x="2957" y="346"/>
                    <a:pt x="2279" y="1038"/>
                  </a:cubicBezTo>
                  <a:cubicBezTo>
                    <a:pt x="0" y="3262"/>
                    <a:pt x="1519" y="7141"/>
                    <a:pt x="4693" y="7195"/>
                  </a:cubicBezTo>
                  <a:cubicBezTo>
                    <a:pt x="4715" y="7196"/>
                    <a:pt x="4737" y="7196"/>
                    <a:pt x="4760" y="7196"/>
                  </a:cubicBezTo>
                  <a:cubicBezTo>
                    <a:pt x="7916" y="7196"/>
                    <a:pt x="9532" y="3409"/>
                    <a:pt x="7324" y="1119"/>
                  </a:cubicBezTo>
                  <a:cubicBezTo>
                    <a:pt x="6633" y="373"/>
                    <a:pt x="5695" y="0"/>
                    <a:pt x="4759"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3" name="Google Shape;1443;p57"/>
            <p:cNvSpPr/>
            <p:nvPr/>
          </p:nvSpPr>
          <p:spPr>
            <a:xfrm>
              <a:off x="7141825" y="1811875"/>
              <a:ext cx="238700" cy="180050"/>
            </a:xfrm>
            <a:custGeom>
              <a:rect b="b" l="l" r="r" t="t"/>
              <a:pathLst>
                <a:path extrusionOk="0" h="7202" w="9548">
                  <a:moveTo>
                    <a:pt x="4774" y="0"/>
                  </a:moveTo>
                  <a:cubicBezTo>
                    <a:pt x="1600" y="0"/>
                    <a:pt x="0" y="3825"/>
                    <a:pt x="2224" y="6103"/>
                  </a:cubicBezTo>
                  <a:cubicBezTo>
                    <a:pt x="2902" y="6835"/>
                    <a:pt x="3825" y="7201"/>
                    <a:pt x="4750" y="7201"/>
                  </a:cubicBezTo>
                  <a:cubicBezTo>
                    <a:pt x="5676" y="7201"/>
                    <a:pt x="6605" y="6835"/>
                    <a:pt x="7296" y="6103"/>
                  </a:cubicBezTo>
                  <a:cubicBezTo>
                    <a:pt x="9548" y="3879"/>
                    <a:pt x="7975" y="27"/>
                    <a:pt x="4774"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4" name="Google Shape;1444;p57"/>
            <p:cNvSpPr/>
            <p:nvPr/>
          </p:nvSpPr>
          <p:spPr>
            <a:xfrm>
              <a:off x="7142025" y="552650"/>
              <a:ext cx="238500" cy="179800"/>
            </a:xfrm>
            <a:custGeom>
              <a:rect b="b" l="l" r="r" t="t"/>
              <a:pathLst>
                <a:path extrusionOk="0" h="7192" w="9540">
                  <a:moveTo>
                    <a:pt x="4760" y="0"/>
                  </a:moveTo>
                  <a:cubicBezTo>
                    <a:pt x="1608" y="0"/>
                    <a:pt x="0" y="3806"/>
                    <a:pt x="2216" y="6076"/>
                  </a:cubicBezTo>
                  <a:cubicBezTo>
                    <a:pt x="2904" y="6819"/>
                    <a:pt x="3836" y="7192"/>
                    <a:pt x="4767" y="7192"/>
                  </a:cubicBezTo>
                  <a:cubicBezTo>
                    <a:pt x="5673" y="7192"/>
                    <a:pt x="6579" y="6839"/>
                    <a:pt x="7261" y="6130"/>
                  </a:cubicBezTo>
                  <a:cubicBezTo>
                    <a:pt x="9540" y="3906"/>
                    <a:pt x="7994" y="27"/>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5" name="Google Shape;1445;p57"/>
            <p:cNvSpPr/>
            <p:nvPr/>
          </p:nvSpPr>
          <p:spPr>
            <a:xfrm>
              <a:off x="7160125" y="1181075"/>
              <a:ext cx="201425" cy="181050"/>
            </a:xfrm>
            <a:custGeom>
              <a:rect b="b" l="l" r="r" t="t"/>
              <a:pathLst>
                <a:path extrusionOk="0" h="7242" w="8057">
                  <a:moveTo>
                    <a:pt x="4033" y="1"/>
                  </a:moveTo>
                  <a:cubicBezTo>
                    <a:pt x="3183" y="1"/>
                    <a:pt x="2336" y="327"/>
                    <a:pt x="1628" y="983"/>
                  </a:cubicBezTo>
                  <a:cubicBezTo>
                    <a:pt x="136" y="2394"/>
                    <a:pt x="1" y="4564"/>
                    <a:pt x="1411" y="6056"/>
                  </a:cubicBezTo>
                  <a:cubicBezTo>
                    <a:pt x="2095" y="6840"/>
                    <a:pt x="3065" y="7242"/>
                    <a:pt x="4035" y="7242"/>
                  </a:cubicBezTo>
                  <a:cubicBezTo>
                    <a:pt x="4910" y="7242"/>
                    <a:pt x="5787" y="6914"/>
                    <a:pt x="6456" y="6245"/>
                  </a:cubicBezTo>
                  <a:cubicBezTo>
                    <a:pt x="7975" y="4944"/>
                    <a:pt x="8056" y="2638"/>
                    <a:pt x="6673" y="1200"/>
                  </a:cubicBezTo>
                  <a:cubicBezTo>
                    <a:pt x="5917" y="402"/>
                    <a:pt x="4974" y="1"/>
                    <a:pt x="4033"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6" name="Google Shape;1446;p57"/>
            <p:cNvSpPr/>
            <p:nvPr/>
          </p:nvSpPr>
          <p:spPr>
            <a:xfrm>
              <a:off x="7141825" y="4962975"/>
              <a:ext cx="238700" cy="180150"/>
            </a:xfrm>
            <a:custGeom>
              <a:rect b="b" l="l" r="r" t="t"/>
              <a:pathLst>
                <a:path extrusionOk="0" h="7206" w="9548">
                  <a:moveTo>
                    <a:pt x="4801" y="0"/>
                  </a:moveTo>
                  <a:cubicBezTo>
                    <a:pt x="1600" y="0"/>
                    <a:pt x="0" y="3852"/>
                    <a:pt x="2251" y="6103"/>
                  </a:cubicBezTo>
                  <a:cubicBezTo>
                    <a:pt x="2933" y="6839"/>
                    <a:pt x="3854" y="7205"/>
                    <a:pt x="4777" y="7205"/>
                  </a:cubicBezTo>
                  <a:cubicBezTo>
                    <a:pt x="5691" y="7205"/>
                    <a:pt x="6608" y="6846"/>
                    <a:pt x="7296" y="6130"/>
                  </a:cubicBezTo>
                  <a:cubicBezTo>
                    <a:pt x="9548" y="3879"/>
                    <a:pt x="7975" y="27"/>
                    <a:pt x="4801"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p57"/>
            <p:cNvSpPr/>
            <p:nvPr/>
          </p:nvSpPr>
          <p:spPr>
            <a:xfrm>
              <a:off x="7160125" y="2443200"/>
              <a:ext cx="202100" cy="180775"/>
            </a:xfrm>
            <a:custGeom>
              <a:rect b="b" l="l" r="r" t="t"/>
              <a:pathLst>
                <a:path extrusionOk="0" h="7231" w="8084">
                  <a:moveTo>
                    <a:pt x="4012" y="1"/>
                  </a:moveTo>
                  <a:cubicBezTo>
                    <a:pt x="3198" y="1"/>
                    <a:pt x="2389" y="304"/>
                    <a:pt x="1709" y="922"/>
                  </a:cubicBezTo>
                  <a:cubicBezTo>
                    <a:pt x="190" y="2278"/>
                    <a:pt x="1" y="4448"/>
                    <a:pt x="1330" y="5967"/>
                  </a:cubicBezTo>
                  <a:cubicBezTo>
                    <a:pt x="2057" y="6797"/>
                    <a:pt x="3051" y="7231"/>
                    <a:pt x="4048" y="7231"/>
                  </a:cubicBezTo>
                  <a:cubicBezTo>
                    <a:pt x="4873" y="7231"/>
                    <a:pt x="5699" y="6934"/>
                    <a:pt x="6375" y="6319"/>
                  </a:cubicBezTo>
                  <a:cubicBezTo>
                    <a:pt x="7894" y="4990"/>
                    <a:pt x="8083" y="2766"/>
                    <a:pt x="6727" y="1274"/>
                  </a:cubicBezTo>
                  <a:cubicBezTo>
                    <a:pt x="5960" y="433"/>
                    <a:pt x="4983" y="1"/>
                    <a:pt x="4012"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8" name="Google Shape;1448;p57"/>
            <p:cNvSpPr/>
            <p:nvPr/>
          </p:nvSpPr>
          <p:spPr>
            <a:xfrm>
              <a:off x="7141825" y="3073100"/>
              <a:ext cx="238125" cy="179775"/>
            </a:xfrm>
            <a:custGeom>
              <a:rect b="b" l="l" r="r" t="t"/>
              <a:pathLst>
                <a:path extrusionOk="0" h="7191" w="9525">
                  <a:moveTo>
                    <a:pt x="4781" y="1"/>
                  </a:moveTo>
                  <a:cubicBezTo>
                    <a:pt x="3878" y="1"/>
                    <a:pt x="2971" y="354"/>
                    <a:pt x="2279" y="1059"/>
                  </a:cubicBezTo>
                  <a:cubicBezTo>
                    <a:pt x="0" y="3256"/>
                    <a:pt x="1519" y="7135"/>
                    <a:pt x="4693" y="7189"/>
                  </a:cubicBezTo>
                  <a:cubicBezTo>
                    <a:pt x="4726" y="7190"/>
                    <a:pt x="4759" y="7190"/>
                    <a:pt x="4792" y="7190"/>
                  </a:cubicBezTo>
                  <a:cubicBezTo>
                    <a:pt x="7927" y="7190"/>
                    <a:pt x="9525" y="3395"/>
                    <a:pt x="7324" y="1141"/>
                  </a:cubicBezTo>
                  <a:cubicBezTo>
                    <a:pt x="6647" y="381"/>
                    <a:pt x="5717" y="1"/>
                    <a:pt x="4781"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9" name="Google Shape;1449;p57"/>
            <p:cNvSpPr/>
            <p:nvPr/>
          </p:nvSpPr>
          <p:spPr>
            <a:xfrm>
              <a:off x="7142025" y="3703750"/>
              <a:ext cx="238500" cy="180325"/>
            </a:xfrm>
            <a:custGeom>
              <a:rect b="b" l="l" r="r" t="t"/>
              <a:pathLst>
                <a:path extrusionOk="0" h="7213" w="9540">
                  <a:moveTo>
                    <a:pt x="4760" y="0"/>
                  </a:moveTo>
                  <a:cubicBezTo>
                    <a:pt x="1608" y="0"/>
                    <a:pt x="0" y="3806"/>
                    <a:pt x="2216" y="6076"/>
                  </a:cubicBezTo>
                  <a:cubicBezTo>
                    <a:pt x="2904" y="6832"/>
                    <a:pt x="3835" y="7212"/>
                    <a:pt x="4767" y="7212"/>
                  </a:cubicBezTo>
                  <a:cubicBezTo>
                    <a:pt x="5673" y="7212"/>
                    <a:pt x="6579" y="6853"/>
                    <a:pt x="7261" y="6130"/>
                  </a:cubicBezTo>
                  <a:cubicBezTo>
                    <a:pt x="9540" y="3906"/>
                    <a:pt x="7994" y="28"/>
                    <a:pt x="4793" y="0"/>
                  </a:cubicBezTo>
                  <a:cubicBezTo>
                    <a:pt x="4782" y="0"/>
                    <a:pt x="4771" y="0"/>
                    <a:pt x="4760" y="0"/>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0" name="Google Shape;1450;p57"/>
            <p:cNvSpPr/>
            <p:nvPr/>
          </p:nvSpPr>
          <p:spPr>
            <a:xfrm>
              <a:off x="7160125" y="4332350"/>
              <a:ext cx="201425" cy="181225"/>
            </a:xfrm>
            <a:custGeom>
              <a:rect b="b" l="l" r="r" t="t"/>
              <a:pathLst>
                <a:path extrusionOk="0" h="7249" w="8057">
                  <a:moveTo>
                    <a:pt x="4035" y="1"/>
                  </a:moveTo>
                  <a:cubicBezTo>
                    <a:pt x="3185" y="1"/>
                    <a:pt x="2336" y="334"/>
                    <a:pt x="1628" y="1004"/>
                  </a:cubicBezTo>
                  <a:cubicBezTo>
                    <a:pt x="136" y="2387"/>
                    <a:pt x="1" y="4557"/>
                    <a:pt x="1411" y="6049"/>
                  </a:cubicBezTo>
                  <a:cubicBezTo>
                    <a:pt x="2095" y="6847"/>
                    <a:pt x="3065" y="7249"/>
                    <a:pt x="4035" y="7249"/>
                  </a:cubicBezTo>
                  <a:cubicBezTo>
                    <a:pt x="4911" y="7249"/>
                    <a:pt x="5787" y="6922"/>
                    <a:pt x="6456" y="6266"/>
                  </a:cubicBezTo>
                  <a:cubicBezTo>
                    <a:pt x="7975" y="4937"/>
                    <a:pt x="8056" y="2631"/>
                    <a:pt x="6673" y="1221"/>
                  </a:cubicBezTo>
                  <a:cubicBezTo>
                    <a:pt x="5918" y="409"/>
                    <a:pt x="4976" y="1"/>
                    <a:pt x="4035" y="1"/>
                  </a:cubicBezTo>
                  <a:close/>
                </a:path>
              </a:pathLst>
            </a:custGeom>
            <a:solidFill>
              <a:srgbClr val="121B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51" name="Google Shape;1451;p57"/>
          <p:cNvSpPr txBox="1"/>
          <p:nvPr>
            <p:ph type="title"/>
          </p:nvPr>
        </p:nvSpPr>
        <p:spPr>
          <a:xfrm>
            <a:off x="772000" y="575550"/>
            <a:ext cx="7313400" cy="492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1452" name="Google Shape;1452;p57"/>
          <p:cNvSpPr txBox="1"/>
          <p:nvPr>
            <p:ph idx="1" type="body"/>
          </p:nvPr>
        </p:nvSpPr>
        <p:spPr>
          <a:xfrm>
            <a:off x="772000" y="1527650"/>
            <a:ext cx="7688100" cy="30111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accent5"/>
              </a:buClr>
              <a:buSzPts val="1400"/>
              <a:buChar char="●"/>
              <a:defRPr sz="1400">
                <a:solidFill>
                  <a:schemeClr val="accent5"/>
                </a:solidFill>
              </a:defRPr>
            </a:lvl1pPr>
            <a:lvl2pPr indent="-317500" lvl="1" marL="914400" algn="l">
              <a:lnSpc>
                <a:spcPct val="100000"/>
              </a:lnSpc>
              <a:spcBef>
                <a:spcPts val="1600"/>
              </a:spcBef>
              <a:spcAft>
                <a:spcPts val="0"/>
              </a:spcAft>
              <a:buClr>
                <a:schemeClr val="accent5"/>
              </a:buClr>
              <a:buSzPts val="1400"/>
              <a:buChar char="○"/>
              <a:defRPr>
                <a:solidFill>
                  <a:schemeClr val="accent5"/>
                </a:solidFill>
              </a:defRPr>
            </a:lvl2pPr>
            <a:lvl3pPr indent="-317500" lvl="2" marL="1371600" algn="l">
              <a:lnSpc>
                <a:spcPct val="100000"/>
              </a:lnSpc>
              <a:spcBef>
                <a:spcPts val="1600"/>
              </a:spcBef>
              <a:spcAft>
                <a:spcPts val="0"/>
              </a:spcAft>
              <a:buClr>
                <a:schemeClr val="accent5"/>
              </a:buClr>
              <a:buSzPts val="1400"/>
              <a:buChar char="■"/>
              <a:defRPr>
                <a:solidFill>
                  <a:schemeClr val="accent5"/>
                </a:solidFill>
              </a:defRPr>
            </a:lvl3pPr>
            <a:lvl4pPr indent="-317500" lvl="3" marL="1828800" algn="l">
              <a:lnSpc>
                <a:spcPct val="100000"/>
              </a:lnSpc>
              <a:spcBef>
                <a:spcPts val="1600"/>
              </a:spcBef>
              <a:spcAft>
                <a:spcPts val="0"/>
              </a:spcAft>
              <a:buClr>
                <a:schemeClr val="accent5"/>
              </a:buClr>
              <a:buSzPts val="1400"/>
              <a:buChar char="●"/>
              <a:defRPr>
                <a:solidFill>
                  <a:schemeClr val="accent5"/>
                </a:solidFill>
              </a:defRPr>
            </a:lvl4pPr>
            <a:lvl5pPr indent="-317500" lvl="4" marL="2286000" algn="l">
              <a:lnSpc>
                <a:spcPct val="100000"/>
              </a:lnSpc>
              <a:spcBef>
                <a:spcPts val="1600"/>
              </a:spcBef>
              <a:spcAft>
                <a:spcPts val="0"/>
              </a:spcAft>
              <a:buClr>
                <a:schemeClr val="accent5"/>
              </a:buClr>
              <a:buSzPts val="1400"/>
              <a:buChar char="○"/>
              <a:defRPr>
                <a:solidFill>
                  <a:schemeClr val="accent5"/>
                </a:solidFill>
              </a:defRPr>
            </a:lvl5pPr>
            <a:lvl6pPr indent="-317500" lvl="5" marL="2743200" algn="l">
              <a:lnSpc>
                <a:spcPct val="100000"/>
              </a:lnSpc>
              <a:spcBef>
                <a:spcPts val="1600"/>
              </a:spcBef>
              <a:spcAft>
                <a:spcPts val="0"/>
              </a:spcAft>
              <a:buClr>
                <a:schemeClr val="accent5"/>
              </a:buClr>
              <a:buSzPts val="1400"/>
              <a:buChar char="■"/>
              <a:defRPr>
                <a:solidFill>
                  <a:schemeClr val="accent5"/>
                </a:solidFill>
              </a:defRPr>
            </a:lvl6pPr>
            <a:lvl7pPr indent="-317500" lvl="6" marL="3200400" algn="l">
              <a:lnSpc>
                <a:spcPct val="100000"/>
              </a:lnSpc>
              <a:spcBef>
                <a:spcPts val="1600"/>
              </a:spcBef>
              <a:spcAft>
                <a:spcPts val="0"/>
              </a:spcAft>
              <a:buClr>
                <a:schemeClr val="accent5"/>
              </a:buClr>
              <a:buSzPts val="1400"/>
              <a:buChar char="●"/>
              <a:defRPr>
                <a:solidFill>
                  <a:schemeClr val="accent5"/>
                </a:solidFill>
              </a:defRPr>
            </a:lvl7pPr>
            <a:lvl8pPr indent="-317500" lvl="7" marL="3657600" algn="l">
              <a:lnSpc>
                <a:spcPct val="100000"/>
              </a:lnSpc>
              <a:spcBef>
                <a:spcPts val="1600"/>
              </a:spcBef>
              <a:spcAft>
                <a:spcPts val="0"/>
              </a:spcAft>
              <a:buClr>
                <a:schemeClr val="accent5"/>
              </a:buClr>
              <a:buSzPts val="1400"/>
              <a:buChar char="○"/>
              <a:defRPr>
                <a:solidFill>
                  <a:schemeClr val="accent5"/>
                </a:solidFill>
              </a:defRPr>
            </a:lvl8pPr>
            <a:lvl9pPr indent="-317500" lvl="8" marL="4114800" algn="l">
              <a:lnSpc>
                <a:spcPct val="100000"/>
              </a:lnSpc>
              <a:spcBef>
                <a:spcPts val="1600"/>
              </a:spcBef>
              <a:spcAft>
                <a:spcPts val="1600"/>
              </a:spcAft>
              <a:buClr>
                <a:schemeClr val="accent5"/>
              </a:buClr>
              <a:buSzPts val="1400"/>
              <a:buChar char="■"/>
              <a:defRPr>
                <a:solidFill>
                  <a:schemeClr val="accent5"/>
                </a:solidFill>
              </a:defRPr>
            </a:lvl9pPr>
          </a:lstStyle>
          <a:p/>
        </p:txBody>
      </p:sp>
      <p:grpSp>
        <p:nvGrpSpPr>
          <p:cNvPr id="1453" name="Google Shape;1453;p57"/>
          <p:cNvGrpSpPr/>
          <p:nvPr/>
        </p:nvGrpSpPr>
        <p:grpSpPr>
          <a:xfrm rot="4424702">
            <a:off x="-1133201" y="3004202"/>
            <a:ext cx="3376865" cy="3094933"/>
            <a:chOff x="879525" y="238350"/>
            <a:chExt cx="5929900" cy="5134125"/>
          </a:xfrm>
        </p:grpSpPr>
        <p:sp>
          <p:nvSpPr>
            <p:cNvPr id="1454" name="Google Shape;1454;p57"/>
            <p:cNvSpPr/>
            <p:nvPr/>
          </p:nvSpPr>
          <p:spPr>
            <a:xfrm>
              <a:off x="879525" y="350950"/>
              <a:ext cx="5929900" cy="4895750"/>
            </a:xfrm>
            <a:custGeom>
              <a:rect b="b" l="l" r="r" t="t"/>
              <a:pathLst>
                <a:path extrusionOk="0" h="195830" w="237196">
                  <a:moveTo>
                    <a:pt x="182493" y="0"/>
                  </a:moveTo>
                  <a:cubicBezTo>
                    <a:pt x="160794" y="0"/>
                    <a:pt x="136857" y="13684"/>
                    <a:pt x="125770" y="46667"/>
                  </a:cubicBezTo>
                  <a:cubicBezTo>
                    <a:pt x="112501" y="86475"/>
                    <a:pt x="99703" y="101135"/>
                    <a:pt x="82683" y="101135"/>
                  </a:cubicBezTo>
                  <a:cubicBezTo>
                    <a:pt x="77764" y="101135"/>
                    <a:pt x="72494" y="99911"/>
                    <a:pt x="66757" y="97716"/>
                  </a:cubicBezTo>
                  <a:cubicBezTo>
                    <a:pt x="59909" y="95081"/>
                    <a:pt x="53433" y="93896"/>
                    <a:pt x="47460" y="93896"/>
                  </a:cubicBezTo>
                  <a:cubicBezTo>
                    <a:pt x="17332" y="93896"/>
                    <a:pt x="1" y="124030"/>
                    <a:pt x="12313" y="150071"/>
                  </a:cubicBezTo>
                  <a:cubicBezTo>
                    <a:pt x="19223" y="164795"/>
                    <a:pt x="29540" y="168076"/>
                    <a:pt x="41648" y="168076"/>
                  </a:cubicBezTo>
                  <a:cubicBezTo>
                    <a:pt x="51382" y="168076"/>
                    <a:pt x="62272" y="165955"/>
                    <a:pt x="73479" y="165955"/>
                  </a:cubicBezTo>
                  <a:cubicBezTo>
                    <a:pt x="86528" y="165955"/>
                    <a:pt x="100005" y="168830"/>
                    <a:pt x="112584" y="181275"/>
                  </a:cubicBezTo>
                  <a:cubicBezTo>
                    <a:pt x="123109" y="191650"/>
                    <a:pt x="135906" y="195830"/>
                    <a:pt x="148277" y="195830"/>
                  </a:cubicBezTo>
                  <a:cubicBezTo>
                    <a:pt x="168129" y="195830"/>
                    <a:pt x="186885" y="185066"/>
                    <a:pt x="193400" y="171875"/>
                  </a:cubicBezTo>
                  <a:cubicBezTo>
                    <a:pt x="213115" y="132315"/>
                    <a:pt x="187003" y="136231"/>
                    <a:pt x="220818" y="61420"/>
                  </a:cubicBezTo>
                  <a:cubicBezTo>
                    <a:pt x="237196" y="25134"/>
                    <a:pt x="211900" y="0"/>
                    <a:pt x="18249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5" name="Google Shape;1455;p57"/>
            <p:cNvSpPr/>
            <p:nvPr/>
          </p:nvSpPr>
          <p:spPr>
            <a:xfrm>
              <a:off x="945800" y="238350"/>
              <a:ext cx="5695725" cy="5134125"/>
            </a:xfrm>
            <a:custGeom>
              <a:rect b="b" l="l" r="r" t="t"/>
              <a:pathLst>
                <a:path extrusionOk="0" h="205365" w="227829">
                  <a:moveTo>
                    <a:pt x="206027" y="18003"/>
                  </a:moveTo>
                  <a:lnTo>
                    <a:pt x="206027" y="18003"/>
                  </a:lnTo>
                  <a:cubicBezTo>
                    <a:pt x="208273" y="19839"/>
                    <a:pt x="210274" y="21959"/>
                    <a:pt x="212031" y="24275"/>
                  </a:cubicBezTo>
                  <a:lnTo>
                    <a:pt x="210464" y="22056"/>
                  </a:lnTo>
                  <a:lnTo>
                    <a:pt x="208506" y="20097"/>
                  </a:lnTo>
                  <a:cubicBezTo>
                    <a:pt x="207853" y="19445"/>
                    <a:pt x="207070" y="18922"/>
                    <a:pt x="206417" y="18270"/>
                  </a:cubicBezTo>
                  <a:cubicBezTo>
                    <a:pt x="206283" y="18181"/>
                    <a:pt x="206154" y="18092"/>
                    <a:pt x="206027" y="18003"/>
                  </a:cubicBezTo>
                  <a:close/>
                  <a:moveTo>
                    <a:pt x="180437" y="1544"/>
                  </a:moveTo>
                  <a:cubicBezTo>
                    <a:pt x="180872" y="1544"/>
                    <a:pt x="181307" y="1548"/>
                    <a:pt x="181741" y="1558"/>
                  </a:cubicBezTo>
                  <a:cubicBezTo>
                    <a:pt x="188008" y="1819"/>
                    <a:pt x="194144" y="3255"/>
                    <a:pt x="199889" y="5605"/>
                  </a:cubicBezTo>
                  <a:cubicBezTo>
                    <a:pt x="205633" y="8086"/>
                    <a:pt x="210856" y="11611"/>
                    <a:pt x="215164" y="16181"/>
                  </a:cubicBezTo>
                  <a:cubicBezTo>
                    <a:pt x="219473" y="20881"/>
                    <a:pt x="222606" y="26495"/>
                    <a:pt x="224304" y="32501"/>
                  </a:cubicBezTo>
                  <a:cubicBezTo>
                    <a:pt x="224695" y="33806"/>
                    <a:pt x="224956" y="34981"/>
                    <a:pt x="225087" y="36287"/>
                  </a:cubicBezTo>
                  <a:cubicBezTo>
                    <a:pt x="225146" y="36584"/>
                    <a:pt x="225199" y="36875"/>
                    <a:pt x="225247" y="37162"/>
                  </a:cubicBezTo>
                  <a:lnTo>
                    <a:pt x="225247" y="37162"/>
                  </a:lnTo>
                  <a:cubicBezTo>
                    <a:pt x="225195" y="36909"/>
                    <a:pt x="225141" y="36660"/>
                    <a:pt x="225087" y="36417"/>
                  </a:cubicBezTo>
                  <a:cubicBezTo>
                    <a:pt x="224956" y="35112"/>
                    <a:pt x="224695" y="33806"/>
                    <a:pt x="224304" y="32631"/>
                  </a:cubicBezTo>
                  <a:cubicBezTo>
                    <a:pt x="222606" y="26495"/>
                    <a:pt x="219342" y="20881"/>
                    <a:pt x="214903" y="16181"/>
                  </a:cubicBezTo>
                  <a:cubicBezTo>
                    <a:pt x="210595" y="11611"/>
                    <a:pt x="205242" y="8086"/>
                    <a:pt x="199366" y="5736"/>
                  </a:cubicBezTo>
                  <a:cubicBezTo>
                    <a:pt x="193028" y="3172"/>
                    <a:pt x="186263" y="1890"/>
                    <a:pt x="179494" y="1890"/>
                  </a:cubicBezTo>
                  <a:cubicBezTo>
                    <a:pt x="173853" y="1890"/>
                    <a:pt x="168210" y="2780"/>
                    <a:pt x="162810" y="4561"/>
                  </a:cubicBezTo>
                  <a:cubicBezTo>
                    <a:pt x="156934" y="6388"/>
                    <a:pt x="151320" y="9261"/>
                    <a:pt x="146228" y="12786"/>
                  </a:cubicBezTo>
                  <a:cubicBezTo>
                    <a:pt x="141398" y="16442"/>
                    <a:pt x="136959" y="20750"/>
                    <a:pt x="133172" y="25581"/>
                  </a:cubicBezTo>
                  <a:cubicBezTo>
                    <a:pt x="131644" y="27547"/>
                    <a:pt x="130115" y="29604"/>
                    <a:pt x="128739" y="31752"/>
                  </a:cubicBezTo>
                  <a:lnTo>
                    <a:pt x="128739" y="31752"/>
                  </a:lnTo>
                  <a:lnTo>
                    <a:pt x="129386" y="30673"/>
                  </a:lnTo>
                  <a:cubicBezTo>
                    <a:pt x="129778" y="30020"/>
                    <a:pt x="130300" y="29367"/>
                    <a:pt x="130692" y="28714"/>
                  </a:cubicBezTo>
                  <a:lnTo>
                    <a:pt x="133433" y="25059"/>
                  </a:lnTo>
                  <a:cubicBezTo>
                    <a:pt x="137350" y="20228"/>
                    <a:pt x="141789" y="15919"/>
                    <a:pt x="146751" y="12264"/>
                  </a:cubicBezTo>
                  <a:cubicBezTo>
                    <a:pt x="151842" y="8739"/>
                    <a:pt x="157457" y="5997"/>
                    <a:pt x="163462" y="4169"/>
                  </a:cubicBezTo>
                  <a:cubicBezTo>
                    <a:pt x="168922" y="2349"/>
                    <a:pt x="174720" y="1544"/>
                    <a:pt x="180437" y="1544"/>
                  </a:cubicBezTo>
                  <a:close/>
                  <a:moveTo>
                    <a:pt x="225608" y="40063"/>
                  </a:moveTo>
                  <a:cubicBezTo>
                    <a:pt x="225608" y="40067"/>
                    <a:pt x="225609" y="40070"/>
                    <a:pt x="225609" y="40073"/>
                  </a:cubicBezTo>
                  <a:lnTo>
                    <a:pt x="225740" y="43859"/>
                  </a:lnTo>
                  <a:lnTo>
                    <a:pt x="225735" y="43990"/>
                  </a:lnTo>
                  <a:lnTo>
                    <a:pt x="225609" y="40204"/>
                  </a:lnTo>
                  <a:cubicBezTo>
                    <a:pt x="225609" y="40157"/>
                    <a:pt x="225609" y="40110"/>
                    <a:pt x="225608" y="40063"/>
                  </a:cubicBezTo>
                  <a:close/>
                  <a:moveTo>
                    <a:pt x="127845" y="33228"/>
                  </a:moveTo>
                  <a:cubicBezTo>
                    <a:pt x="127202" y="34465"/>
                    <a:pt x="126349" y="35702"/>
                    <a:pt x="125730" y="36940"/>
                  </a:cubicBezTo>
                  <a:lnTo>
                    <a:pt x="123772" y="40987"/>
                  </a:lnTo>
                  <a:lnTo>
                    <a:pt x="122728" y="43076"/>
                  </a:lnTo>
                  <a:lnTo>
                    <a:pt x="121944" y="45165"/>
                  </a:lnTo>
                  <a:lnTo>
                    <a:pt x="120671" y="48298"/>
                  </a:lnTo>
                  <a:lnTo>
                    <a:pt x="121944" y="44904"/>
                  </a:lnTo>
                  <a:cubicBezTo>
                    <a:pt x="122205" y="44121"/>
                    <a:pt x="122466" y="43468"/>
                    <a:pt x="122858" y="42684"/>
                  </a:cubicBezTo>
                  <a:lnTo>
                    <a:pt x="123772" y="40726"/>
                  </a:lnTo>
                  <a:lnTo>
                    <a:pt x="125861" y="36548"/>
                  </a:lnTo>
                  <a:cubicBezTo>
                    <a:pt x="126414" y="35441"/>
                    <a:pt x="127155" y="34334"/>
                    <a:pt x="127845" y="33228"/>
                  </a:cubicBezTo>
                  <a:close/>
                  <a:moveTo>
                    <a:pt x="225723" y="44365"/>
                  </a:moveTo>
                  <a:lnTo>
                    <a:pt x="225609" y="47776"/>
                  </a:lnTo>
                  <a:cubicBezTo>
                    <a:pt x="225479" y="48951"/>
                    <a:pt x="225348" y="50257"/>
                    <a:pt x="225087" y="51432"/>
                  </a:cubicBezTo>
                  <a:cubicBezTo>
                    <a:pt x="224826" y="52738"/>
                    <a:pt x="224695" y="54043"/>
                    <a:pt x="224304" y="55218"/>
                  </a:cubicBezTo>
                  <a:cubicBezTo>
                    <a:pt x="224565" y="54043"/>
                    <a:pt x="224826" y="52868"/>
                    <a:pt x="224956" y="51562"/>
                  </a:cubicBezTo>
                  <a:lnTo>
                    <a:pt x="225348" y="49735"/>
                  </a:lnTo>
                  <a:cubicBezTo>
                    <a:pt x="225479" y="49082"/>
                    <a:pt x="225479" y="48429"/>
                    <a:pt x="225479" y="47907"/>
                  </a:cubicBezTo>
                  <a:lnTo>
                    <a:pt x="225723" y="44365"/>
                  </a:lnTo>
                  <a:close/>
                  <a:moveTo>
                    <a:pt x="118815" y="53361"/>
                  </a:moveTo>
                  <a:lnTo>
                    <a:pt x="118815" y="53361"/>
                  </a:lnTo>
                  <a:cubicBezTo>
                    <a:pt x="118357" y="54687"/>
                    <a:pt x="117899" y="55997"/>
                    <a:pt x="117375" y="57307"/>
                  </a:cubicBezTo>
                  <a:lnTo>
                    <a:pt x="118815" y="53361"/>
                  </a:lnTo>
                  <a:close/>
                  <a:moveTo>
                    <a:pt x="178999" y="7417"/>
                  </a:moveTo>
                  <a:cubicBezTo>
                    <a:pt x="181891" y="7417"/>
                    <a:pt x="184798" y="7683"/>
                    <a:pt x="187616" y="8216"/>
                  </a:cubicBezTo>
                  <a:cubicBezTo>
                    <a:pt x="194405" y="9261"/>
                    <a:pt x="200803" y="11872"/>
                    <a:pt x="206286" y="16050"/>
                  </a:cubicBezTo>
                  <a:cubicBezTo>
                    <a:pt x="211509" y="19967"/>
                    <a:pt x="215556" y="25320"/>
                    <a:pt x="217906" y="31456"/>
                  </a:cubicBezTo>
                  <a:cubicBezTo>
                    <a:pt x="218522" y="33158"/>
                    <a:pt x="218997" y="34900"/>
                    <a:pt x="219339" y="36666"/>
                  </a:cubicBezTo>
                  <a:lnTo>
                    <a:pt x="219339" y="36666"/>
                  </a:lnTo>
                  <a:cubicBezTo>
                    <a:pt x="218667" y="33287"/>
                    <a:pt x="217483" y="30031"/>
                    <a:pt x="215817" y="27017"/>
                  </a:cubicBezTo>
                  <a:cubicBezTo>
                    <a:pt x="212945" y="22056"/>
                    <a:pt x="208897" y="17747"/>
                    <a:pt x="204067" y="14744"/>
                  </a:cubicBezTo>
                  <a:cubicBezTo>
                    <a:pt x="196724" y="10010"/>
                    <a:pt x="188167" y="7564"/>
                    <a:pt x="179558" y="7564"/>
                  </a:cubicBezTo>
                  <a:cubicBezTo>
                    <a:pt x="176532" y="7564"/>
                    <a:pt x="173500" y="7866"/>
                    <a:pt x="170513" y="8477"/>
                  </a:cubicBezTo>
                  <a:cubicBezTo>
                    <a:pt x="164637" y="9522"/>
                    <a:pt x="159023" y="11741"/>
                    <a:pt x="153931" y="14744"/>
                  </a:cubicBezTo>
                  <a:cubicBezTo>
                    <a:pt x="148840" y="17747"/>
                    <a:pt x="144270" y="21664"/>
                    <a:pt x="140484" y="26234"/>
                  </a:cubicBezTo>
                  <a:lnTo>
                    <a:pt x="139048" y="27800"/>
                  </a:lnTo>
                  <a:cubicBezTo>
                    <a:pt x="138525" y="28323"/>
                    <a:pt x="138003" y="28975"/>
                    <a:pt x="137611" y="29628"/>
                  </a:cubicBezTo>
                  <a:lnTo>
                    <a:pt x="135000" y="33284"/>
                  </a:lnTo>
                  <a:cubicBezTo>
                    <a:pt x="134086" y="34459"/>
                    <a:pt x="133433" y="35765"/>
                    <a:pt x="132650" y="37070"/>
                  </a:cubicBezTo>
                  <a:lnTo>
                    <a:pt x="131475" y="39029"/>
                  </a:lnTo>
                  <a:cubicBezTo>
                    <a:pt x="131083" y="39681"/>
                    <a:pt x="130822" y="40334"/>
                    <a:pt x="130431" y="41118"/>
                  </a:cubicBezTo>
                  <a:lnTo>
                    <a:pt x="128603" y="45165"/>
                  </a:lnTo>
                  <a:cubicBezTo>
                    <a:pt x="127950" y="46471"/>
                    <a:pt x="127428" y="47907"/>
                    <a:pt x="126905" y="49343"/>
                  </a:cubicBezTo>
                  <a:cubicBezTo>
                    <a:pt x="125861" y="52085"/>
                    <a:pt x="124816" y="55088"/>
                    <a:pt x="123772" y="58091"/>
                  </a:cubicBezTo>
                  <a:cubicBezTo>
                    <a:pt x="121552" y="63966"/>
                    <a:pt x="119333" y="69841"/>
                    <a:pt x="116722" y="75455"/>
                  </a:cubicBezTo>
                  <a:cubicBezTo>
                    <a:pt x="114111" y="81200"/>
                    <a:pt x="110977" y="86814"/>
                    <a:pt x="107321" y="92036"/>
                  </a:cubicBezTo>
                  <a:cubicBezTo>
                    <a:pt x="113327" y="82897"/>
                    <a:pt x="118288" y="73105"/>
                    <a:pt x="121814" y="62791"/>
                  </a:cubicBezTo>
                  <a:cubicBezTo>
                    <a:pt x="123903" y="57699"/>
                    <a:pt x="125469" y="52215"/>
                    <a:pt x="127428" y="47385"/>
                  </a:cubicBezTo>
                  <a:lnTo>
                    <a:pt x="128211" y="45426"/>
                  </a:lnTo>
                  <a:cubicBezTo>
                    <a:pt x="128472" y="44773"/>
                    <a:pt x="128733" y="44251"/>
                    <a:pt x="128994" y="43598"/>
                  </a:cubicBezTo>
                  <a:lnTo>
                    <a:pt x="130692" y="39943"/>
                  </a:lnTo>
                  <a:cubicBezTo>
                    <a:pt x="131345" y="38768"/>
                    <a:pt x="131997" y="37592"/>
                    <a:pt x="132650" y="36417"/>
                  </a:cubicBezTo>
                  <a:cubicBezTo>
                    <a:pt x="133303" y="35242"/>
                    <a:pt x="133956" y="34067"/>
                    <a:pt x="134739" y="33023"/>
                  </a:cubicBezTo>
                  <a:cubicBezTo>
                    <a:pt x="136175" y="30803"/>
                    <a:pt x="137873" y="28584"/>
                    <a:pt x="139570" y="26625"/>
                  </a:cubicBezTo>
                  <a:cubicBezTo>
                    <a:pt x="140484" y="25711"/>
                    <a:pt x="141267" y="24536"/>
                    <a:pt x="142312" y="23622"/>
                  </a:cubicBezTo>
                  <a:lnTo>
                    <a:pt x="145053" y="21011"/>
                  </a:lnTo>
                  <a:cubicBezTo>
                    <a:pt x="148970" y="17486"/>
                    <a:pt x="153409" y="14483"/>
                    <a:pt x="158109" y="12264"/>
                  </a:cubicBezTo>
                  <a:cubicBezTo>
                    <a:pt x="162810" y="10044"/>
                    <a:pt x="167771" y="8608"/>
                    <a:pt x="172863" y="7825"/>
                  </a:cubicBezTo>
                  <a:cubicBezTo>
                    <a:pt x="174876" y="7553"/>
                    <a:pt x="176934" y="7417"/>
                    <a:pt x="178999" y="7417"/>
                  </a:cubicBezTo>
                  <a:close/>
                  <a:moveTo>
                    <a:pt x="23240" y="110054"/>
                  </a:moveTo>
                  <a:lnTo>
                    <a:pt x="23240" y="110054"/>
                  </a:lnTo>
                  <a:cubicBezTo>
                    <a:pt x="23203" y="110129"/>
                    <a:pt x="23176" y="110194"/>
                    <a:pt x="23170" y="110238"/>
                  </a:cubicBezTo>
                  <a:lnTo>
                    <a:pt x="23170" y="110238"/>
                  </a:lnTo>
                  <a:cubicBezTo>
                    <a:pt x="23161" y="110214"/>
                    <a:pt x="23191" y="110152"/>
                    <a:pt x="23240" y="110054"/>
                  </a:cubicBezTo>
                  <a:close/>
                  <a:moveTo>
                    <a:pt x="179863" y="1"/>
                  </a:moveTo>
                  <a:cubicBezTo>
                    <a:pt x="174698" y="1"/>
                    <a:pt x="169541" y="694"/>
                    <a:pt x="164507" y="2080"/>
                  </a:cubicBezTo>
                  <a:cubicBezTo>
                    <a:pt x="155629" y="4561"/>
                    <a:pt x="147403" y="9000"/>
                    <a:pt x="140484" y="15136"/>
                  </a:cubicBezTo>
                  <a:cubicBezTo>
                    <a:pt x="133825" y="21272"/>
                    <a:pt x="128342" y="28453"/>
                    <a:pt x="124164" y="36548"/>
                  </a:cubicBezTo>
                  <a:cubicBezTo>
                    <a:pt x="123250" y="38506"/>
                    <a:pt x="122205" y="40595"/>
                    <a:pt x="121291" y="42554"/>
                  </a:cubicBezTo>
                  <a:lnTo>
                    <a:pt x="118941" y="48821"/>
                  </a:lnTo>
                  <a:cubicBezTo>
                    <a:pt x="117375" y="52738"/>
                    <a:pt x="116200" y="56524"/>
                    <a:pt x="114633" y="60441"/>
                  </a:cubicBezTo>
                  <a:cubicBezTo>
                    <a:pt x="111891" y="67752"/>
                    <a:pt x="108496" y="74933"/>
                    <a:pt x="104580" y="81853"/>
                  </a:cubicBezTo>
                  <a:cubicBezTo>
                    <a:pt x="101838" y="86553"/>
                    <a:pt x="98574" y="90861"/>
                    <a:pt x="94657" y="94517"/>
                  </a:cubicBezTo>
                  <a:cubicBezTo>
                    <a:pt x="91132" y="97781"/>
                    <a:pt x="86562" y="99739"/>
                    <a:pt x="81862" y="100131"/>
                  </a:cubicBezTo>
                  <a:cubicBezTo>
                    <a:pt x="81332" y="100158"/>
                    <a:pt x="80803" y="100171"/>
                    <a:pt x="80275" y="100171"/>
                  </a:cubicBezTo>
                  <a:cubicBezTo>
                    <a:pt x="75610" y="100171"/>
                    <a:pt x="71071" y="99149"/>
                    <a:pt x="66848" y="97389"/>
                  </a:cubicBezTo>
                  <a:lnTo>
                    <a:pt x="62409" y="95823"/>
                  </a:lnTo>
                  <a:cubicBezTo>
                    <a:pt x="60842" y="95431"/>
                    <a:pt x="59275" y="95039"/>
                    <a:pt x="57708" y="94517"/>
                  </a:cubicBezTo>
                  <a:cubicBezTo>
                    <a:pt x="54444" y="93734"/>
                    <a:pt x="51311" y="93342"/>
                    <a:pt x="48047" y="93081"/>
                  </a:cubicBezTo>
                  <a:cubicBezTo>
                    <a:pt x="46915" y="93037"/>
                    <a:pt x="45798" y="93008"/>
                    <a:pt x="44691" y="93008"/>
                  </a:cubicBezTo>
                  <a:cubicBezTo>
                    <a:pt x="42476" y="93008"/>
                    <a:pt x="40300" y="93124"/>
                    <a:pt x="38124" y="93472"/>
                  </a:cubicBezTo>
                  <a:cubicBezTo>
                    <a:pt x="34730" y="93995"/>
                    <a:pt x="31466" y="94778"/>
                    <a:pt x="28332" y="95953"/>
                  </a:cubicBezTo>
                  <a:cubicBezTo>
                    <a:pt x="25068" y="97259"/>
                    <a:pt x="22065" y="98825"/>
                    <a:pt x="19324" y="100653"/>
                  </a:cubicBezTo>
                  <a:cubicBezTo>
                    <a:pt x="16582" y="102612"/>
                    <a:pt x="13971" y="104831"/>
                    <a:pt x="11751" y="107442"/>
                  </a:cubicBezTo>
                  <a:cubicBezTo>
                    <a:pt x="7182" y="112404"/>
                    <a:pt x="3918" y="118410"/>
                    <a:pt x="2220" y="124938"/>
                  </a:cubicBezTo>
                  <a:cubicBezTo>
                    <a:pt x="392" y="131466"/>
                    <a:pt x="1" y="138255"/>
                    <a:pt x="1176" y="144783"/>
                  </a:cubicBezTo>
                  <a:cubicBezTo>
                    <a:pt x="1959" y="149353"/>
                    <a:pt x="3395" y="153792"/>
                    <a:pt x="5484" y="157839"/>
                  </a:cubicBezTo>
                  <a:cubicBezTo>
                    <a:pt x="7573" y="162147"/>
                    <a:pt x="10446" y="166064"/>
                    <a:pt x="13971" y="169328"/>
                  </a:cubicBezTo>
                  <a:cubicBezTo>
                    <a:pt x="17626" y="172723"/>
                    <a:pt x="22065" y="175073"/>
                    <a:pt x="27027" y="176248"/>
                  </a:cubicBezTo>
                  <a:cubicBezTo>
                    <a:pt x="31017" y="177187"/>
                    <a:pt x="35219" y="177704"/>
                    <a:pt x="39347" y="177704"/>
                  </a:cubicBezTo>
                  <a:cubicBezTo>
                    <a:pt x="39811" y="177704"/>
                    <a:pt x="40274" y="177697"/>
                    <a:pt x="40736" y="177684"/>
                  </a:cubicBezTo>
                  <a:cubicBezTo>
                    <a:pt x="49614" y="177423"/>
                    <a:pt x="57839" y="176117"/>
                    <a:pt x="65673" y="175726"/>
                  </a:cubicBezTo>
                  <a:cubicBezTo>
                    <a:pt x="67169" y="175626"/>
                    <a:pt x="68665" y="175583"/>
                    <a:pt x="70161" y="175583"/>
                  </a:cubicBezTo>
                  <a:cubicBezTo>
                    <a:pt x="72582" y="175583"/>
                    <a:pt x="75002" y="175695"/>
                    <a:pt x="77423" y="175856"/>
                  </a:cubicBezTo>
                  <a:cubicBezTo>
                    <a:pt x="81079" y="176248"/>
                    <a:pt x="84734" y="177031"/>
                    <a:pt x="88260" y="178206"/>
                  </a:cubicBezTo>
                  <a:cubicBezTo>
                    <a:pt x="95179" y="180426"/>
                    <a:pt x="101316" y="184343"/>
                    <a:pt x="106538" y="189565"/>
                  </a:cubicBezTo>
                  <a:cubicBezTo>
                    <a:pt x="112544" y="195571"/>
                    <a:pt x="119986" y="200141"/>
                    <a:pt x="128211" y="202752"/>
                  </a:cubicBezTo>
                  <a:cubicBezTo>
                    <a:pt x="133720" y="204526"/>
                    <a:pt x="139495" y="205365"/>
                    <a:pt x="145299" y="205365"/>
                  </a:cubicBezTo>
                  <a:cubicBezTo>
                    <a:pt x="147611" y="205365"/>
                    <a:pt x="149928" y="205232"/>
                    <a:pt x="152234" y="204971"/>
                  </a:cubicBezTo>
                  <a:cubicBezTo>
                    <a:pt x="159676" y="204188"/>
                    <a:pt x="166857" y="201968"/>
                    <a:pt x="173516" y="198443"/>
                  </a:cubicBezTo>
                  <a:cubicBezTo>
                    <a:pt x="178346" y="195963"/>
                    <a:pt x="182785" y="192829"/>
                    <a:pt x="186572" y="189043"/>
                  </a:cubicBezTo>
                  <a:cubicBezTo>
                    <a:pt x="189052" y="186562"/>
                    <a:pt x="191011" y="183821"/>
                    <a:pt x="192577" y="180818"/>
                  </a:cubicBezTo>
                  <a:cubicBezTo>
                    <a:pt x="192969" y="179904"/>
                    <a:pt x="193361" y="179120"/>
                    <a:pt x="193752" y="178206"/>
                  </a:cubicBezTo>
                  <a:cubicBezTo>
                    <a:pt x="193883" y="177815"/>
                    <a:pt x="193883" y="177293"/>
                    <a:pt x="194014" y="176901"/>
                  </a:cubicBezTo>
                  <a:cubicBezTo>
                    <a:pt x="193963" y="176700"/>
                    <a:pt x="193874" y="176595"/>
                    <a:pt x="193746" y="176595"/>
                  </a:cubicBezTo>
                  <a:cubicBezTo>
                    <a:pt x="193542" y="176595"/>
                    <a:pt x="193240" y="176861"/>
                    <a:pt x="192838" y="177423"/>
                  </a:cubicBezTo>
                  <a:cubicBezTo>
                    <a:pt x="189705" y="181732"/>
                    <a:pt x="186049" y="185387"/>
                    <a:pt x="181871" y="188521"/>
                  </a:cubicBezTo>
                  <a:cubicBezTo>
                    <a:pt x="173777" y="194265"/>
                    <a:pt x="164376" y="197921"/>
                    <a:pt x="154584" y="199227"/>
                  </a:cubicBezTo>
                  <a:lnTo>
                    <a:pt x="154454" y="198443"/>
                  </a:lnTo>
                  <a:cubicBezTo>
                    <a:pt x="159284" y="197660"/>
                    <a:pt x="163854" y="196354"/>
                    <a:pt x="168293" y="194396"/>
                  </a:cubicBezTo>
                  <a:cubicBezTo>
                    <a:pt x="170904" y="193221"/>
                    <a:pt x="173646" y="191785"/>
                    <a:pt x="175996" y="190087"/>
                  </a:cubicBezTo>
                  <a:cubicBezTo>
                    <a:pt x="177302" y="189174"/>
                    <a:pt x="178607" y="188260"/>
                    <a:pt x="179652" y="187085"/>
                  </a:cubicBezTo>
                  <a:cubicBezTo>
                    <a:pt x="180305" y="186432"/>
                    <a:pt x="180696" y="186040"/>
                    <a:pt x="180696" y="185779"/>
                  </a:cubicBezTo>
                  <a:cubicBezTo>
                    <a:pt x="180725" y="185581"/>
                    <a:pt x="180569" y="185518"/>
                    <a:pt x="180326" y="185518"/>
                  </a:cubicBezTo>
                  <a:cubicBezTo>
                    <a:pt x="179899" y="185518"/>
                    <a:pt x="179203" y="185713"/>
                    <a:pt x="178766" y="185713"/>
                  </a:cubicBezTo>
                  <a:cubicBezTo>
                    <a:pt x="178306" y="185713"/>
                    <a:pt x="178134" y="185496"/>
                    <a:pt x="178868" y="184604"/>
                  </a:cubicBezTo>
                  <a:lnTo>
                    <a:pt x="178868" y="184604"/>
                  </a:lnTo>
                  <a:cubicBezTo>
                    <a:pt x="170252" y="191524"/>
                    <a:pt x="159546" y="195571"/>
                    <a:pt x="148578" y="195963"/>
                  </a:cubicBezTo>
                  <a:cubicBezTo>
                    <a:pt x="147699" y="196016"/>
                    <a:pt x="146820" y="196042"/>
                    <a:pt x="145943" y="196042"/>
                  </a:cubicBezTo>
                  <a:cubicBezTo>
                    <a:pt x="136018" y="196042"/>
                    <a:pt x="126337" y="192670"/>
                    <a:pt x="118419" y="186432"/>
                  </a:cubicBezTo>
                  <a:cubicBezTo>
                    <a:pt x="117375" y="185648"/>
                    <a:pt x="116069" y="184604"/>
                    <a:pt x="114763" y="183298"/>
                  </a:cubicBezTo>
                  <a:lnTo>
                    <a:pt x="109802" y="178859"/>
                  </a:lnTo>
                  <a:cubicBezTo>
                    <a:pt x="106538" y="175987"/>
                    <a:pt x="102882" y="173637"/>
                    <a:pt x="99096" y="171678"/>
                  </a:cubicBezTo>
                  <a:cubicBezTo>
                    <a:pt x="94788" y="169459"/>
                    <a:pt x="90218" y="167892"/>
                    <a:pt x="85648" y="166978"/>
                  </a:cubicBezTo>
                  <a:cubicBezTo>
                    <a:pt x="81079" y="165934"/>
                    <a:pt x="76379" y="165542"/>
                    <a:pt x="71809" y="165542"/>
                  </a:cubicBezTo>
                  <a:cubicBezTo>
                    <a:pt x="71379" y="165536"/>
                    <a:pt x="70950" y="165533"/>
                    <a:pt x="70521" y="165533"/>
                  </a:cubicBezTo>
                  <a:cubicBezTo>
                    <a:pt x="61847" y="165533"/>
                    <a:pt x="53535" y="166748"/>
                    <a:pt x="45697" y="167370"/>
                  </a:cubicBezTo>
                  <a:cubicBezTo>
                    <a:pt x="43592" y="167504"/>
                    <a:pt x="41504" y="167594"/>
                    <a:pt x="39466" y="167594"/>
                  </a:cubicBezTo>
                  <a:cubicBezTo>
                    <a:pt x="33541" y="167594"/>
                    <a:pt x="28037" y="166826"/>
                    <a:pt x="23763" y="164106"/>
                  </a:cubicBezTo>
                  <a:cubicBezTo>
                    <a:pt x="20760" y="162147"/>
                    <a:pt x="18279" y="159536"/>
                    <a:pt x="16451" y="156533"/>
                  </a:cubicBezTo>
                  <a:cubicBezTo>
                    <a:pt x="14493" y="153400"/>
                    <a:pt x="12926" y="150005"/>
                    <a:pt x="12012" y="146350"/>
                  </a:cubicBezTo>
                  <a:cubicBezTo>
                    <a:pt x="9923" y="139169"/>
                    <a:pt x="10315" y="131466"/>
                    <a:pt x="12926" y="124546"/>
                  </a:cubicBezTo>
                  <a:cubicBezTo>
                    <a:pt x="15668" y="117626"/>
                    <a:pt x="20629" y="111751"/>
                    <a:pt x="27027" y="107965"/>
                  </a:cubicBezTo>
                  <a:cubicBezTo>
                    <a:pt x="32353" y="104812"/>
                    <a:pt x="38403" y="103199"/>
                    <a:pt x="44575" y="103199"/>
                  </a:cubicBezTo>
                  <a:cubicBezTo>
                    <a:pt x="45816" y="103199"/>
                    <a:pt x="47062" y="103264"/>
                    <a:pt x="48308" y="103395"/>
                  </a:cubicBezTo>
                  <a:cubicBezTo>
                    <a:pt x="52094" y="103656"/>
                    <a:pt x="55881" y="104440"/>
                    <a:pt x="59536" y="105615"/>
                  </a:cubicBezTo>
                  <a:lnTo>
                    <a:pt x="65412" y="107704"/>
                  </a:lnTo>
                  <a:cubicBezTo>
                    <a:pt x="67500" y="108487"/>
                    <a:pt x="69720" y="109140"/>
                    <a:pt x="71940" y="109531"/>
                  </a:cubicBezTo>
                  <a:cubicBezTo>
                    <a:pt x="74524" y="110106"/>
                    <a:pt x="77187" y="110404"/>
                    <a:pt x="79843" y="110404"/>
                  </a:cubicBezTo>
                  <a:cubicBezTo>
                    <a:pt x="82017" y="110404"/>
                    <a:pt x="84185" y="110204"/>
                    <a:pt x="86301" y="109793"/>
                  </a:cubicBezTo>
                  <a:cubicBezTo>
                    <a:pt x="88782" y="109270"/>
                    <a:pt x="91132" y="108487"/>
                    <a:pt x="93351" y="107442"/>
                  </a:cubicBezTo>
                  <a:cubicBezTo>
                    <a:pt x="95571" y="106398"/>
                    <a:pt x="97660" y="105092"/>
                    <a:pt x="99488" y="103526"/>
                  </a:cubicBezTo>
                  <a:cubicBezTo>
                    <a:pt x="103143" y="100523"/>
                    <a:pt x="106277" y="97128"/>
                    <a:pt x="108888" y="93342"/>
                  </a:cubicBezTo>
                  <a:cubicBezTo>
                    <a:pt x="111499" y="89817"/>
                    <a:pt x="113719" y="86031"/>
                    <a:pt x="115677" y="82114"/>
                  </a:cubicBezTo>
                  <a:cubicBezTo>
                    <a:pt x="119594" y="74411"/>
                    <a:pt x="122858" y="66446"/>
                    <a:pt x="125730" y="58352"/>
                  </a:cubicBezTo>
                  <a:lnTo>
                    <a:pt x="127819" y="52346"/>
                  </a:lnTo>
                  <a:lnTo>
                    <a:pt x="129908" y="46862"/>
                  </a:lnTo>
                  <a:cubicBezTo>
                    <a:pt x="131475" y="43207"/>
                    <a:pt x="133172" y="39681"/>
                    <a:pt x="135261" y="36287"/>
                  </a:cubicBezTo>
                  <a:cubicBezTo>
                    <a:pt x="139178" y="29628"/>
                    <a:pt x="144531" y="23753"/>
                    <a:pt x="150667" y="19183"/>
                  </a:cubicBezTo>
                  <a:cubicBezTo>
                    <a:pt x="156804" y="14483"/>
                    <a:pt x="163985" y="11480"/>
                    <a:pt x="171557" y="10175"/>
                  </a:cubicBezTo>
                  <a:lnTo>
                    <a:pt x="172993" y="9914"/>
                  </a:lnTo>
                  <a:lnTo>
                    <a:pt x="174429" y="9652"/>
                  </a:lnTo>
                  <a:lnTo>
                    <a:pt x="177171" y="9391"/>
                  </a:lnTo>
                  <a:lnTo>
                    <a:pt x="181480" y="9391"/>
                  </a:lnTo>
                  <a:cubicBezTo>
                    <a:pt x="182002" y="9391"/>
                    <a:pt x="182524" y="9522"/>
                    <a:pt x="182916" y="9522"/>
                  </a:cubicBezTo>
                  <a:lnTo>
                    <a:pt x="185788" y="9783"/>
                  </a:lnTo>
                  <a:lnTo>
                    <a:pt x="188661" y="10305"/>
                  </a:lnTo>
                  <a:lnTo>
                    <a:pt x="190097" y="10436"/>
                  </a:lnTo>
                  <a:lnTo>
                    <a:pt x="191402" y="10828"/>
                  </a:lnTo>
                  <a:lnTo>
                    <a:pt x="194144" y="11611"/>
                  </a:lnTo>
                  <a:cubicBezTo>
                    <a:pt x="197669" y="12917"/>
                    <a:pt x="201064" y="14614"/>
                    <a:pt x="204197" y="16703"/>
                  </a:cubicBezTo>
                  <a:cubicBezTo>
                    <a:pt x="204847" y="17136"/>
                    <a:pt x="205407" y="17570"/>
                    <a:pt x="206027" y="18003"/>
                  </a:cubicBezTo>
                  <a:lnTo>
                    <a:pt x="206027" y="18003"/>
                  </a:lnTo>
                  <a:cubicBezTo>
                    <a:pt x="204602" y="16838"/>
                    <a:pt x="203078" y="15787"/>
                    <a:pt x="201455" y="14875"/>
                  </a:cubicBezTo>
                  <a:cubicBezTo>
                    <a:pt x="197278" y="12525"/>
                    <a:pt x="192708" y="10828"/>
                    <a:pt x="187877" y="9914"/>
                  </a:cubicBezTo>
                  <a:cubicBezTo>
                    <a:pt x="185134" y="9469"/>
                    <a:pt x="182392" y="9235"/>
                    <a:pt x="179649" y="9235"/>
                  </a:cubicBezTo>
                  <a:cubicBezTo>
                    <a:pt x="177561" y="9235"/>
                    <a:pt x="175473" y="9370"/>
                    <a:pt x="173385" y="9652"/>
                  </a:cubicBezTo>
                  <a:cubicBezTo>
                    <a:pt x="168554" y="10305"/>
                    <a:pt x="163854" y="11741"/>
                    <a:pt x="159415" y="13700"/>
                  </a:cubicBezTo>
                  <a:cubicBezTo>
                    <a:pt x="154976" y="15789"/>
                    <a:pt x="150929" y="18400"/>
                    <a:pt x="147142" y="21664"/>
                  </a:cubicBezTo>
                  <a:lnTo>
                    <a:pt x="144531" y="24145"/>
                  </a:lnTo>
                  <a:lnTo>
                    <a:pt x="143226" y="25450"/>
                  </a:lnTo>
                  <a:lnTo>
                    <a:pt x="141920" y="26756"/>
                  </a:lnTo>
                  <a:lnTo>
                    <a:pt x="139570" y="29628"/>
                  </a:lnTo>
                  <a:lnTo>
                    <a:pt x="137350" y="32631"/>
                  </a:lnTo>
                  <a:cubicBezTo>
                    <a:pt x="135914" y="34720"/>
                    <a:pt x="134609" y="36940"/>
                    <a:pt x="133303" y="39159"/>
                  </a:cubicBezTo>
                  <a:cubicBezTo>
                    <a:pt x="132781" y="40204"/>
                    <a:pt x="132258" y="41248"/>
                    <a:pt x="131736" y="42423"/>
                  </a:cubicBezTo>
                  <a:lnTo>
                    <a:pt x="130039" y="45818"/>
                  </a:lnTo>
                  <a:cubicBezTo>
                    <a:pt x="129125" y="48037"/>
                    <a:pt x="128211" y="50257"/>
                    <a:pt x="127428" y="52738"/>
                  </a:cubicBezTo>
                  <a:cubicBezTo>
                    <a:pt x="126514" y="55349"/>
                    <a:pt x="125600" y="57829"/>
                    <a:pt x="124686" y="60441"/>
                  </a:cubicBezTo>
                  <a:cubicBezTo>
                    <a:pt x="121161" y="70624"/>
                    <a:pt x="116461" y="80547"/>
                    <a:pt x="110847" y="89947"/>
                  </a:cubicBezTo>
                  <a:cubicBezTo>
                    <a:pt x="107844" y="94778"/>
                    <a:pt x="104057" y="99217"/>
                    <a:pt x="99618" y="103003"/>
                  </a:cubicBezTo>
                  <a:cubicBezTo>
                    <a:pt x="97268" y="104831"/>
                    <a:pt x="94657" y="106529"/>
                    <a:pt x="91785" y="107704"/>
                  </a:cubicBezTo>
                  <a:cubicBezTo>
                    <a:pt x="88912" y="108879"/>
                    <a:pt x="85909" y="109662"/>
                    <a:pt x="82776" y="109923"/>
                  </a:cubicBezTo>
                  <a:cubicBezTo>
                    <a:pt x="81868" y="109982"/>
                    <a:pt x="80964" y="110012"/>
                    <a:pt x="80062" y="110012"/>
                  </a:cubicBezTo>
                  <a:cubicBezTo>
                    <a:pt x="75000" y="110012"/>
                    <a:pt x="70047" y="109085"/>
                    <a:pt x="65281" y="107312"/>
                  </a:cubicBezTo>
                  <a:cubicBezTo>
                    <a:pt x="62409" y="106398"/>
                    <a:pt x="60189" y="105484"/>
                    <a:pt x="57839" y="104831"/>
                  </a:cubicBezTo>
                  <a:cubicBezTo>
                    <a:pt x="56664" y="104440"/>
                    <a:pt x="55489" y="104178"/>
                    <a:pt x="54183" y="103917"/>
                  </a:cubicBezTo>
                  <a:cubicBezTo>
                    <a:pt x="53008" y="103656"/>
                    <a:pt x="51833" y="103395"/>
                    <a:pt x="50658" y="103265"/>
                  </a:cubicBezTo>
                  <a:cubicBezTo>
                    <a:pt x="48758" y="102956"/>
                    <a:pt x="46848" y="102805"/>
                    <a:pt x="44945" y="102805"/>
                  </a:cubicBezTo>
                  <a:cubicBezTo>
                    <a:pt x="37175" y="102805"/>
                    <a:pt x="29534" y="105334"/>
                    <a:pt x="23241" y="110054"/>
                  </a:cubicBezTo>
                  <a:cubicBezTo>
                    <a:pt x="23484" y="109810"/>
                    <a:pt x="24083" y="109262"/>
                    <a:pt x="23932" y="109262"/>
                  </a:cubicBezTo>
                  <a:cubicBezTo>
                    <a:pt x="23840" y="109262"/>
                    <a:pt x="23474" y="109463"/>
                    <a:pt x="22588" y="110054"/>
                  </a:cubicBezTo>
                  <a:cubicBezTo>
                    <a:pt x="28973" y="104946"/>
                    <a:pt x="36919" y="102180"/>
                    <a:pt x="45083" y="102180"/>
                  </a:cubicBezTo>
                  <a:cubicBezTo>
                    <a:pt x="46936" y="102180"/>
                    <a:pt x="48799" y="102322"/>
                    <a:pt x="50658" y="102612"/>
                  </a:cubicBezTo>
                  <a:cubicBezTo>
                    <a:pt x="51833" y="102742"/>
                    <a:pt x="53139" y="103003"/>
                    <a:pt x="54314" y="103265"/>
                  </a:cubicBezTo>
                  <a:cubicBezTo>
                    <a:pt x="55619" y="103526"/>
                    <a:pt x="56795" y="103787"/>
                    <a:pt x="58100" y="104178"/>
                  </a:cubicBezTo>
                  <a:cubicBezTo>
                    <a:pt x="60581" y="104831"/>
                    <a:pt x="62800" y="105745"/>
                    <a:pt x="65673" y="106790"/>
                  </a:cubicBezTo>
                  <a:cubicBezTo>
                    <a:pt x="70432" y="108450"/>
                    <a:pt x="75378" y="109359"/>
                    <a:pt x="80433" y="109359"/>
                  </a:cubicBezTo>
                  <a:cubicBezTo>
                    <a:pt x="81341" y="109359"/>
                    <a:pt x="82253" y="109330"/>
                    <a:pt x="83168" y="109270"/>
                  </a:cubicBezTo>
                  <a:cubicBezTo>
                    <a:pt x="86301" y="108879"/>
                    <a:pt x="89304" y="108095"/>
                    <a:pt x="92176" y="106790"/>
                  </a:cubicBezTo>
                  <a:cubicBezTo>
                    <a:pt x="94918" y="105615"/>
                    <a:pt x="97529" y="103917"/>
                    <a:pt x="99749" y="101959"/>
                  </a:cubicBezTo>
                  <a:cubicBezTo>
                    <a:pt x="102099" y="100001"/>
                    <a:pt x="104057" y="97912"/>
                    <a:pt x="105885" y="95692"/>
                  </a:cubicBezTo>
                  <a:cubicBezTo>
                    <a:pt x="107713" y="93472"/>
                    <a:pt x="109280" y="91122"/>
                    <a:pt x="110847" y="88642"/>
                  </a:cubicBezTo>
                  <a:cubicBezTo>
                    <a:pt x="116461" y="79241"/>
                    <a:pt x="121030" y="69188"/>
                    <a:pt x="124686" y="58743"/>
                  </a:cubicBezTo>
                  <a:cubicBezTo>
                    <a:pt x="125600" y="56263"/>
                    <a:pt x="126383" y="53521"/>
                    <a:pt x="127428" y="51171"/>
                  </a:cubicBezTo>
                  <a:lnTo>
                    <a:pt x="128733" y="47646"/>
                  </a:lnTo>
                  <a:lnTo>
                    <a:pt x="129517" y="45818"/>
                  </a:lnTo>
                  <a:lnTo>
                    <a:pt x="130300" y="44121"/>
                  </a:lnTo>
                  <a:cubicBezTo>
                    <a:pt x="131345" y="41770"/>
                    <a:pt x="132520" y="39420"/>
                    <a:pt x="133825" y="37331"/>
                  </a:cubicBezTo>
                  <a:cubicBezTo>
                    <a:pt x="134478" y="36156"/>
                    <a:pt x="135131" y="35112"/>
                    <a:pt x="135784" y="34067"/>
                  </a:cubicBezTo>
                  <a:lnTo>
                    <a:pt x="138003" y="30934"/>
                  </a:lnTo>
                  <a:lnTo>
                    <a:pt x="139178" y="29367"/>
                  </a:lnTo>
                  <a:lnTo>
                    <a:pt x="140353" y="27931"/>
                  </a:lnTo>
                  <a:lnTo>
                    <a:pt x="142703" y="25320"/>
                  </a:lnTo>
                  <a:lnTo>
                    <a:pt x="145445" y="22709"/>
                  </a:lnTo>
                  <a:cubicBezTo>
                    <a:pt x="145967" y="22186"/>
                    <a:pt x="146359" y="21795"/>
                    <a:pt x="146881" y="21403"/>
                  </a:cubicBezTo>
                  <a:lnTo>
                    <a:pt x="148317" y="20228"/>
                  </a:lnTo>
                  <a:cubicBezTo>
                    <a:pt x="152234" y="17094"/>
                    <a:pt x="156543" y="14483"/>
                    <a:pt x="161112" y="12655"/>
                  </a:cubicBezTo>
                  <a:cubicBezTo>
                    <a:pt x="163462" y="11741"/>
                    <a:pt x="165812" y="10828"/>
                    <a:pt x="168293" y="10305"/>
                  </a:cubicBezTo>
                  <a:lnTo>
                    <a:pt x="171949" y="9522"/>
                  </a:lnTo>
                  <a:cubicBezTo>
                    <a:pt x="173124" y="9261"/>
                    <a:pt x="174429" y="9261"/>
                    <a:pt x="175604" y="9130"/>
                  </a:cubicBezTo>
                  <a:cubicBezTo>
                    <a:pt x="177050" y="9019"/>
                    <a:pt x="178485" y="8960"/>
                    <a:pt x="179909" y="8960"/>
                  </a:cubicBezTo>
                  <a:cubicBezTo>
                    <a:pt x="183503" y="8960"/>
                    <a:pt x="187029" y="9333"/>
                    <a:pt x="190488" y="10175"/>
                  </a:cubicBezTo>
                  <a:cubicBezTo>
                    <a:pt x="200280" y="12264"/>
                    <a:pt x="208897" y="18139"/>
                    <a:pt x="214381" y="26625"/>
                  </a:cubicBezTo>
                  <a:lnTo>
                    <a:pt x="213598" y="27017"/>
                  </a:lnTo>
                  <a:cubicBezTo>
                    <a:pt x="217123" y="33023"/>
                    <a:pt x="218689" y="39812"/>
                    <a:pt x="218037" y="46601"/>
                  </a:cubicBezTo>
                  <a:cubicBezTo>
                    <a:pt x="217906" y="48429"/>
                    <a:pt x="217645" y="50126"/>
                    <a:pt x="217253" y="51824"/>
                  </a:cubicBezTo>
                  <a:cubicBezTo>
                    <a:pt x="216992" y="53651"/>
                    <a:pt x="216470" y="55349"/>
                    <a:pt x="215948" y="57046"/>
                  </a:cubicBezTo>
                  <a:cubicBezTo>
                    <a:pt x="215425" y="58743"/>
                    <a:pt x="214773" y="60441"/>
                    <a:pt x="214120" y="62138"/>
                  </a:cubicBezTo>
                  <a:cubicBezTo>
                    <a:pt x="213467" y="63705"/>
                    <a:pt x="212553" y="65663"/>
                    <a:pt x="211770" y="67491"/>
                  </a:cubicBezTo>
                  <a:cubicBezTo>
                    <a:pt x="205242" y="81983"/>
                    <a:pt x="199236" y="97128"/>
                    <a:pt x="195841" y="113448"/>
                  </a:cubicBezTo>
                  <a:lnTo>
                    <a:pt x="195319" y="115929"/>
                  </a:lnTo>
                  <a:cubicBezTo>
                    <a:pt x="195189" y="116843"/>
                    <a:pt x="195058" y="117626"/>
                    <a:pt x="194927" y="118410"/>
                  </a:cubicBezTo>
                  <a:cubicBezTo>
                    <a:pt x="194666" y="120107"/>
                    <a:pt x="194405" y="121674"/>
                    <a:pt x="194275" y="123371"/>
                  </a:cubicBezTo>
                  <a:lnTo>
                    <a:pt x="194014" y="128202"/>
                  </a:lnTo>
                  <a:lnTo>
                    <a:pt x="194014" y="132641"/>
                  </a:lnTo>
                  <a:cubicBezTo>
                    <a:pt x="194014" y="138647"/>
                    <a:pt x="194405" y="143738"/>
                    <a:pt x="194405" y="148308"/>
                  </a:cubicBezTo>
                  <a:cubicBezTo>
                    <a:pt x="194927" y="142824"/>
                    <a:pt x="194666" y="136819"/>
                    <a:pt x="195058" y="130552"/>
                  </a:cubicBezTo>
                  <a:cubicBezTo>
                    <a:pt x="195319" y="124415"/>
                    <a:pt x="196233" y="118148"/>
                    <a:pt x="197669" y="112143"/>
                  </a:cubicBezTo>
                  <a:cubicBezTo>
                    <a:pt x="200542" y="100131"/>
                    <a:pt x="204589" y="88381"/>
                    <a:pt x="209420" y="77022"/>
                  </a:cubicBezTo>
                  <a:lnTo>
                    <a:pt x="213206" y="68535"/>
                  </a:lnTo>
                  <a:lnTo>
                    <a:pt x="215034" y="64227"/>
                  </a:lnTo>
                  <a:lnTo>
                    <a:pt x="216731" y="60180"/>
                  </a:lnTo>
                  <a:cubicBezTo>
                    <a:pt x="218820" y="54827"/>
                    <a:pt x="219864" y="49082"/>
                    <a:pt x="219995" y="43337"/>
                  </a:cubicBezTo>
                  <a:cubicBezTo>
                    <a:pt x="219995" y="42482"/>
                    <a:pt x="219963" y="41630"/>
                    <a:pt x="219900" y="40782"/>
                  </a:cubicBezTo>
                  <a:lnTo>
                    <a:pt x="219900" y="40782"/>
                  </a:lnTo>
                  <a:cubicBezTo>
                    <a:pt x="220164" y="44070"/>
                    <a:pt x="220004" y="47393"/>
                    <a:pt x="219473" y="50649"/>
                  </a:cubicBezTo>
                  <a:cubicBezTo>
                    <a:pt x="219212" y="52215"/>
                    <a:pt x="218820" y="53782"/>
                    <a:pt x="218428" y="55349"/>
                  </a:cubicBezTo>
                  <a:lnTo>
                    <a:pt x="217775" y="57699"/>
                  </a:lnTo>
                  <a:lnTo>
                    <a:pt x="217384" y="58874"/>
                  </a:lnTo>
                  <a:cubicBezTo>
                    <a:pt x="217253" y="59266"/>
                    <a:pt x="217123" y="59657"/>
                    <a:pt x="216992" y="60049"/>
                  </a:cubicBezTo>
                  <a:cubicBezTo>
                    <a:pt x="216339" y="61485"/>
                    <a:pt x="215687" y="63052"/>
                    <a:pt x="215164" y="64619"/>
                  </a:cubicBezTo>
                  <a:lnTo>
                    <a:pt x="213075" y="69319"/>
                  </a:lnTo>
                  <a:cubicBezTo>
                    <a:pt x="207331" y="81853"/>
                    <a:pt x="202630" y="94778"/>
                    <a:pt x="199105" y="107965"/>
                  </a:cubicBezTo>
                  <a:cubicBezTo>
                    <a:pt x="197408" y="114623"/>
                    <a:pt x="196233" y="121543"/>
                    <a:pt x="195841" y="128332"/>
                  </a:cubicBezTo>
                  <a:cubicBezTo>
                    <a:pt x="195189" y="135252"/>
                    <a:pt x="195711" y="142172"/>
                    <a:pt x="195189" y="148308"/>
                  </a:cubicBezTo>
                  <a:cubicBezTo>
                    <a:pt x="195058" y="149744"/>
                    <a:pt x="194927" y="151050"/>
                    <a:pt x="194797" y="152355"/>
                  </a:cubicBezTo>
                  <a:lnTo>
                    <a:pt x="194014" y="156403"/>
                  </a:lnTo>
                  <a:cubicBezTo>
                    <a:pt x="193752" y="158100"/>
                    <a:pt x="193361" y="159797"/>
                    <a:pt x="192969" y="161364"/>
                  </a:cubicBezTo>
                  <a:cubicBezTo>
                    <a:pt x="192708" y="162931"/>
                    <a:pt x="192186" y="164498"/>
                    <a:pt x="191794" y="165803"/>
                  </a:cubicBezTo>
                  <a:cubicBezTo>
                    <a:pt x="191272" y="168675"/>
                    <a:pt x="190358" y="171026"/>
                    <a:pt x="189836" y="172853"/>
                  </a:cubicBezTo>
                  <a:cubicBezTo>
                    <a:pt x="189444" y="174551"/>
                    <a:pt x="189183" y="175726"/>
                    <a:pt x="189574" y="175856"/>
                  </a:cubicBezTo>
                  <a:cubicBezTo>
                    <a:pt x="189593" y="175865"/>
                    <a:pt x="189614" y="175870"/>
                    <a:pt x="189637" y="175870"/>
                  </a:cubicBezTo>
                  <a:cubicBezTo>
                    <a:pt x="189948" y="175870"/>
                    <a:pt x="190710" y="175048"/>
                    <a:pt x="191925" y="172984"/>
                  </a:cubicBezTo>
                  <a:cubicBezTo>
                    <a:pt x="194144" y="169328"/>
                    <a:pt x="195972" y="165542"/>
                    <a:pt x="197278" y="161495"/>
                  </a:cubicBezTo>
                  <a:cubicBezTo>
                    <a:pt x="197800" y="159797"/>
                    <a:pt x="198191" y="158100"/>
                    <a:pt x="198453" y="156403"/>
                  </a:cubicBezTo>
                  <a:cubicBezTo>
                    <a:pt x="198714" y="155358"/>
                    <a:pt x="198844" y="154444"/>
                    <a:pt x="198975" y="153400"/>
                  </a:cubicBezTo>
                  <a:cubicBezTo>
                    <a:pt x="199236" y="152486"/>
                    <a:pt x="199236" y="151441"/>
                    <a:pt x="199366" y="150528"/>
                  </a:cubicBezTo>
                  <a:cubicBezTo>
                    <a:pt x="199628" y="148700"/>
                    <a:pt x="199628" y="147002"/>
                    <a:pt x="199628" y="145827"/>
                  </a:cubicBezTo>
                  <a:lnTo>
                    <a:pt x="199628" y="143869"/>
                  </a:lnTo>
                  <a:cubicBezTo>
                    <a:pt x="199783" y="142934"/>
                    <a:pt x="199960" y="142578"/>
                    <a:pt x="200140" y="142578"/>
                  </a:cubicBezTo>
                  <a:cubicBezTo>
                    <a:pt x="200414" y="142578"/>
                    <a:pt x="200697" y="143396"/>
                    <a:pt x="200933" y="144261"/>
                  </a:cubicBezTo>
                  <a:cubicBezTo>
                    <a:pt x="201064" y="139430"/>
                    <a:pt x="200933" y="134730"/>
                    <a:pt x="201194" y="130030"/>
                  </a:cubicBezTo>
                  <a:cubicBezTo>
                    <a:pt x="201325" y="127679"/>
                    <a:pt x="201455" y="125329"/>
                    <a:pt x="201847" y="122979"/>
                  </a:cubicBezTo>
                  <a:cubicBezTo>
                    <a:pt x="202239" y="120760"/>
                    <a:pt x="202500" y="118410"/>
                    <a:pt x="203022" y="116060"/>
                  </a:cubicBezTo>
                  <a:cubicBezTo>
                    <a:pt x="204850" y="106790"/>
                    <a:pt x="207592" y="97781"/>
                    <a:pt x="210986" y="88903"/>
                  </a:cubicBezTo>
                  <a:cubicBezTo>
                    <a:pt x="212814" y="84464"/>
                    <a:pt x="214511" y="80155"/>
                    <a:pt x="216339" y="75716"/>
                  </a:cubicBezTo>
                  <a:cubicBezTo>
                    <a:pt x="218297" y="71278"/>
                    <a:pt x="220255" y="67101"/>
                    <a:pt x="222083" y="62402"/>
                  </a:cubicBezTo>
                  <a:lnTo>
                    <a:pt x="222083" y="62402"/>
                  </a:lnTo>
                  <a:cubicBezTo>
                    <a:pt x="220255" y="67101"/>
                    <a:pt x="218428" y="71409"/>
                    <a:pt x="216470" y="75847"/>
                  </a:cubicBezTo>
                  <a:cubicBezTo>
                    <a:pt x="214511" y="80155"/>
                    <a:pt x="212814" y="84725"/>
                    <a:pt x="211117" y="89164"/>
                  </a:cubicBezTo>
                  <a:cubicBezTo>
                    <a:pt x="207722" y="98042"/>
                    <a:pt x="204981" y="107312"/>
                    <a:pt x="203153" y="116712"/>
                  </a:cubicBezTo>
                  <a:cubicBezTo>
                    <a:pt x="202761" y="119062"/>
                    <a:pt x="202239" y="121412"/>
                    <a:pt x="202108" y="123763"/>
                  </a:cubicBezTo>
                  <a:cubicBezTo>
                    <a:pt x="201978" y="126113"/>
                    <a:pt x="201586" y="128463"/>
                    <a:pt x="201586" y="130813"/>
                  </a:cubicBezTo>
                  <a:cubicBezTo>
                    <a:pt x="201325" y="135644"/>
                    <a:pt x="201455" y="140474"/>
                    <a:pt x="201325" y="145436"/>
                  </a:cubicBezTo>
                  <a:cubicBezTo>
                    <a:pt x="201466" y="145789"/>
                    <a:pt x="201607" y="146027"/>
                    <a:pt x="201749" y="146027"/>
                  </a:cubicBezTo>
                  <a:cubicBezTo>
                    <a:pt x="201868" y="146027"/>
                    <a:pt x="201988" y="145855"/>
                    <a:pt x="202108" y="145436"/>
                  </a:cubicBezTo>
                  <a:cubicBezTo>
                    <a:pt x="202500" y="142824"/>
                    <a:pt x="202761" y="140344"/>
                    <a:pt x="202761" y="137863"/>
                  </a:cubicBezTo>
                  <a:cubicBezTo>
                    <a:pt x="202892" y="134860"/>
                    <a:pt x="202892" y="130291"/>
                    <a:pt x="203544" y="124546"/>
                  </a:cubicBezTo>
                  <a:cubicBezTo>
                    <a:pt x="204328" y="118018"/>
                    <a:pt x="205633" y="111620"/>
                    <a:pt x="207461" y="105354"/>
                  </a:cubicBezTo>
                  <a:cubicBezTo>
                    <a:pt x="208245" y="101828"/>
                    <a:pt x="209550" y="98303"/>
                    <a:pt x="210725" y="94778"/>
                  </a:cubicBezTo>
                  <a:cubicBezTo>
                    <a:pt x="211770" y="91122"/>
                    <a:pt x="213206" y="87728"/>
                    <a:pt x="214511" y="84333"/>
                  </a:cubicBezTo>
                  <a:cubicBezTo>
                    <a:pt x="215687" y="80939"/>
                    <a:pt x="217253" y="77544"/>
                    <a:pt x="218559" y="74541"/>
                  </a:cubicBezTo>
                  <a:cubicBezTo>
                    <a:pt x="219212" y="72974"/>
                    <a:pt x="219864" y="71408"/>
                    <a:pt x="220517" y="69972"/>
                  </a:cubicBezTo>
                  <a:cubicBezTo>
                    <a:pt x="221170" y="68535"/>
                    <a:pt x="221823" y="67099"/>
                    <a:pt x="222345" y="65663"/>
                  </a:cubicBezTo>
                  <a:cubicBezTo>
                    <a:pt x="226131" y="57568"/>
                    <a:pt x="227829" y="48690"/>
                    <a:pt x="227306" y="39681"/>
                  </a:cubicBezTo>
                  <a:cubicBezTo>
                    <a:pt x="227176" y="38637"/>
                    <a:pt x="227045" y="37462"/>
                    <a:pt x="226784" y="36287"/>
                  </a:cubicBezTo>
                  <a:cubicBezTo>
                    <a:pt x="226654" y="35242"/>
                    <a:pt x="226523" y="34067"/>
                    <a:pt x="226131" y="32892"/>
                  </a:cubicBezTo>
                  <a:cubicBezTo>
                    <a:pt x="224956" y="28453"/>
                    <a:pt x="222998" y="24145"/>
                    <a:pt x="220517" y="20228"/>
                  </a:cubicBezTo>
                  <a:cubicBezTo>
                    <a:pt x="219864" y="19183"/>
                    <a:pt x="219081" y="18400"/>
                    <a:pt x="218298" y="17356"/>
                  </a:cubicBezTo>
                  <a:lnTo>
                    <a:pt x="217253" y="16050"/>
                  </a:lnTo>
                  <a:lnTo>
                    <a:pt x="216078" y="14744"/>
                  </a:lnTo>
                  <a:cubicBezTo>
                    <a:pt x="209550" y="8086"/>
                    <a:pt x="201194" y="3386"/>
                    <a:pt x="192055" y="1297"/>
                  </a:cubicBezTo>
                  <a:cubicBezTo>
                    <a:pt x="188023" y="433"/>
                    <a:pt x="183940" y="1"/>
                    <a:pt x="179863"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56" name="Google Shape;1456;p57"/>
          <p:cNvGrpSpPr/>
          <p:nvPr/>
        </p:nvGrpSpPr>
        <p:grpSpPr>
          <a:xfrm rot="-6677813">
            <a:off x="6955215" y="-1239003"/>
            <a:ext cx="3376382" cy="3095277"/>
            <a:chOff x="879525" y="238350"/>
            <a:chExt cx="5929900" cy="5134125"/>
          </a:xfrm>
        </p:grpSpPr>
        <p:sp>
          <p:nvSpPr>
            <p:cNvPr id="1457" name="Google Shape;1457;p57"/>
            <p:cNvSpPr/>
            <p:nvPr/>
          </p:nvSpPr>
          <p:spPr>
            <a:xfrm>
              <a:off x="879525" y="350950"/>
              <a:ext cx="5929900" cy="4895750"/>
            </a:xfrm>
            <a:custGeom>
              <a:rect b="b" l="l" r="r" t="t"/>
              <a:pathLst>
                <a:path extrusionOk="0" h="195830" w="237196">
                  <a:moveTo>
                    <a:pt x="182493" y="0"/>
                  </a:moveTo>
                  <a:cubicBezTo>
                    <a:pt x="160794" y="0"/>
                    <a:pt x="136857" y="13684"/>
                    <a:pt x="125770" y="46667"/>
                  </a:cubicBezTo>
                  <a:cubicBezTo>
                    <a:pt x="112501" y="86475"/>
                    <a:pt x="99703" y="101135"/>
                    <a:pt x="82683" y="101135"/>
                  </a:cubicBezTo>
                  <a:cubicBezTo>
                    <a:pt x="77764" y="101135"/>
                    <a:pt x="72494" y="99911"/>
                    <a:pt x="66757" y="97716"/>
                  </a:cubicBezTo>
                  <a:cubicBezTo>
                    <a:pt x="59909" y="95081"/>
                    <a:pt x="53433" y="93896"/>
                    <a:pt x="47460" y="93896"/>
                  </a:cubicBezTo>
                  <a:cubicBezTo>
                    <a:pt x="17332" y="93896"/>
                    <a:pt x="1" y="124030"/>
                    <a:pt x="12313" y="150071"/>
                  </a:cubicBezTo>
                  <a:cubicBezTo>
                    <a:pt x="19223" y="164795"/>
                    <a:pt x="29540" y="168076"/>
                    <a:pt x="41648" y="168076"/>
                  </a:cubicBezTo>
                  <a:cubicBezTo>
                    <a:pt x="51382" y="168076"/>
                    <a:pt x="62272" y="165955"/>
                    <a:pt x="73479" y="165955"/>
                  </a:cubicBezTo>
                  <a:cubicBezTo>
                    <a:pt x="86528" y="165955"/>
                    <a:pt x="100005" y="168830"/>
                    <a:pt x="112584" y="181275"/>
                  </a:cubicBezTo>
                  <a:cubicBezTo>
                    <a:pt x="123109" y="191650"/>
                    <a:pt x="135906" y="195830"/>
                    <a:pt x="148277" y="195830"/>
                  </a:cubicBezTo>
                  <a:cubicBezTo>
                    <a:pt x="168129" y="195830"/>
                    <a:pt x="186885" y="185066"/>
                    <a:pt x="193400" y="171875"/>
                  </a:cubicBezTo>
                  <a:cubicBezTo>
                    <a:pt x="213115" y="132315"/>
                    <a:pt x="187003" y="136231"/>
                    <a:pt x="220818" y="61420"/>
                  </a:cubicBezTo>
                  <a:cubicBezTo>
                    <a:pt x="237196" y="25134"/>
                    <a:pt x="211900" y="0"/>
                    <a:pt x="18249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8" name="Google Shape;1458;p57"/>
            <p:cNvSpPr/>
            <p:nvPr/>
          </p:nvSpPr>
          <p:spPr>
            <a:xfrm>
              <a:off x="945800" y="238350"/>
              <a:ext cx="5695725" cy="5134125"/>
            </a:xfrm>
            <a:custGeom>
              <a:rect b="b" l="l" r="r" t="t"/>
              <a:pathLst>
                <a:path extrusionOk="0" h="205365" w="227829">
                  <a:moveTo>
                    <a:pt x="206027" y="18003"/>
                  </a:moveTo>
                  <a:lnTo>
                    <a:pt x="206027" y="18003"/>
                  </a:lnTo>
                  <a:cubicBezTo>
                    <a:pt x="208273" y="19839"/>
                    <a:pt x="210274" y="21959"/>
                    <a:pt x="212031" y="24275"/>
                  </a:cubicBezTo>
                  <a:lnTo>
                    <a:pt x="210464" y="22056"/>
                  </a:lnTo>
                  <a:lnTo>
                    <a:pt x="208506" y="20097"/>
                  </a:lnTo>
                  <a:cubicBezTo>
                    <a:pt x="207853" y="19445"/>
                    <a:pt x="207070" y="18922"/>
                    <a:pt x="206417" y="18270"/>
                  </a:cubicBezTo>
                  <a:cubicBezTo>
                    <a:pt x="206283" y="18181"/>
                    <a:pt x="206154" y="18092"/>
                    <a:pt x="206027" y="18003"/>
                  </a:cubicBezTo>
                  <a:close/>
                  <a:moveTo>
                    <a:pt x="180437" y="1544"/>
                  </a:moveTo>
                  <a:cubicBezTo>
                    <a:pt x="180872" y="1544"/>
                    <a:pt x="181307" y="1548"/>
                    <a:pt x="181741" y="1558"/>
                  </a:cubicBezTo>
                  <a:cubicBezTo>
                    <a:pt x="188008" y="1819"/>
                    <a:pt x="194144" y="3255"/>
                    <a:pt x="199889" y="5605"/>
                  </a:cubicBezTo>
                  <a:cubicBezTo>
                    <a:pt x="205633" y="8086"/>
                    <a:pt x="210856" y="11611"/>
                    <a:pt x="215164" y="16181"/>
                  </a:cubicBezTo>
                  <a:cubicBezTo>
                    <a:pt x="219473" y="20881"/>
                    <a:pt x="222606" y="26495"/>
                    <a:pt x="224304" y="32501"/>
                  </a:cubicBezTo>
                  <a:cubicBezTo>
                    <a:pt x="224695" y="33806"/>
                    <a:pt x="224956" y="34981"/>
                    <a:pt x="225087" y="36287"/>
                  </a:cubicBezTo>
                  <a:cubicBezTo>
                    <a:pt x="225146" y="36584"/>
                    <a:pt x="225199" y="36875"/>
                    <a:pt x="225247" y="37162"/>
                  </a:cubicBezTo>
                  <a:lnTo>
                    <a:pt x="225247" y="37162"/>
                  </a:lnTo>
                  <a:cubicBezTo>
                    <a:pt x="225195" y="36909"/>
                    <a:pt x="225141" y="36660"/>
                    <a:pt x="225087" y="36417"/>
                  </a:cubicBezTo>
                  <a:cubicBezTo>
                    <a:pt x="224956" y="35112"/>
                    <a:pt x="224695" y="33806"/>
                    <a:pt x="224304" y="32631"/>
                  </a:cubicBezTo>
                  <a:cubicBezTo>
                    <a:pt x="222606" y="26495"/>
                    <a:pt x="219342" y="20881"/>
                    <a:pt x="214903" y="16181"/>
                  </a:cubicBezTo>
                  <a:cubicBezTo>
                    <a:pt x="210595" y="11611"/>
                    <a:pt x="205242" y="8086"/>
                    <a:pt x="199366" y="5736"/>
                  </a:cubicBezTo>
                  <a:cubicBezTo>
                    <a:pt x="193028" y="3172"/>
                    <a:pt x="186263" y="1890"/>
                    <a:pt x="179494" y="1890"/>
                  </a:cubicBezTo>
                  <a:cubicBezTo>
                    <a:pt x="173853" y="1890"/>
                    <a:pt x="168210" y="2780"/>
                    <a:pt x="162810" y="4561"/>
                  </a:cubicBezTo>
                  <a:cubicBezTo>
                    <a:pt x="156934" y="6388"/>
                    <a:pt x="151320" y="9261"/>
                    <a:pt x="146228" y="12786"/>
                  </a:cubicBezTo>
                  <a:cubicBezTo>
                    <a:pt x="141398" y="16442"/>
                    <a:pt x="136959" y="20750"/>
                    <a:pt x="133172" y="25581"/>
                  </a:cubicBezTo>
                  <a:cubicBezTo>
                    <a:pt x="131644" y="27547"/>
                    <a:pt x="130115" y="29604"/>
                    <a:pt x="128739" y="31752"/>
                  </a:cubicBezTo>
                  <a:lnTo>
                    <a:pt x="128739" y="31752"/>
                  </a:lnTo>
                  <a:lnTo>
                    <a:pt x="129386" y="30673"/>
                  </a:lnTo>
                  <a:cubicBezTo>
                    <a:pt x="129778" y="30020"/>
                    <a:pt x="130300" y="29367"/>
                    <a:pt x="130692" y="28714"/>
                  </a:cubicBezTo>
                  <a:lnTo>
                    <a:pt x="133433" y="25059"/>
                  </a:lnTo>
                  <a:cubicBezTo>
                    <a:pt x="137350" y="20228"/>
                    <a:pt x="141789" y="15919"/>
                    <a:pt x="146751" y="12264"/>
                  </a:cubicBezTo>
                  <a:cubicBezTo>
                    <a:pt x="151842" y="8739"/>
                    <a:pt x="157457" y="5997"/>
                    <a:pt x="163462" y="4169"/>
                  </a:cubicBezTo>
                  <a:cubicBezTo>
                    <a:pt x="168922" y="2349"/>
                    <a:pt x="174720" y="1544"/>
                    <a:pt x="180437" y="1544"/>
                  </a:cubicBezTo>
                  <a:close/>
                  <a:moveTo>
                    <a:pt x="225608" y="40063"/>
                  </a:moveTo>
                  <a:cubicBezTo>
                    <a:pt x="225608" y="40067"/>
                    <a:pt x="225609" y="40070"/>
                    <a:pt x="225609" y="40073"/>
                  </a:cubicBezTo>
                  <a:lnTo>
                    <a:pt x="225740" y="43859"/>
                  </a:lnTo>
                  <a:lnTo>
                    <a:pt x="225735" y="43990"/>
                  </a:lnTo>
                  <a:lnTo>
                    <a:pt x="225609" y="40204"/>
                  </a:lnTo>
                  <a:cubicBezTo>
                    <a:pt x="225609" y="40157"/>
                    <a:pt x="225609" y="40110"/>
                    <a:pt x="225608" y="40063"/>
                  </a:cubicBezTo>
                  <a:close/>
                  <a:moveTo>
                    <a:pt x="127845" y="33228"/>
                  </a:moveTo>
                  <a:cubicBezTo>
                    <a:pt x="127202" y="34465"/>
                    <a:pt x="126349" y="35702"/>
                    <a:pt x="125730" y="36940"/>
                  </a:cubicBezTo>
                  <a:lnTo>
                    <a:pt x="123772" y="40987"/>
                  </a:lnTo>
                  <a:lnTo>
                    <a:pt x="122728" y="43076"/>
                  </a:lnTo>
                  <a:lnTo>
                    <a:pt x="121944" y="45165"/>
                  </a:lnTo>
                  <a:lnTo>
                    <a:pt x="120671" y="48298"/>
                  </a:lnTo>
                  <a:lnTo>
                    <a:pt x="121944" y="44904"/>
                  </a:lnTo>
                  <a:cubicBezTo>
                    <a:pt x="122205" y="44121"/>
                    <a:pt x="122466" y="43468"/>
                    <a:pt x="122858" y="42684"/>
                  </a:cubicBezTo>
                  <a:lnTo>
                    <a:pt x="123772" y="40726"/>
                  </a:lnTo>
                  <a:lnTo>
                    <a:pt x="125861" y="36548"/>
                  </a:lnTo>
                  <a:cubicBezTo>
                    <a:pt x="126414" y="35441"/>
                    <a:pt x="127155" y="34334"/>
                    <a:pt x="127845" y="33228"/>
                  </a:cubicBezTo>
                  <a:close/>
                  <a:moveTo>
                    <a:pt x="225723" y="44365"/>
                  </a:moveTo>
                  <a:lnTo>
                    <a:pt x="225609" y="47776"/>
                  </a:lnTo>
                  <a:cubicBezTo>
                    <a:pt x="225479" y="48951"/>
                    <a:pt x="225348" y="50257"/>
                    <a:pt x="225087" y="51432"/>
                  </a:cubicBezTo>
                  <a:cubicBezTo>
                    <a:pt x="224826" y="52738"/>
                    <a:pt x="224695" y="54043"/>
                    <a:pt x="224304" y="55218"/>
                  </a:cubicBezTo>
                  <a:cubicBezTo>
                    <a:pt x="224565" y="54043"/>
                    <a:pt x="224826" y="52868"/>
                    <a:pt x="224956" y="51562"/>
                  </a:cubicBezTo>
                  <a:lnTo>
                    <a:pt x="225348" y="49735"/>
                  </a:lnTo>
                  <a:cubicBezTo>
                    <a:pt x="225479" y="49082"/>
                    <a:pt x="225479" y="48429"/>
                    <a:pt x="225479" y="47907"/>
                  </a:cubicBezTo>
                  <a:lnTo>
                    <a:pt x="225723" y="44365"/>
                  </a:lnTo>
                  <a:close/>
                  <a:moveTo>
                    <a:pt x="118815" y="53361"/>
                  </a:moveTo>
                  <a:lnTo>
                    <a:pt x="118815" y="53361"/>
                  </a:lnTo>
                  <a:cubicBezTo>
                    <a:pt x="118357" y="54687"/>
                    <a:pt x="117899" y="55997"/>
                    <a:pt x="117375" y="57307"/>
                  </a:cubicBezTo>
                  <a:lnTo>
                    <a:pt x="118815" y="53361"/>
                  </a:lnTo>
                  <a:close/>
                  <a:moveTo>
                    <a:pt x="178999" y="7417"/>
                  </a:moveTo>
                  <a:cubicBezTo>
                    <a:pt x="181891" y="7417"/>
                    <a:pt x="184798" y="7683"/>
                    <a:pt x="187616" y="8216"/>
                  </a:cubicBezTo>
                  <a:cubicBezTo>
                    <a:pt x="194405" y="9261"/>
                    <a:pt x="200803" y="11872"/>
                    <a:pt x="206286" y="16050"/>
                  </a:cubicBezTo>
                  <a:cubicBezTo>
                    <a:pt x="211509" y="19967"/>
                    <a:pt x="215556" y="25320"/>
                    <a:pt x="217906" y="31456"/>
                  </a:cubicBezTo>
                  <a:cubicBezTo>
                    <a:pt x="218522" y="33158"/>
                    <a:pt x="218997" y="34900"/>
                    <a:pt x="219339" y="36666"/>
                  </a:cubicBezTo>
                  <a:lnTo>
                    <a:pt x="219339" y="36666"/>
                  </a:lnTo>
                  <a:cubicBezTo>
                    <a:pt x="218667" y="33287"/>
                    <a:pt x="217483" y="30031"/>
                    <a:pt x="215817" y="27017"/>
                  </a:cubicBezTo>
                  <a:cubicBezTo>
                    <a:pt x="212945" y="22056"/>
                    <a:pt x="208897" y="17747"/>
                    <a:pt x="204067" y="14744"/>
                  </a:cubicBezTo>
                  <a:cubicBezTo>
                    <a:pt x="196724" y="10010"/>
                    <a:pt x="188167" y="7564"/>
                    <a:pt x="179558" y="7564"/>
                  </a:cubicBezTo>
                  <a:cubicBezTo>
                    <a:pt x="176532" y="7564"/>
                    <a:pt x="173500" y="7866"/>
                    <a:pt x="170513" y="8477"/>
                  </a:cubicBezTo>
                  <a:cubicBezTo>
                    <a:pt x="164637" y="9522"/>
                    <a:pt x="159023" y="11741"/>
                    <a:pt x="153931" y="14744"/>
                  </a:cubicBezTo>
                  <a:cubicBezTo>
                    <a:pt x="148840" y="17747"/>
                    <a:pt x="144270" y="21664"/>
                    <a:pt x="140484" y="26234"/>
                  </a:cubicBezTo>
                  <a:lnTo>
                    <a:pt x="139048" y="27800"/>
                  </a:lnTo>
                  <a:cubicBezTo>
                    <a:pt x="138525" y="28323"/>
                    <a:pt x="138003" y="28975"/>
                    <a:pt x="137611" y="29628"/>
                  </a:cubicBezTo>
                  <a:lnTo>
                    <a:pt x="135000" y="33284"/>
                  </a:lnTo>
                  <a:cubicBezTo>
                    <a:pt x="134086" y="34459"/>
                    <a:pt x="133433" y="35765"/>
                    <a:pt x="132650" y="37070"/>
                  </a:cubicBezTo>
                  <a:lnTo>
                    <a:pt x="131475" y="39029"/>
                  </a:lnTo>
                  <a:cubicBezTo>
                    <a:pt x="131083" y="39681"/>
                    <a:pt x="130822" y="40334"/>
                    <a:pt x="130431" y="41118"/>
                  </a:cubicBezTo>
                  <a:lnTo>
                    <a:pt x="128603" y="45165"/>
                  </a:lnTo>
                  <a:cubicBezTo>
                    <a:pt x="127950" y="46471"/>
                    <a:pt x="127428" y="47907"/>
                    <a:pt x="126905" y="49343"/>
                  </a:cubicBezTo>
                  <a:cubicBezTo>
                    <a:pt x="125861" y="52085"/>
                    <a:pt x="124816" y="55088"/>
                    <a:pt x="123772" y="58091"/>
                  </a:cubicBezTo>
                  <a:cubicBezTo>
                    <a:pt x="121552" y="63966"/>
                    <a:pt x="119333" y="69841"/>
                    <a:pt x="116722" y="75455"/>
                  </a:cubicBezTo>
                  <a:cubicBezTo>
                    <a:pt x="114111" y="81200"/>
                    <a:pt x="110977" y="86814"/>
                    <a:pt x="107321" y="92036"/>
                  </a:cubicBezTo>
                  <a:cubicBezTo>
                    <a:pt x="113327" y="82897"/>
                    <a:pt x="118288" y="73105"/>
                    <a:pt x="121814" y="62791"/>
                  </a:cubicBezTo>
                  <a:cubicBezTo>
                    <a:pt x="123903" y="57699"/>
                    <a:pt x="125469" y="52215"/>
                    <a:pt x="127428" y="47385"/>
                  </a:cubicBezTo>
                  <a:lnTo>
                    <a:pt x="128211" y="45426"/>
                  </a:lnTo>
                  <a:cubicBezTo>
                    <a:pt x="128472" y="44773"/>
                    <a:pt x="128733" y="44251"/>
                    <a:pt x="128994" y="43598"/>
                  </a:cubicBezTo>
                  <a:lnTo>
                    <a:pt x="130692" y="39943"/>
                  </a:lnTo>
                  <a:cubicBezTo>
                    <a:pt x="131345" y="38768"/>
                    <a:pt x="131997" y="37592"/>
                    <a:pt x="132650" y="36417"/>
                  </a:cubicBezTo>
                  <a:cubicBezTo>
                    <a:pt x="133303" y="35242"/>
                    <a:pt x="133956" y="34067"/>
                    <a:pt x="134739" y="33023"/>
                  </a:cubicBezTo>
                  <a:cubicBezTo>
                    <a:pt x="136175" y="30803"/>
                    <a:pt x="137873" y="28584"/>
                    <a:pt x="139570" y="26625"/>
                  </a:cubicBezTo>
                  <a:cubicBezTo>
                    <a:pt x="140484" y="25711"/>
                    <a:pt x="141267" y="24536"/>
                    <a:pt x="142312" y="23622"/>
                  </a:cubicBezTo>
                  <a:lnTo>
                    <a:pt x="145053" y="21011"/>
                  </a:lnTo>
                  <a:cubicBezTo>
                    <a:pt x="148970" y="17486"/>
                    <a:pt x="153409" y="14483"/>
                    <a:pt x="158109" y="12264"/>
                  </a:cubicBezTo>
                  <a:cubicBezTo>
                    <a:pt x="162810" y="10044"/>
                    <a:pt x="167771" y="8608"/>
                    <a:pt x="172863" y="7825"/>
                  </a:cubicBezTo>
                  <a:cubicBezTo>
                    <a:pt x="174876" y="7553"/>
                    <a:pt x="176934" y="7417"/>
                    <a:pt x="178999" y="7417"/>
                  </a:cubicBezTo>
                  <a:close/>
                  <a:moveTo>
                    <a:pt x="23240" y="110054"/>
                  </a:moveTo>
                  <a:lnTo>
                    <a:pt x="23240" y="110054"/>
                  </a:lnTo>
                  <a:cubicBezTo>
                    <a:pt x="23203" y="110129"/>
                    <a:pt x="23176" y="110194"/>
                    <a:pt x="23170" y="110238"/>
                  </a:cubicBezTo>
                  <a:lnTo>
                    <a:pt x="23170" y="110238"/>
                  </a:lnTo>
                  <a:cubicBezTo>
                    <a:pt x="23161" y="110214"/>
                    <a:pt x="23191" y="110152"/>
                    <a:pt x="23240" y="110054"/>
                  </a:cubicBezTo>
                  <a:close/>
                  <a:moveTo>
                    <a:pt x="179863" y="1"/>
                  </a:moveTo>
                  <a:cubicBezTo>
                    <a:pt x="174698" y="1"/>
                    <a:pt x="169541" y="694"/>
                    <a:pt x="164507" y="2080"/>
                  </a:cubicBezTo>
                  <a:cubicBezTo>
                    <a:pt x="155629" y="4561"/>
                    <a:pt x="147403" y="9000"/>
                    <a:pt x="140484" y="15136"/>
                  </a:cubicBezTo>
                  <a:cubicBezTo>
                    <a:pt x="133825" y="21272"/>
                    <a:pt x="128342" y="28453"/>
                    <a:pt x="124164" y="36548"/>
                  </a:cubicBezTo>
                  <a:cubicBezTo>
                    <a:pt x="123250" y="38506"/>
                    <a:pt x="122205" y="40595"/>
                    <a:pt x="121291" y="42554"/>
                  </a:cubicBezTo>
                  <a:lnTo>
                    <a:pt x="118941" y="48821"/>
                  </a:lnTo>
                  <a:cubicBezTo>
                    <a:pt x="117375" y="52738"/>
                    <a:pt x="116200" y="56524"/>
                    <a:pt x="114633" y="60441"/>
                  </a:cubicBezTo>
                  <a:cubicBezTo>
                    <a:pt x="111891" y="67752"/>
                    <a:pt x="108496" y="74933"/>
                    <a:pt x="104580" y="81853"/>
                  </a:cubicBezTo>
                  <a:cubicBezTo>
                    <a:pt x="101838" y="86553"/>
                    <a:pt x="98574" y="90861"/>
                    <a:pt x="94657" y="94517"/>
                  </a:cubicBezTo>
                  <a:cubicBezTo>
                    <a:pt x="91132" y="97781"/>
                    <a:pt x="86562" y="99739"/>
                    <a:pt x="81862" y="100131"/>
                  </a:cubicBezTo>
                  <a:cubicBezTo>
                    <a:pt x="81332" y="100158"/>
                    <a:pt x="80803" y="100171"/>
                    <a:pt x="80275" y="100171"/>
                  </a:cubicBezTo>
                  <a:cubicBezTo>
                    <a:pt x="75610" y="100171"/>
                    <a:pt x="71071" y="99149"/>
                    <a:pt x="66848" y="97389"/>
                  </a:cubicBezTo>
                  <a:lnTo>
                    <a:pt x="62409" y="95823"/>
                  </a:lnTo>
                  <a:cubicBezTo>
                    <a:pt x="60842" y="95431"/>
                    <a:pt x="59275" y="95039"/>
                    <a:pt x="57708" y="94517"/>
                  </a:cubicBezTo>
                  <a:cubicBezTo>
                    <a:pt x="54444" y="93734"/>
                    <a:pt x="51311" y="93342"/>
                    <a:pt x="48047" y="93081"/>
                  </a:cubicBezTo>
                  <a:cubicBezTo>
                    <a:pt x="46915" y="93037"/>
                    <a:pt x="45798" y="93008"/>
                    <a:pt x="44691" y="93008"/>
                  </a:cubicBezTo>
                  <a:cubicBezTo>
                    <a:pt x="42476" y="93008"/>
                    <a:pt x="40300" y="93124"/>
                    <a:pt x="38124" y="93472"/>
                  </a:cubicBezTo>
                  <a:cubicBezTo>
                    <a:pt x="34730" y="93995"/>
                    <a:pt x="31466" y="94778"/>
                    <a:pt x="28332" y="95953"/>
                  </a:cubicBezTo>
                  <a:cubicBezTo>
                    <a:pt x="25068" y="97259"/>
                    <a:pt x="22065" y="98825"/>
                    <a:pt x="19324" y="100653"/>
                  </a:cubicBezTo>
                  <a:cubicBezTo>
                    <a:pt x="16582" y="102612"/>
                    <a:pt x="13971" y="104831"/>
                    <a:pt x="11751" y="107442"/>
                  </a:cubicBezTo>
                  <a:cubicBezTo>
                    <a:pt x="7182" y="112404"/>
                    <a:pt x="3918" y="118410"/>
                    <a:pt x="2220" y="124938"/>
                  </a:cubicBezTo>
                  <a:cubicBezTo>
                    <a:pt x="392" y="131466"/>
                    <a:pt x="1" y="138255"/>
                    <a:pt x="1176" y="144783"/>
                  </a:cubicBezTo>
                  <a:cubicBezTo>
                    <a:pt x="1959" y="149353"/>
                    <a:pt x="3395" y="153792"/>
                    <a:pt x="5484" y="157839"/>
                  </a:cubicBezTo>
                  <a:cubicBezTo>
                    <a:pt x="7573" y="162147"/>
                    <a:pt x="10446" y="166064"/>
                    <a:pt x="13971" y="169328"/>
                  </a:cubicBezTo>
                  <a:cubicBezTo>
                    <a:pt x="17626" y="172723"/>
                    <a:pt x="22065" y="175073"/>
                    <a:pt x="27027" y="176248"/>
                  </a:cubicBezTo>
                  <a:cubicBezTo>
                    <a:pt x="31017" y="177187"/>
                    <a:pt x="35219" y="177704"/>
                    <a:pt x="39347" y="177704"/>
                  </a:cubicBezTo>
                  <a:cubicBezTo>
                    <a:pt x="39811" y="177704"/>
                    <a:pt x="40274" y="177697"/>
                    <a:pt x="40736" y="177684"/>
                  </a:cubicBezTo>
                  <a:cubicBezTo>
                    <a:pt x="49614" y="177423"/>
                    <a:pt x="57839" y="176117"/>
                    <a:pt x="65673" y="175726"/>
                  </a:cubicBezTo>
                  <a:cubicBezTo>
                    <a:pt x="67169" y="175626"/>
                    <a:pt x="68665" y="175583"/>
                    <a:pt x="70161" y="175583"/>
                  </a:cubicBezTo>
                  <a:cubicBezTo>
                    <a:pt x="72582" y="175583"/>
                    <a:pt x="75002" y="175695"/>
                    <a:pt x="77423" y="175856"/>
                  </a:cubicBezTo>
                  <a:cubicBezTo>
                    <a:pt x="81079" y="176248"/>
                    <a:pt x="84734" y="177031"/>
                    <a:pt x="88260" y="178206"/>
                  </a:cubicBezTo>
                  <a:cubicBezTo>
                    <a:pt x="95179" y="180426"/>
                    <a:pt x="101316" y="184343"/>
                    <a:pt x="106538" y="189565"/>
                  </a:cubicBezTo>
                  <a:cubicBezTo>
                    <a:pt x="112544" y="195571"/>
                    <a:pt x="119986" y="200141"/>
                    <a:pt x="128211" y="202752"/>
                  </a:cubicBezTo>
                  <a:cubicBezTo>
                    <a:pt x="133720" y="204526"/>
                    <a:pt x="139495" y="205365"/>
                    <a:pt x="145299" y="205365"/>
                  </a:cubicBezTo>
                  <a:cubicBezTo>
                    <a:pt x="147611" y="205365"/>
                    <a:pt x="149928" y="205232"/>
                    <a:pt x="152234" y="204971"/>
                  </a:cubicBezTo>
                  <a:cubicBezTo>
                    <a:pt x="159676" y="204188"/>
                    <a:pt x="166857" y="201968"/>
                    <a:pt x="173516" y="198443"/>
                  </a:cubicBezTo>
                  <a:cubicBezTo>
                    <a:pt x="178346" y="195963"/>
                    <a:pt x="182785" y="192829"/>
                    <a:pt x="186572" y="189043"/>
                  </a:cubicBezTo>
                  <a:cubicBezTo>
                    <a:pt x="189052" y="186562"/>
                    <a:pt x="191011" y="183821"/>
                    <a:pt x="192577" y="180818"/>
                  </a:cubicBezTo>
                  <a:cubicBezTo>
                    <a:pt x="192969" y="179904"/>
                    <a:pt x="193361" y="179120"/>
                    <a:pt x="193752" y="178206"/>
                  </a:cubicBezTo>
                  <a:cubicBezTo>
                    <a:pt x="193883" y="177815"/>
                    <a:pt x="193883" y="177293"/>
                    <a:pt x="194014" y="176901"/>
                  </a:cubicBezTo>
                  <a:cubicBezTo>
                    <a:pt x="193963" y="176700"/>
                    <a:pt x="193874" y="176595"/>
                    <a:pt x="193746" y="176595"/>
                  </a:cubicBezTo>
                  <a:cubicBezTo>
                    <a:pt x="193542" y="176595"/>
                    <a:pt x="193240" y="176861"/>
                    <a:pt x="192838" y="177423"/>
                  </a:cubicBezTo>
                  <a:cubicBezTo>
                    <a:pt x="189705" y="181732"/>
                    <a:pt x="186049" y="185387"/>
                    <a:pt x="181871" y="188521"/>
                  </a:cubicBezTo>
                  <a:cubicBezTo>
                    <a:pt x="173777" y="194265"/>
                    <a:pt x="164376" y="197921"/>
                    <a:pt x="154584" y="199227"/>
                  </a:cubicBezTo>
                  <a:lnTo>
                    <a:pt x="154454" y="198443"/>
                  </a:lnTo>
                  <a:cubicBezTo>
                    <a:pt x="159284" y="197660"/>
                    <a:pt x="163854" y="196354"/>
                    <a:pt x="168293" y="194396"/>
                  </a:cubicBezTo>
                  <a:cubicBezTo>
                    <a:pt x="170904" y="193221"/>
                    <a:pt x="173646" y="191785"/>
                    <a:pt x="175996" y="190087"/>
                  </a:cubicBezTo>
                  <a:cubicBezTo>
                    <a:pt x="177302" y="189174"/>
                    <a:pt x="178607" y="188260"/>
                    <a:pt x="179652" y="187085"/>
                  </a:cubicBezTo>
                  <a:cubicBezTo>
                    <a:pt x="180305" y="186432"/>
                    <a:pt x="180696" y="186040"/>
                    <a:pt x="180696" y="185779"/>
                  </a:cubicBezTo>
                  <a:cubicBezTo>
                    <a:pt x="180725" y="185581"/>
                    <a:pt x="180569" y="185518"/>
                    <a:pt x="180326" y="185518"/>
                  </a:cubicBezTo>
                  <a:cubicBezTo>
                    <a:pt x="179899" y="185518"/>
                    <a:pt x="179203" y="185713"/>
                    <a:pt x="178766" y="185713"/>
                  </a:cubicBezTo>
                  <a:cubicBezTo>
                    <a:pt x="178306" y="185713"/>
                    <a:pt x="178134" y="185496"/>
                    <a:pt x="178868" y="184604"/>
                  </a:cubicBezTo>
                  <a:lnTo>
                    <a:pt x="178868" y="184604"/>
                  </a:lnTo>
                  <a:cubicBezTo>
                    <a:pt x="170252" y="191524"/>
                    <a:pt x="159546" y="195571"/>
                    <a:pt x="148578" y="195963"/>
                  </a:cubicBezTo>
                  <a:cubicBezTo>
                    <a:pt x="147699" y="196016"/>
                    <a:pt x="146820" y="196042"/>
                    <a:pt x="145943" y="196042"/>
                  </a:cubicBezTo>
                  <a:cubicBezTo>
                    <a:pt x="136018" y="196042"/>
                    <a:pt x="126337" y="192670"/>
                    <a:pt x="118419" y="186432"/>
                  </a:cubicBezTo>
                  <a:cubicBezTo>
                    <a:pt x="117375" y="185648"/>
                    <a:pt x="116069" y="184604"/>
                    <a:pt x="114763" y="183298"/>
                  </a:cubicBezTo>
                  <a:lnTo>
                    <a:pt x="109802" y="178859"/>
                  </a:lnTo>
                  <a:cubicBezTo>
                    <a:pt x="106538" y="175987"/>
                    <a:pt x="102882" y="173637"/>
                    <a:pt x="99096" y="171678"/>
                  </a:cubicBezTo>
                  <a:cubicBezTo>
                    <a:pt x="94788" y="169459"/>
                    <a:pt x="90218" y="167892"/>
                    <a:pt x="85648" y="166978"/>
                  </a:cubicBezTo>
                  <a:cubicBezTo>
                    <a:pt x="81079" y="165934"/>
                    <a:pt x="76379" y="165542"/>
                    <a:pt x="71809" y="165542"/>
                  </a:cubicBezTo>
                  <a:cubicBezTo>
                    <a:pt x="71379" y="165536"/>
                    <a:pt x="70950" y="165533"/>
                    <a:pt x="70521" y="165533"/>
                  </a:cubicBezTo>
                  <a:cubicBezTo>
                    <a:pt x="61847" y="165533"/>
                    <a:pt x="53535" y="166748"/>
                    <a:pt x="45697" y="167370"/>
                  </a:cubicBezTo>
                  <a:cubicBezTo>
                    <a:pt x="43592" y="167504"/>
                    <a:pt x="41504" y="167594"/>
                    <a:pt x="39466" y="167594"/>
                  </a:cubicBezTo>
                  <a:cubicBezTo>
                    <a:pt x="33541" y="167594"/>
                    <a:pt x="28037" y="166826"/>
                    <a:pt x="23763" y="164106"/>
                  </a:cubicBezTo>
                  <a:cubicBezTo>
                    <a:pt x="20760" y="162147"/>
                    <a:pt x="18279" y="159536"/>
                    <a:pt x="16451" y="156533"/>
                  </a:cubicBezTo>
                  <a:cubicBezTo>
                    <a:pt x="14493" y="153400"/>
                    <a:pt x="12926" y="150005"/>
                    <a:pt x="12012" y="146350"/>
                  </a:cubicBezTo>
                  <a:cubicBezTo>
                    <a:pt x="9923" y="139169"/>
                    <a:pt x="10315" y="131466"/>
                    <a:pt x="12926" y="124546"/>
                  </a:cubicBezTo>
                  <a:cubicBezTo>
                    <a:pt x="15668" y="117626"/>
                    <a:pt x="20629" y="111751"/>
                    <a:pt x="27027" y="107965"/>
                  </a:cubicBezTo>
                  <a:cubicBezTo>
                    <a:pt x="32353" y="104812"/>
                    <a:pt x="38403" y="103199"/>
                    <a:pt x="44575" y="103199"/>
                  </a:cubicBezTo>
                  <a:cubicBezTo>
                    <a:pt x="45816" y="103199"/>
                    <a:pt x="47062" y="103264"/>
                    <a:pt x="48308" y="103395"/>
                  </a:cubicBezTo>
                  <a:cubicBezTo>
                    <a:pt x="52094" y="103656"/>
                    <a:pt x="55881" y="104440"/>
                    <a:pt x="59536" y="105615"/>
                  </a:cubicBezTo>
                  <a:lnTo>
                    <a:pt x="65412" y="107704"/>
                  </a:lnTo>
                  <a:cubicBezTo>
                    <a:pt x="67500" y="108487"/>
                    <a:pt x="69720" y="109140"/>
                    <a:pt x="71940" y="109531"/>
                  </a:cubicBezTo>
                  <a:cubicBezTo>
                    <a:pt x="74524" y="110106"/>
                    <a:pt x="77187" y="110404"/>
                    <a:pt x="79843" y="110404"/>
                  </a:cubicBezTo>
                  <a:cubicBezTo>
                    <a:pt x="82017" y="110404"/>
                    <a:pt x="84185" y="110204"/>
                    <a:pt x="86301" y="109793"/>
                  </a:cubicBezTo>
                  <a:cubicBezTo>
                    <a:pt x="88782" y="109270"/>
                    <a:pt x="91132" y="108487"/>
                    <a:pt x="93351" y="107442"/>
                  </a:cubicBezTo>
                  <a:cubicBezTo>
                    <a:pt x="95571" y="106398"/>
                    <a:pt x="97660" y="105092"/>
                    <a:pt x="99488" y="103526"/>
                  </a:cubicBezTo>
                  <a:cubicBezTo>
                    <a:pt x="103143" y="100523"/>
                    <a:pt x="106277" y="97128"/>
                    <a:pt x="108888" y="93342"/>
                  </a:cubicBezTo>
                  <a:cubicBezTo>
                    <a:pt x="111499" y="89817"/>
                    <a:pt x="113719" y="86031"/>
                    <a:pt x="115677" y="82114"/>
                  </a:cubicBezTo>
                  <a:cubicBezTo>
                    <a:pt x="119594" y="74411"/>
                    <a:pt x="122858" y="66446"/>
                    <a:pt x="125730" y="58352"/>
                  </a:cubicBezTo>
                  <a:lnTo>
                    <a:pt x="127819" y="52346"/>
                  </a:lnTo>
                  <a:lnTo>
                    <a:pt x="129908" y="46862"/>
                  </a:lnTo>
                  <a:cubicBezTo>
                    <a:pt x="131475" y="43207"/>
                    <a:pt x="133172" y="39681"/>
                    <a:pt x="135261" y="36287"/>
                  </a:cubicBezTo>
                  <a:cubicBezTo>
                    <a:pt x="139178" y="29628"/>
                    <a:pt x="144531" y="23753"/>
                    <a:pt x="150667" y="19183"/>
                  </a:cubicBezTo>
                  <a:cubicBezTo>
                    <a:pt x="156804" y="14483"/>
                    <a:pt x="163985" y="11480"/>
                    <a:pt x="171557" y="10175"/>
                  </a:cubicBezTo>
                  <a:lnTo>
                    <a:pt x="172993" y="9914"/>
                  </a:lnTo>
                  <a:lnTo>
                    <a:pt x="174429" y="9652"/>
                  </a:lnTo>
                  <a:lnTo>
                    <a:pt x="177171" y="9391"/>
                  </a:lnTo>
                  <a:lnTo>
                    <a:pt x="181480" y="9391"/>
                  </a:lnTo>
                  <a:cubicBezTo>
                    <a:pt x="182002" y="9391"/>
                    <a:pt x="182524" y="9522"/>
                    <a:pt x="182916" y="9522"/>
                  </a:cubicBezTo>
                  <a:lnTo>
                    <a:pt x="185788" y="9783"/>
                  </a:lnTo>
                  <a:lnTo>
                    <a:pt x="188661" y="10305"/>
                  </a:lnTo>
                  <a:lnTo>
                    <a:pt x="190097" y="10436"/>
                  </a:lnTo>
                  <a:lnTo>
                    <a:pt x="191402" y="10828"/>
                  </a:lnTo>
                  <a:lnTo>
                    <a:pt x="194144" y="11611"/>
                  </a:lnTo>
                  <a:cubicBezTo>
                    <a:pt x="197669" y="12917"/>
                    <a:pt x="201064" y="14614"/>
                    <a:pt x="204197" y="16703"/>
                  </a:cubicBezTo>
                  <a:cubicBezTo>
                    <a:pt x="204847" y="17136"/>
                    <a:pt x="205407" y="17570"/>
                    <a:pt x="206027" y="18003"/>
                  </a:cubicBezTo>
                  <a:lnTo>
                    <a:pt x="206027" y="18003"/>
                  </a:lnTo>
                  <a:cubicBezTo>
                    <a:pt x="204602" y="16838"/>
                    <a:pt x="203078" y="15787"/>
                    <a:pt x="201455" y="14875"/>
                  </a:cubicBezTo>
                  <a:cubicBezTo>
                    <a:pt x="197278" y="12525"/>
                    <a:pt x="192708" y="10828"/>
                    <a:pt x="187877" y="9914"/>
                  </a:cubicBezTo>
                  <a:cubicBezTo>
                    <a:pt x="185134" y="9469"/>
                    <a:pt x="182392" y="9235"/>
                    <a:pt x="179649" y="9235"/>
                  </a:cubicBezTo>
                  <a:cubicBezTo>
                    <a:pt x="177561" y="9235"/>
                    <a:pt x="175473" y="9370"/>
                    <a:pt x="173385" y="9652"/>
                  </a:cubicBezTo>
                  <a:cubicBezTo>
                    <a:pt x="168554" y="10305"/>
                    <a:pt x="163854" y="11741"/>
                    <a:pt x="159415" y="13700"/>
                  </a:cubicBezTo>
                  <a:cubicBezTo>
                    <a:pt x="154976" y="15789"/>
                    <a:pt x="150929" y="18400"/>
                    <a:pt x="147142" y="21664"/>
                  </a:cubicBezTo>
                  <a:lnTo>
                    <a:pt x="144531" y="24145"/>
                  </a:lnTo>
                  <a:lnTo>
                    <a:pt x="143226" y="25450"/>
                  </a:lnTo>
                  <a:lnTo>
                    <a:pt x="141920" y="26756"/>
                  </a:lnTo>
                  <a:lnTo>
                    <a:pt x="139570" y="29628"/>
                  </a:lnTo>
                  <a:lnTo>
                    <a:pt x="137350" y="32631"/>
                  </a:lnTo>
                  <a:cubicBezTo>
                    <a:pt x="135914" y="34720"/>
                    <a:pt x="134609" y="36940"/>
                    <a:pt x="133303" y="39159"/>
                  </a:cubicBezTo>
                  <a:cubicBezTo>
                    <a:pt x="132781" y="40204"/>
                    <a:pt x="132258" y="41248"/>
                    <a:pt x="131736" y="42423"/>
                  </a:cubicBezTo>
                  <a:lnTo>
                    <a:pt x="130039" y="45818"/>
                  </a:lnTo>
                  <a:cubicBezTo>
                    <a:pt x="129125" y="48037"/>
                    <a:pt x="128211" y="50257"/>
                    <a:pt x="127428" y="52738"/>
                  </a:cubicBezTo>
                  <a:cubicBezTo>
                    <a:pt x="126514" y="55349"/>
                    <a:pt x="125600" y="57829"/>
                    <a:pt x="124686" y="60441"/>
                  </a:cubicBezTo>
                  <a:cubicBezTo>
                    <a:pt x="121161" y="70624"/>
                    <a:pt x="116461" y="80547"/>
                    <a:pt x="110847" y="89947"/>
                  </a:cubicBezTo>
                  <a:cubicBezTo>
                    <a:pt x="107844" y="94778"/>
                    <a:pt x="104057" y="99217"/>
                    <a:pt x="99618" y="103003"/>
                  </a:cubicBezTo>
                  <a:cubicBezTo>
                    <a:pt x="97268" y="104831"/>
                    <a:pt x="94657" y="106529"/>
                    <a:pt x="91785" y="107704"/>
                  </a:cubicBezTo>
                  <a:cubicBezTo>
                    <a:pt x="88912" y="108879"/>
                    <a:pt x="85909" y="109662"/>
                    <a:pt x="82776" y="109923"/>
                  </a:cubicBezTo>
                  <a:cubicBezTo>
                    <a:pt x="81868" y="109982"/>
                    <a:pt x="80964" y="110012"/>
                    <a:pt x="80062" y="110012"/>
                  </a:cubicBezTo>
                  <a:cubicBezTo>
                    <a:pt x="75000" y="110012"/>
                    <a:pt x="70047" y="109085"/>
                    <a:pt x="65281" y="107312"/>
                  </a:cubicBezTo>
                  <a:cubicBezTo>
                    <a:pt x="62409" y="106398"/>
                    <a:pt x="60189" y="105484"/>
                    <a:pt x="57839" y="104831"/>
                  </a:cubicBezTo>
                  <a:cubicBezTo>
                    <a:pt x="56664" y="104440"/>
                    <a:pt x="55489" y="104178"/>
                    <a:pt x="54183" y="103917"/>
                  </a:cubicBezTo>
                  <a:cubicBezTo>
                    <a:pt x="53008" y="103656"/>
                    <a:pt x="51833" y="103395"/>
                    <a:pt x="50658" y="103265"/>
                  </a:cubicBezTo>
                  <a:cubicBezTo>
                    <a:pt x="48758" y="102956"/>
                    <a:pt x="46848" y="102805"/>
                    <a:pt x="44945" y="102805"/>
                  </a:cubicBezTo>
                  <a:cubicBezTo>
                    <a:pt x="37175" y="102805"/>
                    <a:pt x="29534" y="105334"/>
                    <a:pt x="23241" y="110054"/>
                  </a:cubicBezTo>
                  <a:cubicBezTo>
                    <a:pt x="23484" y="109810"/>
                    <a:pt x="24083" y="109262"/>
                    <a:pt x="23932" y="109262"/>
                  </a:cubicBezTo>
                  <a:cubicBezTo>
                    <a:pt x="23840" y="109262"/>
                    <a:pt x="23474" y="109463"/>
                    <a:pt x="22588" y="110054"/>
                  </a:cubicBezTo>
                  <a:cubicBezTo>
                    <a:pt x="28973" y="104946"/>
                    <a:pt x="36919" y="102180"/>
                    <a:pt x="45083" y="102180"/>
                  </a:cubicBezTo>
                  <a:cubicBezTo>
                    <a:pt x="46936" y="102180"/>
                    <a:pt x="48799" y="102322"/>
                    <a:pt x="50658" y="102612"/>
                  </a:cubicBezTo>
                  <a:cubicBezTo>
                    <a:pt x="51833" y="102742"/>
                    <a:pt x="53139" y="103003"/>
                    <a:pt x="54314" y="103265"/>
                  </a:cubicBezTo>
                  <a:cubicBezTo>
                    <a:pt x="55619" y="103526"/>
                    <a:pt x="56795" y="103787"/>
                    <a:pt x="58100" y="104178"/>
                  </a:cubicBezTo>
                  <a:cubicBezTo>
                    <a:pt x="60581" y="104831"/>
                    <a:pt x="62800" y="105745"/>
                    <a:pt x="65673" y="106790"/>
                  </a:cubicBezTo>
                  <a:cubicBezTo>
                    <a:pt x="70432" y="108450"/>
                    <a:pt x="75378" y="109359"/>
                    <a:pt x="80433" y="109359"/>
                  </a:cubicBezTo>
                  <a:cubicBezTo>
                    <a:pt x="81341" y="109359"/>
                    <a:pt x="82253" y="109330"/>
                    <a:pt x="83168" y="109270"/>
                  </a:cubicBezTo>
                  <a:cubicBezTo>
                    <a:pt x="86301" y="108879"/>
                    <a:pt x="89304" y="108095"/>
                    <a:pt x="92176" y="106790"/>
                  </a:cubicBezTo>
                  <a:cubicBezTo>
                    <a:pt x="94918" y="105615"/>
                    <a:pt x="97529" y="103917"/>
                    <a:pt x="99749" y="101959"/>
                  </a:cubicBezTo>
                  <a:cubicBezTo>
                    <a:pt x="102099" y="100001"/>
                    <a:pt x="104057" y="97912"/>
                    <a:pt x="105885" y="95692"/>
                  </a:cubicBezTo>
                  <a:cubicBezTo>
                    <a:pt x="107713" y="93472"/>
                    <a:pt x="109280" y="91122"/>
                    <a:pt x="110847" y="88642"/>
                  </a:cubicBezTo>
                  <a:cubicBezTo>
                    <a:pt x="116461" y="79241"/>
                    <a:pt x="121030" y="69188"/>
                    <a:pt x="124686" y="58743"/>
                  </a:cubicBezTo>
                  <a:cubicBezTo>
                    <a:pt x="125600" y="56263"/>
                    <a:pt x="126383" y="53521"/>
                    <a:pt x="127428" y="51171"/>
                  </a:cubicBezTo>
                  <a:lnTo>
                    <a:pt x="128733" y="47646"/>
                  </a:lnTo>
                  <a:lnTo>
                    <a:pt x="129517" y="45818"/>
                  </a:lnTo>
                  <a:lnTo>
                    <a:pt x="130300" y="44121"/>
                  </a:lnTo>
                  <a:cubicBezTo>
                    <a:pt x="131345" y="41770"/>
                    <a:pt x="132520" y="39420"/>
                    <a:pt x="133825" y="37331"/>
                  </a:cubicBezTo>
                  <a:cubicBezTo>
                    <a:pt x="134478" y="36156"/>
                    <a:pt x="135131" y="35112"/>
                    <a:pt x="135784" y="34067"/>
                  </a:cubicBezTo>
                  <a:lnTo>
                    <a:pt x="138003" y="30934"/>
                  </a:lnTo>
                  <a:lnTo>
                    <a:pt x="139178" y="29367"/>
                  </a:lnTo>
                  <a:lnTo>
                    <a:pt x="140353" y="27931"/>
                  </a:lnTo>
                  <a:lnTo>
                    <a:pt x="142703" y="25320"/>
                  </a:lnTo>
                  <a:lnTo>
                    <a:pt x="145445" y="22709"/>
                  </a:lnTo>
                  <a:cubicBezTo>
                    <a:pt x="145967" y="22186"/>
                    <a:pt x="146359" y="21795"/>
                    <a:pt x="146881" y="21403"/>
                  </a:cubicBezTo>
                  <a:lnTo>
                    <a:pt x="148317" y="20228"/>
                  </a:lnTo>
                  <a:cubicBezTo>
                    <a:pt x="152234" y="17094"/>
                    <a:pt x="156543" y="14483"/>
                    <a:pt x="161112" y="12655"/>
                  </a:cubicBezTo>
                  <a:cubicBezTo>
                    <a:pt x="163462" y="11741"/>
                    <a:pt x="165812" y="10828"/>
                    <a:pt x="168293" y="10305"/>
                  </a:cubicBezTo>
                  <a:lnTo>
                    <a:pt x="171949" y="9522"/>
                  </a:lnTo>
                  <a:cubicBezTo>
                    <a:pt x="173124" y="9261"/>
                    <a:pt x="174429" y="9261"/>
                    <a:pt x="175604" y="9130"/>
                  </a:cubicBezTo>
                  <a:cubicBezTo>
                    <a:pt x="177050" y="9019"/>
                    <a:pt x="178485" y="8960"/>
                    <a:pt x="179909" y="8960"/>
                  </a:cubicBezTo>
                  <a:cubicBezTo>
                    <a:pt x="183503" y="8960"/>
                    <a:pt x="187029" y="9333"/>
                    <a:pt x="190488" y="10175"/>
                  </a:cubicBezTo>
                  <a:cubicBezTo>
                    <a:pt x="200280" y="12264"/>
                    <a:pt x="208897" y="18139"/>
                    <a:pt x="214381" y="26625"/>
                  </a:cubicBezTo>
                  <a:lnTo>
                    <a:pt x="213598" y="27017"/>
                  </a:lnTo>
                  <a:cubicBezTo>
                    <a:pt x="217123" y="33023"/>
                    <a:pt x="218689" y="39812"/>
                    <a:pt x="218037" y="46601"/>
                  </a:cubicBezTo>
                  <a:cubicBezTo>
                    <a:pt x="217906" y="48429"/>
                    <a:pt x="217645" y="50126"/>
                    <a:pt x="217253" y="51824"/>
                  </a:cubicBezTo>
                  <a:cubicBezTo>
                    <a:pt x="216992" y="53651"/>
                    <a:pt x="216470" y="55349"/>
                    <a:pt x="215948" y="57046"/>
                  </a:cubicBezTo>
                  <a:cubicBezTo>
                    <a:pt x="215425" y="58743"/>
                    <a:pt x="214773" y="60441"/>
                    <a:pt x="214120" y="62138"/>
                  </a:cubicBezTo>
                  <a:cubicBezTo>
                    <a:pt x="213467" y="63705"/>
                    <a:pt x="212553" y="65663"/>
                    <a:pt x="211770" y="67491"/>
                  </a:cubicBezTo>
                  <a:cubicBezTo>
                    <a:pt x="205242" y="81983"/>
                    <a:pt x="199236" y="97128"/>
                    <a:pt x="195841" y="113448"/>
                  </a:cubicBezTo>
                  <a:lnTo>
                    <a:pt x="195319" y="115929"/>
                  </a:lnTo>
                  <a:cubicBezTo>
                    <a:pt x="195189" y="116843"/>
                    <a:pt x="195058" y="117626"/>
                    <a:pt x="194927" y="118410"/>
                  </a:cubicBezTo>
                  <a:cubicBezTo>
                    <a:pt x="194666" y="120107"/>
                    <a:pt x="194405" y="121674"/>
                    <a:pt x="194275" y="123371"/>
                  </a:cubicBezTo>
                  <a:lnTo>
                    <a:pt x="194014" y="128202"/>
                  </a:lnTo>
                  <a:lnTo>
                    <a:pt x="194014" y="132641"/>
                  </a:lnTo>
                  <a:cubicBezTo>
                    <a:pt x="194014" y="138647"/>
                    <a:pt x="194405" y="143738"/>
                    <a:pt x="194405" y="148308"/>
                  </a:cubicBezTo>
                  <a:cubicBezTo>
                    <a:pt x="194927" y="142824"/>
                    <a:pt x="194666" y="136819"/>
                    <a:pt x="195058" y="130552"/>
                  </a:cubicBezTo>
                  <a:cubicBezTo>
                    <a:pt x="195319" y="124415"/>
                    <a:pt x="196233" y="118148"/>
                    <a:pt x="197669" y="112143"/>
                  </a:cubicBezTo>
                  <a:cubicBezTo>
                    <a:pt x="200542" y="100131"/>
                    <a:pt x="204589" y="88381"/>
                    <a:pt x="209420" y="77022"/>
                  </a:cubicBezTo>
                  <a:lnTo>
                    <a:pt x="213206" y="68535"/>
                  </a:lnTo>
                  <a:lnTo>
                    <a:pt x="215034" y="64227"/>
                  </a:lnTo>
                  <a:lnTo>
                    <a:pt x="216731" y="60180"/>
                  </a:lnTo>
                  <a:cubicBezTo>
                    <a:pt x="218820" y="54827"/>
                    <a:pt x="219864" y="49082"/>
                    <a:pt x="219995" y="43337"/>
                  </a:cubicBezTo>
                  <a:cubicBezTo>
                    <a:pt x="219995" y="42482"/>
                    <a:pt x="219963" y="41630"/>
                    <a:pt x="219900" y="40782"/>
                  </a:cubicBezTo>
                  <a:lnTo>
                    <a:pt x="219900" y="40782"/>
                  </a:lnTo>
                  <a:cubicBezTo>
                    <a:pt x="220164" y="44070"/>
                    <a:pt x="220004" y="47393"/>
                    <a:pt x="219473" y="50649"/>
                  </a:cubicBezTo>
                  <a:cubicBezTo>
                    <a:pt x="219212" y="52215"/>
                    <a:pt x="218820" y="53782"/>
                    <a:pt x="218428" y="55349"/>
                  </a:cubicBezTo>
                  <a:lnTo>
                    <a:pt x="217775" y="57699"/>
                  </a:lnTo>
                  <a:lnTo>
                    <a:pt x="217384" y="58874"/>
                  </a:lnTo>
                  <a:cubicBezTo>
                    <a:pt x="217253" y="59266"/>
                    <a:pt x="217123" y="59657"/>
                    <a:pt x="216992" y="60049"/>
                  </a:cubicBezTo>
                  <a:cubicBezTo>
                    <a:pt x="216339" y="61485"/>
                    <a:pt x="215687" y="63052"/>
                    <a:pt x="215164" y="64619"/>
                  </a:cubicBezTo>
                  <a:lnTo>
                    <a:pt x="213075" y="69319"/>
                  </a:lnTo>
                  <a:cubicBezTo>
                    <a:pt x="207331" y="81853"/>
                    <a:pt x="202630" y="94778"/>
                    <a:pt x="199105" y="107965"/>
                  </a:cubicBezTo>
                  <a:cubicBezTo>
                    <a:pt x="197408" y="114623"/>
                    <a:pt x="196233" y="121543"/>
                    <a:pt x="195841" y="128332"/>
                  </a:cubicBezTo>
                  <a:cubicBezTo>
                    <a:pt x="195189" y="135252"/>
                    <a:pt x="195711" y="142172"/>
                    <a:pt x="195189" y="148308"/>
                  </a:cubicBezTo>
                  <a:cubicBezTo>
                    <a:pt x="195058" y="149744"/>
                    <a:pt x="194927" y="151050"/>
                    <a:pt x="194797" y="152355"/>
                  </a:cubicBezTo>
                  <a:lnTo>
                    <a:pt x="194014" y="156403"/>
                  </a:lnTo>
                  <a:cubicBezTo>
                    <a:pt x="193752" y="158100"/>
                    <a:pt x="193361" y="159797"/>
                    <a:pt x="192969" y="161364"/>
                  </a:cubicBezTo>
                  <a:cubicBezTo>
                    <a:pt x="192708" y="162931"/>
                    <a:pt x="192186" y="164498"/>
                    <a:pt x="191794" y="165803"/>
                  </a:cubicBezTo>
                  <a:cubicBezTo>
                    <a:pt x="191272" y="168675"/>
                    <a:pt x="190358" y="171026"/>
                    <a:pt x="189836" y="172853"/>
                  </a:cubicBezTo>
                  <a:cubicBezTo>
                    <a:pt x="189444" y="174551"/>
                    <a:pt x="189183" y="175726"/>
                    <a:pt x="189574" y="175856"/>
                  </a:cubicBezTo>
                  <a:cubicBezTo>
                    <a:pt x="189593" y="175865"/>
                    <a:pt x="189614" y="175870"/>
                    <a:pt x="189637" y="175870"/>
                  </a:cubicBezTo>
                  <a:cubicBezTo>
                    <a:pt x="189948" y="175870"/>
                    <a:pt x="190710" y="175048"/>
                    <a:pt x="191925" y="172984"/>
                  </a:cubicBezTo>
                  <a:cubicBezTo>
                    <a:pt x="194144" y="169328"/>
                    <a:pt x="195972" y="165542"/>
                    <a:pt x="197278" y="161495"/>
                  </a:cubicBezTo>
                  <a:cubicBezTo>
                    <a:pt x="197800" y="159797"/>
                    <a:pt x="198191" y="158100"/>
                    <a:pt x="198453" y="156403"/>
                  </a:cubicBezTo>
                  <a:cubicBezTo>
                    <a:pt x="198714" y="155358"/>
                    <a:pt x="198844" y="154444"/>
                    <a:pt x="198975" y="153400"/>
                  </a:cubicBezTo>
                  <a:cubicBezTo>
                    <a:pt x="199236" y="152486"/>
                    <a:pt x="199236" y="151441"/>
                    <a:pt x="199366" y="150528"/>
                  </a:cubicBezTo>
                  <a:cubicBezTo>
                    <a:pt x="199628" y="148700"/>
                    <a:pt x="199628" y="147002"/>
                    <a:pt x="199628" y="145827"/>
                  </a:cubicBezTo>
                  <a:lnTo>
                    <a:pt x="199628" y="143869"/>
                  </a:lnTo>
                  <a:cubicBezTo>
                    <a:pt x="199783" y="142934"/>
                    <a:pt x="199960" y="142578"/>
                    <a:pt x="200140" y="142578"/>
                  </a:cubicBezTo>
                  <a:cubicBezTo>
                    <a:pt x="200414" y="142578"/>
                    <a:pt x="200697" y="143396"/>
                    <a:pt x="200933" y="144261"/>
                  </a:cubicBezTo>
                  <a:cubicBezTo>
                    <a:pt x="201064" y="139430"/>
                    <a:pt x="200933" y="134730"/>
                    <a:pt x="201194" y="130030"/>
                  </a:cubicBezTo>
                  <a:cubicBezTo>
                    <a:pt x="201325" y="127679"/>
                    <a:pt x="201455" y="125329"/>
                    <a:pt x="201847" y="122979"/>
                  </a:cubicBezTo>
                  <a:cubicBezTo>
                    <a:pt x="202239" y="120760"/>
                    <a:pt x="202500" y="118410"/>
                    <a:pt x="203022" y="116060"/>
                  </a:cubicBezTo>
                  <a:cubicBezTo>
                    <a:pt x="204850" y="106790"/>
                    <a:pt x="207592" y="97781"/>
                    <a:pt x="210986" y="88903"/>
                  </a:cubicBezTo>
                  <a:cubicBezTo>
                    <a:pt x="212814" y="84464"/>
                    <a:pt x="214511" y="80155"/>
                    <a:pt x="216339" y="75716"/>
                  </a:cubicBezTo>
                  <a:cubicBezTo>
                    <a:pt x="218297" y="71278"/>
                    <a:pt x="220255" y="67101"/>
                    <a:pt x="222083" y="62402"/>
                  </a:cubicBezTo>
                  <a:lnTo>
                    <a:pt x="222083" y="62402"/>
                  </a:lnTo>
                  <a:cubicBezTo>
                    <a:pt x="220255" y="67101"/>
                    <a:pt x="218428" y="71409"/>
                    <a:pt x="216470" y="75847"/>
                  </a:cubicBezTo>
                  <a:cubicBezTo>
                    <a:pt x="214511" y="80155"/>
                    <a:pt x="212814" y="84725"/>
                    <a:pt x="211117" y="89164"/>
                  </a:cubicBezTo>
                  <a:cubicBezTo>
                    <a:pt x="207722" y="98042"/>
                    <a:pt x="204981" y="107312"/>
                    <a:pt x="203153" y="116712"/>
                  </a:cubicBezTo>
                  <a:cubicBezTo>
                    <a:pt x="202761" y="119062"/>
                    <a:pt x="202239" y="121412"/>
                    <a:pt x="202108" y="123763"/>
                  </a:cubicBezTo>
                  <a:cubicBezTo>
                    <a:pt x="201978" y="126113"/>
                    <a:pt x="201586" y="128463"/>
                    <a:pt x="201586" y="130813"/>
                  </a:cubicBezTo>
                  <a:cubicBezTo>
                    <a:pt x="201325" y="135644"/>
                    <a:pt x="201455" y="140474"/>
                    <a:pt x="201325" y="145436"/>
                  </a:cubicBezTo>
                  <a:cubicBezTo>
                    <a:pt x="201466" y="145789"/>
                    <a:pt x="201607" y="146027"/>
                    <a:pt x="201749" y="146027"/>
                  </a:cubicBezTo>
                  <a:cubicBezTo>
                    <a:pt x="201868" y="146027"/>
                    <a:pt x="201988" y="145855"/>
                    <a:pt x="202108" y="145436"/>
                  </a:cubicBezTo>
                  <a:cubicBezTo>
                    <a:pt x="202500" y="142824"/>
                    <a:pt x="202761" y="140344"/>
                    <a:pt x="202761" y="137863"/>
                  </a:cubicBezTo>
                  <a:cubicBezTo>
                    <a:pt x="202892" y="134860"/>
                    <a:pt x="202892" y="130291"/>
                    <a:pt x="203544" y="124546"/>
                  </a:cubicBezTo>
                  <a:cubicBezTo>
                    <a:pt x="204328" y="118018"/>
                    <a:pt x="205633" y="111620"/>
                    <a:pt x="207461" y="105354"/>
                  </a:cubicBezTo>
                  <a:cubicBezTo>
                    <a:pt x="208245" y="101828"/>
                    <a:pt x="209550" y="98303"/>
                    <a:pt x="210725" y="94778"/>
                  </a:cubicBezTo>
                  <a:cubicBezTo>
                    <a:pt x="211770" y="91122"/>
                    <a:pt x="213206" y="87728"/>
                    <a:pt x="214511" y="84333"/>
                  </a:cubicBezTo>
                  <a:cubicBezTo>
                    <a:pt x="215687" y="80939"/>
                    <a:pt x="217253" y="77544"/>
                    <a:pt x="218559" y="74541"/>
                  </a:cubicBezTo>
                  <a:cubicBezTo>
                    <a:pt x="219212" y="72974"/>
                    <a:pt x="219864" y="71408"/>
                    <a:pt x="220517" y="69972"/>
                  </a:cubicBezTo>
                  <a:cubicBezTo>
                    <a:pt x="221170" y="68535"/>
                    <a:pt x="221823" y="67099"/>
                    <a:pt x="222345" y="65663"/>
                  </a:cubicBezTo>
                  <a:cubicBezTo>
                    <a:pt x="226131" y="57568"/>
                    <a:pt x="227829" y="48690"/>
                    <a:pt x="227306" y="39681"/>
                  </a:cubicBezTo>
                  <a:cubicBezTo>
                    <a:pt x="227176" y="38637"/>
                    <a:pt x="227045" y="37462"/>
                    <a:pt x="226784" y="36287"/>
                  </a:cubicBezTo>
                  <a:cubicBezTo>
                    <a:pt x="226654" y="35242"/>
                    <a:pt x="226523" y="34067"/>
                    <a:pt x="226131" y="32892"/>
                  </a:cubicBezTo>
                  <a:cubicBezTo>
                    <a:pt x="224956" y="28453"/>
                    <a:pt x="222998" y="24145"/>
                    <a:pt x="220517" y="20228"/>
                  </a:cubicBezTo>
                  <a:cubicBezTo>
                    <a:pt x="219864" y="19183"/>
                    <a:pt x="219081" y="18400"/>
                    <a:pt x="218298" y="17356"/>
                  </a:cubicBezTo>
                  <a:lnTo>
                    <a:pt x="217253" y="16050"/>
                  </a:lnTo>
                  <a:lnTo>
                    <a:pt x="216078" y="14744"/>
                  </a:lnTo>
                  <a:cubicBezTo>
                    <a:pt x="209550" y="8086"/>
                    <a:pt x="201194" y="3386"/>
                    <a:pt x="192055" y="1297"/>
                  </a:cubicBezTo>
                  <a:cubicBezTo>
                    <a:pt x="188023" y="433"/>
                    <a:pt x="183940" y="1"/>
                    <a:pt x="17986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2"/>
              </a:buClr>
              <a:buSzPts val="2800"/>
              <a:buFont typeface="Montserrat"/>
              <a:buNone/>
              <a:defRPr b="1" i="0" sz="2800" u="none" cap="none" strike="noStrike">
                <a:solidFill>
                  <a:schemeClr val="lt2"/>
                </a:solidFill>
                <a:latin typeface="Montserrat"/>
                <a:ea typeface="Montserrat"/>
                <a:cs typeface="Montserrat"/>
                <a:sym typeface="Montserrat"/>
              </a:defRPr>
            </a:lvl1pPr>
            <a:lvl2pPr lvl="1" marR="0" rtl="0" algn="l">
              <a:lnSpc>
                <a:spcPct val="100000"/>
              </a:lnSpc>
              <a:spcBef>
                <a:spcPts val="0"/>
              </a:spcBef>
              <a:spcAft>
                <a:spcPts val="0"/>
              </a:spcAft>
              <a:buClr>
                <a:schemeClr val="lt2"/>
              </a:buClr>
              <a:buSzPts val="2800"/>
              <a:buFont typeface="Montserrat"/>
              <a:buNone/>
              <a:defRPr b="1" i="0" sz="2800" u="none" cap="none" strike="noStrike">
                <a:solidFill>
                  <a:schemeClr val="lt2"/>
                </a:solidFill>
                <a:latin typeface="Montserrat"/>
                <a:ea typeface="Montserrat"/>
                <a:cs typeface="Montserrat"/>
                <a:sym typeface="Montserrat"/>
              </a:defRPr>
            </a:lvl2pPr>
            <a:lvl3pPr lvl="2" marR="0" rtl="0" algn="l">
              <a:lnSpc>
                <a:spcPct val="100000"/>
              </a:lnSpc>
              <a:spcBef>
                <a:spcPts val="0"/>
              </a:spcBef>
              <a:spcAft>
                <a:spcPts val="0"/>
              </a:spcAft>
              <a:buClr>
                <a:schemeClr val="lt2"/>
              </a:buClr>
              <a:buSzPts val="2800"/>
              <a:buFont typeface="Montserrat"/>
              <a:buNone/>
              <a:defRPr b="1" i="0" sz="2800" u="none" cap="none" strike="noStrike">
                <a:solidFill>
                  <a:schemeClr val="lt2"/>
                </a:solidFill>
                <a:latin typeface="Montserrat"/>
                <a:ea typeface="Montserrat"/>
                <a:cs typeface="Montserrat"/>
                <a:sym typeface="Montserrat"/>
              </a:defRPr>
            </a:lvl3pPr>
            <a:lvl4pPr lvl="3" marR="0" rtl="0" algn="l">
              <a:lnSpc>
                <a:spcPct val="100000"/>
              </a:lnSpc>
              <a:spcBef>
                <a:spcPts val="0"/>
              </a:spcBef>
              <a:spcAft>
                <a:spcPts val="0"/>
              </a:spcAft>
              <a:buClr>
                <a:schemeClr val="lt2"/>
              </a:buClr>
              <a:buSzPts val="2800"/>
              <a:buFont typeface="Montserrat"/>
              <a:buNone/>
              <a:defRPr b="1" i="0" sz="2800" u="none" cap="none" strike="noStrike">
                <a:solidFill>
                  <a:schemeClr val="lt2"/>
                </a:solidFill>
                <a:latin typeface="Montserrat"/>
                <a:ea typeface="Montserrat"/>
                <a:cs typeface="Montserrat"/>
                <a:sym typeface="Montserrat"/>
              </a:defRPr>
            </a:lvl4pPr>
            <a:lvl5pPr lvl="4" marR="0" rtl="0" algn="l">
              <a:lnSpc>
                <a:spcPct val="100000"/>
              </a:lnSpc>
              <a:spcBef>
                <a:spcPts val="0"/>
              </a:spcBef>
              <a:spcAft>
                <a:spcPts val="0"/>
              </a:spcAft>
              <a:buClr>
                <a:schemeClr val="lt2"/>
              </a:buClr>
              <a:buSzPts val="2800"/>
              <a:buFont typeface="Montserrat"/>
              <a:buNone/>
              <a:defRPr b="1" i="0" sz="2800" u="none" cap="none" strike="noStrike">
                <a:solidFill>
                  <a:schemeClr val="lt2"/>
                </a:solidFill>
                <a:latin typeface="Montserrat"/>
                <a:ea typeface="Montserrat"/>
                <a:cs typeface="Montserrat"/>
                <a:sym typeface="Montserrat"/>
              </a:defRPr>
            </a:lvl5pPr>
            <a:lvl6pPr lvl="5" marR="0" rtl="0" algn="l">
              <a:lnSpc>
                <a:spcPct val="100000"/>
              </a:lnSpc>
              <a:spcBef>
                <a:spcPts val="0"/>
              </a:spcBef>
              <a:spcAft>
                <a:spcPts val="0"/>
              </a:spcAft>
              <a:buClr>
                <a:schemeClr val="lt2"/>
              </a:buClr>
              <a:buSzPts val="2800"/>
              <a:buFont typeface="Montserrat"/>
              <a:buNone/>
              <a:defRPr b="1" i="0" sz="2800" u="none" cap="none" strike="noStrike">
                <a:solidFill>
                  <a:schemeClr val="lt2"/>
                </a:solidFill>
                <a:latin typeface="Montserrat"/>
                <a:ea typeface="Montserrat"/>
                <a:cs typeface="Montserrat"/>
                <a:sym typeface="Montserrat"/>
              </a:defRPr>
            </a:lvl6pPr>
            <a:lvl7pPr lvl="6" marR="0" rtl="0" algn="l">
              <a:lnSpc>
                <a:spcPct val="100000"/>
              </a:lnSpc>
              <a:spcBef>
                <a:spcPts val="0"/>
              </a:spcBef>
              <a:spcAft>
                <a:spcPts val="0"/>
              </a:spcAft>
              <a:buClr>
                <a:schemeClr val="lt2"/>
              </a:buClr>
              <a:buSzPts val="2800"/>
              <a:buFont typeface="Montserrat"/>
              <a:buNone/>
              <a:defRPr b="1" i="0" sz="2800" u="none" cap="none" strike="noStrike">
                <a:solidFill>
                  <a:schemeClr val="lt2"/>
                </a:solidFill>
                <a:latin typeface="Montserrat"/>
                <a:ea typeface="Montserrat"/>
                <a:cs typeface="Montserrat"/>
                <a:sym typeface="Montserrat"/>
              </a:defRPr>
            </a:lvl7pPr>
            <a:lvl8pPr lvl="7" marR="0" rtl="0" algn="l">
              <a:lnSpc>
                <a:spcPct val="100000"/>
              </a:lnSpc>
              <a:spcBef>
                <a:spcPts val="0"/>
              </a:spcBef>
              <a:spcAft>
                <a:spcPts val="0"/>
              </a:spcAft>
              <a:buClr>
                <a:schemeClr val="lt2"/>
              </a:buClr>
              <a:buSzPts val="2800"/>
              <a:buFont typeface="Montserrat"/>
              <a:buNone/>
              <a:defRPr b="1" i="0" sz="2800" u="none" cap="none" strike="noStrike">
                <a:solidFill>
                  <a:schemeClr val="lt2"/>
                </a:solidFill>
                <a:latin typeface="Montserrat"/>
                <a:ea typeface="Montserrat"/>
                <a:cs typeface="Montserrat"/>
                <a:sym typeface="Montserrat"/>
              </a:defRPr>
            </a:lvl8pPr>
            <a:lvl9pPr lvl="8" marR="0" rtl="0" algn="l">
              <a:lnSpc>
                <a:spcPct val="100000"/>
              </a:lnSpc>
              <a:spcBef>
                <a:spcPts val="0"/>
              </a:spcBef>
              <a:spcAft>
                <a:spcPts val="0"/>
              </a:spcAft>
              <a:buClr>
                <a:schemeClr val="lt2"/>
              </a:buClr>
              <a:buSzPts val="2800"/>
              <a:buFont typeface="Montserrat"/>
              <a:buNone/>
              <a:defRPr b="1" i="0" sz="2800" u="none" cap="none" strike="noStrike">
                <a:solidFill>
                  <a:schemeClr val="lt2"/>
                </a:solidFill>
                <a:latin typeface="Montserrat"/>
                <a:ea typeface="Montserrat"/>
                <a:cs typeface="Montserrat"/>
                <a:sym typeface="Montserrat"/>
              </a:defRPr>
            </a:lvl9pPr>
          </a:lstStyle>
          <a:p/>
        </p:txBody>
      </p:sp>
      <p:sp>
        <p:nvSpPr>
          <p:cNvPr id="7" name="Google Shape;7;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1pPr>
            <a:lvl2pPr indent="-317500" lvl="1" marL="914400" marR="0" rtl="0" algn="l">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2pPr>
            <a:lvl3pPr indent="-317500" lvl="2" marL="1371600" marR="0" rtl="0" algn="l">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3pPr>
            <a:lvl4pPr indent="-317500" lvl="3" marL="1828800" marR="0" rtl="0" algn="l">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4pPr>
            <a:lvl5pPr indent="-317500" lvl="4" marL="2286000" marR="0" rtl="0" algn="l">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5pPr>
            <a:lvl6pPr indent="-317500" lvl="5" marL="2743200" marR="0" rtl="0" algn="l">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6pPr>
            <a:lvl7pPr indent="-317500" lvl="6" marL="3200400" marR="0" rtl="0" algn="l">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7pPr>
            <a:lvl8pPr indent="-317500" lvl="7" marL="3657600" marR="0" rtl="0" algn="l">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8pPr>
            <a:lvl9pPr indent="-317500" lvl="8" marL="4114800" marR="0" rtl="0" algn="l">
              <a:lnSpc>
                <a:spcPct val="115000"/>
              </a:lnSpc>
              <a:spcBef>
                <a:spcPts val="1600"/>
              </a:spcBef>
              <a:spcAft>
                <a:spcPts val="160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1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2" name="Shape 1462"/>
        <p:cNvGrpSpPr/>
        <p:nvPr/>
      </p:nvGrpSpPr>
      <p:grpSpPr>
        <a:xfrm>
          <a:off x="0" y="0"/>
          <a:ext cx="0" cy="0"/>
          <a:chOff x="0" y="0"/>
          <a:chExt cx="0" cy="0"/>
        </a:xfrm>
      </p:grpSpPr>
      <p:sp>
        <p:nvSpPr>
          <p:cNvPr id="1463" name="Google Shape;1463;p1"/>
          <p:cNvSpPr txBox="1"/>
          <p:nvPr>
            <p:ph type="title"/>
          </p:nvPr>
        </p:nvSpPr>
        <p:spPr>
          <a:xfrm>
            <a:off x="1157250" y="858628"/>
            <a:ext cx="6829500" cy="1664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7000"/>
              <a:buNone/>
            </a:pPr>
            <a:r>
              <a:rPr lang="en-US" sz="5100">
                <a:latin typeface="Arial"/>
                <a:ea typeface="Arial"/>
                <a:cs typeface="Arial"/>
                <a:sym typeface="Arial"/>
              </a:rPr>
              <a:t>KOL Trustworthiness &amp; Success</a:t>
            </a:r>
            <a:endParaRPr sz="5100">
              <a:latin typeface="Arial"/>
              <a:ea typeface="Arial"/>
              <a:cs typeface="Arial"/>
              <a:sym typeface="Arial"/>
            </a:endParaRPr>
          </a:p>
        </p:txBody>
      </p:sp>
      <p:sp>
        <p:nvSpPr>
          <p:cNvPr id="1464" name="Google Shape;1464;p1"/>
          <p:cNvSpPr txBox="1"/>
          <p:nvPr>
            <p:ph idx="1" type="subTitle"/>
          </p:nvPr>
        </p:nvSpPr>
        <p:spPr>
          <a:xfrm>
            <a:off x="729861" y="2571750"/>
            <a:ext cx="3036649" cy="4999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1600"/>
              </a:spcAft>
              <a:buSzPts val="2100"/>
              <a:buNone/>
            </a:pPr>
            <a:r>
              <a:rPr lang="en-US" sz="1800"/>
              <a:t>GVHD:</a:t>
            </a:r>
            <a:r>
              <a:rPr lang="en-US"/>
              <a:t> TS. </a:t>
            </a:r>
            <a:r>
              <a:rPr b="1" lang="en-US">
                <a:latin typeface="Arial"/>
                <a:ea typeface="Arial"/>
                <a:cs typeface="Arial"/>
                <a:sym typeface="Arial"/>
              </a:rPr>
              <a:t>Hà Minh Tân</a:t>
            </a:r>
            <a:endParaRPr b="1">
              <a:latin typeface="Arial"/>
              <a:ea typeface="Arial"/>
              <a:cs typeface="Arial"/>
              <a:sym typeface="Arial"/>
            </a:endParaRPr>
          </a:p>
        </p:txBody>
      </p:sp>
      <p:sp>
        <p:nvSpPr>
          <p:cNvPr id="1465" name="Google Shape;1465;p1"/>
          <p:cNvSpPr txBox="1"/>
          <p:nvPr/>
        </p:nvSpPr>
        <p:spPr>
          <a:xfrm>
            <a:off x="2783271" y="531977"/>
            <a:ext cx="3577457" cy="4126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7000"/>
              <a:buFont typeface="Montserrat"/>
              <a:buNone/>
            </a:pPr>
            <a:r>
              <a:rPr b="1" i="0" lang="en-US" sz="2800" u="none" cap="none" strike="noStrike">
                <a:solidFill>
                  <a:schemeClr val="lt2"/>
                </a:solidFill>
                <a:latin typeface="Arial"/>
                <a:ea typeface="Arial"/>
                <a:cs typeface="Arial"/>
                <a:sym typeface="Arial"/>
              </a:rPr>
              <a:t>Báo cáo cuối kỳ</a:t>
            </a:r>
            <a:endParaRPr b="1" i="0" sz="2800" u="none" cap="none" strike="noStrike">
              <a:solidFill>
                <a:schemeClr val="lt2"/>
              </a:solidFill>
              <a:latin typeface="Arial"/>
              <a:ea typeface="Arial"/>
              <a:cs typeface="Arial"/>
              <a:sym typeface="Arial"/>
            </a:endParaRPr>
          </a:p>
        </p:txBody>
      </p:sp>
      <p:sp>
        <p:nvSpPr>
          <p:cNvPr id="1466" name="Google Shape;1466;p1"/>
          <p:cNvSpPr txBox="1"/>
          <p:nvPr/>
        </p:nvSpPr>
        <p:spPr>
          <a:xfrm>
            <a:off x="729861" y="3044650"/>
            <a:ext cx="2474686" cy="606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600"/>
              </a:spcAft>
              <a:buClr>
                <a:schemeClr val="lt2"/>
              </a:buClr>
              <a:buSzPts val="2100"/>
              <a:buFont typeface="Montserrat"/>
              <a:buNone/>
            </a:pPr>
            <a:r>
              <a:rPr b="0" i="0" lang="en-US" sz="1800" u="none" cap="none" strike="noStrike">
                <a:solidFill>
                  <a:schemeClr val="lt2"/>
                </a:solidFill>
                <a:latin typeface="Montserrat"/>
                <a:ea typeface="Montserrat"/>
                <a:cs typeface="Montserrat"/>
                <a:sym typeface="Montserrat"/>
              </a:rPr>
              <a:t>Sinh viên thực hiện:</a:t>
            </a:r>
            <a:endParaRPr/>
          </a:p>
        </p:txBody>
      </p:sp>
      <p:sp>
        <p:nvSpPr>
          <p:cNvPr id="1467" name="Google Shape;1467;p1"/>
          <p:cNvSpPr txBox="1"/>
          <p:nvPr/>
        </p:nvSpPr>
        <p:spPr>
          <a:xfrm>
            <a:off x="1914569" y="3449330"/>
            <a:ext cx="3842972" cy="100722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2"/>
              </a:buClr>
              <a:buSzPts val="2100"/>
              <a:buFont typeface="Montserrat"/>
              <a:buNone/>
            </a:pPr>
            <a:r>
              <a:rPr b="0" i="0" lang="en-US" sz="1800" u="none" cap="none" strike="noStrike">
                <a:solidFill>
                  <a:schemeClr val="lt2"/>
                </a:solidFill>
                <a:latin typeface="Montserrat"/>
                <a:ea typeface="Montserrat"/>
                <a:cs typeface="Montserrat"/>
                <a:sym typeface="Montserrat"/>
              </a:rPr>
              <a:t>23521716  – Nguyễn Anh Tuấn</a:t>
            </a:r>
            <a:endParaRPr/>
          </a:p>
          <a:p>
            <a:pPr indent="0" lvl="0" marL="0" marR="0" rtl="0" algn="l">
              <a:lnSpc>
                <a:spcPct val="100000"/>
              </a:lnSpc>
              <a:spcBef>
                <a:spcPts val="1600"/>
              </a:spcBef>
              <a:spcAft>
                <a:spcPts val="1600"/>
              </a:spcAft>
              <a:buClr>
                <a:schemeClr val="lt2"/>
              </a:buClr>
              <a:buSzPts val="2100"/>
              <a:buFont typeface="Montserrat"/>
              <a:buNone/>
            </a:pPr>
            <a:r>
              <a:rPr b="0" i="0" lang="en-US" sz="1800" u="none" cap="none" strike="noStrike">
                <a:solidFill>
                  <a:schemeClr val="lt2"/>
                </a:solidFill>
                <a:latin typeface="Montserrat"/>
                <a:ea typeface="Montserrat"/>
                <a:cs typeface="Montserrat"/>
                <a:sym typeface="Montserrat"/>
              </a:rPr>
              <a:t>23521584 – Phan Thị Xuân Tiên</a:t>
            </a:r>
            <a:endParaRPr/>
          </a:p>
        </p:txBody>
      </p:sp>
      <p:sp>
        <p:nvSpPr>
          <p:cNvPr id="1468" name="Google Shape;1468;p1"/>
          <p:cNvSpPr txBox="1"/>
          <p:nvPr/>
        </p:nvSpPr>
        <p:spPr>
          <a:xfrm>
            <a:off x="3766510" y="2571749"/>
            <a:ext cx="1352632" cy="472901"/>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Clr>
                <a:schemeClr val="lt2"/>
              </a:buClr>
              <a:buSzPts val="2100"/>
              <a:buFont typeface="Montserrat"/>
              <a:buNone/>
            </a:pPr>
            <a:r>
              <a:rPr b="0" i="0" lang="en-US" sz="1800" u="none" cap="none" strike="noStrike">
                <a:solidFill>
                  <a:schemeClr val="lt2"/>
                </a:solidFill>
                <a:latin typeface="Montserrat"/>
                <a:ea typeface="Montserrat"/>
                <a:cs typeface="Montserrat"/>
                <a:sym typeface="Montserrat"/>
              </a:rPr>
              <a:t>Môn học:</a:t>
            </a:r>
            <a:endParaRPr b="1" i="0" sz="2100" u="none" cap="none" strike="noStrike">
              <a:solidFill>
                <a:schemeClr val="lt2"/>
              </a:solidFill>
              <a:latin typeface="Arial"/>
              <a:ea typeface="Arial"/>
              <a:cs typeface="Arial"/>
              <a:sym typeface="Arial"/>
            </a:endParaRPr>
          </a:p>
        </p:txBody>
      </p:sp>
      <p:sp>
        <p:nvSpPr>
          <p:cNvPr id="1469" name="Google Shape;1469;p1"/>
          <p:cNvSpPr txBox="1"/>
          <p:nvPr/>
        </p:nvSpPr>
        <p:spPr>
          <a:xfrm>
            <a:off x="4941950" y="2575335"/>
            <a:ext cx="2935769"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100" u="none" cap="none" strike="noStrike">
                <a:solidFill>
                  <a:schemeClr val="accent6"/>
                </a:solidFill>
                <a:latin typeface="Arial"/>
                <a:ea typeface="Arial"/>
                <a:cs typeface="Arial"/>
                <a:sym typeface="Arial"/>
              </a:rPr>
              <a:t>IE221 – Công </a:t>
            </a:r>
            <a:r>
              <a:rPr b="1" i="0" lang="en-US" sz="2100" u="none" cap="none" strike="noStrike">
                <a:solidFill>
                  <a:schemeClr val="lt2"/>
                </a:solidFill>
                <a:latin typeface="Arial"/>
                <a:ea typeface="Arial"/>
                <a:cs typeface="Arial"/>
                <a:sym typeface="Arial"/>
              </a:rPr>
              <a:t>nghệ</a:t>
            </a:r>
            <a:r>
              <a:rPr b="1" i="0" lang="en-US" sz="2100" u="none" cap="none" strike="noStrike">
                <a:solidFill>
                  <a:schemeClr val="accent6"/>
                </a:solidFill>
                <a:latin typeface="Arial"/>
                <a:ea typeface="Arial"/>
                <a:cs typeface="Arial"/>
                <a:sym typeface="Arial"/>
              </a:rPr>
              <a:t> Dữ liệu lớn</a:t>
            </a:r>
            <a:endParaRPr b="0" i="0" sz="2100" u="none" cap="none" strike="noStrike">
              <a:solidFill>
                <a:schemeClr val="accent6"/>
              </a:solidFill>
              <a:latin typeface="Arial"/>
              <a:ea typeface="Arial"/>
              <a:cs typeface="Arial"/>
              <a:sym typeface="Arial"/>
            </a:endParaRPr>
          </a:p>
        </p:txBody>
      </p:sp>
      <p:sp>
        <p:nvSpPr>
          <p:cNvPr id="1470" name="Google Shape;1470;p1"/>
          <p:cNvSpPr txBox="1"/>
          <p:nvPr/>
        </p:nvSpPr>
        <p:spPr>
          <a:xfrm>
            <a:off x="12539401" y="2054861"/>
            <a:ext cx="1858156" cy="65017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1600"/>
              <a:buFont typeface="Montserrat"/>
              <a:buNone/>
            </a:pPr>
            <a:r>
              <a:rPr b="0" i="0" lang="en-US" sz="1800" u="none" cap="none" strike="noStrike">
                <a:solidFill>
                  <a:schemeClr val="lt2"/>
                </a:solidFill>
                <a:latin typeface="Montserrat ExtraBold"/>
                <a:ea typeface="Montserrat ExtraBold"/>
                <a:cs typeface="Montserrat ExtraBold"/>
                <a:sym typeface="Montserrat ExtraBold"/>
              </a:rPr>
              <a:t>Phương pháp thực hiện</a:t>
            </a:r>
            <a:endParaRPr b="0" i="0" sz="1800" u="none" cap="none" strike="noStrike">
              <a:solidFill>
                <a:schemeClr val="lt2"/>
              </a:solidFill>
              <a:latin typeface="Montserrat ExtraBold"/>
              <a:ea typeface="Montserrat ExtraBold"/>
              <a:cs typeface="Montserrat ExtraBold"/>
              <a:sym typeface="Montserrat ExtraBold"/>
            </a:endParaRPr>
          </a:p>
        </p:txBody>
      </p:sp>
      <p:sp>
        <p:nvSpPr>
          <p:cNvPr id="1471" name="Google Shape;1471;p1"/>
          <p:cNvSpPr txBox="1"/>
          <p:nvPr/>
        </p:nvSpPr>
        <p:spPr>
          <a:xfrm>
            <a:off x="12655479" y="1114597"/>
            <a:ext cx="1626000" cy="833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4"/>
              </a:buClr>
              <a:buSzPts val="6200"/>
              <a:buFont typeface="Montserrat"/>
              <a:buNone/>
            </a:pPr>
            <a:r>
              <a:rPr b="1" i="0" lang="en-US" sz="6000" u="none" cap="none" strike="noStrike">
                <a:solidFill>
                  <a:schemeClr val="lt2"/>
                </a:solidFill>
                <a:latin typeface="Montserrat ExtraBold"/>
                <a:ea typeface="Montserrat ExtraBold"/>
                <a:cs typeface="Montserrat ExtraBold"/>
                <a:sym typeface="Montserrat ExtraBold"/>
              </a:rPr>
              <a:t>04</a:t>
            </a:r>
            <a:endParaRPr/>
          </a:p>
        </p:txBody>
      </p:sp>
      <p:sp>
        <p:nvSpPr>
          <p:cNvPr id="1472" name="Google Shape;1472;p1"/>
          <p:cNvSpPr txBox="1"/>
          <p:nvPr/>
        </p:nvSpPr>
        <p:spPr>
          <a:xfrm>
            <a:off x="10365625" y="2021426"/>
            <a:ext cx="1780200" cy="65017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1600"/>
              <a:buFont typeface="Montserrat"/>
              <a:buNone/>
            </a:pPr>
            <a:r>
              <a:rPr b="0" i="0" lang="en-US" sz="1800" u="none" cap="none" strike="noStrike">
                <a:solidFill>
                  <a:schemeClr val="lt2"/>
                </a:solidFill>
                <a:latin typeface="Montserrat ExtraBold"/>
                <a:ea typeface="Montserrat ExtraBold"/>
                <a:cs typeface="Montserrat ExtraBold"/>
                <a:sym typeface="Montserrat ExtraBold"/>
              </a:rPr>
              <a:t>Nghiên cứu liên quan</a:t>
            </a:r>
            <a:endParaRPr b="0" i="0" sz="1800" u="none" cap="none" strike="noStrike">
              <a:solidFill>
                <a:schemeClr val="lt2"/>
              </a:solidFill>
              <a:latin typeface="Montserrat ExtraBold"/>
              <a:ea typeface="Montserrat ExtraBold"/>
              <a:cs typeface="Montserrat ExtraBold"/>
              <a:sym typeface="Montserrat ExtraBold"/>
            </a:endParaRPr>
          </a:p>
        </p:txBody>
      </p:sp>
      <p:sp>
        <p:nvSpPr>
          <p:cNvPr id="1473" name="Google Shape;1473;p1"/>
          <p:cNvSpPr txBox="1"/>
          <p:nvPr/>
        </p:nvSpPr>
        <p:spPr>
          <a:xfrm>
            <a:off x="10442725" y="1109063"/>
            <a:ext cx="1626000" cy="833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4"/>
              </a:buClr>
              <a:buSzPts val="6200"/>
              <a:buFont typeface="Montserrat"/>
              <a:buNone/>
            </a:pPr>
            <a:r>
              <a:rPr b="1" i="0" lang="en-US" sz="6000" u="none" cap="none" strike="noStrike">
                <a:solidFill>
                  <a:schemeClr val="accent4"/>
                </a:solidFill>
                <a:latin typeface="Montserrat ExtraBold"/>
                <a:ea typeface="Montserrat ExtraBold"/>
                <a:cs typeface="Montserrat ExtraBold"/>
                <a:sym typeface="Montserrat ExtraBold"/>
              </a:rPr>
              <a:t>03</a:t>
            </a:r>
            <a:endParaRPr/>
          </a:p>
        </p:txBody>
      </p:sp>
      <p:sp>
        <p:nvSpPr>
          <p:cNvPr id="1474" name="Google Shape;1474;p1"/>
          <p:cNvSpPr txBox="1"/>
          <p:nvPr/>
        </p:nvSpPr>
        <p:spPr>
          <a:xfrm>
            <a:off x="11372464" y="3829948"/>
            <a:ext cx="1780200" cy="650175"/>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1600"/>
              <a:buFont typeface="Montserrat"/>
              <a:buNone/>
            </a:pPr>
            <a:r>
              <a:rPr b="0" i="0" lang="en-US" sz="1800" u="none" cap="none" strike="noStrike">
                <a:solidFill>
                  <a:schemeClr val="lt2"/>
                </a:solidFill>
                <a:latin typeface="Montserrat ExtraBold"/>
                <a:ea typeface="Montserrat ExtraBold"/>
                <a:cs typeface="Montserrat ExtraBold"/>
                <a:sym typeface="Montserrat ExtraBold"/>
              </a:rPr>
              <a:t>Kết luận</a:t>
            </a:r>
            <a:endParaRPr b="0" i="0" sz="1800" u="none" cap="none" strike="noStrike">
              <a:solidFill>
                <a:schemeClr val="lt2"/>
              </a:solidFill>
              <a:latin typeface="Montserrat ExtraBold"/>
              <a:ea typeface="Montserrat ExtraBold"/>
              <a:cs typeface="Montserrat ExtraBold"/>
              <a:sym typeface="Montserrat ExtraBold"/>
            </a:endParaRPr>
          </a:p>
        </p:txBody>
      </p:sp>
      <p:sp>
        <p:nvSpPr>
          <p:cNvPr id="1475" name="Google Shape;1475;p1"/>
          <p:cNvSpPr txBox="1"/>
          <p:nvPr/>
        </p:nvSpPr>
        <p:spPr>
          <a:xfrm>
            <a:off x="11449564" y="2917585"/>
            <a:ext cx="1626000" cy="833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4"/>
              </a:buClr>
              <a:buSzPts val="6200"/>
              <a:buFont typeface="Montserrat"/>
              <a:buNone/>
            </a:pPr>
            <a:r>
              <a:rPr b="1" i="0" lang="en-US" sz="6000" u="none" cap="none" strike="noStrike">
                <a:solidFill>
                  <a:srgbClr val="377FA5"/>
                </a:solidFill>
                <a:latin typeface="Montserrat ExtraBold"/>
                <a:ea typeface="Montserrat ExtraBold"/>
                <a:cs typeface="Montserrat ExtraBold"/>
                <a:sym typeface="Montserrat ExtraBold"/>
              </a:rPr>
              <a:t>07</a:t>
            </a:r>
            <a:endParaRPr/>
          </a:p>
        </p:txBody>
      </p:sp>
      <p:sp>
        <p:nvSpPr>
          <p:cNvPr id="1476" name="Google Shape;1476;p1"/>
          <p:cNvSpPr txBox="1"/>
          <p:nvPr/>
        </p:nvSpPr>
        <p:spPr>
          <a:xfrm>
            <a:off x="-3832334" y="2054862"/>
            <a:ext cx="1981487" cy="650174"/>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1600"/>
              <a:buFont typeface="Montserrat"/>
              <a:buNone/>
            </a:pPr>
            <a:r>
              <a:rPr b="0" i="0" lang="en-US" sz="1800" u="none" cap="none" strike="noStrike">
                <a:solidFill>
                  <a:schemeClr val="lt2"/>
                </a:solidFill>
                <a:latin typeface="Montserrat ExtraBold"/>
                <a:ea typeface="Montserrat ExtraBold"/>
                <a:cs typeface="Montserrat ExtraBold"/>
                <a:sym typeface="Montserrat ExtraBold"/>
              </a:rPr>
              <a:t>Động lực &amp; Tính thực tiễn</a:t>
            </a:r>
            <a:endParaRPr b="0" i="0" sz="1800" u="none" cap="none" strike="noStrike">
              <a:solidFill>
                <a:schemeClr val="lt2"/>
              </a:solidFill>
              <a:latin typeface="Montserrat ExtraBold"/>
              <a:ea typeface="Montserrat ExtraBold"/>
              <a:cs typeface="Montserrat ExtraBold"/>
              <a:sym typeface="Montserrat ExtraBold"/>
            </a:endParaRPr>
          </a:p>
        </p:txBody>
      </p:sp>
      <p:sp>
        <p:nvSpPr>
          <p:cNvPr id="1477" name="Google Shape;1477;p1"/>
          <p:cNvSpPr txBox="1"/>
          <p:nvPr/>
        </p:nvSpPr>
        <p:spPr>
          <a:xfrm>
            <a:off x="-3654590" y="1137650"/>
            <a:ext cx="1626000" cy="833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3"/>
              </a:buClr>
              <a:buSzPts val="6200"/>
              <a:buFont typeface="Montserrat"/>
              <a:buNone/>
            </a:pPr>
            <a:r>
              <a:rPr b="1" i="0" lang="en-US" sz="6000" u="none" cap="none" strike="noStrike">
                <a:solidFill>
                  <a:schemeClr val="accent3"/>
                </a:solidFill>
                <a:latin typeface="Montserrat ExtraBold"/>
                <a:ea typeface="Montserrat ExtraBold"/>
                <a:cs typeface="Montserrat ExtraBold"/>
                <a:sym typeface="Montserrat ExtraBold"/>
              </a:rPr>
              <a:t>02</a:t>
            </a:r>
            <a:endParaRPr/>
          </a:p>
        </p:txBody>
      </p:sp>
      <p:sp>
        <p:nvSpPr>
          <p:cNvPr id="1478" name="Google Shape;1478;p1"/>
          <p:cNvSpPr txBox="1"/>
          <p:nvPr/>
        </p:nvSpPr>
        <p:spPr>
          <a:xfrm>
            <a:off x="-5609172" y="2026274"/>
            <a:ext cx="1511002" cy="622273"/>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1600"/>
              <a:buFont typeface="Montserrat"/>
              <a:buNone/>
            </a:pPr>
            <a:r>
              <a:rPr b="0" i="0" lang="en-US" sz="1800" u="none" cap="none" strike="noStrike">
                <a:solidFill>
                  <a:schemeClr val="lt2"/>
                </a:solidFill>
                <a:latin typeface="Montserrat ExtraBold"/>
                <a:ea typeface="Montserrat ExtraBold"/>
                <a:cs typeface="Montserrat ExtraBold"/>
                <a:sym typeface="Montserrat ExtraBold"/>
              </a:rPr>
              <a:t>Phạm vi đề tài</a:t>
            </a:r>
            <a:endParaRPr b="0" i="0" sz="1800" u="none" cap="none" strike="noStrike">
              <a:solidFill>
                <a:schemeClr val="lt2"/>
              </a:solidFill>
              <a:latin typeface="Montserrat ExtraBold"/>
              <a:ea typeface="Montserrat ExtraBold"/>
              <a:cs typeface="Montserrat ExtraBold"/>
              <a:sym typeface="Montserrat ExtraBold"/>
            </a:endParaRPr>
          </a:p>
        </p:txBody>
      </p:sp>
      <p:sp>
        <p:nvSpPr>
          <p:cNvPr id="1479" name="Google Shape;1479;p1"/>
          <p:cNvSpPr txBox="1"/>
          <p:nvPr/>
        </p:nvSpPr>
        <p:spPr>
          <a:xfrm>
            <a:off x="-5666671" y="1109063"/>
            <a:ext cx="1626000" cy="833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DB32C"/>
              </a:buClr>
              <a:buSzPts val="6200"/>
              <a:buFont typeface="Montserrat"/>
              <a:buNone/>
            </a:pPr>
            <a:r>
              <a:rPr b="1" i="0" lang="en-US" sz="6000" u="none" cap="none" strike="noStrike">
                <a:solidFill>
                  <a:schemeClr val="accent2"/>
                </a:solidFill>
                <a:latin typeface="Montserrat ExtraBold"/>
                <a:ea typeface="Montserrat ExtraBold"/>
                <a:cs typeface="Montserrat ExtraBold"/>
                <a:sym typeface="Montserrat ExtraBold"/>
              </a:rPr>
              <a:t>01</a:t>
            </a:r>
            <a:endParaRPr b="1" i="0" sz="6000" u="none" cap="none" strike="noStrike">
              <a:solidFill>
                <a:schemeClr val="accent2"/>
              </a:solidFill>
              <a:latin typeface="Montserrat ExtraBold"/>
              <a:ea typeface="Montserrat ExtraBold"/>
              <a:cs typeface="Montserrat ExtraBold"/>
              <a:sym typeface="Montserrat ExtraBold"/>
            </a:endParaRPr>
          </a:p>
        </p:txBody>
      </p:sp>
      <p:sp>
        <p:nvSpPr>
          <p:cNvPr id="1480" name="Google Shape;1480;p1"/>
          <p:cNvSpPr txBox="1"/>
          <p:nvPr/>
        </p:nvSpPr>
        <p:spPr>
          <a:xfrm>
            <a:off x="-2825495" y="3863384"/>
            <a:ext cx="1981487" cy="650174"/>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1600"/>
              <a:buFont typeface="Montserrat"/>
              <a:buNone/>
            </a:pPr>
            <a:r>
              <a:rPr b="0" i="0" lang="en-US" sz="1800" u="none" cap="none" strike="noStrike">
                <a:solidFill>
                  <a:schemeClr val="lt2"/>
                </a:solidFill>
                <a:latin typeface="Montserrat ExtraBold"/>
                <a:ea typeface="Montserrat ExtraBold"/>
                <a:cs typeface="Montserrat ExtraBold"/>
                <a:sym typeface="Montserrat ExtraBold"/>
              </a:rPr>
              <a:t>Kết quả thực nghiệm</a:t>
            </a:r>
            <a:endParaRPr b="0" i="0" sz="1800" u="none" cap="none" strike="noStrike">
              <a:solidFill>
                <a:schemeClr val="lt2"/>
              </a:solidFill>
              <a:latin typeface="Montserrat ExtraBold"/>
              <a:ea typeface="Montserrat ExtraBold"/>
              <a:cs typeface="Montserrat ExtraBold"/>
              <a:sym typeface="Montserrat ExtraBold"/>
            </a:endParaRPr>
          </a:p>
        </p:txBody>
      </p:sp>
      <p:sp>
        <p:nvSpPr>
          <p:cNvPr id="1481" name="Google Shape;1481;p1"/>
          <p:cNvSpPr txBox="1"/>
          <p:nvPr/>
        </p:nvSpPr>
        <p:spPr>
          <a:xfrm>
            <a:off x="-2647751" y="2946172"/>
            <a:ext cx="1626000" cy="833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3"/>
              </a:buClr>
              <a:buSzPts val="6200"/>
              <a:buFont typeface="Montserrat"/>
              <a:buNone/>
            </a:pPr>
            <a:r>
              <a:rPr b="1" i="0" lang="en-US" sz="6000" u="none" cap="none" strike="noStrike">
                <a:solidFill>
                  <a:srgbClr val="E0517E"/>
                </a:solidFill>
                <a:latin typeface="Montserrat ExtraBold"/>
                <a:ea typeface="Montserrat ExtraBold"/>
                <a:cs typeface="Montserrat ExtraBold"/>
                <a:sym typeface="Montserrat ExtraBold"/>
              </a:rPr>
              <a:t>06</a:t>
            </a:r>
            <a:endParaRPr/>
          </a:p>
        </p:txBody>
      </p:sp>
      <p:sp>
        <p:nvSpPr>
          <p:cNvPr id="1482" name="Google Shape;1482;p1"/>
          <p:cNvSpPr txBox="1"/>
          <p:nvPr/>
        </p:nvSpPr>
        <p:spPr>
          <a:xfrm>
            <a:off x="-4602333" y="3834796"/>
            <a:ext cx="1511002" cy="622273"/>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1600"/>
              <a:buFont typeface="Montserrat"/>
              <a:buNone/>
            </a:pPr>
            <a:r>
              <a:rPr b="0" i="0" lang="en-US" sz="1800" u="none" cap="none" strike="noStrike">
                <a:solidFill>
                  <a:schemeClr val="lt2"/>
                </a:solidFill>
                <a:latin typeface="Montserrat ExtraBold"/>
                <a:ea typeface="Montserrat ExtraBold"/>
                <a:cs typeface="Montserrat ExtraBold"/>
                <a:sym typeface="Montserrat ExtraBold"/>
              </a:rPr>
              <a:t>Xây dựng mô hình</a:t>
            </a:r>
            <a:endParaRPr b="0" i="0" sz="1800" u="none" cap="none" strike="noStrike">
              <a:solidFill>
                <a:schemeClr val="lt2"/>
              </a:solidFill>
              <a:latin typeface="Montserrat ExtraBold"/>
              <a:ea typeface="Montserrat ExtraBold"/>
              <a:cs typeface="Montserrat ExtraBold"/>
              <a:sym typeface="Montserrat ExtraBold"/>
            </a:endParaRPr>
          </a:p>
        </p:txBody>
      </p:sp>
      <p:sp>
        <p:nvSpPr>
          <p:cNvPr id="1483" name="Google Shape;1483;p1"/>
          <p:cNvSpPr txBox="1"/>
          <p:nvPr/>
        </p:nvSpPr>
        <p:spPr>
          <a:xfrm>
            <a:off x="-4659832" y="2917585"/>
            <a:ext cx="1626000" cy="833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DB32C"/>
              </a:buClr>
              <a:buSzPts val="6200"/>
              <a:buFont typeface="Montserrat"/>
              <a:buNone/>
            </a:pPr>
            <a:r>
              <a:rPr b="1" i="0" lang="en-US" sz="6000" u="none" cap="none" strike="noStrike">
                <a:solidFill>
                  <a:srgbClr val="4158CB"/>
                </a:solidFill>
                <a:latin typeface="Montserrat ExtraBold"/>
                <a:ea typeface="Montserrat ExtraBold"/>
                <a:cs typeface="Montserrat ExtraBold"/>
                <a:sym typeface="Montserrat ExtraBold"/>
              </a:rPr>
              <a:t>05</a:t>
            </a:r>
            <a:endParaRPr/>
          </a:p>
        </p:txBody>
      </p:sp>
      <p:sp>
        <p:nvSpPr>
          <p:cNvPr id="1484" name="Google Shape;1484;p1"/>
          <p:cNvSpPr txBox="1"/>
          <p:nvPr/>
        </p:nvSpPr>
        <p:spPr>
          <a:xfrm>
            <a:off x="912900" y="-1371542"/>
            <a:ext cx="7318200" cy="650176"/>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7000"/>
              <a:buFont typeface="Montserrat"/>
              <a:buNone/>
            </a:pPr>
            <a:r>
              <a:rPr b="1" i="0" lang="en-US" sz="3200" u="none" cap="none" strike="noStrike">
                <a:solidFill>
                  <a:schemeClr val="lt2"/>
                </a:solidFill>
                <a:latin typeface="Montserrat ExtraBold"/>
                <a:ea typeface="Montserrat ExtraBold"/>
                <a:cs typeface="Montserrat ExtraBold"/>
                <a:sym typeface="Montserrat ExtraBold"/>
              </a:rPr>
              <a:t>MỤC LỤC</a:t>
            </a:r>
            <a:endParaRPr b="1" i="0" sz="3200" u="none" cap="none" strike="noStrike">
              <a:solidFill>
                <a:schemeClr val="lt2"/>
              </a:solidFill>
              <a:latin typeface="Montserrat ExtraBold"/>
              <a:ea typeface="Montserrat ExtraBold"/>
              <a:cs typeface="Montserrat ExtraBold"/>
              <a:sym typeface="Montserrat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8" name="Shape 1488"/>
        <p:cNvGrpSpPr/>
        <p:nvPr/>
      </p:nvGrpSpPr>
      <p:grpSpPr>
        <a:xfrm>
          <a:off x="0" y="0"/>
          <a:ext cx="0" cy="0"/>
          <a:chOff x="0" y="0"/>
          <a:chExt cx="0" cy="0"/>
        </a:xfrm>
      </p:grpSpPr>
      <p:sp>
        <p:nvSpPr>
          <p:cNvPr id="1489" name="Google Shape;1489;p2"/>
          <p:cNvSpPr txBox="1"/>
          <p:nvPr>
            <p:ph type="title"/>
          </p:nvPr>
        </p:nvSpPr>
        <p:spPr>
          <a:xfrm>
            <a:off x="912900" y="325601"/>
            <a:ext cx="7318200" cy="65017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US" sz="3200">
                <a:latin typeface="Montserrat ExtraBold"/>
                <a:ea typeface="Montserrat ExtraBold"/>
                <a:cs typeface="Montserrat ExtraBold"/>
                <a:sym typeface="Montserrat ExtraBold"/>
              </a:rPr>
              <a:t>MỤC LỤC</a:t>
            </a:r>
            <a:endParaRPr sz="3200">
              <a:latin typeface="Montserrat ExtraBold"/>
              <a:ea typeface="Montserrat ExtraBold"/>
              <a:cs typeface="Montserrat ExtraBold"/>
              <a:sym typeface="Montserrat ExtraBold"/>
            </a:endParaRPr>
          </a:p>
        </p:txBody>
      </p:sp>
      <p:sp>
        <p:nvSpPr>
          <p:cNvPr id="1490" name="Google Shape;1490;p2"/>
          <p:cNvSpPr txBox="1"/>
          <p:nvPr/>
        </p:nvSpPr>
        <p:spPr>
          <a:xfrm>
            <a:off x="6917083" y="2054861"/>
            <a:ext cx="1858156" cy="65017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1600"/>
              <a:buFont typeface="Montserrat"/>
              <a:buNone/>
            </a:pPr>
            <a:r>
              <a:rPr b="0" i="0" lang="en-US" sz="1800" u="none" cap="none" strike="noStrike">
                <a:solidFill>
                  <a:schemeClr val="lt2"/>
                </a:solidFill>
                <a:latin typeface="Montserrat ExtraBold"/>
                <a:ea typeface="Montserrat ExtraBold"/>
                <a:cs typeface="Montserrat ExtraBold"/>
                <a:sym typeface="Montserrat ExtraBold"/>
              </a:rPr>
              <a:t>Phương pháp thực hiện</a:t>
            </a:r>
            <a:endParaRPr b="0" i="0" sz="1800" u="none" cap="none" strike="noStrike">
              <a:solidFill>
                <a:schemeClr val="lt2"/>
              </a:solidFill>
              <a:latin typeface="Montserrat ExtraBold"/>
              <a:ea typeface="Montserrat ExtraBold"/>
              <a:cs typeface="Montserrat ExtraBold"/>
              <a:sym typeface="Montserrat ExtraBold"/>
            </a:endParaRPr>
          </a:p>
        </p:txBody>
      </p:sp>
      <p:sp>
        <p:nvSpPr>
          <p:cNvPr id="1491" name="Google Shape;1491;p2"/>
          <p:cNvSpPr txBox="1"/>
          <p:nvPr/>
        </p:nvSpPr>
        <p:spPr>
          <a:xfrm>
            <a:off x="7033161" y="1114597"/>
            <a:ext cx="1626000" cy="833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4"/>
              </a:buClr>
              <a:buSzPts val="6200"/>
              <a:buFont typeface="Montserrat"/>
              <a:buNone/>
            </a:pPr>
            <a:r>
              <a:rPr b="1" i="0" lang="en-US" sz="6000" u="none" cap="none" strike="noStrike">
                <a:solidFill>
                  <a:schemeClr val="lt2"/>
                </a:solidFill>
                <a:latin typeface="Montserrat ExtraBold"/>
                <a:ea typeface="Montserrat ExtraBold"/>
                <a:cs typeface="Montserrat ExtraBold"/>
                <a:sym typeface="Montserrat ExtraBold"/>
              </a:rPr>
              <a:t>04</a:t>
            </a:r>
            <a:endParaRPr/>
          </a:p>
        </p:txBody>
      </p:sp>
      <p:sp>
        <p:nvSpPr>
          <p:cNvPr id="1492" name="Google Shape;1492;p2"/>
          <p:cNvSpPr txBox="1"/>
          <p:nvPr/>
        </p:nvSpPr>
        <p:spPr>
          <a:xfrm>
            <a:off x="2437404" y="2054862"/>
            <a:ext cx="1981487" cy="650174"/>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1600"/>
              <a:buFont typeface="Montserrat"/>
              <a:buNone/>
            </a:pPr>
            <a:r>
              <a:rPr b="0" i="0" lang="en-US" sz="1800" u="none" cap="none" strike="noStrike">
                <a:solidFill>
                  <a:schemeClr val="lt2"/>
                </a:solidFill>
                <a:latin typeface="Montserrat ExtraBold"/>
                <a:ea typeface="Montserrat ExtraBold"/>
                <a:cs typeface="Montserrat ExtraBold"/>
                <a:sym typeface="Montserrat ExtraBold"/>
              </a:rPr>
              <a:t>Động lực &amp; Tính thực tiễn</a:t>
            </a:r>
            <a:endParaRPr b="0" i="0" sz="1800" u="none" cap="none" strike="noStrike">
              <a:solidFill>
                <a:schemeClr val="lt2"/>
              </a:solidFill>
              <a:latin typeface="Montserrat ExtraBold"/>
              <a:ea typeface="Montserrat ExtraBold"/>
              <a:cs typeface="Montserrat ExtraBold"/>
              <a:sym typeface="Montserrat ExtraBold"/>
            </a:endParaRPr>
          </a:p>
        </p:txBody>
      </p:sp>
      <p:sp>
        <p:nvSpPr>
          <p:cNvPr id="1493" name="Google Shape;1493;p2"/>
          <p:cNvSpPr txBox="1"/>
          <p:nvPr/>
        </p:nvSpPr>
        <p:spPr>
          <a:xfrm>
            <a:off x="2615148" y="1137650"/>
            <a:ext cx="1626000" cy="833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3"/>
              </a:buClr>
              <a:buSzPts val="6200"/>
              <a:buFont typeface="Montserrat"/>
              <a:buNone/>
            </a:pPr>
            <a:r>
              <a:rPr b="1" i="0" lang="en-US" sz="6000" u="none" cap="none" strike="noStrike">
                <a:solidFill>
                  <a:schemeClr val="accent3"/>
                </a:solidFill>
                <a:latin typeface="Montserrat ExtraBold"/>
                <a:ea typeface="Montserrat ExtraBold"/>
                <a:cs typeface="Montserrat ExtraBold"/>
                <a:sym typeface="Montserrat ExtraBold"/>
              </a:rPr>
              <a:t>02</a:t>
            </a:r>
            <a:endParaRPr/>
          </a:p>
        </p:txBody>
      </p:sp>
      <p:sp>
        <p:nvSpPr>
          <p:cNvPr id="1494" name="Google Shape;1494;p2"/>
          <p:cNvSpPr txBox="1"/>
          <p:nvPr/>
        </p:nvSpPr>
        <p:spPr>
          <a:xfrm>
            <a:off x="660566" y="2026274"/>
            <a:ext cx="1511002" cy="622273"/>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1600"/>
              <a:buFont typeface="Montserrat"/>
              <a:buNone/>
            </a:pPr>
            <a:r>
              <a:rPr b="0" i="0" lang="en-US" sz="1800" u="none" cap="none" strike="noStrike">
                <a:solidFill>
                  <a:schemeClr val="lt2"/>
                </a:solidFill>
                <a:latin typeface="Montserrat ExtraBold"/>
                <a:ea typeface="Montserrat ExtraBold"/>
                <a:cs typeface="Montserrat ExtraBold"/>
                <a:sym typeface="Montserrat ExtraBold"/>
              </a:rPr>
              <a:t>Phạm vi đề tài</a:t>
            </a:r>
            <a:endParaRPr b="0" i="0" sz="1800" u="none" cap="none" strike="noStrike">
              <a:solidFill>
                <a:schemeClr val="lt2"/>
              </a:solidFill>
              <a:latin typeface="Montserrat ExtraBold"/>
              <a:ea typeface="Montserrat ExtraBold"/>
              <a:cs typeface="Montserrat ExtraBold"/>
              <a:sym typeface="Montserrat ExtraBold"/>
            </a:endParaRPr>
          </a:p>
        </p:txBody>
      </p:sp>
      <p:sp>
        <p:nvSpPr>
          <p:cNvPr id="1495" name="Google Shape;1495;p2"/>
          <p:cNvSpPr txBox="1"/>
          <p:nvPr/>
        </p:nvSpPr>
        <p:spPr>
          <a:xfrm>
            <a:off x="603067" y="1109063"/>
            <a:ext cx="1626000" cy="833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DB32C"/>
              </a:buClr>
              <a:buSzPts val="6200"/>
              <a:buFont typeface="Montserrat"/>
              <a:buNone/>
            </a:pPr>
            <a:r>
              <a:rPr b="1" i="0" lang="en-US" sz="6000" u="none" cap="none" strike="noStrike">
                <a:solidFill>
                  <a:schemeClr val="accent2"/>
                </a:solidFill>
                <a:latin typeface="Montserrat ExtraBold"/>
                <a:ea typeface="Montserrat ExtraBold"/>
                <a:cs typeface="Montserrat ExtraBold"/>
                <a:sym typeface="Montserrat ExtraBold"/>
              </a:rPr>
              <a:t>01</a:t>
            </a:r>
            <a:endParaRPr b="1" i="0" sz="6000" u="none" cap="none" strike="noStrike">
              <a:solidFill>
                <a:schemeClr val="accent2"/>
              </a:solidFill>
              <a:latin typeface="Montserrat ExtraBold"/>
              <a:ea typeface="Montserrat ExtraBold"/>
              <a:cs typeface="Montserrat ExtraBold"/>
              <a:sym typeface="Montserrat ExtraBold"/>
            </a:endParaRPr>
          </a:p>
        </p:txBody>
      </p:sp>
      <p:sp>
        <p:nvSpPr>
          <p:cNvPr id="1496" name="Google Shape;1496;p2"/>
          <p:cNvSpPr txBox="1"/>
          <p:nvPr/>
        </p:nvSpPr>
        <p:spPr>
          <a:xfrm>
            <a:off x="4743307" y="2021426"/>
            <a:ext cx="1780200" cy="65017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1600"/>
              <a:buFont typeface="Montserrat"/>
              <a:buNone/>
            </a:pPr>
            <a:r>
              <a:rPr b="0" i="0" lang="en-US" sz="1800" u="none" cap="none" strike="noStrike">
                <a:solidFill>
                  <a:schemeClr val="lt2"/>
                </a:solidFill>
                <a:latin typeface="Montserrat ExtraBold"/>
                <a:ea typeface="Montserrat ExtraBold"/>
                <a:cs typeface="Montserrat ExtraBold"/>
                <a:sym typeface="Montserrat ExtraBold"/>
              </a:rPr>
              <a:t>Nghiên cứu liên quan</a:t>
            </a:r>
            <a:endParaRPr b="0" i="0" sz="1800" u="none" cap="none" strike="noStrike">
              <a:solidFill>
                <a:schemeClr val="lt2"/>
              </a:solidFill>
              <a:latin typeface="Montserrat ExtraBold"/>
              <a:ea typeface="Montserrat ExtraBold"/>
              <a:cs typeface="Montserrat ExtraBold"/>
              <a:sym typeface="Montserrat ExtraBold"/>
            </a:endParaRPr>
          </a:p>
        </p:txBody>
      </p:sp>
      <p:sp>
        <p:nvSpPr>
          <p:cNvPr id="1497" name="Google Shape;1497;p2"/>
          <p:cNvSpPr txBox="1"/>
          <p:nvPr/>
        </p:nvSpPr>
        <p:spPr>
          <a:xfrm>
            <a:off x="4820407" y="1109063"/>
            <a:ext cx="1626000" cy="833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4"/>
              </a:buClr>
              <a:buSzPts val="6200"/>
              <a:buFont typeface="Montserrat"/>
              <a:buNone/>
            </a:pPr>
            <a:r>
              <a:rPr b="1" i="0" lang="en-US" sz="6000" u="none" cap="none" strike="noStrike">
                <a:solidFill>
                  <a:schemeClr val="accent4"/>
                </a:solidFill>
                <a:latin typeface="Montserrat ExtraBold"/>
                <a:ea typeface="Montserrat ExtraBold"/>
                <a:cs typeface="Montserrat ExtraBold"/>
                <a:sym typeface="Montserrat ExtraBold"/>
              </a:rPr>
              <a:t>03</a:t>
            </a:r>
            <a:endParaRPr/>
          </a:p>
        </p:txBody>
      </p:sp>
      <p:sp>
        <p:nvSpPr>
          <p:cNvPr id="1498" name="Google Shape;1498;p2"/>
          <p:cNvSpPr txBox="1"/>
          <p:nvPr/>
        </p:nvSpPr>
        <p:spPr>
          <a:xfrm>
            <a:off x="3444243" y="3863384"/>
            <a:ext cx="1981487" cy="650174"/>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1600"/>
              <a:buFont typeface="Montserrat"/>
              <a:buNone/>
            </a:pPr>
            <a:r>
              <a:rPr b="0" i="0" lang="en-US" sz="1800" u="none" cap="none" strike="noStrike">
                <a:solidFill>
                  <a:schemeClr val="lt2"/>
                </a:solidFill>
                <a:latin typeface="Montserrat ExtraBold"/>
                <a:ea typeface="Montserrat ExtraBold"/>
                <a:cs typeface="Montserrat ExtraBold"/>
                <a:sym typeface="Montserrat ExtraBold"/>
              </a:rPr>
              <a:t>Kết quả thực nghiệm</a:t>
            </a:r>
            <a:endParaRPr b="0" i="0" sz="1800" u="none" cap="none" strike="noStrike">
              <a:solidFill>
                <a:schemeClr val="lt2"/>
              </a:solidFill>
              <a:latin typeface="Montserrat ExtraBold"/>
              <a:ea typeface="Montserrat ExtraBold"/>
              <a:cs typeface="Montserrat ExtraBold"/>
              <a:sym typeface="Montserrat ExtraBold"/>
            </a:endParaRPr>
          </a:p>
        </p:txBody>
      </p:sp>
      <p:sp>
        <p:nvSpPr>
          <p:cNvPr id="1499" name="Google Shape;1499;p2"/>
          <p:cNvSpPr txBox="1"/>
          <p:nvPr/>
        </p:nvSpPr>
        <p:spPr>
          <a:xfrm>
            <a:off x="3621987" y="2946172"/>
            <a:ext cx="1626000" cy="833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3"/>
              </a:buClr>
              <a:buSzPts val="6200"/>
              <a:buFont typeface="Montserrat"/>
              <a:buNone/>
            </a:pPr>
            <a:r>
              <a:rPr b="1" i="0" lang="en-US" sz="6000" u="none" cap="none" strike="noStrike">
                <a:solidFill>
                  <a:srgbClr val="E0517E"/>
                </a:solidFill>
                <a:latin typeface="Montserrat ExtraBold"/>
                <a:ea typeface="Montserrat ExtraBold"/>
                <a:cs typeface="Montserrat ExtraBold"/>
                <a:sym typeface="Montserrat ExtraBold"/>
              </a:rPr>
              <a:t>06</a:t>
            </a:r>
            <a:endParaRPr/>
          </a:p>
        </p:txBody>
      </p:sp>
      <p:sp>
        <p:nvSpPr>
          <p:cNvPr id="1500" name="Google Shape;1500;p2"/>
          <p:cNvSpPr txBox="1"/>
          <p:nvPr/>
        </p:nvSpPr>
        <p:spPr>
          <a:xfrm>
            <a:off x="1667405" y="3834796"/>
            <a:ext cx="1511002" cy="622273"/>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1600"/>
              <a:buFont typeface="Montserrat"/>
              <a:buNone/>
            </a:pPr>
            <a:r>
              <a:rPr b="0" i="0" lang="en-US" sz="1800" u="none" cap="none" strike="noStrike">
                <a:solidFill>
                  <a:schemeClr val="lt2"/>
                </a:solidFill>
                <a:latin typeface="Montserrat ExtraBold"/>
                <a:ea typeface="Montserrat ExtraBold"/>
                <a:cs typeface="Montserrat ExtraBold"/>
                <a:sym typeface="Montserrat ExtraBold"/>
              </a:rPr>
              <a:t>Xây dựng mô hình</a:t>
            </a:r>
            <a:endParaRPr b="0" i="0" sz="1800" u="none" cap="none" strike="noStrike">
              <a:solidFill>
                <a:schemeClr val="lt2"/>
              </a:solidFill>
              <a:latin typeface="Montserrat ExtraBold"/>
              <a:ea typeface="Montserrat ExtraBold"/>
              <a:cs typeface="Montserrat ExtraBold"/>
              <a:sym typeface="Montserrat ExtraBold"/>
            </a:endParaRPr>
          </a:p>
        </p:txBody>
      </p:sp>
      <p:sp>
        <p:nvSpPr>
          <p:cNvPr id="1501" name="Google Shape;1501;p2"/>
          <p:cNvSpPr txBox="1"/>
          <p:nvPr/>
        </p:nvSpPr>
        <p:spPr>
          <a:xfrm>
            <a:off x="1609906" y="2917585"/>
            <a:ext cx="1626000" cy="833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DB32C"/>
              </a:buClr>
              <a:buSzPts val="6200"/>
              <a:buFont typeface="Montserrat"/>
              <a:buNone/>
            </a:pPr>
            <a:r>
              <a:rPr b="1" i="0" lang="en-US" sz="6000" u="none" cap="none" strike="noStrike">
                <a:solidFill>
                  <a:srgbClr val="4158CB"/>
                </a:solidFill>
                <a:latin typeface="Montserrat ExtraBold"/>
                <a:ea typeface="Montserrat ExtraBold"/>
                <a:cs typeface="Montserrat ExtraBold"/>
                <a:sym typeface="Montserrat ExtraBold"/>
              </a:rPr>
              <a:t>05</a:t>
            </a:r>
            <a:endParaRPr/>
          </a:p>
        </p:txBody>
      </p:sp>
      <p:sp>
        <p:nvSpPr>
          <p:cNvPr id="1502" name="Google Shape;1502;p2"/>
          <p:cNvSpPr txBox="1"/>
          <p:nvPr/>
        </p:nvSpPr>
        <p:spPr>
          <a:xfrm>
            <a:off x="5750146" y="3829948"/>
            <a:ext cx="1780200" cy="650175"/>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1600"/>
              <a:buFont typeface="Montserrat"/>
              <a:buNone/>
            </a:pPr>
            <a:r>
              <a:rPr b="0" i="0" lang="en-US" sz="1800" u="none" cap="none" strike="noStrike">
                <a:solidFill>
                  <a:schemeClr val="lt2"/>
                </a:solidFill>
                <a:latin typeface="Montserrat ExtraBold"/>
                <a:ea typeface="Montserrat ExtraBold"/>
                <a:cs typeface="Montserrat ExtraBold"/>
                <a:sym typeface="Montserrat ExtraBold"/>
              </a:rPr>
              <a:t>Kết luận</a:t>
            </a:r>
            <a:endParaRPr b="0" i="0" sz="1800" u="none" cap="none" strike="noStrike">
              <a:solidFill>
                <a:schemeClr val="lt2"/>
              </a:solidFill>
              <a:latin typeface="Montserrat ExtraBold"/>
              <a:ea typeface="Montserrat ExtraBold"/>
              <a:cs typeface="Montserrat ExtraBold"/>
              <a:sym typeface="Montserrat ExtraBold"/>
            </a:endParaRPr>
          </a:p>
        </p:txBody>
      </p:sp>
      <p:sp>
        <p:nvSpPr>
          <p:cNvPr id="1503" name="Google Shape;1503;p2"/>
          <p:cNvSpPr txBox="1"/>
          <p:nvPr/>
        </p:nvSpPr>
        <p:spPr>
          <a:xfrm>
            <a:off x="5827246" y="2917585"/>
            <a:ext cx="1626000" cy="833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4"/>
              </a:buClr>
              <a:buSzPts val="6200"/>
              <a:buFont typeface="Montserrat"/>
              <a:buNone/>
            </a:pPr>
            <a:r>
              <a:rPr b="1" i="0" lang="en-US" sz="6000" u="none" cap="none" strike="noStrike">
                <a:solidFill>
                  <a:srgbClr val="377FA5"/>
                </a:solidFill>
                <a:latin typeface="Montserrat ExtraBold"/>
                <a:ea typeface="Montserrat ExtraBold"/>
                <a:cs typeface="Montserrat ExtraBold"/>
                <a:sym typeface="Montserrat ExtraBold"/>
              </a:rPr>
              <a:t>07</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AE9"/>
        </a:solidFill>
      </p:bgPr>
    </p:bg>
    <p:spTree>
      <p:nvGrpSpPr>
        <p:cNvPr id="1507" name="Shape 1507"/>
        <p:cNvGrpSpPr/>
        <p:nvPr/>
      </p:nvGrpSpPr>
      <p:grpSpPr>
        <a:xfrm>
          <a:off x="0" y="0"/>
          <a:ext cx="0" cy="0"/>
          <a:chOff x="0" y="0"/>
          <a:chExt cx="0" cy="0"/>
        </a:xfrm>
      </p:grpSpPr>
      <p:sp>
        <p:nvSpPr>
          <p:cNvPr id="1508" name="Google Shape;1508;p3"/>
          <p:cNvSpPr txBox="1"/>
          <p:nvPr/>
        </p:nvSpPr>
        <p:spPr>
          <a:xfrm>
            <a:off x="3231726" y="2240250"/>
            <a:ext cx="2680547" cy="1174126"/>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400" u="none" cap="none" strike="noStrike">
                <a:solidFill>
                  <a:schemeClr val="lt2"/>
                </a:solidFill>
                <a:latin typeface="Montserrat"/>
                <a:ea typeface="Montserrat"/>
                <a:cs typeface="Montserrat"/>
                <a:sym typeface="Montserrat"/>
              </a:rPr>
              <a:t>Phạm vi đề tài</a:t>
            </a:r>
            <a:endParaRPr b="1" i="0" sz="3400" u="none" cap="none" strike="noStrike">
              <a:solidFill>
                <a:schemeClr val="lt2"/>
              </a:solidFill>
              <a:latin typeface="Montserrat"/>
              <a:ea typeface="Montserrat"/>
              <a:cs typeface="Montserrat"/>
              <a:sym typeface="Montserrat"/>
            </a:endParaRPr>
          </a:p>
        </p:txBody>
      </p:sp>
      <p:sp>
        <p:nvSpPr>
          <p:cNvPr id="1509" name="Google Shape;1509;p3"/>
          <p:cNvSpPr txBox="1"/>
          <p:nvPr/>
        </p:nvSpPr>
        <p:spPr>
          <a:xfrm>
            <a:off x="3522749" y="1059450"/>
            <a:ext cx="2098500" cy="1180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6300"/>
              <a:buFont typeface="Montserrat"/>
              <a:buNone/>
            </a:pPr>
            <a:r>
              <a:rPr b="1" i="0" lang="en-US" sz="9600" u="none" cap="none" strike="noStrike">
                <a:solidFill>
                  <a:schemeClr val="lt2"/>
                </a:solidFill>
                <a:latin typeface="Montserrat"/>
                <a:ea typeface="Montserrat"/>
                <a:cs typeface="Montserrat"/>
                <a:sym typeface="Montserrat"/>
              </a:rPr>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3" name="Shape 1513"/>
        <p:cNvGrpSpPr/>
        <p:nvPr/>
      </p:nvGrpSpPr>
      <p:grpSpPr>
        <a:xfrm>
          <a:off x="0" y="0"/>
          <a:ext cx="0" cy="0"/>
          <a:chOff x="0" y="0"/>
          <a:chExt cx="0" cy="0"/>
        </a:xfrm>
      </p:grpSpPr>
      <p:sp>
        <p:nvSpPr>
          <p:cNvPr id="1514" name="Google Shape;1514;p4"/>
          <p:cNvSpPr txBox="1"/>
          <p:nvPr/>
        </p:nvSpPr>
        <p:spPr>
          <a:xfrm>
            <a:off x="1356610" y="147385"/>
            <a:ext cx="6887979" cy="692064"/>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200" u="none" cap="none" strike="noStrike">
                <a:solidFill>
                  <a:schemeClr val="lt2"/>
                </a:solidFill>
                <a:latin typeface="Montserrat"/>
                <a:ea typeface="Montserrat"/>
                <a:cs typeface="Montserrat"/>
                <a:sym typeface="Montserrat"/>
              </a:rPr>
              <a:t>Phạm vi đề tài</a:t>
            </a:r>
            <a:endParaRPr b="1" i="0" sz="3200" u="none" cap="none" strike="noStrike">
              <a:solidFill>
                <a:schemeClr val="lt2"/>
              </a:solidFill>
              <a:latin typeface="Montserrat"/>
              <a:ea typeface="Montserrat"/>
              <a:cs typeface="Montserrat"/>
              <a:sym typeface="Montserrat"/>
            </a:endParaRPr>
          </a:p>
        </p:txBody>
      </p:sp>
      <p:sp>
        <p:nvSpPr>
          <p:cNvPr id="1515" name="Google Shape;1515;p4"/>
          <p:cNvSpPr txBox="1"/>
          <p:nvPr/>
        </p:nvSpPr>
        <p:spPr>
          <a:xfrm>
            <a:off x="1139253" y="891915"/>
            <a:ext cx="14765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Bài toán:</a:t>
            </a:r>
            <a:endParaRPr b="0" i="0" sz="1600" u="none" cap="none" strike="noStrike">
              <a:solidFill>
                <a:srgbClr val="121B46"/>
              </a:solidFill>
              <a:latin typeface="Montserrat"/>
              <a:ea typeface="Montserrat"/>
              <a:cs typeface="Montserrat"/>
              <a:sym typeface="Montserrat"/>
            </a:endParaRPr>
          </a:p>
        </p:txBody>
      </p:sp>
      <p:sp>
        <p:nvSpPr>
          <p:cNvPr id="1516" name="Google Shape;1516;p4"/>
          <p:cNvSpPr txBox="1"/>
          <p:nvPr/>
        </p:nvSpPr>
        <p:spPr>
          <a:xfrm>
            <a:off x="2295369" y="891915"/>
            <a:ext cx="6099000"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Đánh giá </a:t>
            </a:r>
            <a:r>
              <a:rPr b="1" i="0" lang="en-US" sz="1600" u="none" cap="none" strike="noStrike">
                <a:solidFill>
                  <a:srgbClr val="121B46"/>
                </a:solidFill>
                <a:latin typeface="Montserrat"/>
                <a:ea typeface="Montserrat"/>
                <a:cs typeface="Montserrat"/>
                <a:sym typeface="Montserrat"/>
              </a:rPr>
              <a:t>mức độ tin cậy </a:t>
            </a:r>
            <a:r>
              <a:rPr b="0" i="0" lang="en-US" sz="1600" u="none" cap="none" strike="noStrike">
                <a:solidFill>
                  <a:srgbClr val="121B46"/>
                </a:solidFill>
                <a:latin typeface="Montserrat"/>
                <a:ea typeface="Montserrat"/>
                <a:cs typeface="Montserrat"/>
                <a:sym typeface="Montserrat"/>
              </a:rPr>
              <a:t>(Trustworthiness) và </a:t>
            </a:r>
            <a:r>
              <a:rPr b="1" i="0" lang="en-US" sz="1600" u="none" cap="none" strike="noStrike">
                <a:solidFill>
                  <a:srgbClr val="121B46"/>
                </a:solidFill>
                <a:latin typeface="Montserrat"/>
                <a:ea typeface="Montserrat"/>
                <a:cs typeface="Montserrat"/>
                <a:sym typeface="Montserrat"/>
              </a:rPr>
              <a:t>hiệu suất thành công</a:t>
            </a:r>
            <a:r>
              <a:rPr b="0" i="0" lang="en-US" sz="1600" u="none" cap="none" strike="noStrike">
                <a:solidFill>
                  <a:srgbClr val="121B46"/>
                </a:solidFill>
                <a:latin typeface="Montserrat"/>
                <a:ea typeface="Montserrat"/>
                <a:cs typeface="Montserrat"/>
                <a:sym typeface="Montserrat"/>
              </a:rPr>
              <a:t> (Success) của KOL trong lĩnh vực tiếp thị người ảnh hưởng (Influencer Marketing), tập trung vào phát hiện gian lận người ảnh hưởng (influencer fraud)</a:t>
            </a:r>
            <a:endParaRPr b="0" i="0" sz="1600" u="none" cap="none" strike="noStrike">
              <a:solidFill>
                <a:srgbClr val="121B46"/>
              </a:solidFill>
              <a:latin typeface="Arial"/>
              <a:ea typeface="Arial"/>
              <a:cs typeface="Arial"/>
              <a:sym typeface="Arial"/>
            </a:endParaRPr>
          </a:p>
        </p:txBody>
      </p:sp>
      <p:sp>
        <p:nvSpPr>
          <p:cNvPr id="1517" name="Google Shape;1517;p4"/>
          <p:cNvSpPr txBox="1"/>
          <p:nvPr/>
        </p:nvSpPr>
        <p:spPr>
          <a:xfrm>
            <a:off x="1139253" y="2022668"/>
            <a:ext cx="14765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Dữ liệu:</a:t>
            </a:r>
            <a:endParaRPr b="0" i="0" sz="1600" u="none" cap="none" strike="noStrike">
              <a:solidFill>
                <a:srgbClr val="121B46"/>
              </a:solidFill>
              <a:latin typeface="Montserrat"/>
              <a:ea typeface="Montserrat"/>
              <a:cs typeface="Montserrat"/>
              <a:sym typeface="Montserrat"/>
            </a:endParaRPr>
          </a:p>
        </p:txBody>
      </p:sp>
      <p:sp>
        <p:nvSpPr>
          <p:cNvPr id="1518" name="Google Shape;1518;p4"/>
          <p:cNvSpPr txBox="1"/>
          <p:nvPr/>
        </p:nvSpPr>
        <p:spPr>
          <a:xfrm>
            <a:off x="2175448" y="2022668"/>
            <a:ext cx="562693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Social media + log E-commerce; chỉ xử lý </a:t>
            </a:r>
            <a:r>
              <a:rPr b="1" i="0" lang="en-US" sz="1600" u="none" cap="none" strike="noStrike">
                <a:solidFill>
                  <a:srgbClr val="121B46"/>
                </a:solidFill>
                <a:latin typeface="Montserrat"/>
                <a:ea typeface="Montserrat"/>
                <a:cs typeface="Montserrat"/>
                <a:sym typeface="Montserrat"/>
              </a:rPr>
              <a:t>metadata + text bình luận</a:t>
            </a:r>
            <a:r>
              <a:rPr b="0" i="0" lang="en-US" sz="1600" u="none" cap="none" strike="noStrike">
                <a:solidFill>
                  <a:srgbClr val="121B46"/>
                </a:solidFill>
                <a:latin typeface="Montserrat"/>
                <a:ea typeface="Montserrat"/>
                <a:cs typeface="Montserrat"/>
                <a:sym typeface="Montserrat"/>
              </a:rPr>
              <a:t>, không xử lý ảnh/video</a:t>
            </a:r>
            <a:endParaRPr b="0" i="0" sz="1600" u="none" cap="none" strike="noStrike">
              <a:solidFill>
                <a:srgbClr val="121B46"/>
              </a:solidFill>
              <a:latin typeface="Arial"/>
              <a:ea typeface="Arial"/>
              <a:cs typeface="Arial"/>
              <a:sym typeface="Arial"/>
            </a:endParaRPr>
          </a:p>
        </p:txBody>
      </p:sp>
      <p:sp>
        <p:nvSpPr>
          <p:cNvPr id="1519" name="Google Shape;1519;p4"/>
          <p:cNvSpPr txBox="1"/>
          <p:nvPr/>
        </p:nvSpPr>
        <p:spPr>
          <a:xfrm>
            <a:off x="1139253" y="2703364"/>
            <a:ext cx="158146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Công nghệ:</a:t>
            </a:r>
            <a:endParaRPr b="0" i="0" sz="1600" u="none" cap="none" strike="noStrike">
              <a:solidFill>
                <a:srgbClr val="121B46"/>
              </a:solidFill>
              <a:latin typeface="Montserrat"/>
              <a:ea typeface="Montserrat"/>
              <a:cs typeface="Montserrat"/>
              <a:sym typeface="Montserrat"/>
            </a:endParaRPr>
          </a:p>
        </p:txBody>
      </p:sp>
      <p:sp>
        <p:nvSpPr>
          <p:cNvPr id="1520" name="Google Shape;1520;p4"/>
          <p:cNvSpPr txBox="1"/>
          <p:nvPr/>
        </p:nvSpPr>
        <p:spPr>
          <a:xfrm>
            <a:off x="2615785" y="2708292"/>
            <a:ext cx="5626933"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Apache Kafka + Apache Spark (batch &amp; streaming), </a:t>
            </a:r>
            <a:r>
              <a:rPr b="1" i="0" lang="en-US" sz="1600" u="none" cap="none" strike="noStrike">
                <a:solidFill>
                  <a:srgbClr val="121B46"/>
                </a:solidFill>
                <a:latin typeface="Montserrat"/>
                <a:ea typeface="Montserrat"/>
                <a:cs typeface="Montserrat"/>
                <a:sym typeface="Montserrat"/>
              </a:rPr>
              <a:t>Data Lakehouse </a:t>
            </a:r>
            <a:r>
              <a:rPr b="0" i="0" lang="en-US" sz="1600" u="none" cap="none" strike="noStrike">
                <a:solidFill>
                  <a:srgbClr val="121B46"/>
                </a:solidFill>
                <a:latin typeface="Montserrat"/>
                <a:ea typeface="Montserrat"/>
                <a:cs typeface="Montserrat"/>
                <a:sym typeface="Montserrat"/>
              </a:rPr>
              <a:t>với MinIO + Apache Iceberg , </a:t>
            </a:r>
            <a:r>
              <a:rPr b="1" i="0" lang="en-US" sz="1600" u="none" cap="none" strike="noStrike">
                <a:solidFill>
                  <a:srgbClr val="121B46"/>
                </a:solidFill>
                <a:latin typeface="Montserrat"/>
                <a:ea typeface="Montserrat"/>
                <a:cs typeface="Montserrat"/>
                <a:sym typeface="Montserrat"/>
              </a:rPr>
              <a:t>MLOps </a:t>
            </a:r>
            <a:r>
              <a:rPr b="0" i="0" lang="en-US" sz="1600" u="none" cap="none" strike="noStrike">
                <a:solidFill>
                  <a:srgbClr val="121B46"/>
                </a:solidFill>
                <a:latin typeface="Montserrat"/>
                <a:ea typeface="Montserrat"/>
                <a:cs typeface="Montserrat"/>
                <a:sym typeface="Montserrat"/>
              </a:rPr>
              <a:t>stack</a:t>
            </a:r>
            <a:r>
              <a:rPr b="1" i="0" lang="en-US" sz="1600" u="none" cap="none" strike="noStrike">
                <a:solidFill>
                  <a:srgbClr val="121B46"/>
                </a:solidFill>
                <a:latin typeface="Montserrat"/>
                <a:ea typeface="Montserrat"/>
                <a:cs typeface="Montserrat"/>
                <a:sym typeface="Montserrat"/>
              </a:rPr>
              <a:t> </a:t>
            </a:r>
            <a:r>
              <a:rPr b="0" i="0" lang="en-US" sz="1600" u="none" cap="none" strike="noStrike">
                <a:solidFill>
                  <a:srgbClr val="121B46"/>
                </a:solidFill>
                <a:latin typeface="Montserrat"/>
                <a:ea typeface="Montserrat"/>
                <a:cs typeface="Montserrat"/>
                <a:sym typeface="Montserrat"/>
              </a:rPr>
              <a:t>gồm Feature Store và MLflow</a:t>
            </a:r>
            <a:endParaRPr b="0" i="0" sz="1600" u="none" cap="none" strike="noStrike">
              <a:solidFill>
                <a:srgbClr val="121B46"/>
              </a:solidFill>
              <a:latin typeface="Arial"/>
              <a:ea typeface="Arial"/>
              <a:cs typeface="Arial"/>
              <a:sym typeface="Arial"/>
            </a:endParaRPr>
          </a:p>
        </p:txBody>
      </p:sp>
      <p:sp>
        <p:nvSpPr>
          <p:cNvPr id="1521" name="Google Shape;1521;p4"/>
          <p:cNvSpPr txBox="1"/>
          <p:nvPr/>
        </p:nvSpPr>
        <p:spPr>
          <a:xfrm>
            <a:off x="1139253" y="3640138"/>
            <a:ext cx="158146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Mô hình:</a:t>
            </a:r>
            <a:endParaRPr b="0" i="0" sz="1600" u="none" cap="none" strike="noStrike">
              <a:solidFill>
                <a:srgbClr val="121B46"/>
              </a:solidFill>
              <a:latin typeface="Montserrat"/>
              <a:ea typeface="Montserrat"/>
              <a:cs typeface="Montserrat"/>
              <a:sym typeface="Montserrat"/>
            </a:endParaRPr>
          </a:p>
        </p:txBody>
      </p:sp>
      <p:sp>
        <p:nvSpPr>
          <p:cNvPr id="1522" name="Google Shape;1522;p4"/>
          <p:cNvSpPr txBox="1"/>
          <p:nvPr/>
        </p:nvSpPr>
        <p:spPr>
          <a:xfrm>
            <a:off x="2295369" y="3645066"/>
            <a:ext cx="518472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Tập trung vào </a:t>
            </a:r>
            <a:r>
              <a:rPr b="1" i="0" lang="en-US" sz="1600" u="none" cap="none" strike="noStrike">
                <a:solidFill>
                  <a:srgbClr val="121B46"/>
                </a:solidFill>
                <a:latin typeface="Montserrat"/>
                <a:ea typeface="Montserrat"/>
                <a:cs typeface="Montserrat"/>
                <a:sym typeface="Montserrat"/>
              </a:rPr>
              <a:t>ensemble</a:t>
            </a:r>
            <a:r>
              <a:rPr b="0" i="0" lang="en-US" sz="1600" u="none" cap="none" strike="noStrike">
                <a:solidFill>
                  <a:srgbClr val="121B46"/>
                </a:solidFill>
                <a:latin typeface="Montserrat"/>
                <a:ea typeface="Montserrat"/>
                <a:cs typeface="Montserrat"/>
                <a:sym typeface="Montserrat"/>
              </a:rPr>
              <a:t> với XGBoost, LightGBM, Isolation Forest; </a:t>
            </a:r>
            <a:r>
              <a:rPr b="1" i="0" lang="en-US" sz="1600" u="none" cap="none" strike="noStrike">
                <a:solidFill>
                  <a:srgbClr val="121B46"/>
                </a:solidFill>
                <a:latin typeface="Montserrat"/>
                <a:ea typeface="Montserrat"/>
                <a:cs typeface="Montserrat"/>
                <a:sym typeface="Montserrat"/>
              </a:rPr>
              <a:t>không</a:t>
            </a:r>
            <a:r>
              <a:rPr b="0" i="0" lang="en-US" sz="1600" u="none" cap="none" strike="noStrike">
                <a:solidFill>
                  <a:srgbClr val="121B46"/>
                </a:solidFill>
                <a:latin typeface="Montserrat"/>
                <a:ea typeface="Montserrat"/>
                <a:cs typeface="Montserrat"/>
                <a:sym typeface="Montserrat"/>
              </a:rPr>
              <a:t> đi sâu vào GNN/deep learning nặng</a:t>
            </a:r>
            <a:endParaRPr b="0" i="0" sz="1600" u="none" cap="none" strike="noStrike">
              <a:solidFill>
                <a:srgbClr val="121B46"/>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6" name="Shape 1526"/>
        <p:cNvGrpSpPr/>
        <p:nvPr/>
      </p:nvGrpSpPr>
      <p:grpSpPr>
        <a:xfrm>
          <a:off x="0" y="0"/>
          <a:ext cx="0" cy="0"/>
          <a:chOff x="0" y="0"/>
          <a:chExt cx="0" cy="0"/>
        </a:xfrm>
      </p:grpSpPr>
      <p:sp>
        <p:nvSpPr>
          <p:cNvPr id="1527" name="Google Shape;1527;p5"/>
          <p:cNvSpPr txBox="1"/>
          <p:nvPr/>
        </p:nvSpPr>
        <p:spPr>
          <a:xfrm>
            <a:off x="1356610" y="147385"/>
            <a:ext cx="6887979" cy="692064"/>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200" u="none" cap="none" strike="noStrike">
                <a:solidFill>
                  <a:schemeClr val="lt2"/>
                </a:solidFill>
                <a:latin typeface="Montserrat"/>
                <a:ea typeface="Montserrat"/>
                <a:cs typeface="Montserrat"/>
                <a:sym typeface="Montserrat"/>
              </a:rPr>
              <a:t>Phạm vi đề tài</a:t>
            </a:r>
            <a:endParaRPr b="1" i="0" sz="3200" u="none" cap="none" strike="noStrike">
              <a:solidFill>
                <a:schemeClr val="lt2"/>
              </a:solidFill>
              <a:latin typeface="Montserrat"/>
              <a:ea typeface="Montserrat"/>
              <a:cs typeface="Montserrat"/>
              <a:sym typeface="Montserrat"/>
            </a:endParaRPr>
          </a:p>
        </p:txBody>
      </p:sp>
      <p:sp>
        <p:nvSpPr>
          <p:cNvPr id="1528" name="Google Shape;1528;p5"/>
          <p:cNvSpPr txBox="1"/>
          <p:nvPr/>
        </p:nvSpPr>
        <p:spPr>
          <a:xfrm>
            <a:off x="1139253" y="5441429"/>
            <a:ext cx="14765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Bài toán:</a:t>
            </a:r>
            <a:endParaRPr b="0" i="0" sz="1600" u="none" cap="none" strike="noStrike">
              <a:solidFill>
                <a:srgbClr val="121B46"/>
              </a:solidFill>
              <a:latin typeface="Montserrat"/>
              <a:ea typeface="Montserrat"/>
              <a:cs typeface="Montserrat"/>
              <a:sym typeface="Montserrat"/>
            </a:endParaRPr>
          </a:p>
        </p:txBody>
      </p:sp>
      <p:sp>
        <p:nvSpPr>
          <p:cNvPr id="1529" name="Google Shape;1529;p5"/>
          <p:cNvSpPr txBox="1"/>
          <p:nvPr/>
        </p:nvSpPr>
        <p:spPr>
          <a:xfrm>
            <a:off x="2295369" y="5441429"/>
            <a:ext cx="6099000"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Đánh giá </a:t>
            </a:r>
            <a:r>
              <a:rPr b="1" i="0" lang="en-US" sz="1600" u="none" cap="none" strike="noStrike">
                <a:solidFill>
                  <a:srgbClr val="121B46"/>
                </a:solidFill>
                <a:latin typeface="Montserrat"/>
                <a:ea typeface="Montserrat"/>
                <a:cs typeface="Montserrat"/>
                <a:sym typeface="Montserrat"/>
              </a:rPr>
              <a:t>mức độ tin cậy </a:t>
            </a:r>
            <a:r>
              <a:rPr b="0" i="0" lang="en-US" sz="1600" u="none" cap="none" strike="noStrike">
                <a:solidFill>
                  <a:srgbClr val="121B46"/>
                </a:solidFill>
                <a:latin typeface="Montserrat"/>
                <a:ea typeface="Montserrat"/>
                <a:cs typeface="Montserrat"/>
                <a:sym typeface="Montserrat"/>
              </a:rPr>
              <a:t>(Trustworthiness) và </a:t>
            </a:r>
            <a:r>
              <a:rPr b="1" i="0" lang="en-US" sz="1600" u="none" cap="none" strike="noStrike">
                <a:solidFill>
                  <a:srgbClr val="121B46"/>
                </a:solidFill>
                <a:latin typeface="Montserrat"/>
                <a:ea typeface="Montserrat"/>
                <a:cs typeface="Montserrat"/>
                <a:sym typeface="Montserrat"/>
              </a:rPr>
              <a:t>hiệu suất thành công</a:t>
            </a:r>
            <a:r>
              <a:rPr b="0" i="0" lang="en-US" sz="1600" u="none" cap="none" strike="noStrike">
                <a:solidFill>
                  <a:srgbClr val="121B46"/>
                </a:solidFill>
                <a:latin typeface="Montserrat"/>
                <a:ea typeface="Montserrat"/>
                <a:cs typeface="Montserrat"/>
                <a:sym typeface="Montserrat"/>
              </a:rPr>
              <a:t> (Success) của KOL trong lĩnh vực tiếp thị người ảnh hưởng (Influencer Marketing), tập trung vào phát hiện gian lận người ảnh hưởng (influencer fraud)</a:t>
            </a:r>
            <a:endParaRPr b="0" i="0" sz="1600" u="none" cap="none" strike="noStrike">
              <a:solidFill>
                <a:srgbClr val="121B46"/>
              </a:solidFill>
              <a:latin typeface="Arial"/>
              <a:ea typeface="Arial"/>
              <a:cs typeface="Arial"/>
              <a:sym typeface="Arial"/>
            </a:endParaRPr>
          </a:p>
        </p:txBody>
      </p:sp>
      <p:sp>
        <p:nvSpPr>
          <p:cNvPr id="1530" name="Google Shape;1530;p5"/>
          <p:cNvSpPr txBox="1"/>
          <p:nvPr/>
        </p:nvSpPr>
        <p:spPr>
          <a:xfrm>
            <a:off x="1139253" y="6572182"/>
            <a:ext cx="14765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Dữ liệu:</a:t>
            </a:r>
            <a:endParaRPr b="0" i="0" sz="1600" u="none" cap="none" strike="noStrike">
              <a:solidFill>
                <a:srgbClr val="121B46"/>
              </a:solidFill>
              <a:latin typeface="Montserrat"/>
              <a:ea typeface="Montserrat"/>
              <a:cs typeface="Montserrat"/>
              <a:sym typeface="Montserrat"/>
            </a:endParaRPr>
          </a:p>
        </p:txBody>
      </p:sp>
      <p:sp>
        <p:nvSpPr>
          <p:cNvPr id="1531" name="Google Shape;1531;p5"/>
          <p:cNvSpPr txBox="1"/>
          <p:nvPr/>
        </p:nvSpPr>
        <p:spPr>
          <a:xfrm>
            <a:off x="2175448" y="6572182"/>
            <a:ext cx="562693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Social media + log E-commerce; chỉ xử lý </a:t>
            </a:r>
            <a:r>
              <a:rPr b="1" i="0" lang="en-US" sz="1600" u="none" cap="none" strike="noStrike">
                <a:solidFill>
                  <a:srgbClr val="121B46"/>
                </a:solidFill>
                <a:latin typeface="Montserrat"/>
                <a:ea typeface="Montserrat"/>
                <a:cs typeface="Montserrat"/>
                <a:sym typeface="Montserrat"/>
              </a:rPr>
              <a:t>metadata + text bình luận</a:t>
            </a:r>
            <a:r>
              <a:rPr b="0" i="0" lang="en-US" sz="1600" u="none" cap="none" strike="noStrike">
                <a:solidFill>
                  <a:srgbClr val="121B46"/>
                </a:solidFill>
                <a:latin typeface="Montserrat"/>
                <a:ea typeface="Montserrat"/>
                <a:cs typeface="Montserrat"/>
                <a:sym typeface="Montserrat"/>
              </a:rPr>
              <a:t>, không xử lý ảnh/video</a:t>
            </a:r>
            <a:endParaRPr b="0" i="0" sz="1600" u="none" cap="none" strike="noStrike">
              <a:solidFill>
                <a:srgbClr val="121B46"/>
              </a:solidFill>
              <a:latin typeface="Arial"/>
              <a:ea typeface="Arial"/>
              <a:cs typeface="Arial"/>
              <a:sym typeface="Arial"/>
            </a:endParaRPr>
          </a:p>
        </p:txBody>
      </p:sp>
      <p:sp>
        <p:nvSpPr>
          <p:cNvPr id="1532" name="Google Shape;1532;p5"/>
          <p:cNvSpPr txBox="1"/>
          <p:nvPr/>
        </p:nvSpPr>
        <p:spPr>
          <a:xfrm>
            <a:off x="1139253" y="7252878"/>
            <a:ext cx="158146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Công nghệ:</a:t>
            </a:r>
            <a:endParaRPr b="0" i="0" sz="1600" u="none" cap="none" strike="noStrike">
              <a:solidFill>
                <a:srgbClr val="121B46"/>
              </a:solidFill>
              <a:latin typeface="Montserrat"/>
              <a:ea typeface="Montserrat"/>
              <a:cs typeface="Montserrat"/>
              <a:sym typeface="Montserrat"/>
            </a:endParaRPr>
          </a:p>
        </p:txBody>
      </p:sp>
      <p:sp>
        <p:nvSpPr>
          <p:cNvPr id="1533" name="Google Shape;1533;p5"/>
          <p:cNvSpPr txBox="1"/>
          <p:nvPr/>
        </p:nvSpPr>
        <p:spPr>
          <a:xfrm>
            <a:off x="2615785" y="7257806"/>
            <a:ext cx="5626933"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Apache Kafka + Apache Spark (batch &amp; streaming), </a:t>
            </a:r>
            <a:r>
              <a:rPr b="1" i="0" lang="en-US" sz="1600" u="none" cap="none" strike="noStrike">
                <a:solidFill>
                  <a:srgbClr val="121B46"/>
                </a:solidFill>
                <a:latin typeface="Montserrat"/>
                <a:ea typeface="Montserrat"/>
                <a:cs typeface="Montserrat"/>
                <a:sym typeface="Montserrat"/>
              </a:rPr>
              <a:t>Data Lakehouse </a:t>
            </a:r>
            <a:r>
              <a:rPr b="0" i="0" lang="en-US" sz="1600" u="none" cap="none" strike="noStrike">
                <a:solidFill>
                  <a:srgbClr val="121B46"/>
                </a:solidFill>
                <a:latin typeface="Montserrat"/>
                <a:ea typeface="Montserrat"/>
                <a:cs typeface="Montserrat"/>
                <a:sym typeface="Montserrat"/>
              </a:rPr>
              <a:t>với MinIO + Apache Iceberg , </a:t>
            </a:r>
            <a:r>
              <a:rPr b="1" i="0" lang="en-US" sz="1600" u="none" cap="none" strike="noStrike">
                <a:solidFill>
                  <a:srgbClr val="121B46"/>
                </a:solidFill>
                <a:latin typeface="Montserrat"/>
                <a:ea typeface="Montserrat"/>
                <a:cs typeface="Montserrat"/>
                <a:sym typeface="Montserrat"/>
              </a:rPr>
              <a:t>MLOps </a:t>
            </a:r>
            <a:r>
              <a:rPr b="0" i="0" lang="en-US" sz="1600" u="none" cap="none" strike="noStrike">
                <a:solidFill>
                  <a:srgbClr val="121B46"/>
                </a:solidFill>
                <a:latin typeface="Montserrat"/>
                <a:ea typeface="Montserrat"/>
                <a:cs typeface="Montserrat"/>
                <a:sym typeface="Montserrat"/>
              </a:rPr>
              <a:t>stack</a:t>
            </a:r>
            <a:r>
              <a:rPr b="1" i="0" lang="en-US" sz="1600" u="none" cap="none" strike="noStrike">
                <a:solidFill>
                  <a:srgbClr val="121B46"/>
                </a:solidFill>
                <a:latin typeface="Montserrat"/>
                <a:ea typeface="Montserrat"/>
                <a:cs typeface="Montserrat"/>
                <a:sym typeface="Montserrat"/>
              </a:rPr>
              <a:t> </a:t>
            </a:r>
            <a:r>
              <a:rPr b="0" i="0" lang="en-US" sz="1600" u="none" cap="none" strike="noStrike">
                <a:solidFill>
                  <a:srgbClr val="121B46"/>
                </a:solidFill>
                <a:latin typeface="Montserrat"/>
                <a:ea typeface="Montserrat"/>
                <a:cs typeface="Montserrat"/>
                <a:sym typeface="Montserrat"/>
              </a:rPr>
              <a:t>gồm Feature Store và MLflow</a:t>
            </a:r>
            <a:endParaRPr b="0" i="0" sz="1600" u="none" cap="none" strike="noStrike">
              <a:solidFill>
                <a:srgbClr val="121B46"/>
              </a:solidFill>
              <a:latin typeface="Arial"/>
              <a:ea typeface="Arial"/>
              <a:cs typeface="Arial"/>
              <a:sym typeface="Arial"/>
            </a:endParaRPr>
          </a:p>
        </p:txBody>
      </p:sp>
      <p:sp>
        <p:nvSpPr>
          <p:cNvPr id="1534" name="Google Shape;1534;p5"/>
          <p:cNvSpPr txBox="1"/>
          <p:nvPr/>
        </p:nvSpPr>
        <p:spPr>
          <a:xfrm>
            <a:off x="1139253" y="8189652"/>
            <a:ext cx="158146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Mô hình:</a:t>
            </a:r>
            <a:endParaRPr b="0" i="0" sz="1600" u="none" cap="none" strike="noStrike">
              <a:solidFill>
                <a:srgbClr val="121B46"/>
              </a:solidFill>
              <a:latin typeface="Montserrat"/>
              <a:ea typeface="Montserrat"/>
              <a:cs typeface="Montserrat"/>
              <a:sym typeface="Montserrat"/>
            </a:endParaRPr>
          </a:p>
        </p:txBody>
      </p:sp>
      <p:sp>
        <p:nvSpPr>
          <p:cNvPr id="1535" name="Google Shape;1535;p5"/>
          <p:cNvSpPr txBox="1"/>
          <p:nvPr/>
        </p:nvSpPr>
        <p:spPr>
          <a:xfrm>
            <a:off x="2295369" y="8194580"/>
            <a:ext cx="518472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Tập trung vào </a:t>
            </a:r>
            <a:r>
              <a:rPr b="1" i="0" lang="en-US" sz="1600" u="none" cap="none" strike="noStrike">
                <a:solidFill>
                  <a:srgbClr val="121B46"/>
                </a:solidFill>
                <a:latin typeface="Montserrat"/>
                <a:ea typeface="Montserrat"/>
                <a:cs typeface="Montserrat"/>
                <a:sym typeface="Montserrat"/>
              </a:rPr>
              <a:t>ensemble</a:t>
            </a:r>
            <a:r>
              <a:rPr b="0" i="0" lang="en-US" sz="1600" u="none" cap="none" strike="noStrike">
                <a:solidFill>
                  <a:srgbClr val="121B46"/>
                </a:solidFill>
                <a:latin typeface="Montserrat"/>
                <a:ea typeface="Montserrat"/>
                <a:cs typeface="Montserrat"/>
                <a:sym typeface="Montserrat"/>
              </a:rPr>
              <a:t> với XGBoost, LightGBM, Isolation Forest, Prophet, PhoBERT bản rút gọn; </a:t>
            </a:r>
            <a:r>
              <a:rPr b="1" i="0" lang="en-US" sz="1600" u="none" cap="none" strike="noStrike">
                <a:solidFill>
                  <a:srgbClr val="121B46"/>
                </a:solidFill>
                <a:latin typeface="Montserrat"/>
                <a:ea typeface="Montserrat"/>
                <a:cs typeface="Montserrat"/>
                <a:sym typeface="Montserrat"/>
              </a:rPr>
              <a:t>không</a:t>
            </a:r>
            <a:r>
              <a:rPr b="0" i="0" lang="en-US" sz="1600" u="none" cap="none" strike="noStrike">
                <a:solidFill>
                  <a:srgbClr val="121B46"/>
                </a:solidFill>
                <a:latin typeface="Montserrat"/>
                <a:ea typeface="Montserrat"/>
                <a:cs typeface="Montserrat"/>
                <a:sym typeface="Montserrat"/>
              </a:rPr>
              <a:t> đi sâu vào GNN/deep learning nặng</a:t>
            </a:r>
            <a:endParaRPr b="0" i="0" sz="1600" u="none" cap="none" strike="noStrike">
              <a:solidFill>
                <a:srgbClr val="121B46"/>
              </a:solidFill>
              <a:latin typeface="Arial"/>
              <a:ea typeface="Arial"/>
              <a:cs typeface="Arial"/>
              <a:sym typeface="Arial"/>
            </a:endParaRPr>
          </a:p>
        </p:txBody>
      </p:sp>
      <p:sp>
        <p:nvSpPr>
          <p:cNvPr id="1536" name="Google Shape;1536;p5"/>
          <p:cNvSpPr txBox="1"/>
          <p:nvPr/>
        </p:nvSpPr>
        <p:spPr>
          <a:xfrm>
            <a:off x="719528" y="721022"/>
            <a:ext cx="2765686"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Phạm vi hệ thống</a:t>
            </a:r>
            <a:endParaRPr b="0" i="0" sz="2200" u="none" cap="none" strike="noStrike">
              <a:solidFill>
                <a:srgbClr val="121B46"/>
              </a:solidFill>
              <a:latin typeface="Quicksand SemiBold"/>
              <a:ea typeface="Quicksand SemiBold"/>
              <a:cs typeface="Quicksand SemiBold"/>
              <a:sym typeface="Quicksand SemiBold"/>
            </a:endParaRPr>
          </a:p>
        </p:txBody>
      </p:sp>
      <p:sp>
        <p:nvSpPr>
          <p:cNvPr id="1537" name="Google Shape;1537;p5"/>
          <p:cNvSpPr txBox="1"/>
          <p:nvPr/>
        </p:nvSpPr>
        <p:spPr>
          <a:xfrm>
            <a:off x="776678" y="1205445"/>
            <a:ext cx="421223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Data Engineer:</a:t>
            </a:r>
            <a:r>
              <a:rPr b="0" i="0" lang="en-US" sz="1800" u="none" cap="none" strike="noStrike">
                <a:solidFill>
                  <a:srgbClr val="121B46"/>
                </a:solidFill>
                <a:latin typeface="Montserrat"/>
                <a:ea typeface="Montserrat"/>
                <a:cs typeface="Montserrat"/>
                <a:sym typeface="Montserrat"/>
              </a:rPr>
              <a:t>  </a:t>
            </a:r>
            <a:r>
              <a:rPr b="0" i="0" lang="en-US" sz="1600" u="none" cap="none" strike="noStrike">
                <a:solidFill>
                  <a:srgbClr val="121B46"/>
                </a:solidFill>
                <a:latin typeface="Montserrat"/>
                <a:ea typeface="Montserrat"/>
                <a:cs typeface="Montserrat"/>
                <a:sym typeface="Montserrat"/>
              </a:rPr>
              <a:t>Kiến trúc Lambda</a:t>
            </a:r>
            <a:endParaRPr b="0" i="0" sz="1600" u="none" cap="none" strike="noStrike">
              <a:solidFill>
                <a:srgbClr val="121B46"/>
              </a:solidFill>
              <a:latin typeface="Montserrat"/>
              <a:ea typeface="Montserrat"/>
              <a:cs typeface="Montserrat"/>
              <a:sym typeface="Montserrat"/>
            </a:endParaRPr>
          </a:p>
        </p:txBody>
      </p:sp>
      <p:pic>
        <p:nvPicPr>
          <p:cNvPr descr="What is Lambda architecture | System Design | GeeksforGeeks" id="1538" name="Google Shape;1538;p5"/>
          <p:cNvPicPr preferRelativeResize="0"/>
          <p:nvPr/>
        </p:nvPicPr>
        <p:blipFill rotWithShape="1">
          <a:blip r:embed="rId3">
            <a:alphaModFix/>
          </a:blip>
          <a:srcRect b="9692" l="1722" r="1394" t="2439"/>
          <a:stretch/>
        </p:blipFill>
        <p:spPr>
          <a:xfrm>
            <a:off x="719996" y="1574778"/>
            <a:ext cx="4196407" cy="1902940"/>
          </a:xfrm>
          <a:prstGeom prst="rect">
            <a:avLst/>
          </a:prstGeom>
          <a:noFill/>
          <a:ln>
            <a:noFill/>
          </a:ln>
        </p:spPr>
      </p:pic>
      <p:sp>
        <p:nvSpPr>
          <p:cNvPr id="1539" name="Google Shape;1539;p5"/>
          <p:cNvSpPr txBox="1"/>
          <p:nvPr/>
        </p:nvSpPr>
        <p:spPr>
          <a:xfrm>
            <a:off x="4988914" y="1999685"/>
            <a:ext cx="35929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Machine Learning Operations (MLOps)</a:t>
            </a:r>
            <a:endParaRPr b="0" i="0" sz="1600" u="none" cap="none" strike="noStrike">
              <a:solidFill>
                <a:srgbClr val="121B46"/>
              </a:solidFill>
              <a:latin typeface="Montserrat"/>
              <a:ea typeface="Montserrat"/>
              <a:cs typeface="Montserrat"/>
              <a:sym typeface="Montserrat"/>
            </a:endParaRPr>
          </a:p>
        </p:txBody>
      </p:sp>
      <p:pic>
        <p:nvPicPr>
          <p:cNvPr descr="Illustration of an MLOPs process model based on [4]. The ML workflow is ..." id="1540" name="Google Shape;1540;p5"/>
          <p:cNvPicPr preferRelativeResize="0"/>
          <p:nvPr/>
        </p:nvPicPr>
        <p:blipFill rotWithShape="1">
          <a:blip r:embed="rId4">
            <a:alphaModFix/>
          </a:blip>
          <a:srcRect b="15467" l="5425" r="5448" t="7761"/>
          <a:stretch/>
        </p:blipFill>
        <p:spPr>
          <a:xfrm>
            <a:off x="4461560" y="2720715"/>
            <a:ext cx="4447000" cy="2037067"/>
          </a:xfrm>
          <a:prstGeom prst="rect">
            <a:avLst/>
          </a:prstGeom>
          <a:noFill/>
          <a:ln>
            <a:noFill/>
          </a:ln>
        </p:spPr>
      </p:pic>
      <p:sp>
        <p:nvSpPr>
          <p:cNvPr id="1541" name="Google Shape;1541;p5"/>
          <p:cNvSpPr txBox="1"/>
          <p:nvPr/>
        </p:nvSpPr>
        <p:spPr>
          <a:xfrm>
            <a:off x="-7289524" y="1281498"/>
            <a:ext cx="165641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Trust Score:</a:t>
            </a:r>
            <a:endParaRPr b="0" i="0" sz="1600" u="none" cap="none" strike="noStrike">
              <a:solidFill>
                <a:srgbClr val="121B46"/>
              </a:solidFill>
              <a:latin typeface="Montserrat"/>
              <a:ea typeface="Montserrat"/>
              <a:cs typeface="Montserrat"/>
              <a:sym typeface="Montserrat"/>
            </a:endParaRPr>
          </a:p>
        </p:txBody>
      </p:sp>
      <p:sp>
        <p:nvSpPr>
          <p:cNvPr id="1542" name="Google Shape;1542;p5"/>
          <p:cNvSpPr txBox="1"/>
          <p:nvPr/>
        </p:nvSpPr>
        <p:spPr>
          <a:xfrm>
            <a:off x="-5708063" y="1281498"/>
            <a:ext cx="4871803"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Một điểm số (0-100) được cập nhật </a:t>
            </a:r>
            <a:r>
              <a:rPr b="1" i="0" lang="en-US" sz="1600" u="none" cap="none" strike="noStrike">
                <a:solidFill>
                  <a:srgbClr val="121B46"/>
                </a:solidFill>
                <a:latin typeface="Montserrat"/>
                <a:ea typeface="Montserrat"/>
                <a:cs typeface="Montserrat"/>
                <a:sym typeface="Montserrat"/>
              </a:rPr>
              <a:t>liên tục</a:t>
            </a:r>
            <a:r>
              <a:rPr b="0" i="0" lang="en-US" sz="1600" u="none" cap="none" strike="noStrike">
                <a:solidFill>
                  <a:srgbClr val="121B46"/>
                </a:solidFill>
                <a:latin typeface="Montserrat"/>
                <a:ea typeface="Montserrat"/>
                <a:cs typeface="Montserrat"/>
                <a:sym typeface="Montserrat"/>
              </a:rPr>
              <a:t>, đánh giá mức độ xác thực của KOL dựa trên nhiều tín hiệu</a:t>
            </a:r>
            <a:endParaRPr b="0" i="0" sz="1600" u="none" cap="none" strike="noStrike">
              <a:solidFill>
                <a:srgbClr val="121B46"/>
              </a:solidFill>
              <a:latin typeface="Arial"/>
              <a:ea typeface="Arial"/>
              <a:cs typeface="Arial"/>
              <a:sym typeface="Arial"/>
            </a:endParaRPr>
          </a:p>
        </p:txBody>
      </p:sp>
      <p:sp>
        <p:nvSpPr>
          <p:cNvPr id="1543" name="Google Shape;1543;p5"/>
          <p:cNvSpPr txBox="1"/>
          <p:nvPr/>
        </p:nvSpPr>
        <p:spPr>
          <a:xfrm>
            <a:off x="-7289524" y="2095162"/>
            <a:ext cx="255582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Success Forecast:</a:t>
            </a:r>
            <a:endParaRPr b="0" i="0" sz="1600" u="none" cap="none" strike="noStrike">
              <a:solidFill>
                <a:srgbClr val="121B46"/>
              </a:solidFill>
              <a:latin typeface="Montserrat"/>
              <a:ea typeface="Montserrat"/>
              <a:cs typeface="Montserrat"/>
              <a:sym typeface="Montserrat"/>
            </a:endParaRPr>
          </a:p>
        </p:txBody>
      </p:sp>
      <p:sp>
        <p:nvSpPr>
          <p:cNvPr id="1544" name="Google Shape;1544;p5"/>
          <p:cNvSpPr txBox="1"/>
          <p:nvPr/>
        </p:nvSpPr>
        <p:spPr>
          <a:xfrm>
            <a:off x="-5078474" y="2095162"/>
            <a:ext cx="4871804"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Dự báo các chỉ số nghiệp vụ mà KOL có thể mang lại trong một khoảng thời gian ngắn</a:t>
            </a:r>
            <a:endParaRPr b="0" i="0" sz="1600" u="none" cap="none" strike="noStrike">
              <a:solidFill>
                <a:srgbClr val="121B46"/>
              </a:solidFill>
              <a:latin typeface="Arial"/>
              <a:ea typeface="Arial"/>
              <a:cs typeface="Arial"/>
              <a:sym typeface="Arial"/>
            </a:endParaRPr>
          </a:p>
        </p:txBody>
      </p:sp>
      <p:sp>
        <p:nvSpPr>
          <p:cNvPr id="1545" name="Google Shape;1545;p5"/>
          <p:cNvSpPr txBox="1"/>
          <p:nvPr/>
        </p:nvSpPr>
        <p:spPr>
          <a:xfrm>
            <a:off x="-7694258" y="839449"/>
            <a:ext cx="2765686"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Sản phẩm đầu ra</a:t>
            </a:r>
            <a:endParaRPr b="0" i="0" sz="2200" u="none" cap="none" strike="noStrike">
              <a:solidFill>
                <a:srgbClr val="121B46"/>
              </a:solidFill>
              <a:latin typeface="Quicksand SemiBold"/>
              <a:ea typeface="Quicksand SemiBold"/>
              <a:cs typeface="Quicksand SemiBold"/>
              <a:sym typeface="Quicksand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9" name="Shape 1549"/>
        <p:cNvGrpSpPr/>
        <p:nvPr/>
      </p:nvGrpSpPr>
      <p:grpSpPr>
        <a:xfrm>
          <a:off x="0" y="0"/>
          <a:ext cx="0" cy="0"/>
          <a:chOff x="0" y="0"/>
          <a:chExt cx="0" cy="0"/>
        </a:xfrm>
      </p:grpSpPr>
      <p:sp>
        <p:nvSpPr>
          <p:cNvPr id="1550" name="Google Shape;1550;p6"/>
          <p:cNvSpPr txBox="1"/>
          <p:nvPr/>
        </p:nvSpPr>
        <p:spPr>
          <a:xfrm>
            <a:off x="1356610" y="147385"/>
            <a:ext cx="6887979" cy="692064"/>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200" u="none" cap="none" strike="noStrike">
                <a:solidFill>
                  <a:schemeClr val="lt2"/>
                </a:solidFill>
                <a:latin typeface="Montserrat"/>
                <a:ea typeface="Montserrat"/>
                <a:cs typeface="Montserrat"/>
                <a:sym typeface="Montserrat"/>
              </a:rPr>
              <a:t>Phạm vi đề tài</a:t>
            </a:r>
            <a:endParaRPr b="1" i="0" sz="3200" u="none" cap="none" strike="noStrike">
              <a:solidFill>
                <a:schemeClr val="lt2"/>
              </a:solidFill>
              <a:latin typeface="Montserrat"/>
              <a:ea typeface="Montserrat"/>
              <a:cs typeface="Montserrat"/>
              <a:sym typeface="Montserrat"/>
            </a:endParaRPr>
          </a:p>
        </p:txBody>
      </p:sp>
      <p:sp>
        <p:nvSpPr>
          <p:cNvPr id="1551" name="Google Shape;1551;p6"/>
          <p:cNvSpPr txBox="1"/>
          <p:nvPr/>
        </p:nvSpPr>
        <p:spPr>
          <a:xfrm>
            <a:off x="1139253" y="1281498"/>
            <a:ext cx="165641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Trust Score:</a:t>
            </a:r>
            <a:endParaRPr b="0" i="0" sz="1600" u="none" cap="none" strike="noStrike">
              <a:solidFill>
                <a:srgbClr val="121B46"/>
              </a:solidFill>
              <a:latin typeface="Montserrat"/>
              <a:ea typeface="Montserrat"/>
              <a:cs typeface="Montserrat"/>
              <a:sym typeface="Montserrat"/>
            </a:endParaRPr>
          </a:p>
        </p:txBody>
      </p:sp>
      <p:sp>
        <p:nvSpPr>
          <p:cNvPr id="1552" name="Google Shape;1552;p6"/>
          <p:cNvSpPr txBox="1"/>
          <p:nvPr/>
        </p:nvSpPr>
        <p:spPr>
          <a:xfrm>
            <a:off x="2720714" y="1281498"/>
            <a:ext cx="4871803"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Một điểm số (0-100) được cập nhật </a:t>
            </a:r>
            <a:r>
              <a:rPr b="1" i="0" lang="en-US" sz="1600" u="none" cap="none" strike="noStrike">
                <a:solidFill>
                  <a:srgbClr val="121B46"/>
                </a:solidFill>
                <a:latin typeface="Montserrat"/>
                <a:ea typeface="Montserrat"/>
                <a:cs typeface="Montserrat"/>
                <a:sym typeface="Montserrat"/>
              </a:rPr>
              <a:t>liên tục</a:t>
            </a:r>
            <a:r>
              <a:rPr b="0" i="0" lang="en-US" sz="1600" u="none" cap="none" strike="noStrike">
                <a:solidFill>
                  <a:srgbClr val="121B46"/>
                </a:solidFill>
                <a:latin typeface="Montserrat"/>
                <a:ea typeface="Montserrat"/>
                <a:cs typeface="Montserrat"/>
                <a:sym typeface="Montserrat"/>
              </a:rPr>
              <a:t>, đánh giá mức độ xác thực của KOL dựa trên nhiều tín hiệu</a:t>
            </a:r>
            <a:endParaRPr b="0" i="0" sz="1600" u="none" cap="none" strike="noStrike">
              <a:solidFill>
                <a:srgbClr val="121B46"/>
              </a:solidFill>
              <a:latin typeface="Arial"/>
              <a:ea typeface="Arial"/>
              <a:cs typeface="Arial"/>
              <a:sym typeface="Arial"/>
            </a:endParaRPr>
          </a:p>
        </p:txBody>
      </p:sp>
      <p:sp>
        <p:nvSpPr>
          <p:cNvPr id="1553" name="Google Shape;1553;p6"/>
          <p:cNvSpPr txBox="1"/>
          <p:nvPr/>
        </p:nvSpPr>
        <p:spPr>
          <a:xfrm>
            <a:off x="1139253" y="2095162"/>
            <a:ext cx="255582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Success Forecast:</a:t>
            </a:r>
            <a:endParaRPr b="0" i="0" sz="1600" u="none" cap="none" strike="noStrike">
              <a:solidFill>
                <a:srgbClr val="121B46"/>
              </a:solidFill>
              <a:latin typeface="Montserrat"/>
              <a:ea typeface="Montserrat"/>
              <a:cs typeface="Montserrat"/>
              <a:sym typeface="Montserrat"/>
            </a:endParaRPr>
          </a:p>
        </p:txBody>
      </p:sp>
      <p:sp>
        <p:nvSpPr>
          <p:cNvPr id="1554" name="Google Shape;1554;p6"/>
          <p:cNvSpPr txBox="1"/>
          <p:nvPr/>
        </p:nvSpPr>
        <p:spPr>
          <a:xfrm>
            <a:off x="3350303" y="2095162"/>
            <a:ext cx="4871804"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Dự báo các chỉ số nghiệp vụ mà KOL có thể mang lại trong một khoảng thời gian ngắn</a:t>
            </a:r>
            <a:endParaRPr b="0" i="0" sz="1600" u="none" cap="none" strike="noStrike">
              <a:solidFill>
                <a:srgbClr val="121B46"/>
              </a:solidFill>
              <a:latin typeface="Arial"/>
              <a:ea typeface="Arial"/>
              <a:cs typeface="Arial"/>
              <a:sym typeface="Arial"/>
            </a:endParaRPr>
          </a:p>
        </p:txBody>
      </p:sp>
      <p:sp>
        <p:nvSpPr>
          <p:cNvPr id="1555" name="Google Shape;1555;p6"/>
          <p:cNvSpPr txBox="1"/>
          <p:nvPr/>
        </p:nvSpPr>
        <p:spPr>
          <a:xfrm>
            <a:off x="719528" y="839449"/>
            <a:ext cx="2765686"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Sản phẩm đầu ra</a:t>
            </a:r>
            <a:endParaRPr b="0" i="0" sz="2200" u="none" cap="none" strike="noStrike">
              <a:solidFill>
                <a:srgbClr val="121B46"/>
              </a:solidFill>
              <a:latin typeface="Quicksand SemiBold"/>
              <a:ea typeface="Quicksand SemiBold"/>
              <a:cs typeface="Quicksand SemiBold"/>
              <a:sym typeface="Quicksand SemiBold"/>
            </a:endParaRPr>
          </a:p>
        </p:txBody>
      </p:sp>
      <p:sp>
        <p:nvSpPr>
          <p:cNvPr id="1556" name="Google Shape;1556;p6"/>
          <p:cNvSpPr txBox="1"/>
          <p:nvPr/>
        </p:nvSpPr>
        <p:spPr>
          <a:xfrm>
            <a:off x="1150498" y="2679007"/>
            <a:ext cx="21473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Trending Score:</a:t>
            </a:r>
            <a:endParaRPr b="0" i="0" sz="1600" u="none" cap="none" strike="noStrike">
              <a:solidFill>
                <a:srgbClr val="121B46"/>
              </a:solidFill>
              <a:latin typeface="Montserrat"/>
              <a:ea typeface="Montserrat"/>
              <a:cs typeface="Montserrat"/>
              <a:sym typeface="Montserrat"/>
            </a:endParaRPr>
          </a:p>
        </p:txBody>
      </p:sp>
      <p:sp>
        <p:nvSpPr>
          <p:cNvPr id="1557" name="Google Shape;1557;p6"/>
          <p:cNvSpPr txBox="1"/>
          <p:nvPr/>
        </p:nvSpPr>
        <p:spPr>
          <a:xfrm>
            <a:off x="3121699" y="2679007"/>
            <a:ext cx="487180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Một điểm số (0-100) được cập nhật </a:t>
            </a:r>
            <a:r>
              <a:rPr b="1" i="0" lang="en-US" sz="1600" u="none" cap="none" strike="noStrike">
                <a:solidFill>
                  <a:srgbClr val="121B46"/>
                </a:solidFill>
                <a:latin typeface="Montserrat"/>
                <a:ea typeface="Montserrat"/>
                <a:cs typeface="Montserrat"/>
                <a:sym typeface="Montserrat"/>
              </a:rPr>
              <a:t>liên tục</a:t>
            </a:r>
            <a:r>
              <a:rPr b="0" i="0" lang="en-US" sz="1600" u="none" cap="none" strike="noStrike">
                <a:solidFill>
                  <a:srgbClr val="121B46"/>
                </a:solidFill>
                <a:latin typeface="Montserrat"/>
                <a:ea typeface="Montserrat"/>
                <a:cs typeface="Montserrat"/>
                <a:sym typeface="Montserrat"/>
              </a:rPr>
              <a:t>, đánh giá mức độ nổi tiếng và trendy của KOL</a:t>
            </a:r>
            <a:endParaRPr b="0" i="0" sz="1600" u="none" cap="none" strike="noStrike">
              <a:solidFill>
                <a:srgbClr val="121B46"/>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D8E2"/>
        </a:solidFill>
      </p:bgPr>
    </p:bg>
    <p:spTree>
      <p:nvGrpSpPr>
        <p:cNvPr id="1561" name="Shape 1561"/>
        <p:cNvGrpSpPr/>
        <p:nvPr/>
      </p:nvGrpSpPr>
      <p:grpSpPr>
        <a:xfrm>
          <a:off x="0" y="0"/>
          <a:ext cx="0" cy="0"/>
          <a:chOff x="0" y="0"/>
          <a:chExt cx="0" cy="0"/>
        </a:xfrm>
      </p:grpSpPr>
      <p:sp>
        <p:nvSpPr>
          <p:cNvPr id="1562" name="Google Shape;1562;p7"/>
          <p:cNvSpPr txBox="1"/>
          <p:nvPr/>
        </p:nvSpPr>
        <p:spPr>
          <a:xfrm>
            <a:off x="3522750" y="1061872"/>
            <a:ext cx="2098500" cy="1180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6300"/>
              <a:buFont typeface="Montserrat"/>
              <a:buNone/>
            </a:pPr>
            <a:r>
              <a:rPr b="1" i="0" lang="en-US" sz="9600" u="none" cap="none" strike="noStrike">
                <a:solidFill>
                  <a:schemeClr val="lt2"/>
                </a:solidFill>
                <a:latin typeface="Montserrat"/>
                <a:ea typeface="Montserrat"/>
                <a:cs typeface="Montserrat"/>
                <a:sym typeface="Montserrat"/>
              </a:rPr>
              <a:t>02</a:t>
            </a:r>
            <a:endParaRPr/>
          </a:p>
        </p:txBody>
      </p:sp>
      <p:sp>
        <p:nvSpPr>
          <p:cNvPr id="1563" name="Google Shape;1563;p7"/>
          <p:cNvSpPr txBox="1"/>
          <p:nvPr/>
        </p:nvSpPr>
        <p:spPr>
          <a:xfrm>
            <a:off x="2840673" y="2242672"/>
            <a:ext cx="3462653" cy="1161837"/>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400" u="none" cap="none" strike="noStrike">
                <a:solidFill>
                  <a:schemeClr val="lt2"/>
                </a:solidFill>
                <a:latin typeface="Montserrat"/>
                <a:ea typeface="Montserrat"/>
                <a:cs typeface="Montserrat"/>
                <a:sym typeface="Montserrat"/>
              </a:rPr>
              <a:t>Động lực &amp; Tính thực tiễn</a:t>
            </a:r>
            <a:endParaRPr b="1" i="0" sz="3400" u="none" cap="none" strike="noStrike">
              <a:solidFill>
                <a:schemeClr val="lt2"/>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7" name="Shape 1567"/>
        <p:cNvGrpSpPr/>
        <p:nvPr/>
      </p:nvGrpSpPr>
      <p:grpSpPr>
        <a:xfrm>
          <a:off x="0" y="0"/>
          <a:ext cx="0" cy="0"/>
          <a:chOff x="0" y="0"/>
          <a:chExt cx="0" cy="0"/>
        </a:xfrm>
      </p:grpSpPr>
      <p:sp>
        <p:nvSpPr>
          <p:cNvPr id="1568" name="Google Shape;1568;p8"/>
          <p:cNvSpPr txBox="1"/>
          <p:nvPr/>
        </p:nvSpPr>
        <p:spPr>
          <a:xfrm>
            <a:off x="422725" y="203580"/>
            <a:ext cx="6085970" cy="68494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200" u="none" cap="none" strike="noStrike">
                <a:solidFill>
                  <a:schemeClr val="lt2"/>
                </a:solidFill>
                <a:latin typeface="Montserrat"/>
                <a:ea typeface="Montserrat"/>
                <a:cs typeface="Montserrat"/>
                <a:sym typeface="Montserrat"/>
              </a:rPr>
              <a:t>Động lực &amp; Tính thực tiễn</a:t>
            </a:r>
            <a:endParaRPr b="1" i="0" sz="3200" u="none" cap="none" strike="noStrike">
              <a:solidFill>
                <a:schemeClr val="lt2"/>
              </a:solidFill>
              <a:latin typeface="Montserrat"/>
              <a:ea typeface="Montserrat"/>
              <a:cs typeface="Montserrat"/>
              <a:sym typeface="Montserrat"/>
            </a:endParaRPr>
          </a:p>
        </p:txBody>
      </p:sp>
      <p:sp>
        <p:nvSpPr>
          <p:cNvPr id="1569" name="Google Shape;1569;p8"/>
          <p:cNvSpPr txBox="1"/>
          <p:nvPr/>
        </p:nvSpPr>
        <p:spPr>
          <a:xfrm>
            <a:off x="1139253" y="1270336"/>
            <a:ext cx="6333344" cy="153888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600"/>
              <a:buFont typeface="Noto Sans Symbols"/>
              <a:buChar char="•"/>
            </a:pPr>
            <a:r>
              <a:rPr b="1" i="0" lang="en-US" sz="1600" u="none" cap="none" strike="noStrike">
                <a:solidFill>
                  <a:srgbClr val="121B46"/>
                </a:solidFill>
                <a:latin typeface="Montserrat"/>
                <a:ea typeface="Montserrat"/>
                <a:cs typeface="Montserrat"/>
                <a:sym typeface="Montserrat"/>
              </a:rPr>
              <a:t>Thiệt hại tài chính &amp; thương hiệu </a:t>
            </a:r>
            <a:r>
              <a:rPr b="0" i="0" lang="en-US" sz="1600" u="none" cap="none" strike="noStrike">
                <a:solidFill>
                  <a:srgbClr val="121B46"/>
                </a:solidFill>
                <a:latin typeface="Montserrat"/>
                <a:ea typeface="Montserrat"/>
                <a:cs typeface="Montserrat"/>
                <a:sym typeface="Montserrat"/>
              </a:rPr>
              <a:t>từ influencer fraud</a:t>
            </a:r>
            <a:endParaRPr b="0" i="0" sz="1600" u="none" cap="none" strike="noStrike">
              <a:solidFill>
                <a:srgbClr val="121B46"/>
              </a:solidFill>
              <a:latin typeface="Montserrat"/>
              <a:ea typeface="Montserrat"/>
              <a:cs typeface="Montserrat"/>
              <a:sym typeface="Montserrat"/>
            </a:endParaRPr>
          </a:p>
          <a:p>
            <a:pPr indent="-285750" lvl="0" marL="285750" marR="0" rtl="0" algn="l">
              <a:lnSpc>
                <a:spcPct val="100000"/>
              </a:lnSpc>
              <a:spcBef>
                <a:spcPts val="600"/>
              </a:spcBef>
              <a:spcAft>
                <a:spcPts val="0"/>
              </a:spcAft>
              <a:buClr>
                <a:srgbClr val="000000"/>
              </a:buClr>
              <a:buSzPts val="1600"/>
              <a:buFont typeface="Noto Sans Symbols"/>
              <a:buChar char="•"/>
            </a:pPr>
            <a:r>
              <a:rPr b="0" i="0" lang="en-US" sz="1600" u="none" cap="none" strike="noStrike">
                <a:solidFill>
                  <a:srgbClr val="121B46"/>
                </a:solidFill>
                <a:latin typeface="Montserrat"/>
                <a:ea typeface="Montserrat"/>
                <a:cs typeface="Montserrat"/>
                <a:sym typeface="Montserrat"/>
              </a:rPr>
              <a:t>Tính phiến diện của </a:t>
            </a:r>
            <a:r>
              <a:rPr b="1" i="0" lang="en-US" sz="1600" u="none" cap="none" strike="noStrike">
                <a:solidFill>
                  <a:srgbClr val="121B46"/>
                </a:solidFill>
                <a:latin typeface="Montserrat"/>
                <a:ea typeface="Montserrat"/>
                <a:cs typeface="Montserrat"/>
                <a:sym typeface="Montserrat"/>
              </a:rPr>
              <a:t>"Vanity Metrics“ </a:t>
            </a:r>
            <a:r>
              <a:rPr b="0" i="0" lang="en-US" sz="2000" u="none" cap="none" strike="noStrike">
                <a:solidFill>
                  <a:srgbClr val="121B46"/>
                </a:solidFill>
                <a:latin typeface="Montserrat"/>
                <a:ea typeface="Montserrat"/>
                <a:cs typeface="Montserrat"/>
                <a:sym typeface="Montserrat"/>
              </a:rPr>
              <a:t>🢡 </a:t>
            </a:r>
            <a:r>
              <a:rPr b="0" i="0" lang="en-US" sz="1600" u="none" cap="none" strike="noStrike">
                <a:solidFill>
                  <a:srgbClr val="121B46"/>
                </a:solidFill>
                <a:latin typeface="Montserrat"/>
                <a:ea typeface="Montserrat"/>
                <a:cs typeface="Montserrat"/>
                <a:sym typeface="Montserrat"/>
              </a:rPr>
              <a:t>Cần thước đo phản ánh </a:t>
            </a:r>
            <a:r>
              <a:rPr b="0" i="1" lang="en-US" sz="1600" u="none" cap="none" strike="noStrike">
                <a:solidFill>
                  <a:srgbClr val="121B46"/>
                </a:solidFill>
                <a:latin typeface="Montserrat"/>
                <a:ea typeface="Montserrat"/>
                <a:cs typeface="Montserrat"/>
                <a:sym typeface="Montserrat"/>
              </a:rPr>
              <a:t>chất lượng tương tác </a:t>
            </a:r>
            <a:r>
              <a:rPr b="0" i="0" lang="en-US" sz="1600" u="none" cap="none" strike="noStrike">
                <a:solidFill>
                  <a:srgbClr val="121B46"/>
                </a:solidFill>
                <a:latin typeface="Montserrat"/>
                <a:ea typeface="Montserrat"/>
                <a:cs typeface="Montserrat"/>
                <a:sym typeface="Montserrat"/>
              </a:rPr>
              <a:t>và </a:t>
            </a:r>
            <a:r>
              <a:rPr b="0" i="1" lang="en-US" sz="1600" u="none" cap="none" strike="noStrike">
                <a:solidFill>
                  <a:srgbClr val="121B46"/>
                </a:solidFill>
                <a:latin typeface="Montserrat"/>
                <a:ea typeface="Montserrat"/>
                <a:cs typeface="Montserrat"/>
                <a:sym typeface="Montserrat"/>
              </a:rPr>
              <a:t>khả năng tạo ra chuyển đổi</a:t>
            </a:r>
            <a:endParaRPr b="0" i="1" sz="1600" u="none" cap="none" strike="noStrike">
              <a:solidFill>
                <a:srgbClr val="121B46"/>
              </a:solidFill>
              <a:latin typeface="Montserrat"/>
              <a:ea typeface="Montserrat"/>
              <a:cs typeface="Montserrat"/>
              <a:sym typeface="Montserrat"/>
            </a:endParaRPr>
          </a:p>
          <a:p>
            <a:pPr indent="-285750" lvl="0" marL="285750" marR="0" rtl="0" algn="l">
              <a:lnSpc>
                <a:spcPct val="100000"/>
              </a:lnSpc>
              <a:spcBef>
                <a:spcPts val="600"/>
              </a:spcBef>
              <a:spcAft>
                <a:spcPts val="0"/>
              </a:spcAft>
              <a:buClr>
                <a:srgbClr val="000000"/>
              </a:buClr>
              <a:buSzPts val="1600"/>
              <a:buFont typeface="Noto Sans Symbols"/>
              <a:buChar char="•"/>
            </a:pPr>
            <a:r>
              <a:rPr b="0" i="0" lang="en-US" sz="1600" u="none" cap="none" strike="noStrike">
                <a:solidFill>
                  <a:srgbClr val="121B46"/>
                </a:solidFill>
                <a:latin typeface="Montserrat"/>
                <a:ea typeface="Montserrat"/>
                <a:cs typeface="Montserrat"/>
                <a:sym typeface="Montserrat"/>
              </a:rPr>
              <a:t>Thiếu khả năng phản ứng</a:t>
            </a:r>
            <a:endParaRPr b="0" i="0" sz="1600" u="none" cap="none" strike="noStrike">
              <a:solidFill>
                <a:srgbClr val="121B46"/>
              </a:solidFill>
              <a:latin typeface="Montserrat"/>
              <a:ea typeface="Montserrat"/>
              <a:cs typeface="Montserrat"/>
              <a:sym typeface="Montserrat"/>
            </a:endParaRPr>
          </a:p>
        </p:txBody>
      </p:sp>
      <p:sp>
        <p:nvSpPr>
          <p:cNvPr id="1570" name="Google Shape;1570;p8"/>
          <p:cNvSpPr txBox="1"/>
          <p:nvPr/>
        </p:nvSpPr>
        <p:spPr>
          <a:xfrm>
            <a:off x="652072" y="839449"/>
            <a:ext cx="320040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Động lực chọn đề tài</a:t>
            </a:r>
            <a:endParaRPr b="0" i="0" sz="2200" u="none" cap="none" strike="noStrike">
              <a:solidFill>
                <a:srgbClr val="121B46"/>
              </a:solidFill>
              <a:latin typeface="Quicksand SemiBold"/>
              <a:ea typeface="Quicksand SemiBold"/>
              <a:cs typeface="Quicksand SemiBold"/>
              <a:sym typeface="Quicksand SemiBold"/>
            </a:endParaRPr>
          </a:p>
        </p:txBody>
      </p:sp>
      <p:sp>
        <p:nvSpPr>
          <p:cNvPr id="1571" name="Google Shape;1571;p8"/>
          <p:cNvSpPr txBox="1"/>
          <p:nvPr/>
        </p:nvSpPr>
        <p:spPr>
          <a:xfrm>
            <a:off x="1139253" y="3240106"/>
            <a:ext cx="6333344" cy="172354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600"/>
              <a:buFont typeface="Noto Sans Symbols"/>
              <a:buChar char="•"/>
            </a:pPr>
            <a:r>
              <a:rPr b="1" i="0" lang="en-US" sz="1600" u="none" cap="none" strike="noStrike">
                <a:solidFill>
                  <a:srgbClr val="121B46"/>
                </a:solidFill>
                <a:latin typeface="Montserrat"/>
                <a:ea typeface="Montserrat"/>
                <a:cs typeface="Montserrat"/>
                <a:sym typeface="Montserrat"/>
              </a:rPr>
              <a:t>Trust Score: </a:t>
            </a:r>
            <a:r>
              <a:rPr b="0" i="0" lang="en-US" sz="1600" u="none" cap="none" strike="noStrike">
                <a:solidFill>
                  <a:srgbClr val="121B46"/>
                </a:solidFill>
                <a:latin typeface="Montserrat"/>
                <a:ea typeface="Montserrat"/>
                <a:cs typeface="Montserrat"/>
                <a:sym typeface="Montserrat"/>
              </a:rPr>
              <a:t>Bộ lọc đầu vào, loại KOL ảo, tối ưu phân bổ ngân sách</a:t>
            </a:r>
            <a:endParaRPr b="0" i="0" sz="1600" u="none" cap="none" strike="noStrike">
              <a:solidFill>
                <a:srgbClr val="121B46"/>
              </a:solidFill>
              <a:latin typeface="Montserrat"/>
              <a:ea typeface="Montserrat"/>
              <a:cs typeface="Montserrat"/>
              <a:sym typeface="Montserrat"/>
            </a:endParaRPr>
          </a:p>
          <a:p>
            <a:pPr indent="-285750" lvl="0" marL="285750" marR="0" rtl="0" algn="l">
              <a:lnSpc>
                <a:spcPct val="100000"/>
              </a:lnSpc>
              <a:spcBef>
                <a:spcPts val="600"/>
              </a:spcBef>
              <a:spcAft>
                <a:spcPts val="0"/>
              </a:spcAft>
              <a:buClr>
                <a:srgbClr val="000000"/>
              </a:buClr>
              <a:buSzPts val="1600"/>
              <a:buFont typeface="Noto Sans Symbols"/>
              <a:buChar char="•"/>
            </a:pPr>
            <a:r>
              <a:rPr b="1" i="0" lang="en-US" sz="1600" u="none" cap="none" strike="noStrike">
                <a:solidFill>
                  <a:srgbClr val="121B46"/>
                </a:solidFill>
                <a:latin typeface="Montserrat"/>
                <a:ea typeface="Montserrat"/>
                <a:cs typeface="Montserrat"/>
                <a:sym typeface="Montserrat"/>
              </a:rPr>
              <a:t>Success Forecast: </a:t>
            </a:r>
            <a:r>
              <a:rPr b="0" i="0" lang="en-US" sz="1600" u="none" cap="none" strike="noStrike">
                <a:solidFill>
                  <a:srgbClr val="121B46"/>
                </a:solidFill>
                <a:latin typeface="Montserrat"/>
                <a:ea typeface="Montserrat"/>
                <a:cs typeface="Montserrat"/>
                <a:sym typeface="Montserrat"/>
              </a:rPr>
              <a:t>Dự báo hiệu suất để ưu tiên KOL có khả năng tạo chuyển đổi cao</a:t>
            </a:r>
            <a:endParaRPr b="0" i="0" sz="1600" u="none" cap="none" strike="noStrike">
              <a:solidFill>
                <a:srgbClr val="121B46"/>
              </a:solidFill>
              <a:latin typeface="Montserrat"/>
              <a:ea typeface="Montserrat"/>
              <a:cs typeface="Montserrat"/>
              <a:sym typeface="Montserrat"/>
            </a:endParaRPr>
          </a:p>
          <a:p>
            <a:pPr indent="-285750" lvl="0" marL="285750" marR="0" rtl="0" algn="l">
              <a:lnSpc>
                <a:spcPct val="100000"/>
              </a:lnSpc>
              <a:spcBef>
                <a:spcPts val="600"/>
              </a:spcBef>
              <a:spcAft>
                <a:spcPts val="0"/>
              </a:spcAft>
              <a:buClr>
                <a:srgbClr val="000000"/>
              </a:buClr>
              <a:buSzPts val="1600"/>
              <a:buFont typeface="Noto Sans Symbols"/>
              <a:buChar char="•"/>
            </a:pPr>
            <a:r>
              <a:rPr b="0" i="0" lang="en-US" sz="1600" u="none" cap="none" strike="noStrike">
                <a:solidFill>
                  <a:srgbClr val="121B46"/>
                </a:solidFill>
                <a:latin typeface="Montserrat"/>
                <a:ea typeface="Montserrat"/>
                <a:cs typeface="Montserrat"/>
                <a:sym typeface="Montserrat"/>
              </a:rPr>
              <a:t>Kiến trúc </a:t>
            </a:r>
            <a:r>
              <a:rPr b="1" i="0" lang="en-US" sz="1600" u="none" cap="none" strike="noStrike">
                <a:solidFill>
                  <a:srgbClr val="121B46"/>
                </a:solidFill>
                <a:latin typeface="Montserrat"/>
                <a:ea typeface="Montserrat"/>
                <a:cs typeface="Montserrat"/>
                <a:sym typeface="Montserrat"/>
              </a:rPr>
              <a:t>Lambda + Lakehouse + MLOps </a:t>
            </a:r>
            <a:r>
              <a:rPr b="0" i="0" lang="en-US" sz="1600" u="none" cap="none" strike="noStrike">
                <a:solidFill>
                  <a:srgbClr val="121B46"/>
                </a:solidFill>
                <a:latin typeface="Montserrat"/>
                <a:ea typeface="Montserrat"/>
                <a:cs typeface="Montserrat"/>
                <a:sym typeface="Montserrat"/>
              </a:rPr>
              <a:t>giúp hệ thống </a:t>
            </a:r>
            <a:r>
              <a:rPr b="1" i="0" lang="en-US" sz="1600" u="none" cap="none" strike="noStrike">
                <a:solidFill>
                  <a:srgbClr val="121B46"/>
                </a:solidFill>
                <a:latin typeface="Montserrat"/>
                <a:ea typeface="Montserrat"/>
                <a:cs typeface="Montserrat"/>
                <a:sym typeface="Montserrat"/>
              </a:rPr>
              <a:t>tự thích ứng</a:t>
            </a:r>
            <a:endParaRPr b="1" i="0" sz="1600" u="none" cap="none" strike="noStrike">
              <a:solidFill>
                <a:srgbClr val="121B46"/>
              </a:solidFill>
              <a:latin typeface="Montserrat"/>
              <a:ea typeface="Montserrat"/>
              <a:cs typeface="Montserrat"/>
              <a:sym typeface="Montserrat"/>
            </a:endParaRPr>
          </a:p>
        </p:txBody>
      </p:sp>
      <p:sp>
        <p:nvSpPr>
          <p:cNvPr id="1572" name="Google Shape;1572;p8"/>
          <p:cNvSpPr txBox="1"/>
          <p:nvPr/>
        </p:nvSpPr>
        <p:spPr>
          <a:xfrm>
            <a:off x="652072" y="2809219"/>
            <a:ext cx="320040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Tiềm năng</a:t>
            </a:r>
            <a:endParaRPr b="0" i="0" sz="2200" u="none" cap="none" strike="noStrike">
              <a:solidFill>
                <a:srgbClr val="121B46"/>
              </a:solidFill>
              <a:latin typeface="Quicksand SemiBold"/>
              <a:ea typeface="Quicksand SemiBold"/>
              <a:cs typeface="Quicksand SemiBold"/>
              <a:sym typeface="Quicksand Semi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CE8DC"/>
        </a:solidFill>
      </p:bgPr>
    </p:bg>
    <p:spTree>
      <p:nvGrpSpPr>
        <p:cNvPr id="1576" name="Shape 1576"/>
        <p:cNvGrpSpPr/>
        <p:nvPr/>
      </p:nvGrpSpPr>
      <p:grpSpPr>
        <a:xfrm>
          <a:off x="0" y="0"/>
          <a:ext cx="0" cy="0"/>
          <a:chOff x="0" y="0"/>
          <a:chExt cx="0" cy="0"/>
        </a:xfrm>
      </p:grpSpPr>
      <p:sp>
        <p:nvSpPr>
          <p:cNvPr id="1577" name="Google Shape;1577;p9"/>
          <p:cNvSpPr txBox="1"/>
          <p:nvPr/>
        </p:nvSpPr>
        <p:spPr>
          <a:xfrm>
            <a:off x="3522750" y="1061872"/>
            <a:ext cx="2098500" cy="1180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6300"/>
              <a:buFont typeface="Montserrat"/>
              <a:buNone/>
            </a:pPr>
            <a:r>
              <a:rPr b="1" i="0" lang="en-US" sz="9600" u="none" cap="none" strike="noStrike">
                <a:solidFill>
                  <a:schemeClr val="lt2"/>
                </a:solidFill>
                <a:latin typeface="Montserrat"/>
                <a:ea typeface="Montserrat"/>
                <a:cs typeface="Montserrat"/>
                <a:sym typeface="Montserrat"/>
              </a:rPr>
              <a:t>03</a:t>
            </a:r>
            <a:endParaRPr/>
          </a:p>
        </p:txBody>
      </p:sp>
      <p:sp>
        <p:nvSpPr>
          <p:cNvPr id="1578" name="Google Shape;1578;p9"/>
          <p:cNvSpPr txBox="1"/>
          <p:nvPr/>
        </p:nvSpPr>
        <p:spPr>
          <a:xfrm>
            <a:off x="2840673" y="2242672"/>
            <a:ext cx="3462653" cy="1161837"/>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400" u="none" cap="none" strike="noStrike">
                <a:solidFill>
                  <a:schemeClr val="lt2"/>
                </a:solidFill>
                <a:latin typeface="Montserrat"/>
                <a:ea typeface="Montserrat"/>
                <a:cs typeface="Montserrat"/>
                <a:sym typeface="Montserrat"/>
              </a:rPr>
              <a:t>Nghiên cứu liên quan</a:t>
            </a:r>
            <a:endParaRPr b="1" i="0" sz="3400" u="none" cap="none" strike="noStrike">
              <a:solidFill>
                <a:schemeClr val="lt2"/>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2" name="Shape 1582"/>
        <p:cNvGrpSpPr/>
        <p:nvPr/>
      </p:nvGrpSpPr>
      <p:grpSpPr>
        <a:xfrm>
          <a:off x="0" y="0"/>
          <a:ext cx="0" cy="0"/>
          <a:chOff x="0" y="0"/>
          <a:chExt cx="0" cy="0"/>
        </a:xfrm>
      </p:grpSpPr>
      <p:sp>
        <p:nvSpPr>
          <p:cNvPr id="1583" name="Google Shape;1583;p10"/>
          <p:cNvSpPr txBox="1"/>
          <p:nvPr/>
        </p:nvSpPr>
        <p:spPr>
          <a:xfrm>
            <a:off x="2840673" y="145359"/>
            <a:ext cx="6375898" cy="856128"/>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200" u="none" cap="none" strike="noStrike">
                <a:solidFill>
                  <a:schemeClr val="lt2"/>
                </a:solidFill>
                <a:latin typeface="Montserrat"/>
                <a:ea typeface="Montserrat"/>
                <a:cs typeface="Montserrat"/>
                <a:sym typeface="Montserrat"/>
              </a:rPr>
              <a:t>Nghiên cứu liên quan</a:t>
            </a:r>
            <a:endParaRPr b="1" i="0" sz="3200" u="none" cap="none" strike="noStrike">
              <a:solidFill>
                <a:schemeClr val="lt2"/>
              </a:solidFill>
              <a:latin typeface="Montserrat"/>
              <a:ea typeface="Montserrat"/>
              <a:cs typeface="Montserrat"/>
              <a:sym typeface="Montserrat"/>
            </a:endParaRPr>
          </a:p>
        </p:txBody>
      </p:sp>
      <p:sp>
        <p:nvSpPr>
          <p:cNvPr id="1584" name="Google Shape;1584;p10"/>
          <p:cNvSpPr txBox="1"/>
          <p:nvPr/>
        </p:nvSpPr>
        <p:spPr>
          <a:xfrm>
            <a:off x="1139253" y="6040898"/>
            <a:ext cx="6333344" cy="164660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600"/>
              <a:buFont typeface="Noto Sans Symbols"/>
              <a:buChar char="•"/>
            </a:pPr>
            <a:r>
              <a:rPr b="1" i="0" lang="en-US" sz="1600" u="none" cap="none" strike="noStrike">
                <a:solidFill>
                  <a:srgbClr val="121B46"/>
                </a:solidFill>
                <a:latin typeface="Montserrat"/>
                <a:ea typeface="Montserrat"/>
                <a:cs typeface="Montserrat"/>
                <a:sym typeface="Montserrat"/>
              </a:rPr>
              <a:t>Twitter (X)</a:t>
            </a:r>
            <a:r>
              <a:rPr b="0" i="0" lang="en-US" sz="1600" u="none" cap="none" strike="noStrike">
                <a:solidFill>
                  <a:srgbClr val="121B46"/>
                </a:solidFill>
                <a:latin typeface="Montserrat"/>
                <a:ea typeface="Montserrat"/>
                <a:cs typeface="Montserrat"/>
                <a:sym typeface="Montserrat"/>
              </a:rPr>
              <a:t> và </a:t>
            </a:r>
            <a:r>
              <a:rPr b="1" i="0" lang="en-US" sz="1600" u="none" cap="none" strike="noStrike">
                <a:solidFill>
                  <a:srgbClr val="121B46"/>
                </a:solidFill>
                <a:latin typeface="Montserrat"/>
                <a:ea typeface="Montserrat"/>
                <a:cs typeface="Montserrat"/>
                <a:sym typeface="Montserrat"/>
              </a:rPr>
              <a:t>Meta</a:t>
            </a:r>
            <a:r>
              <a:rPr b="0" i="0" lang="en-US" sz="1600" u="none" cap="none" strike="noStrike">
                <a:solidFill>
                  <a:srgbClr val="121B46"/>
                </a:solidFill>
                <a:latin typeface="Montserrat"/>
                <a:ea typeface="Montserrat"/>
                <a:cs typeface="Montserrat"/>
                <a:sym typeface="Montserrat"/>
              </a:rPr>
              <a:t> đã công bố nhiều nghiên cứu về việc sử dụng các </a:t>
            </a:r>
            <a:r>
              <a:rPr b="0" i="1" lang="en-US" sz="1600" u="none" cap="none" strike="noStrike">
                <a:solidFill>
                  <a:srgbClr val="121B46"/>
                </a:solidFill>
                <a:latin typeface="Montserrat"/>
                <a:ea typeface="Montserrat"/>
                <a:cs typeface="Montserrat"/>
                <a:sym typeface="Montserrat"/>
              </a:rPr>
              <a:t>đặc trưng hành vi </a:t>
            </a:r>
            <a:r>
              <a:rPr b="0" i="0" lang="en-US" sz="1600" u="none" cap="none" strike="noStrike">
                <a:solidFill>
                  <a:srgbClr val="121B46"/>
                </a:solidFill>
                <a:latin typeface="Montserrat"/>
                <a:ea typeface="Montserrat"/>
                <a:cs typeface="Montserrat"/>
                <a:sym typeface="Montserrat"/>
              </a:rPr>
              <a:t>và </a:t>
            </a:r>
            <a:r>
              <a:rPr b="0" i="1" lang="en-US" sz="1600" u="none" cap="none" strike="noStrike">
                <a:solidFill>
                  <a:srgbClr val="121B46"/>
                </a:solidFill>
                <a:latin typeface="Montserrat"/>
                <a:ea typeface="Montserrat"/>
                <a:cs typeface="Montserrat"/>
                <a:sym typeface="Montserrat"/>
              </a:rPr>
              <a:t>đặc trưng đồ thị </a:t>
            </a:r>
            <a:r>
              <a:rPr b="0" i="0" lang="en-US" sz="1600" u="none" cap="none" strike="noStrike">
                <a:solidFill>
                  <a:srgbClr val="121B46"/>
                </a:solidFill>
                <a:latin typeface="Montserrat"/>
                <a:ea typeface="Montserrat"/>
                <a:cs typeface="Montserrat"/>
                <a:sym typeface="Montserrat"/>
              </a:rPr>
              <a:t>để phát hiện các "Sybil attack"</a:t>
            </a:r>
            <a:endParaRPr b="1" i="0" sz="1600" u="none" cap="none" strike="noStrike">
              <a:solidFill>
                <a:srgbClr val="121B46"/>
              </a:solidFill>
              <a:latin typeface="Montserrat"/>
              <a:ea typeface="Montserrat"/>
              <a:cs typeface="Montserrat"/>
              <a:sym typeface="Montserrat"/>
            </a:endParaRPr>
          </a:p>
          <a:p>
            <a:pPr indent="-285750" lvl="0" marL="285750" marR="0" rtl="0" algn="l">
              <a:lnSpc>
                <a:spcPct val="100000"/>
              </a:lnSpc>
              <a:spcBef>
                <a:spcPts val="600"/>
              </a:spcBef>
              <a:spcAft>
                <a:spcPts val="0"/>
              </a:spcAft>
              <a:buClr>
                <a:srgbClr val="000000"/>
              </a:buClr>
              <a:buSzPts val="1600"/>
              <a:buFont typeface="Noto Sans Symbols"/>
              <a:buChar char="•"/>
            </a:pPr>
            <a:r>
              <a:rPr b="0" i="0" lang="en-US" sz="1600" u="none" cap="none" strike="noStrike">
                <a:solidFill>
                  <a:srgbClr val="121B46"/>
                </a:solidFill>
                <a:latin typeface="Montserrat"/>
                <a:ea typeface="Montserrat"/>
                <a:cs typeface="Montserrat"/>
                <a:sym typeface="Montserrat"/>
              </a:rPr>
              <a:t>Hệ thống tài chính (ví dụ: </a:t>
            </a:r>
            <a:r>
              <a:rPr b="1" i="0" lang="en-US" sz="1600" u="none" cap="none" strike="noStrike">
                <a:solidFill>
                  <a:srgbClr val="121B46"/>
                </a:solidFill>
                <a:latin typeface="Montserrat"/>
                <a:ea typeface="Montserrat"/>
                <a:cs typeface="Montserrat"/>
                <a:sym typeface="Montserrat"/>
              </a:rPr>
              <a:t>PayPal, Stripe</a:t>
            </a:r>
            <a:r>
              <a:rPr b="0" i="0" lang="en-US" sz="1600" u="none" cap="none" strike="noStrike">
                <a:solidFill>
                  <a:srgbClr val="121B46"/>
                </a:solidFill>
                <a:latin typeface="Montserrat"/>
                <a:ea typeface="Montserrat"/>
                <a:cs typeface="Montserrat"/>
                <a:sym typeface="Montserrat"/>
              </a:rPr>
              <a:t>) sử dụng </a:t>
            </a:r>
            <a:r>
              <a:rPr b="0" i="1" lang="en-US" sz="1600" u="none" cap="none" strike="noStrike">
                <a:solidFill>
                  <a:srgbClr val="121B46"/>
                </a:solidFill>
                <a:latin typeface="Montserrat"/>
                <a:ea typeface="Montserrat"/>
                <a:cs typeface="Montserrat"/>
                <a:sym typeface="Montserrat"/>
              </a:rPr>
              <a:t>real-time anomaly detection</a:t>
            </a:r>
            <a:r>
              <a:rPr b="0" i="0" lang="en-US" sz="1600" u="none" cap="none" strike="noStrike">
                <a:solidFill>
                  <a:srgbClr val="121B46"/>
                </a:solidFill>
                <a:latin typeface="Montserrat"/>
                <a:ea typeface="Montserrat"/>
                <a:cs typeface="Montserrat"/>
                <a:sym typeface="Montserrat"/>
              </a:rPr>
              <a:t> (phát hiện bất thường thời gian thực) để chặn các giao dịch đáng ngờ</a:t>
            </a:r>
            <a:endParaRPr b="1" i="0" sz="1600" u="none" cap="none" strike="noStrike">
              <a:solidFill>
                <a:srgbClr val="121B46"/>
              </a:solidFill>
              <a:latin typeface="Montserrat"/>
              <a:ea typeface="Montserrat"/>
              <a:cs typeface="Montserrat"/>
              <a:sym typeface="Montserrat"/>
            </a:endParaRPr>
          </a:p>
        </p:txBody>
      </p:sp>
      <p:sp>
        <p:nvSpPr>
          <p:cNvPr id="1585" name="Google Shape;1585;p10"/>
          <p:cNvSpPr txBox="1"/>
          <p:nvPr/>
        </p:nvSpPr>
        <p:spPr>
          <a:xfrm>
            <a:off x="652071" y="5624525"/>
            <a:ext cx="5668899"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Nền tảng nghiệp vụ: Phát hiện gian lận</a:t>
            </a:r>
            <a:endParaRPr b="0" i="0" sz="2200" u="none" cap="none" strike="noStrike">
              <a:solidFill>
                <a:srgbClr val="121B46"/>
              </a:solidFill>
              <a:latin typeface="Quicksand SemiBold"/>
              <a:ea typeface="Quicksand SemiBold"/>
              <a:cs typeface="Quicksand SemiBold"/>
              <a:sym typeface="Quicksand SemiBold"/>
            </a:endParaRPr>
          </a:p>
        </p:txBody>
      </p:sp>
      <p:sp>
        <p:nvSpPr>
          <p:cNvPr id="1586" name="Google Shape;1586;p10"/>
          <p:cNvSpPr txBox="1"/>
          <p:nvPr/>
        </p:nvSpPr>
        <p:spPr>
          <a:xfrm>
            <a:off x="377372" y="802307"/>
            <a:ext cx="6734628" cy="61555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700" u="none" cap="none" strike="noStrike">
                <a:solidFill>
                  <a:schemeClr val="lt2"/>
                </a:solidFill>
                <a:latin typeface="Montserrat"/>
                <a:ea typeface="Montserrat"/>
                <a:cs typeface="Montserrat"/>
                <a:sym typeface="Montserrat"/>
              </a:rPr>
              <a:t>Paper: A Study on Trust Mechanisms and Communication Effectiveness in Social Media KOL Marketing</a:t>
            </a:r>
            <a:endParaRPr/>
          </a:p>
        </p:txBody>
      </p:sp>
      <p:sp>
        <p:nvSpPr>
          <p:cNvPr id="1587" name="Google Shape;1587;p10"/>
          <p:cNvSpPr txBox="1"/>
          <p:nvPr/>
        </p:nvSpPr>
        <p:spPr>
          <a:xfrm>
            <a:off x="395514" y="1331110"/>
            <a:ext cx="3272971" cy="2865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1200" u="none" cap="none" strike="noStrike">
                <a:solidFill>
                  <a:schemeClr val="lt2"/>
                </a:solidFill>
                <a:latin typeface="Montserrat"/>
                <a:ea typeface="Montserrat"/>
                <a:cs typeface="Montserrat"/>
                <a:sym typeface="Montserrat"/>
              </a:rPr>
              <a:t>Zhang, G. (2025) – Case study: Rednote</a:t>
            </a:r>
            <a:endParaRPr b="0" i="1" sz="1200" u="none" cap="none" strike="noStrike">
              <a:solidFill>
                <a:schemeClr val="lt2"/>
              </a:solidFill>
              <a:latin typeface="Montserrat"/>
              <a:ea typeface="Montserrat"/>
              <a:cs typeface="Montserrat"/>
              <a:sym typeface="Montserrat"/>
            </a:endParaRPr>
          </a:p>
        </p:txBody>
      </p:sp>
      <p:sp>
        <p:nvSpPr>
          <p:cNvPr id="1588" name="Google Shape;1588;p10"/>
          <p:cNvSpPr txBox="1"/>
          <p:nvPr/>
        </p:nvSpPr>
        <p:spPr>
          <a:xfrm>
            <a:off x="1139253" y="3569680"/>
            <a:ext cx="5436672"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chemeClr val="lt2"/>
                </a:solidFill>
                <a:latin typeface="Montserrat"/>
                <a:ea typeface="Montserrat"/>
                <a:cs typeface="Montserrat"/>
                <a:sym typeface="Montserrat"/>
              </a:rPr>
              <a:t>🢡 </a:t>
            </a:r>
            <a:r>
              <a:rPr b="1" i="0" lang="en-US" sz="1800" u="none" cap="none" strike="noStrike">
                <a:solidFill>
                  <a:schemeClr val="lt2"/>
                </a:solidFill>
                <a:latin typeface="Montserrat"/>
                <a:ea typeface="Montserrat"/>
                <a:cs typeface="Montserrat"/>
                <a:sym typeface="Montserrat"/>
              </a:rPr>
              <a:t>Hạn chế:</a:t>
            </a:r>
            <a:endParaRPr/>
          </a:p>
          <a:p>
            <a:pPr indent="-285750" lvl="0" marL="285750" marR="0" rtl="0" algn="l">
              <a:lnSpc>
                <a:spcPct val="100000"/>
              </a:lnSpc>
              <a:spcBef>
                <a:spcPts val="600"/>
              </a:spcBef>
              <a:spcAft>
                <a:spcPts val="0"/>
              </a:spcAft>
              <a:buClr>
                <a:schemeClr val="lt2"/>
              </a:buClr>
              <a:buSzPts val="1600"/>
              <a:buFont typeface="Noto Sans Symbols"/>
              <a:buChar char="•"/>
            </a:pPr>
            <a:r>
              <a:rPr b="0" i="0" lang="en-US" sz="1600" u="none" cap="none" strike="noStrike">
                <a:solidFill>
                  <a:schemeClr val="lt2"/>
                </a:solidFill>
                <a:latin typeface="Montserrat"/>
                <a:ea typeface="Montserrat"/>
                <a:cs typeface="Montserrat"/>
                <a:sym typeface="Montserrat"/>
              </a:rPr>
              <a:t>Phân tích chủ yếu mang tính định tính</a:t>
            </a:r>
            <a:endParaRPr b="0" i="0" sz="1600" u="none" cap="none" strike="noStrike">
              <a:solidFill>
                <a:schemeClr val="lt2"/>
              </a:solidFill>
              <a:latin typeface="Montserrat"/>
              <a:ea typeface="Montserrat"/>
              <a:cs typeface="Montserrat"/>
              <a:sym typeface="Montserrat"/>
            </a:endParaRPr>
          </a:p>
          <a:p>
            <a:pPr indent="-285750" lvl="0" marL="285750" marR="0" rtl="0" algn="l">
              <a:lnSpc>
                <a:spcPct val="100000"/>
              </a:lnSpc>
              <a:spcBef>
                <a:spcPts val="600"/>
              </a:spcBef>
              <a:spcAft>
                <a:spcPts val="0"/>
              </a:spcAft>
              <a:buClr>
                <a:schemeClr val="lt2"/>
              </a:buClr>
              <a:buSzPts val="1600"/>
              <a:buFont typeface="Noto Sans Symbols"/>
              <a:buChar char="•"/>
            </a:pPr>
            <a:r>
              <a:rPr b="0" i="0" lang="en-US" sz="1600" u="none" cap="none" strike="noStrike">
                <a:solidFill>
                  <a:schemeClr val="lt2"/>
                </a:solidFill>
                <a:latin typeface="Montserrat"/>
                <a:ea typeface="Montserrat"/>
                <a:cs typeface="Montserrat"/>
                <a:sym typeface="Montserrat"/>
              </a:rPr>
              <a:t>Chưa áp dụng Big Data, Machine Learning hay cơ chế phát hiện gian lận tự động</a:t>
            </a:r>
            <a:endParaRPr b="0" i="0" sz="1600" u="none" cap="none" strike="noStrike">
              <a:solidFill>
                <a:schemeClr val="lt2"/>
              </a:solidFill>
              <a:latin typeface="Montserrat"/>
              <a:ea typeface="Montserrat"/>
              <a:cs typeface="Montserrat"/>
              <a:sym typeface="Montserrat"/>
            </a:endParaRPr>
          </a:p>
        </p:txBody>
      </p:sp>
      <p:sp>
        <p:nvSpPr>
          <p:cNvPr id="1589" name="Google Shape;1589;p10"/>
          <p:cNvSpPr txBox="1"/>
          <p:nvPr/>
        </p:nvSpPr>
        <p:spPr>
          <a:xfrm>
            <a:off x="794479" y="1736604"/>
            <a:ext cx="7416800"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chemeClr val="lt2"/>
                </a:solidFill>
                <a:latin typeface="Montserrat"/>
                <a:ea typeface="Montserrat"/>
                <a:cs typeface="Montserrat"/>
                <a:sym typeface="Montserrat"/>
              </a:rPr>
              <a:t>Bài báo nghiên cứu cách </a:t>
            </a:r>
            <a:r>
              <a:rPr b="1" i="0" lang="en-US" sz="1600" u="none" cap="none" strike="noStrike">
                <a:solidFill>
                  <a:schemeClr val="lt2"/>
                </a:solidFill>
                <a:latin typeface="Montserrat"/>
                <a:ea typeface="Montserrat"/>
                <a:cs typeface="Montserrat"/>
                <a:sym typeface="Montserrat"/>
              </a:rPr>
              <a:t>niềm tin của người dùng đối với KOL</a:t>
            </a:r>
            <a:r>
              <a:rPr b="0" i="0" lang="en-US" sz="1600" u="none" cap="none" strike="noStrike">
                <a:solidFill>
                  <a:schemeClr val="lt2"/>
                </a:solidFill>
                <a:latin typeface="Montserrat"/>
                <a:ea typeface="Montserrat"/>
                <a:cs typeface="Montserrat"/>
                <a:sym typeface="Montserrat"/>
              </a:rPr>
              <a:t> được hình thành và vai trò của niềm tin này trong việc nâng cao </a:t>
            </a:r>
            <a:r>
              <a:rPr b="1" i="0" lang="en-US" sz="1600" u="none" cap="none" strike="noStrike">
                <a:solidFill>
                  <a:schemeClr val="lt2"/>
                </a:solidFill>
                <a:latin typeface="Montserrat"/>
                <a:ea typeface="Montserrat"/>
                <a:cs typeface="Montserrat"/>
                <a:sym typeface="Montserrat"/>
              </a:rPr>
              <a:t>hiệu quả truyền thông</a:t>
            </a:r>
            <a:r>
              <a:rPr b="0" i="0" lang="en-US" sz="1600" u="none" cap="none" strike="noStrike">
                <a:solidFill>
                  <a:schemeClr val="lt2"/>
                </a:solidFill>
                <a:latin typeface="Montserrat"/>
                <a:ea typeface="Montserrat"/>
                <a:cs typeface="Montserrat"/>
                <a:sym typeface="Montserrat"/>
              </a:rPr>
              <a:t> trên mạng xã hội. Kết quả cho thấy </a:t>
            </a:r>
            <a:r>
              <a:rPr b="1" i="0" lang="en-US" sz="1600" u="none" cap="none" strike="noStrike">
                <a:solidFill>
                  <a:schemeClr val="lt2"/>
                </a:solidFill>
                <a:latin typeface="Montserrat"/>
                <a:ea typeface="Montserrat"/>
                <a:cs typeface="Montserrat"/>
                <a:sym typeface="Montserrat"/>
              </a:rPr>
              <a:t>trust mechanism</a:t>
            </a:r>
            <a:r>
              <a:rPr b="0" i="0" lang="en-US" sz="1600" u="none" cap="none" strike="noStrike">
                <a:solidFill>
                  <a:schemeClr val="lt2"/>
                </a:solidFill>
                <a:latin typeface="Montserrat"/>
                <a:ea typeface="Montserrat"/>
                <a:cs typeface="Montserrat"/>
                <a:sym typeface="Montserrat"/>
              </a:rPr>
              <a:t> gồm ba yếu tố chính: đặc điểm cá nhân của KOL, tương tác KOL–fan và cơ chế nền tảng. Nghiên cứu chỉ ra rằng niềm tin giúp nội dung KOL lan tỏa tốt hơn, đồng thời hiệu quả truyền thông cao cũng góp phần củng cố lại niềm tin của người dùng.</a:t>
            </a:r>
            <a:endParaRPr b="0" i="0" sz="1600" u="none" cap="none" strike="noStrike">
              <a:solidFill>
                <a:schemeClr val="lt2"/>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3" name="Shape 1593"/>
        <p:cNvGrpSpPr/>
        <p:nvPr/>
      </p:nvGrpSpPr>
      <p:grpSpPr>
        <a:xfrm>
          <a:off x="0" y="0"/>
          <a:ext cx="0" cy="0"/>
          <a:chOff x="0" y="0"/>
          <a:chExt cx="0" cy="0"/>
        </a:xfrm>
      </p:grpSpPr>
      <p:sp>
        <p:nvSpPr>
          <p:cNvPr id="1594" name="Google Shape;1594;p11"/>
          <p:cNvSpPr txBox="1"/>
          <p:nvPr/>
        </p:nvSpPr>
        <p:spPr>
          <a:xfrm>
            <a:off x="2840673" y="145359"/>
            <a:ext cx="6375898" cy="856128"/>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200" u="none" cap="none" strike="noStrike">
                <a:solidFill>
                  <a:schemeClr val="lt2"/>
                </a:solidFill>
                <a:latin typeface="Montserrat"/>
                <a:ea typeface="Montserrat"/>
                <a:cs typeface="Montserrat"/>
                <a:sym typeface="Montserrat"/>
              </a:rPr>
              <a:t>Nghiên cứu liên quan</a:t>
            </a:r>
            <a:endParaRPr b="1" i="0" sz="3200" u="none" cap="none" strike="noStrike">
              <a:solidFill>
                <a:schemeClr val="lt2"/>
              </a:solidFill>
              <a:latin typeface="Montserrat"/>
              <a:ea typeface="Montserrat"/>
              <a:cs typeface="Montserrat"/>
              <a:sym typeface="Montserrat"/>
            </a:endParaRPr>
          </a:p>
        </p:txBody>
      </p:sp>
      <p:sp>
        <p:nvSpPr>
          <p:cNvPr id="1595" name="Google Shape;1595;p11"/>
          <p:cNvSpPr txBox="1"/>
          <p:nvPr/>
        </p:nvSpPr>
        <p:spPr>
          <a:xfrm>
            <a:off x="377372" y="802307"/>
            <a:ext cx="6734628" cy="61555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700" u="none" cap="none" strike="noStrike">
                <a:solidFill>
                  <a:schemeClr val="lt2"/>
                </a:solidFill>
                <a:latin typeface="Montserrat"/>
                <a:ea typeface="Montserrat"/>
                <a:cs typeface="Montserrat"/>
                <a:sym typeface="Montserrat"/>
              </a:rPr>
              <a:t>Paper: Forecasting Sales in Live-Streaming Cross-Border E-Commerce using TFT</a:t>
            </a:r>
            <a:endParaRPr/>
          </a:p>
        </p:txBody>
      </p:sp>
      <p:sp>
        <p:nvSpPr>
          <p:cNvPr id="1596" name="Google Shape;1596;p11"/>
          <p:cNvSpPr txBox="1"/>
          <p:nvPr/>
        </p:nvSpPr>
        <p:spPr>
          <a:xfrm>
            <a:off x="395514" y="1331110"/>
            <a:ext cx="3951634"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1200" u="none" cap="none" strike="noStrike">
                <a:solidFill>
                  <a:schemeClr val="lt2"/>
                </a:solidFill>
                <a:latin typeface="Montserrat"/>
                <a:ea typeface="Montserrat"/>
                <a:cs typeface="Montserrat"/>
                <a:sym typeface="Montserrat"/>
              </a:rPr>
              <a:t>Qi Zhang et al., 2025 – UK TikTok Live Commerce</a:t>
            </a:r>
            <a:endParaRPr b="0" i="1" sz="1200" u="none" cap="none" strike="noStrike">
              <a:solidFill>
                <a:schemeClr val="lt2"/>
              </a:solidFill>
              <a:latin typeface="Montserrat"/>
              <a:ea typeface="Montserrat"/>
              <a:cs typeface="Montserrat"/>
              <a:sym typeface="Montserrat"/>
            </a:endParaRPr>
          </a:p>
        </p:txBody>
      </p:sp>
      <p:sp>
        <p:nvSpPr>
          <p:cNvPr id="1597" name="Google Shape;1597;p11"/>
          <p:cNvSpPr txBox="1"/>
          <p:nvPr/>
        </p:nvSpPr>
        <p:spPr>
          <a:xfrm>
            <a:off x="1139252" y="3588643"/>
            <a:ext cx="6130977" cy="13388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chemeClr val="lt2"/>
                </a:solidFill>
                <a:latin typeface="Montserrat"/>
                <a:ea typeface="Montserrat"/>
                <a:cs typeface="Montserrat"/>
                <a:sym typeface="Montserrat"/>
              </a:rPr>
              <a:t>🢡 </a:t>
            </a:r>
            <a:r>
              <a:rPr b="1" i="0" lang="en-US" sz="1800" u="none" cap="none" strike="noStrike">
                <a:solidFill>
                  <a:schemeClr val="lt2"/>
                </a:solidFill>
                <a:latin typeface="Montserrat"/>
                <a:ea typeface="Montserrat"/>
                <a:cs typeface="Montserrat"/>
                <a:sym typeface="Montserrat"/>
              </a:rPr>
              <a:t>Hạn chế:</a:t>
            </a:r>
            <a:endParaRPr/>
          </a:p>
          <a:p>
            <a:pPr indent="-285750" lvl="0" marL="285750" marR="0" rtl="0" algn="l">
              <a:lnSpc>
                <a:spcPct val="100000"/>
              </a:lnSpc>
              <a:spcBef>
                <a:spcPts val="600"/>
              </a:spcBef>
              <a:spcAft>
                <a:spcPts val="0"/>
              </a:spcAft>
              <a:buClr>
                <a:schemeClr val="lt2"/>
              </a:buClr>
              <a:buSzPts val="1600"/>
              <a:buFont typeface="Noto Sans Symbols"/>
              <a:buChar char="•"/>
            </a:pPr>
            <a:r>
              <a:rPr b="0" i="0" lang="en-US" sz="1600" u="none" cap="none" strike="noStrike">
                <a:solidFill>
                  <a:schemeClr val="lt2"/>
                </a:solidFill>
                <a:latin typeface="Montserrat"/>
                <a:ea typeface="Montserrat"/>
                <a:cs typeface="Montserrat"/>
                <a:sym typeface="Montserrat"/>
              </a:rPr>
              <a:t>Chỉ tập trung vào dự báo doanh số</a:t>
            </a:r>
            <a:endParaRPr b="0" i="0" sz="1600" u="none" cap="none" strike="noStrike">
              <a:solidFill>
                <a:schemeClr val="lt2"/>
              </a:solidFill>
              <a:latin typeface="Montserrat"/>
              <a:ea typeface="Montserrat"/>
              <a:cs typeface="Montserrat"/>
              <a:sym typeface="Montserrat"/>
            </a:endParaRPr>
          </a:p>
          <a:p>
            <a:pPr indent="-285750" lvl="0" marL="285750" marR="0" rtl="0" algn="l">
              <a:lnSpc>
                <a:spcPct val="100000"/>
              </a:lnSpc>
              <a:spcBef>
                <a:spcPts val="600"/>
              </a:spcBef>
              <a:spcAft>
                <a:spcPts val="0"/>
              </a:spcAft>
              <a:buClr>
                <a:schemeClr val="lt2"/>
              </a:buClr>
              <a:buSzPts val="1600"/>
              <a:buFont typeface="Noto Sans Symbols"/>
              <a:buChar char="•"/>
            </a:pPr>
            <a:r>
              <a:rPr b="0" i="0" lang="en-US" sz="1600" u="none" cap="none" strike="noStrike">
                <a:solidFill>
                  <a:schemeClr val="lt2"/>
                </a:solidFill>
                <a:latin typeface="Montserrat"/>
                <a:ea typeface="Montserrat"/>
                <a:cs typeface="Montserrat"/>
                <a:sym typeface="Montserrat"/>
              </a:rPr>
              <a:t>Không đánh giá độ tin cậy KOL hay gian lận influencer</a:t>
            </a:r>
            <a:endParaRPr b="0" i="0" sz="1600" u="none" cap="none" strike="noStrike">
              <a:solidFill>
                <a:schemeClr val="lt2"/>
              </a:solidFill>
              <a:latin typeface="Montserrat"/>
              <a:ea typeface="Montserrat"/>
              <a:cs typeface="Montserrat"/>
              <a:sym typeface="Montserrat"/>
            </a:endParaRPr>
          </a:p>
          <a:p>
            <a:pPr indent="-285750" lvl="0" marL="285750" marR="0" rtl="0" algn="l">
              <a:lnSpc>
                <a:spcPct val="100000"/>
              </a:lnSpc>
              <a:spcBef>
                <a:spcPts val="600"/>
              </a:spcBef>
              <a:spcAft>
                <a:spcPts val="0"/>
              </a:spcAft>
              <a:buClr>
                <a:schemeClr val="lt2"/>
              </a:buClr>
              <a:buSzPts val="1600"/>
              <a:buFont typeface="Noto Sans Symbols"/>
              <a:buChar char="•"/>
            </a:pPr>
            <a:r>
              <a:rPr b="0" i="0" lang="en-US" sz="1600" u="none" cap="none" strike="noStrike">
                <a:solidFill>
                  <a:schemeClr val="lt2"/>
                </a:solidFill>
                <a:latin typeface="Montserrat"/>
                <a:ea typeface="Montserrat"/>
                <a:cs typeface="Montserrat"/>
                <a:sym typeface="Montserrat"/>
              </a:rPr>
              <a:t>Dữ liệu xử lý theo batch, chưa hướng đến realtime</a:t>
            </a:r>
            <a:endParaRPr b="0" i="0" sz="1600" u="none" cap="none" strike="noStrike">
              <a:solidFill>
                <a:schemeClr val="lt2"/>
              </a:solidFill>
              <a:latin typeface="Montserrat"/>
              <a:ea typeface="Montserrat"/>
              <a:cs typeface="Montserrat"/>
              <a:sym typeface="Montserrat"/>
            </a:endParaRPr>
          </a:p>
        </p:txBody>
      </p:sp>
      <p:sp>
        <p:nvSpPr>
          <p:cNvPr id="1598" name="Google Shape;1598;p11"/>
          <p:cNvSpPr txBox="1"/>
          <p:nvPr/>
        </p:nvSpPr>
        <p:spPr>
          <a:xfrm>
            <a:off x="740139" y="1581888"/>
            <a:ext cx="7414510" cy="20621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chemeClr val="lt2"/>
                </a:solidFill>
                <a:latin typeface="Montserrat"/>
                <a:ea typeface="Montserrat"/>
                <a:cs typeface="Montserrat"/>
                <a:sym typeface="Montserrat"/>
              </a:rPr>
              <a:t>Bài báo tập trung vào bài toán </a:t>
            </a:r>
            <a:r>
              <a:rPr b="1" i="0" lang="en-US" sz="1600" u="none" cap="none" strike="noStrike">
                <a:solidFill>
                  <a:schemeClr val="lt2"/>
                </a:solidFill>
                <a:latin typeface="Montserrat"/>
                <a:ea typeface="Montserrat"/>
                <a:cs typeface="Montserrat"/>
                <a:sym typeface="Montserrat"/>
              </a:rPr>
              <a:t>dự báo doanh số livestream thương mại điện tử xuyên biên giới</a:t>
            </a:r>
            <a:r>
              <a:rPr b="0" i="0" lang="en-US" sz="1600" u="none" cap="none" strike="noStrike">
                <a:solidFill>
                  <a:schemeClr val="lt2"/>
                </a:solidFill>
                <a:latin typeface="Montserrat"/>
                <a:ea typeface="Montserrat"/>
                <a:cs typeface="Montserrat"/>
                <a:sym typeface="Montserrat"/>
              </a:rPr>
              <a:t>, trong khi thị trường TikTok Shop tại Anh có mức biến động cao. Nhóm tác giả đề xuất sử dụng </a:t>
            </a:r>
            <a:r>
              <a:rPr b="1" i="0" lang="en-US" sz="1600" u="none" cap="none" strike="noStrike">
                <a:solidFill>
                  <a:schemeClr val="lt2"/>
                </a:solidFill>
                <a:latin typeface="Montserrat"/>
                <a:ea typeface="Montserrat"/>
                <a:cs typeface="Montserrat"/>
                <a:sym typeface="Montserrat"/>
              </a:rPr>
              <a:t>Temporal Fusion Transformer (TFT)</a:t>
            </a:r>
            <a:r>
              <a:rPr b="0" i="0" lang="en-US" sz="1600" u="none" cap="none" strike="noStrike">
                <a:solidFill>
                  <a:schemeClr val="lt2"/>
                </a:solidFill>
                <a:latin typeface="Montserrat"/>
                <a:ea typeface="Montserrat"/>
                <a:cs typeface="Montserrat"/>
                <a:sym typeface="Montserrat"/>
              </a:rPr>
              <a:t> để khai thác dữ liệu chuỗi thời gian đa biến, kết hợp doanh số lịch sử, ảnh hưởng của KOL và các yếu tố thời gian như mùa vụ, ngày lễ. Mô hình TFT được so sánh với ARIMA, LSTM, GRU và CNN. Kết quả cho thấy TFT đạt </a:t>
            </a:r>
            <a:r>
              <a:rPr b="1" i="0" lang="en-US" sz="1600" u="none" cap="none" strike="noStrike">
                <a:solidFill>
                  <a:schemeClr val="lt2"/>
                </a:solidFill>
                <a:latin typeface="Montserrat"/>
                <a:ea typeface="Montserrat"/>
                <a:cs typeface="Montserrat"/>
                <a:sym typeface="Montserrat"/>
              </a:rPr>
              <a:t>độ chính xác dự báo cao nhất</a:t>
            </a:r>
            <a:r>
              <a:rPr b="0" i="0" lang="en-US" sz="1600" u="none" cap="none" strike="noStrike">
                <a:solidFill>
                  <a:schemeClr val="lt2"/>
                </a:solidFill>
                <a:latin typeface="Montserrat"/>
                <a:ea typeface="Montserrat"/>
                <a:cs typeface="Montserrat"/>
                <a:sym typeface="Montserrat"/>
              </a:rPr>
              <a:t> và có khả năng giải thích các yếu tố ảnh hưởng đến doanh số.</a:t>
            </a:r>
            <a:endParaRPr b="0" i="0" sz="1600" u="none" cap="none" strike="noStrike">
              <a:solidFill>
                <a:schemeClr val="lt2"/>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E0A9"/>
        </a:solidFill>
      </p:bgPr>
    </p:bg>
    <p:spTree>
      <p:nvGrpSpPr>
        <p:cNvPr id="1602" name="Shape 1602"/>
        <p:cNvGrpSpPr/>
        <p:nvPr/>
      </p:nvGrpSpPr>
      <p:grpSpPr>
        <a:xfrm>
          <a:off x="0" y="0"/>
          <a:ext cx="0" cy="0"/>
          <a:chOff x="0" y="0"/>
          <a:chExt cx="0" cy="0"/>
        </a:xfrm>
      </p:grpSpPr>
      <p:sp>
        <p:nvSpPr>
          <p:cNvPr id="1603" name="Google Shape;1603;p12"/>
          <p:cNvSpPr txBox="1"/>
          <p:nvPr/>
        </p:nvSpPr>
        <p:spPr>
          <a:xfrm>
            <a:off x="3522750" y="1061872"/>
            <a:ext cx="2098500" cy="1180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6300"/>
              <a:buFont typeface="Montserrat"/>
              <a:buNone/>
            </a:pPr>
            <a:r>
              <a:rPr b="1" i="0" lang="en-US" sz="9600" u="none" cap="none" strike="noStrike">
                <a:solidFill>
                  <a:schemeClr val="lt2"/>
                </a:solidFill>
                <a:latin typeface="Montserrat"/>
                <a:ea typeface="Montserrat"/>
                <a:cs typeface="Montserrat"/>
                <a:sym typeface="Montserrat"/>
              </a:rPr>
              <a:t>04</a:t>
            </a:r>
            <a:endParaRPr/>
          </a:p>
        </p:txBody>
      </p:sp>
      <p:sp>
        <p:nvSpPr>
          <p:cNvPr id="1604" name="Google Shape;1604;p12"/>
          <p:cNvSpPr txBox="1"/>
          <p:nvPr/>
        </p:nvSpPr>
        <p:spPr>
          <a:xfrm>
            <a:off x="2840673" y="2242672"/>
            <a:ext cx="3462653" cy="1161837"/>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400" u="none" cap="none" strike="noStrike">
                <a:solidFill>
                  <a:schemeClr val="lt2"/>
                </a:solidFill>
                <a:latin typeface="Montserrat"/>
                <a:ea typeface="Montserrat"/>
                <a:cs typeface="Montserrat"/>
                <a:sym typeface="Montserrat"/>
              </a:rPr>
              <a:t>Phương pháp thực hiện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8" name="Shape 1608"/>
        <p:cNvGrpSpPr/>
        <p:nvPr/>
      </p:nvGrpSpPr>
      <p:grpSpPr>
        <a:xfrm>
          <a:off x="0" y="0"/>
          <a:ext cx="0" cy="0"/>
          <a:chOff x="0" y="0"/>
          <a:chExt cx="0" cy="0"/>
        </a:xfrm>
      </p:grpSpPr>
      <p:sp>
        <p:nvSpPr>
          <p:cNvPr id="1609" name="Google Shape;1609;p13"/>
          <p:cNvSpPr txBox="1"/>
          <p:nvPr/>
        </p:nvSpPr>
        <p:spPr>
          <a:xfrm>
            <a:off x="1789460" y="84088"/>
            <a:ext cx="5565080" cy="755361"/>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200" u="none" cap="none" strike="noStrike">
                <a:solidFill>
                  <a:schemeClr val="lt2"/>
                </a:solidFill>
                <a:latin typeface="Montserrat"/>
                <a:ea typeface="Montserrat"/>
                <a:cs typeface="Montserrat"/>
                <a:sym typeface="Montserrat"/>
              </a:rPr>
              <a:t>Phương pháp thực hiện </a:t>
            </a:r>
            <a:endParaRPr/>
          </a:p>
        </p:txBody>
      </p:sp>
      <p:pic>
        <p:nvPicPr>
          <p:cNvPr id="1610" name="Google Shape;1610;p13"/>
          <p:cNvPicPr preferRelativeResize="0"/>
          <p:nvPr/>
        </p:nvPicPr>
        <p:blipFill rotWithShape="1">
          <a:blip r:embed="rId3">
            <a:alphaModFix/>
          </a:blip>
          <a:srcRect b="12772" l="2314" r="3168" t="11233"/>
          <a:stretch/>
        </p:blipFill>
        <p:spPr>
          <a:xfrm>
            <a:off x="578038" y="839450"/>
            <a:ext cx="7987925" cy="361263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4" name="Shape 1614"/>
        <p:cNvGrpSpPr/>
        <p:nvPr/>
      </p:nvGrpSpPr>
      <p:grpSpPr>
        <a:xfrm>
          <a:off x="0" y="0"/>
          <a:ext cx="0" cy="0"/>
          <a:chOff x="0" y="0"/>
          <a:chExt cx="0" cy="0"/>
        </a:xfrm>
      </p:grpSpPr>
      <p:sp>
        <p:nvSpPr>
          <p:cNvPr id="1615" name="Google Shape;1615;p14"/>
          <p:cNvSpPr txBox="1"/>
          <p:nvPr/>
        </p:nvSpPr>
        <p:spPr>
          <a:xfrm>
            <a:off x="1789460" y="84088"/>
            <a:ext cx="5565080" cy="755361"/>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200" u="none" cap="none" strike="noStrike">
                <a:solidFill>
                  <a:schemeClr val="lt2"/>
                </a:solidFill>
                <a:latin typeface="Montserrat"/>
                <a:ea typeface="Montserrat"/>
                <a:cs typeface="Montserrat"/>
                <a:sym typeface="Montserrat"/>
              </a:rPr>
              <a:t>Phương pháp thực hiện </a:t>
            </a:r>
            <a:endParaRPr/>
          </a:p>
        </p:txBody>
      </p:sp>
      <p:pic>
        <p:nvPicPr>
          <p:cNvPr id="1616" name="Google Shape;1616;p14"/>
          <p:cNvPicPr preferRelativeResize="0"/>
          <p:nvPr/>
        </p:nvPicPr>
        <p:blipFill rotWithShape="1">
          <a:blip r:embed="rId3">
            <a:alphaModFix/>
          </a:blip>
          <a:srcRect b="12772" l="2314" r="3168" t="11233"/>
          <a:stretch/>
        </p:blipFill>
        <p:spPr>
          <a:xfrm>
            <a:off x="578038" y="839450"/>
            <a:ext cx="7987925" cy="361263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0" name="Shape 1620"/>
        <p:cNvGrpSpPr/>
        <p:nvPr/>
      </p:nvGrpSpPr>
      <p:grpSpPr>
        <a:xfrm>
          <a:off x="0" y="0"/>
          <a:ext cx="0" cy="0"/>
          <a:chOff x="0" y="0"/>
          <a:chExt cx="0" cy="0"/>
        </a:xfrm>
      </p:grpSpPr>
      <p:sp>
        <p:nvSpPr>
          <p:cNvPr id="1621" name="Google Shape;1621;p15"/>
          <p:cNvSpPr txBox="1"/>
          <p:nvPr/>
        </p:nvSpPr>
        <p:spPr>
          <a:xfrm>
            <a:off x="1789460" y="84088"/>
            <a:ext cx="5565080" cy="755361"/>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200" u="none" cap="none" strike="noStrike">
                <a:solidFill>
                  <a:schemeClr val="lt2"/>
                </a:solidFill>
                <a:latin typeface="Montserrat"/>
                <a:ea typeface="Montserrat"/>
                <a:cs typeface="Montserrat"/>
                <a:sym typeface="Montserrat"/>
              </a:rPr>
              <a:t>Phương pháp thực hiện </a:t>
            </a:r>
            <a:endParaRPr/>
          </a:p>
        </p:txBody>
      </p:sp>
      <p:sp>
        <p:nvSpPr>
          <p:cNvPr id="1622" name="Google Shape;1622;p15"/>
          <p:cNvSpPr txBox="1"/>
          <p:nvPr/>
        </p:nvSpPr>
        <p:spPr>
          <a:xfrm>
            <a:off x="375921" y="624005"/>
            <a:ext cx="2271845"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Data Ingestion</a:t>
            </a:r>
            <a:endParaRPr/>
          </a:p>
        </p:txBody>
      </p:sp>
      <p:sp>
        <p:nvSpPr>
          <p:cNvPr id="1623" name="Google Shape;1623;p15"/>
          <p:cNvSpPr txBox="1"/>
          <p:nvPr/>
        </p:nvSpPr>
        <p:spPr>
          <a:xfrm>
            <a:off x="786983" y="964951"/>
            <a:ext cx="7570033" cy="194348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Thách thức:</a:t>
            </a:r>
            <a:endParaRPr/>
          </a:p>
          <a:p>
            <a:pPr indent="-285750" lvl="4" marL="285750" marR="0" rtl="0" algn="l">
              <a:lnSpc>
                <a:spcPct val="150000"/>
              </a:lnSpc>
              <a:spcBef>
                <a:spcPts val="0"/>
              </a:spcBef>
              <a:spcAft>
                <a:spcPts val="0"/>
              </a:spcAft>
              <a:buClr>
                <a:srgbClr val="121B46"/>
              </a:buClr>
              <a:buSzPts val="1600"/>
              <a:buFont typeface="Noto Sans Symbols"/>
              <a:buChar char="•"/>
            </a:pPr>
            <a:r>
              <a:rPr b="0" i="0" lang="en-US" sz="1600" u="none" cap="none" strike="noStrike">
                <a:solidFill>
                  <a:srgbClr val="121B46"/>
                </a:solidFill>
                <a:latin typeface="Montserrat"/>
                <a:ea typeface="Montserrat"/>
                <a:cs typeface="Montserrat"/>
                <a:sym typeface="Montserrat"/>
              </a:rPr>
              <a:t>Các nền tảng mạng xã hội có </a:t>
            </a:r>
            <a:r>
              <a:rPr b="1" i="0" lang="en-US" sz="1600" u="none" cap="none" strike="noStrike">
                <a:solidFill>
                  <a:srgbClr val="121B46"/>
                </a:solidFill>
                <a:latin typeface="Montserrat"/>
                <a:ea typeface="Montserrat"/>
                <a:cs typeface="Montserrat"/>
                <a:sym typeface="Montserrat"/>
              </a:rPr>
              <a:t>mức độ kiểm soát bot khác nhau</a:t>
            </a:r>
            <a:endParaRPr b="1" i="0" sz="1600" u="none" cap="none" strike="noStrike">
              <a:solidFill>
                <a:srgbClr val="121B46"/>
              </a:solidFill>
              <a:latin typeface="Montserrat"/>
              <a:ea typeface="Montserrat"/>
              <a:cs typeface="Montserrat"/>
              <a:sym typeface="Montserrat"/>
            </a:endParaRPr>
          </a:p>
          <a:p>
            <a:pPr indent="-285750" lvl="4" marL="285750" marR="0" rtl="0" algn="l">
              <a:lnSpc>
                <a:spcPct val="150000"/>
              </a:lnSpc>
              <a:spcBef>
                <a:spcPts val="0"/>
              </a:spcBef>
              <a:spcAft>
                <a:spcPts val="0"/>
              </a:spcAft>
              <a:buClr>
                <a:srgbClr val="121B46"/>
              </a:buClr>
              <a:buSzPts val="1600"/>
              <a:buFont typeface="Noto Sans Symbols"/>
              <a:buChar char="•"/>
            </a:pPr>
            <a:r>
              <a:rPr b="0" i="0" lang="en-US" sz="1600" u="none" cap="none" strike="noStrike">
                <a:solidFill>
                  <a:srgbClr val="121B46"/>
                </a:solidFill>
                <a:latin typeface="Montserrat"/>
                <a:ea typeface="Montserrat"/>
                <a:cs typeface="Montserrat"/>
                <a:sym typeface="Montserrat"/>
              </a:rPr>
              <a:t>Ảnh hưởng trực tiếp đến </a:t>
            </a:r>
            <a:r>
              <a:rPr b="1" i="0" lang="en-US" sz="1600" u="none" cap="none" strike="noStrike">
                <a:solidFill>
                  <a:srgbClr val="121B46"/>
                </a:solidFill>
                <a:latin typeface="Montserrat"/>
                <a:ea typeface="Montserrat"/>
                <a:cs typeface="Montserrat"/>
                <a:sym typeface="Montserrat"/>
              </a:rPr>
              <a:t>chiến lược thu thập dữ liệu (ingestion)</a:t>
            </a:r>
            <a:endParaRPr b="1" i="0" sz="1600" u="none" cap="none" strike="noStrike">
              <a:solidFill>
                <a:srgbClr val="121B46"/>
              </a:solidFill>
              <a:latin typeface="Montserrat"/>
              <a:ea typeface="Montserrat"/>
              <a:cs typeface="Montserrat"/>
              <a:sym typeface="Montserrat"/>
            </a:endParaRPr>
          </a:p>
          <a:p>
            <a:pPr indent="0" lvl="4" marL="0" marR="0" rtl="0" algn="l">
              <a:lnSpc>
                <a:spcPct val="150000"/>
              </a:lnSpc>
              <a:spcBef>
                <a:spcPts val="0"/>
              </a:spcBef>
              <a:spcAft>
                <a:spcPts val="0"/>
              </a:spcAft>
              <a:buNone/>
            </a:pPr>
            <a:r>
              <a:rPr b="1" i="0" lang="en-US" sz="1600" u="none" cap="none" strike="noStrike">
                <a:solidFill>
                  <a:srgbClr val="121B46"/>
                </a:solidFill>
                <a:latin typeface="Montserrat"/>
                <a:ea typeface="Montserrat"/>
                <a:cs typeface="Montserrat"/>
                <a:sym typeface="Montserrat"/>
              </a:rPr>
              <a:t>🢡 </a:t>
            </a:r>
            <a:r>
              <a:rPr b="0" i="1" lang="en-US" sz="1600" u="none" cap="none" strike="noStrike">
                <a:solidFill>
                  <a:srgbClr val="121B46"/>
                </a:solidFill>
                <a:latin typeface="Montserrat"/>
                <a:ea typeface="Montserrat"/>
                <a:cs typeface="Montserrat"/>
                <a:sym typeface="Montserrat"/>
              </a:rPr>
              <a:t>Hệ thống cần </a:t>
            </a:r>
            <a:r>
              <a:rPr b="1" i="1" lang="en-US" sz="1600" u="none" cap="none" strike="noStrike">
                <a:solidFill>
                  <a:srgbClr val="121B46"/>
                </a:solidFill>
                <a:latin typeface="Montserrat"/>
                <a:ea typeface="Montserrat"/>
                <a:cs typeface="Montserrat"/>
                <a:sym typeface="Montserrat"/>
              </a:rPr>
              <a:t>linh hoạt theo nền tảng</a:t>
            </a:r>
            <a:r>
              <a:rPr b="0" i="1" lang="en-US" sz="1600" u="none" cap="none" strike="noStrike">
                <a:solidFill>
                  <a:srgbClr val="121B46"/>
                </a:solidFill>
                <a:latin typeface="Montserrat"/>
                <a:ea typeface="Montserrat"/>
                <a:cs typeface="Montserrat"/>
                <a:sym typeface="Montserrat"/>
              </a:rPr>
              <a:t>, nhưng vẫn giữ kiến trúc xử lý thống nhất</a:t>
            </a:r>
            <a:endParaRPr b="0" i="1" sz="1600" u="none" cap="none" strike="noStrike">
              <a:solidFill>
                <a:srgbClr val="121B46"/>
              </a:solidFill>
              <a:latin typeface="Montserrat"/>
              <a:ea typeface="Montserrat"/>
              <a:cs typeface="Montserrat"/>
              <a:sym typeface="Montserrat"/>
            </a:endParaRPr>
          </a:p>
        </p:txBody>
      </p:sp>
      <p:graphicFrame>
        <p:nvGraphicFramePr>
          <p:cNvPr id="1624" name="Google Shape;1624;p15"/>
          <p:cNvGraphicFramePr/>
          <p:nvPr/>
        </p:nvGraphicFramePr>
        <p:xfrm>
          <a:off x="786984" y="2908432"/>
          <a:ext cx="3000000" cy="3000000"/>
        </p:xfrm>
        <a:graphic>
          <a:graphicData uri="http://schemas.openxmlformats.org/drawingml/2006/table">
            <a:tbl>
              <a:tblPr bandRow="1" firstRow="1">
                <a:noFill/>
                <a:tableStyleId>{E08EA544-1651-4F0A-9E64-B5679C4075A8}</a:tableStyleId>
              </a:tblPr>
              <a:tblGrid>
                <a:gridCol w="3770600"/>
                <a:gridCol w="3799450"/>
              </a:tblGrid>
              <a:tr h="370850">
                <a:tc>
                  <a:txBody>
                    <a:bodyPr/>
                    <a:lstStyle/>
                    <a:p>
                      <a:pPr indent="0" lvl="0" marL="0" marR="0" rtl="0" algn="ctr">
                        <a:lnSpc>
                          <a:spcPct val="100000"/>
                        </a:lnSpc>
                        <a:spcBef>
                          <a:spcPts val="0"/>
                        </a:spcBef>
                        <a:spcAft>
                          <a:spcPts val="0"/>
                        </a:spcAft>
                        <a:buNone/>
                      </a:pPr>
                      <a:r>
                        <a:rPr b="1" lang="en-US" sz="1600" u="none" cap="none" strike="noStrike">
                          <a:solidFill>
                            <a:srgbClr val="121B46"/>
                          </a:solidFill>
                          <a:latin typeface="Montserrat"/>
                          <a:ea typeface="Montserrat"/>
                          <a:cs typeface="Montserrat"/>
                          <a:sym typeface="Montserrat"/>
                        </a:rPr>
                        <a:t>TikTok</a:t>
                      </a:r>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600" u="none" cap="none" strike="noStrike">
                          <a:solidFill>
                            <a:srgbClr val="121B46"/>
                          </a:solidFill>
                          <a:latin typeface="Montserrat"/>
                          <a:ea typeface="Montserrat"/>
                          <a:cs typeface="Montserrat"/>
                          <a:sym typeface="Montserrat"/>
                        </a:rPr>
                        <a:t>YouTube</a:t>
                      </a:r>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173038" lvl="0" marL="173038" marR="0" rtl="0" algn="l">
                        <a:lnSpc>
                          <a:spcPct val="100000"/>
                        </a:lnSpc>
                        <a:spcBef>
                          <a:spcPts val="0"/>
                        </a:spcBef>
                        <a:spcAft>
                          <a:spcPts val="0"/>
                        </a:spcAft>
                        <a:buClr>
                          <a:srgbClr val="000000"/>
                        </a:buClr>
                        <a:buSzPts val="1600"/>
                        <a:buFont typeface="Arial"/>
                        <a:buChar char="•"/>
                      </a:pPr>
                      <a:r>
                        <a:rPr lang="en-US" sz="1600" u="none" cap="none" strike="noStrike">
                          <a:solidFill>
                            <a:srgbClr val="121B46"/>
                          </a:solidFill>
                          <a:latin typeface="Montserrat"/>
                          <a:ea typeface="Montserrat"/>
                          <a:cs typeface="Montserrat"/>
                          <a:sym typeface="Montserrat"/>
                        </a:rPr>
                        <a:t>Cơ chế anti-bot nghiêm ngặt (fingerprint, CAPTCHA, behavior)</a:t>
                      </a:r>
                      <a:endParaRPr sz="1600" u="none" cap="none" strike="noStrike">
                        <a:solidFill>
                          <a:srgbClr val="121B46"/>
                        </a:solidFill>
                        <a:latin typeface="Montserrat"/>
                        <a:ea typeface="Montserrat"/>
                        <a:cs typeface="Montserrat"/>
                        <a:sym typeface="Montserrat"/>
                      </a:endParaRPr>
                    </a:p>
                    <a:p>
                      <a:pPr indent="-173038" lvl="0" marL="173038" marR="0" rtl="0" algn="l">
                        <a:lnSpc>
                          <a:spcPct val="100000"/>
                        </a:lnSpc>
                        <a:spcBef>
                          <a:spcPts val="600"/>
                        </a:spcBef>
                        <a:spcAft>
                          <a:spcPts val="0"/>
                        </a:spcAft>
                        <a:buClr>
                          <a:srgbClr val="000000"/>
                        </a:buClr>
                        <a:buSzPts val="1600"/>
                        <a:buFont typeface="Arial"/>
                        <a:buChar char="•"/>
                      </a:pPr>
                      <a:r>
                        <a:rPr lang="en-US" sz="1600" u="none" cap="none" strike="noStrike">
                          <a:solidFill>
                            <a:srgbClr val="121B46"/>
                          </a:solidFill>
                          <a:latin typeface="Montserrat"/>
                          <a:ea typeface="Montserrat"/>
                          <a:cs typeface="Montserrat"/>
                          <a:sym typeface="Montserrat"/>
                        </a:rPr>
                        <a:t>Docker/headless browser bị block hoặc dữ liệu không ổn định</a:t>
                      </a:r>
                      <a:endParaRPr sz="1600" u="none" cap="none" strike="noStrike">
                        <a:solidFill>
                          <a:srgbClr val="121B46"/>
                        </a:solidFill>
                        <a:latin typeface="Montserrat"/>
                        <a:ea typeface="Montserrat"/>
                        <a:cs typeface="Montserrat"/>
                        <a:sym typeface="Montserrat"/>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3038" lvl="0" marL="173038" marR="0" rtl="0" algn="l">
                        <a:lnSpc>
                          <a:spcPct val="100000"/>
                        </a:lnSpc>
                        <a:spcBef>
                          <a:spcPts val="0"/>
                        </a:spcBef>
                        <a:spcAft>
                          <a:spcPts val="0"/>
                        </a:spcAft>
                        <a:buClr>
                          <a:srgbClr val="000000"/>
                        </a:buClr>
                        <a:buSzPts val="1600"/>
                        <a:buFont typeface="Arial"/>
                        <a:buChar char="•"/>
                      </a:pPr>
                      <a:r>
                        <a:rPr lang="en-US" sz="1600" u="none" cap="none" strike="noStrike">
                          <a:solidFill>
                            <a:srgbClr val="121B46"/>
                          </a:solidFill>
                          <a:latin typeface="Montserrat"/>
                          <a:ea typeface="Montserrat"/>
                          <a:cs typeface="Montserrat"/>
                          <a:sym typeface="Montserrat"/>
                        </a:rPr>
                        <a:t>Cung cấp </a:t>
                      </a:r>
                      <a:r>
                        <a:rPr b="0" i="1" lang="en-US" sz="1600" u="none" cap="none" strike="noStrike">
                          <a:solidFill>
                            <a:srgbClr val="121B46"/>
                          </a:solidFill>
                          <a:latin typeface="Montserrat"/>
                          <a:ea typeface="Montserrat"/>
                          <a:cs typeface="Montserrat"/>
                          <a:sym typeface="Montserrat"/>
                        </a:rPr>
                        <a:t>API chính thức (YouTube Data API v3)</a:t>
                      </a:r>
                      <a:endParaRPr b="0" i="1" sz="1600" u="none" cap="none" strike="noStrike">
                        <a:solidFill>
                          <a:srgbClr val="121B46"/>
                        </a:solidFill>
                        <a:latin typeface="Montserrat"/>
                        <a:ea typeface="Montserrat"/>
                        <a:cs typeface="Montserrat"/>
                        <a:sym typeface="Montserrat"/>
                      </a:endParaRPr>
                    </a:p>
                    <a:p>
                      <a:pPr indent="-173038" lvl="0" marL="173038" marR="0" rtl="0" algn="l">
                        <a:lnSpc>
                          <a:spcPct val="100000"/>
                        </a:lnSpc>
                        <a:spcBef>
                          <a:spcPts val="600"/>
                        </a:spcBef>
                        <a:spcAft>
                          <a:spcPts val="0"/>
                        </a:spcAft>
                        <a:buClr>
                          <a:srgbClr val="000000"/>
                        </a:buClr>
                        <a:buSzPts val="1600"/>
                        <a:buFont typeface="Arial"/>
                        <a:buChar char="•"/>
                      </a:pPr>
                      <a:r>
                        <a:rPr lang="en-US" sz="1600" u="none" cap="none" strike="noStrike">
                          <a:solidFill>
                            <a:srgbClr val="121B46"/>
                          </a:solidFill>
                          <a:latin typeface="Montserrat"/>
                          <a:ea typeface="Montserrat"/>
                          <a:cs typeface="Montserrat"/>
                          <a:sym typeface="Montserrat"/>
                        </a:rPr>
                        <a:t>Không yêu cầu mô phỏng hành vi người dùng</a:t>
                      </a:r>
                      <a:endParaRPr sz="1600" u="none" cap="none" strike="noStrike">
                        <a:solidFill>
                          <a:srgbClr val="121B46"/>
                        </a:solidFill>
                        <a:latin typeface="Montserrat"/>
                        <a:ea typeface="Montserrat"/>
                        <a:cs typeface="Montserrat"/>
                        <a:sym typeface="Montserrat"/>
                      </a:endParaRPr>
                    </a:p>
                    <a:p>
                      <a:pPr indent="-173038" lvl="0" marL="173038" marR="0" rtl="0" algn="l">
                        <a:lnSpc>
                          <a:spcPct val="100000"/>
                        </a:lnSpc>
                        <a:spcBef>
                          <a:spcPts val="600"/>
                        </a:spcBef>
                        <a:spcAft>
                          <a:spcPts val="0"/>
                        </a:spcAft>
                        <a:buClr>
                          <a:srgbClr val="000000"/>
                        </a:buClr>
                        <a:buSzPts val="1600"/>
                        <a:buFont typeface="Arial"/>
                        <a:buChar char="•"/>
                      </a:pPr>
                      <a:r>
                        <a:rPr lang="en-US" sz="1600" u="none" cap="none" strike="noStrike">
                          <a:solidFill>
                            <a:srgbClr val="121B46"/>
                          </a:solidFill>
                          <a:latin typeface="Montserrat"/>
                          <a:ea typeface="Montserrat"/>
                          <a:cs typeface="Montserrat"/>
                          <a:sym typeface="Montserrat"/>
                        </a:rPr>
                        <a:t>Dữ liệu ổn định, dễ scale</a:t>
                      </a:r>
                      <a:endParaRPr sz="1600" u="none" cap="none" strike="noStrike">
                        <a:solidFill>
                          <a:srgbClr val="121B46"/>
                        </a:solidFill>
                        <a:latin typeface="Montserrat"/>
                        <a:ea typeface="Montserrat"/>
                        <a:cs typeface="Montserrat"/>
                        <a:sym typeface="Montserrat"/>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8" name="Shape 1628"/>
        <p:cNvGrpSpPr/>
        <p:nvPr/>
      </p:nvGrpSpPr>
      <p:grpSpPr>
        <a:xfrm>
          <a:off x="0" y="0"/>
          <a:ext cx="0" cy="0"/>
          <a:chOff x="0" y="0"/>
          <a:chExt cx="0" cy="0"/>
        </a:xfrm>
      </p:grpSpPr>
      <p:sp>
        <p:nvSpPr>
          <p:cNvPr id="1629" name="Google Shape;1629;p16"/>
          <p:cNvSpPr txBox="1"/>
          <p:nvPr/>
        </p:nvSpPr>
        <p:spPr>
          <a:xfrm>
            <a:off x="1789460" y="84088"/>
            <a:ext cx="5565080" cy="755361"/>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200" u="none" cap="none" strike="noStrike">
                <a:solidFill>
                  <a:schemeClr val="lt2"/>
                </a:solidFill>
                <a:latin typeface="Montserrat"/>
                <a:ea typeface="Montserrat"/>
                <a:cs typeface="Montserrat"/>
                <a:sym typeface="Montserrat"/>
              </a:rPr>
              <a:t>Phương pháp thực hiện </a:t>
            </a:r>
            <a:endParaRPr/>
          </a:p>
        </p:txBody>
      </p:sp>
      <p:sp>
        <p:nvSpPr>
          <p:cNvPr id="1630" name="Google Shape;1630;p16"/>
          <p:cNvSpPr txBox="1"/>
          <p:nvPr/>
        </p:nvSpPr>
        <p:spPr>
          <a:xfrm>
            <a:off x="375921" y="624005"/>
            <a:ext cx="2271845"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Data Ingestion</a:t>
            </a:r>
            <a:endParaRPr/>
          </a:p>
        </p:txBody>
      </p:sp>
      <p:sp>
        <p:nvSpPr>
          <p:cNvPr id="1631" name="Google Shape;1631;p16"/>
          <p:cNvSpPr txBox="1"/>
          <p:nvPr/>
        </p:nvSpPr>
        <p:spPr>
          <a:xfrm>
            <a:off x="786983" y="964951"/>
            <a:ext cx="7570033" cy="461024"/>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Giải pháp:</a:t>
            </a:r>
            <a:endParaRPr/>
          </a:p>
        </p:txBody>
      </p:sp>
      <p:graphicFrame>
        <p:nvGraphicFramePr>
          <p:cNvPr id="1632" name="Google Shape;1632;p16"/>
          <p:cNvGraphicFramePr/>
          <p:nvPr/>
        </p:nvGraphicFramePr>
        <p:xfrm>
          <a:off x="786982" y="1425975"/>
          <a:ext cx="3000000" cy="3000000"/>
        </p:xfrm>
        <a:graphic>
          <a:graphicData uri="http://schemas.openxmlformats.org/drawingml/2006/table">
            <a:tbl>
              <a:tblPr bandRow="1" firstRow="1">
                <a:noFill/>
                <a:tableStyleId>{E08EA544-1651-4F0A-9E64-B5679C4075A8}</a:tableStyleId>
              </a:tblPr>
              <a:tblGrid>
                <a:gridCol w="4834325"/>
                <a:gridCol w="2735700"/>
              </a:tblGrid>
              <a:tr h="370850">
                <a:tc>
                  <a:txBody>
                    <a:bodyPr/>
                    <a:lstStyle/>
                    <a:p>
                      <a:pPr indent="0" lvl="0" marL="0" marR="0" rtl="0" algn="ctr">
                        <a:lnSpc>
                          <a:spcPct val="100000"/>
                        </a:lnSpc>
                        <a:spcBef>
                          <a:spcPts val="0"/>
                        </a:spcBef>
                        <a:spcAft>
                          <a:spcPts val="0"/>
                        </a:spcAft>
                        <a:buNone/>
                      </a:pPr>
                      <a:r>
                        <a:rPr b="1" lang="en-US" sz="1600" u="none" cap="none" strike="noStrike">
                          <a:solidFill>
                            <a:srgbClr val="121B46"/>
                          </a:solidFill>
                          <a:latin typeface="Montserrat"/>
                          <a:ea typeface="Montserrat"/>
                          <a:cs typeface="Montserrat"/>
                          <a:sym typeface="Montserrat"/>
                        </a:rPr>
                        <a:t>TikTok</a:t>
                      </a:r>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600" u="none" cap="none" strike="noStrike">
                          <a:solidFill>
                            <a:srgbClr val="121B46"/>
                          </a:solidFill>
                          <a:latin typeface="Montserrat"/>
                          <a:ea typeface="Montserrat"/>
                          <a:cs typeface="Montserrat"/>
                          <a:sym typeface="Montserrat"/>
                        </a:rPr>
                        <a:t>YouTube</a:t>
                      </a:r>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173038" lvl="0" marL="173038" marR="0" rtl="0" algn="l">
                        <a:lnSpc>
                          <a:spcPct val="100000"/>
                        </a:lnSpc>
                        <a:spcBef>
                          <a:spcPts val="0"/>
                        </a:spcBef>
                        <a:spcAft>
                          <a:spcPts val="0"/>
                        </a:spcAft>
                        <a:buClr>
                          <a:srgbClr val="000000"/>
                        </a:buClr>
                        <a:buSzPts val="1600"/>
                        <a:buFont typeface="Arial"/>
                        <a:buChar char="•"/>
                      </a:pPr>
                      <a:r>
                        <a:rPr lang="en-US" sz="1600" u="none" cap="none" strike="noStrike">
                          <a:solidFill>
                            <a:srgbClr val="121B46"/>
                          </a:solidFill>
                          <a:latin typeface="Montserrat"/>
                          <a:ea typeface="Montserrat"/>
                          <a:cs typeface="Montserrat"/>
                          <a:sym typeface="Montserrat"/>
                        </a:rPr>
                        <a:t>Local-first Ingestion</a:t>
                      </a:r>
                      <a:endParaRPr sz="1600" u="none" cap="none" strike="noStrike">
                        <a:solidFill>
                          <a:srgbClr val="121B46"/>
                        </a:solidFill>
                        <a:latin typeface="Montserrat"/>
                        <a:ea typeface="Montserrat"/>
                        <a:cs typeface="Montserrat"/>
                        <a:sym typeface="Montserrat"/>
                      </a:endParaRPr>
                    </a:p>
                    <a:p>
                      <a:pPr indent="-173038" lvl="0" marL="173038" marR="0" rtl="0" algn="l">
                        <a:lnSpc>
                          <a:spcPct val="100000"/>
                        </a:lnSpc>
                        <a:spcBef>
                          <a:spcPts val="600"/>
                        </a:spcBef>
                        <a:spcAft>
                          <a:spcPts val="0"/>
                        </a:spcAft>
                        <a:buClr>
                          <a:srgbClr val="000000"/>
                        </a:buClr>
                        <a:buSzPts val="1600"/>
                        <a:buFont typeface="Arial"/>
                        <a:buChar char="•"/>
                      </a:pPr>
                      <a:r>
                        <a:rPr lang="en-US" sz="1600" u="none" cap="none" strike="noStrike">
                          <a:solidFill>
                            <a:srgbClr val="121B46"/>
                          </a:solidFill>
                          <a:latin typeface="Montserrat"/>
                          <a:ea typeface="Montserrat"/>
                          <a:cs typeface="Montserrat"/>
                          <a:sym typeface="Montserrat"/>
                        </a:rPr>
                        <a:t>Thu thập dữ liệu trên </a:t>
                      </a:r>
                      <a:r>
                        <a:rPr i="1" lang="en-US" sz="1600" u="none" cap="none" strike="noStrike">
                          <a:solidFill>
                            <a:srgbClr val="121B46"/>
                          </a:solidFill>
                          <a:latin typeface="Montserrat"/>
                          <a:ea typeface="Montserrat"/>
                          <a:cs typeface="Montserrat"/>
                          <a:sym typeface="Montserrat"/>
                        </a:rPr>
                        <a:t>môi trường local</a:t>
                      </a:r>
                      <a:r>
                        <a:rPr lang="en-US" sz="1600" u="none" cap="none" strike="noStrike">
                          <a:solidFill>
                            <a:srgbClr val="121B46"/>
                          </a:solidFill>
                          <a:latin typeface="Montserrat"/>
                          <a:ea typeface="Montserrat"/>
                          <a:cs typeface="Montserrat"/>
                          <a:sym typeface="Montserrat"/>
                        </a:rPr>
                        <a:t> (browser thật) và đẩy dữ liệu vào Kafka topics để xử lý bằng </a:t>
                      </a:r>
                      <a:r>
                        <a:rPr b="0" i="1" lang="en-US" sz="1600" u="none" cap="none" strike="noStrike">
                          <a:solidFill>
                            <a:srgbClr val="121B46"/>
                          </a:solidFill>
                          <a:latin typeface="Montserrat"/>
                          <a:ea typeface="Montserrat"/>
                          <a:cs typeface="Montserrat"/>
                          <a:sym typeface="Montserrat"/>
                        </a:rPr>
                        <a:t>5 luồng worker </a:t>
                      </a:r>
                      <a:r>
                        <a:rPr lang="en-US" sz="1600" u="none" cap="none" strike="noStrike">
                          <a:solidFill>
                            <a:srgbClr val="121B46"/>
                          </a:solidFill>
                          <a:latin typeface="Montserrat"/>
                          <a:ea typeface="Montserrat"/>
                          <a:cs typeface="Montserrat"/>
                          <a:sym typeface="Montserrat"/>
                        </a:rPr>
                        <a:t>độc lập:</a:t>
                      </a:r>
                      <a:endParaRPr/>
                    </a:p>
                    <a:p>
                      <a:pPr indent="-225425" lvl="0" marL="457200" marR="0" rtl="0" algn="l">
                        <a:lnSpc>
                          <a:spcPct val="100000"/>
                        </a:lnSpc>
                        <a:spcBef>
                          <a:spcPts val="600"/>
                        </a:spcBef>
                        <a:spcAft>
                          <a:spcPts val="0"/>
                        </a:spcAft>
                        <a:buClr>
                          <a:srgbClr val="000000"/>
                        </a:buClr>
                        <a:buSzPts val="1600"/>
                        <a:buFont typeface="Courier New"/>
                        <a:buChar char="o"/>
                      </a:pPr>
                      <a:r>
                        <a:rPr b="1" lang="en-US" sz="1600" u="none" cap="none" strike="noStrike">
                          <a:solidFill>
                            <a:srgbClr val="121B46"/>
                          </a:solidFill>
                          <a:latin typeface="Montserrat"/>
                          <a:ea typeface="Montserrat"/>
                          <a:cs typeface="Montserrat"/>
                          <a:sym typeface="Montserrat"/>
                        </a:rPr>
                        <a:t>Luồng Discovery: </a:t>
                      </a:r>
                      <a:r>
                        <a:rPr lang="en-US" sz="1600" u="none" cap="none" strike="noStrike">
                          <a:solidFill>
                            <a:srgbClr val="121B46"/>
                          </a:solidFill>
                          <a:latin typeface="Montserrat"/>
                          <a:ea typeface="Montserrat"/>
                          <a:cs typeface="Montserrat"/>
                          <a:sym typeface="Montserrat"/>
                        </a:rPr>
                        <a:t>Chạy định kỳ 2 tiếng/lần</a:t>
                      </a:r>
                      <a:endParaRPr sz="1600" u="none" cap="none" strike="noStrike">
                        <a:solidFill>
                          <a:srgbClr val="121B46"/>
                        </a:solidFill>
                        <a:latin typeface="Montserrat"/>
                        <a:ea typeface="Montserrat"/>
                        <a:cs typeface="Montserrat"/>
                        <a:sym typeface="Montserrat"/>
                      </a:endParaRPr>
                    </a:p>
                    <a:p>
                      <a:pPr indent="-225425" lvl="0" marL="457200" marR="0" rtl="0" algn="l">
                        <a:lnSpc>
                          <a:spcPct val="100000"/>
                        </a:lnSpc>
                        <a:spcBef>
                          <a:spcPts val="600"/>
                        </a:spcBef>
                        <a:spcAft>
                          <a:spcPts val="0"/>
                        </a:spcAft>
                        <a:buClr>
                          <a:srgbClr val="000000"/>
                        </a:buClr>
                        <a:buSzPts val="1600"/>
                        <a:buFont typeface="Courier New"/>
                        <a:buChar char="o"/>
                      </a:pPr>
                      <a:r>
                        <a:rPr b="1" lang="en-US" sz="1600" u="none" cap="none" strike="noStrike">
                          <a:solidFill>
                            <a:srgbClr val="121B46"/>
                          </a:solidFill>
                          <a:latin typeface="Montserrat"/>
                          <a:ea typeface="Montserrat"/>
                          <a:cs typeface="Montserrat"/>
                          <a:sym typeface="Montserrat"/>
                        </a:rPr>
                        <a:t>Luồng Refresh Metrics &amp; Tracking: </a:t>
                      </a:r>
                      <a:r>
                        <a:rPr lang="en-US" sz="1600" u="none" cap="none" strike="noStrike">
                          <a:solidFill>
                            <a:srgbClr val="121B46"/>
                          </a:solidFill>
                          <a:latin typeface="Montserrat"/>
                          <a:ea typeface="Montserrat"/>
                          <a:cs typeface="Montserrat"/>
                          <a:sym typeface="Montserrat"/>
                        </a:rPr>
                        <a:t>Chạy định kỳ 5 phút/lần</a:t>
                      </a:r>
                      <a:endParaRPr sz="1600" u="none" cap="none" strike="noStrike">
                        <a:solidFill>
                          <a:srgbClr val="121B46"/>
                        </a:solidFill>
                        <a:latin typeface="Montserrat"/>
                        <a:ea typeface="Montserrat"/>
                        <a:cs typeface="Montserrat"/>
                        <a:sym typeface="Montserrat"/>
                      </a:endParaRPr>
                    </a:p>
                    <a:p>
                      <a:pPr indent="-225425" lvl="0" marL="457200" marR="0" rtl="0" algn="l">
                        <a:lnSpc>
                          <a:spcPct val="100000"/>
                        </a:lnSpc>
                        <a:spcBef>
                          <a:spcPts val="600"/>
                        </a:spcBef>
                        <a:spcAft>
                          <a:spcPts val="0"/>
                        </a:spcAft>
                        <a:buClr>
                          <a:srgbClr val="000000"/>
                        </a:buClr>
                        <a:buSzPts val="1600"/>
                        <a:buFont typeface="Courier New"/>
                        <a:buChar char="o"/>
                      </a:pPr>
                      <a:r>
                        <a:rPr b="1" lang="en-US" sz="1600" u="none" cap="none" strike="noStrike">
                          <a:solidFill>
                            <a:srgbClr val="121B46"/>
                          </a:solidFill>
                          <a:latin typeface="Montserrat"/>
                          <a:ea typeface="Montserrat"/>
                          <a:cs typeface="Montserrat"/>
                          <a:sym typeface="Montserrat"/>
                        </a:rPr>
                        <a:t>Luồng Scraper Worker </a:t>
                      </a:r>
                      <a:r>
                        <a:rPr lang="en-US" sz="1600" u="none" cap="none" strike="noStrike">
                          <a:solidFill>
                            <a:srgbClr val="121B46"/>
                          </a:solidFill>
                          <a:latin typeface="Montserrat"/>
                          <a:ea typeface="Montserrat"/>
                          <a:cs typeface="Montserrat"/>
                          <a:sym typeface="Montserrat"/>
                        </a:rPr>
                        <a:t>(Video Metrics, Comment và Product): Chạy liên tục</a:t>
                      </a:r>
                      <a:endParaRPr sz="1600" u="none" cap="none" strike="noStrike">
                        <a:solidFill>
                          <a:srgbClr val="121B46"/>
                        </a:solidFill>
                        <a:latin typeface="Montserrat"/>
                        <a:ea typeface="Montserrat"/>
                        <a:cs typeface="Montserrat"/>
                        <a:sym typeface="Montserrat"/>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3038" lvl="0" marL="173038" marR="0" rtl="0" algn="l">
                        <a:lnSpc>
                          <a:spcPct val="100000"/>
                        </a:lnSpc>
                        <a:spcBef>
                          <a:spcPts val="0"/>
                        </a:spcBef>
                        <a:spcAft>
                          <a:spcPts val="0"/>
                        </a:spcAft>
                        <a:buClr>
                          <a:srgbClr val="000000"/>
                        </a:buClr>
                        <a:buSzPts val="1600"/>
                        <a:buFont typeface="Arial"/>
                        <a:buChar char="•"/>
                      </a:pPr>
                      <a:r>
                        <a:rPr lang="en-US" sz="1600" u="none" cap="none" strike="noStrike">
                          <a:solidFill>
                            <a:srgbClr val="121B46"/>
                          </a:solidFill>
                          <a:latin typeface="Montserrat"/>
                          <a:ea typeface="Montserrat"/>
                          <a:cs typeface="Montserrat"/>
                          <a:sym typeface="Montserrat"/>
                        </a:rPr>
                        <a:t>Fully Dockerized Ingestion</a:t>
                      </a:r>
                      <a:endParaRPr sz="1600" u="none" cap="none" strike="noStrike">
                        <a:solidFill>
                          <a:srgbClr val="121B46"/>
                        </a:solidFill>
                        <a:latin typeface="Montserrat"/>
                        <a:ea typeface="Montserrat"/>
                        <a:cs typeface="Montserrat"/>
                        <a:sym typeface="Montserrat"/>
                      </a:endParaRPr>
                    </a:p>
                    <a:p>
                      <a:pPr indent="-173038" lvl="0" marL="173038" marR="0" rtl="0" algn="l">
                        <a:lnSpc>
                          <a:spcPct val="100000"/>
                        </a:lnSpc>
                        <a:spcBef>
                          <a:spcPts val="600"/>
                        </a:spcBef>
                        <a:spcAft>
                          <a:spcPts val="0"/>
                        </a:spcAft>
                        <a:buClr>
                          <a:srgbClr val="000000"/>
                        </a:buClr>
                        <a:buSzPts val="1600"/>
                        <a:buFont typeface="Arial"/>
                        <a:buChar char="•"/>
                      </a:pPr>
                      <a:r>
                        <a:rPr i="1" lang="en-US" sz="1600" u="none" cap="none" strike="noStrike">
                          <a:solidFill>
                            <a:srgbClr val="121B46"/>
                          </a:solidFill>
                          <a:latin typeface="Montserrat"/>
                          <a:ea typeface="Montserrat"/>
                          <a:cs typeface="Montserrat"/>
                          <a:sym typeface="Montserrat"/>
                        </a:rPr>
                        <a:t>Triển khai hoàn toàn trong Docker</a:t>
                      </a:r>
                      <a:r>
                        <a:rPr lang="en-US" sz="1600" u="none" cap="none" strike="noStrike">
                          <a:solidFill>
                            <a:srgbClr val="121B46"/>
                          </a:solidFill>
                          <a:latin typeface="Montserrat"/>
                          <a:ea typeface="Montserrat"/>
                          <a:cs typeface="Montserrat"/>
                          <a:sym typeface="Montserrat"/>
                        </a:rPr>
                        <a:t> (crawler, scheduler, Kafka producer)</a:t>
                      </a:r>
                      <a:endParaRPr sz="1600" u="none" cap="none" strike="noStrike">
                        <a:solidFill>
                          <a:srgbClr val="121B46"/>
                        </a:solidFill>
                        <a:latin typeface="Montserrat"/>
                        <a:ea typeface="Montserrat"/>
                        <a:cs typeface="Montserrat"/>
                        <a:sym typeface="Montserrat"/>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6" name="Shape 1636"/>
        <p:cNvGrpSpPr/>
        <p:nvPr/>
      </p:nvGrpSpPr>
      <p:grpSpPr>
        <a:xfrm>
          <a:off x="0" y="0"/>
          <a:ext cx="0" cy="0"/>
          <a:chOff x="0" y="0"/>
          <a:chExt cx="0" cy="0"/>
        </a:xfrm>
      </p:grpSpPr>
      <p:sp>
        <p:nvSpPr>
          <p:cNvPr id="1637" name="Google Shape;1637;p17"/>
          <p:cNvSpPr txBox="1"/>
          <p:nvPr/>
        </p:nvSpPr>
        <p:spPr>
          <a:xfrm>
            <a:off x="1789460" y="84088"/>
            <a:ext cx="5565080" cy="755361"/>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200" u="none" cap="none" strike="noStrike">
                <a:solidFill>
                  <a:schemeClr val="lt2"/>
                </a:solidFill>
                <a:latin typeface="Montserrat"/>
                <a:ea typeface="Montserrat"/>
                <a:cs typeface="Montserrat"/>
                <a:sym typeface="Montserrat"/>
              </a:rPr>
              <a:t>Phương pháp thực hiện </a:t>
            </a:r>
            <a:endParaRPr/>
          </a:p>
        </p:txBody>
      </p:sp>
      <p:sp>
        <p:nvSpPr>
          <p:cNvPr id="1638" name="Google Shape;1638;p17"/>
          <p:cNvSpPr txBox="1"/>
          <p:nvPr/>
        </p:nvSpPr>
        <p:spPr>
          <a:xfrm>
            <a:off x="375921" y="624005"/>
            <a:ext cx="2271845"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Data Ingestion</a:t>
            </a:r>
            <a:endParaRPr/>
          </a:p>
        </p:txBody>
      </p:sp>
      <p:graphicFrame>
        <p:nvGraphicFramePr>
          <p:cNvPr id="1639" name="Google Shape;1639;p17"/>
          <p:cNvGraphicFramePr/>
          <p:nvPr/>
        </p:nvGraphicFramePr>
        <p:xfrm>
          <a:off x="2803161" y="1122348"/>
          <a:ext cx="3000000" cy="3000000"/>
        </p:xfrm>
        <a:graphic>
          <a:graphicData uri="http://schemas.openxmlformats.org/drawingml/2006/table">
            <a:tbl>
              <a:tblPr bandRow="1" firstRow="1">
                <a:noFill/>
                <a:tableStyleId>{E08EA544-1651-4F0A-9E64-B5679C4075A8}</a:tableStyleId>
              </a:tblPr>
              <a:tblGrid>
                <a:gridCol w="996850"/>
                <a:gridCol w="1491525"/>
                <a:gridCol w="3656425"/>
              </a:tblGrid>
              <a:tr h="370850">
                <a:tc>
                  <a:txBody>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121B46"/>
                          </a:solidFill>
                          <a:latin typeface="Montserrat"/>
                          <a:ea typeface="Montserrat"/>
                          <a:cs typeface="Montserrat"/>
                          <a:sym typeface="Montserrat"/>
                        </a:rPr>
                        <a:t>Topic (Kafka)</a:t>
                      </a:r>
                      <a:endParaRPr b="1" sz="1500" u="none" cap="none" strike="noStrike">
                        <a:solidFill>
                          <a:srgbClr val="121B46"/>
                        </a:solidFill>
                        <a:latin typeface="Montserrat"/>
                        <a:ea typeface="Montserrat"/>
                        <a:cs typeface="Montserrat"/>
                        <a:sym typeface="Montserrat"/>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121B46"/>
                          </a:solidFill>
                          <a:latin typeface="Montserrat"/>
                          <a:ea typeface="Montserrat"/>
                          <a:cs typeface="Montserrat"/>
                          <a:sym typeface="Montserrat"/>
                        </a:rPr>
                        <a:t>Nhãn dữ liệu cung cấp</a:t>
                      </a:r>
                      <a:endParaRPr b="1" sz="1500" u="none" cap="none" strike="noStrike">
                        <a:solidFill>
                          <a:srgbClr val="121B46"/>
                        </a:solidFill>
                        <a:latin typeface="Montserrat"/>
                        <a:ea typeface="Montserrat"/>
                        <a:cs typeface="Montserrat"/>
                        <a:sym typeface="Montserrat"/>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121B46"/>
                          </a:solidFill>
                          <a:latin typeface="Montserrat"/>
                          <a:ea typeface="Montserrat"/>
                          <a:cs typeface="Montserrat"/>
                          <a:sym typeface="Montserrat"/>
                        </a:rPr>
                        <a:t>Đặc trưng dữ liệu</a:t>
                      </a:r>
                      <a:endParaRPr b="1" sz="1500" u="none" cap="none" strike="noStrike">
                        <a:solidFill>
                          <a:srgbClr val="121B46"/>
                        </a:solidFill>
                        <a:latin typeface="Montserrat"/>
                        <a:ea typeface="Montserrat"/>
                        <a:cs typeface="Montserrat"/>
                        <a:sym typeface="Montserrat"/>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urier New"/>
                          <a:ea typeface="Courier New"/>
                          <a:cs typeface="Courier New"/>
                          <a:sym typeface="Courier New"/>
                        </a:rPr>
                        <a:t>kol.profiles.raw</a:t>
                      </a:r>
                      <a:endParaRPr b="0" i="0" sz="1400" u="none" cap="none" strike="noStrike">
                        <a:solidFill>
                          <a:srgbClr val="000000"/>
                        </a:solidFill>
                        <a:latin typeface="Courier New"/>
                        <a:ea typeface="Courier New"/>
                        <a:cs typeface="Courier New"/>
                        <a:sym typeface="Courier New"/>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Montserrat"/>
                          <a:ea typeface="Montserrat"/>
                          <a:cs typeface="Montserrat"/>
                          <a:sym typeface="Montserrat"/>
                        </a:rPr>
                        <a:t>Hồ sơ KOL (profile)</a:t>
                      </a:r>
                      <a:endParaRPr sz="1400" u="none" cap="none" strike="noStrike">
                        <a:latin typeface="Montserrat"/>
                        <a:ea typeface="Montserrat"/>
                        <a:cs typeface="Montserrat"/>
                        <a:sym typeface="Montserrat"/>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21B46"/>
                          </a:solidFill>
                          <a:latin typeface="Montserrat"/>
                          <a:ea typeface="Montserrat"/>
                          <a:cs typeface="Montserrat"/>
                          <a:sym typeface="Montserrat"/>
                        </a:rPr>
                        <a:t>platform, username, nickname, profile_url, avatar_url, bio, followers_count, following_count, likes_total, verified</a:t>
                      </a:r>
                      <a:endParaRPr sz="1500" u="none" cap="none" strike="noStrike">
                        <a:solidFill>
                          <a:srgbClr val="121B46"/>
                        </a:solidFill>
                        <a:latin typeface="Montserrat"/>
                        <a:ea typeface="Montserrat"/>
                        <a:cs typeface="Montserrat"/>
                        <a:sym typeface="Montserrat"/>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urier New"/>
                          <a:ea typeface="Courier New"/>
                          <a:cs typeface="Courier New"/>
                          <a:sym typeface="Courier New"/>
                        </a:rPr>
                        <a:t>kol.videos.raw</a:t>
                      </a:r>
                      <a:endParaRPr b="0" i="0" sz="1400" u="none" cap="none" strike="noStrike">
                        <a:solidFill>
                          <a:srgbClr val="000000"/>
                        </a:solidFill>
                        <a:latin typeface="Courier New"/>
                        <a:ea typeface="Courier New"/>
                        <a:cs typeface="Courier New"/>
                        <a:sym typeface="Courier New"/>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21B46"/>
                          </a:solidFill>
                          <a:latin typeface="Montserrat"/>
                          <a:ea typeface="Montserrat"/>
                          <a:cs typeface="Montserrat"/>
                          <a:sym typeface="Montserrat"/>
                        </a:rPr>
                        <a:t>Thống kê video / video stats</a:t>
                      </a:r>
                      <a:endParaRPr sz="1500" u="none" cap="none" strike="noStrike">
                        <a:solidFill>
                          <a:srgbClr val="121B46"/>
                        </a:solidFill>
                        <a:latin typeface="Montserrat"/>
                        <a:ea typeface="Montserrat"/>
                        <a:cs typeface="Montserrat"/>
                        <a:sym typeface="Montserrat"/>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21B46"/>
                          </a:solidFill>
                          <a:latin typeface="Montserrat"/>
                          <a:ea typeface="Montserrat"/>
                          <a:cs typeface="Montserrat"/>
                          <a:sym typeface="Montserrat"/>
                        </a:rPr>
                        <a:t>platform, video_id, username, caption, hashtags, share_count_raw, view_count, like_count, comment_count, share_count</a:t>
                      </a:r>
                      <a:endParaRPr sz="1500" u="none" cap="none" strike="noStrike">
                        <a:solidFill>
                          <a:srgbClr val="121B46"/>
                        </a:solidFill>
                        <a:latin typeface="Montserrat"/>
                        <a:ea typeface="Montserrat"/>
                        <a:cs typeface="Montserrat"/>
                        <a:sym typeface="Montserrat"/>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1640" name="Google Shape;1640;p17"/>
          <p:cNvPicPr preferRelativeResize="0"/>
          <p:nvPr/>
        </p:nvPicPr>
        <p:blipFill rotWithShape="1">
          <a:blip r:embed="rId3">
            <a:alphaModFix/>
          </a:blip>
          <a:srcRect b="57128" l="3856" r="77484" t="10403"/>
          <a:stretch/>
        </p:blipFill>
        <p:spPr>
          <a:xfrm>
            <a:off x="375921" y="1122348"/>
            <a:ext cx="2271845" cy="222363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4" name="Shape 1644"/>
        <p:cNvGrpSpPr/>
        <p:nvPr/>
      </p:nvGrpSpPr>
      <p:grpSpPr>
        <a:xfrm>
          <a:off x="0" y="0"/>
          <a:ext cx="0" cy="0"/>
          <a:chOff x="0" y="0"/>
          <a:chExt cx="0" cy="0"/>
        </a:xfrm>
      </p:grpSpPr>
      <p:sp>
        <p:nvSpPr>
          <p:cNvPr id="1645" name="Google Shape;1645;p18"/>
          <p:cNvSpPr txBox="1"/>
          <p:nvPr/>
        </p:nvSpPr>
        <p:spPr>
          <a:xfrm>
            <a:off x="1789460" y="84088"/>
            <a:ext cx="5565080" cy="755361"/>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200" u="none" cap="none" strike="noStrike">
                <a:solidFill>
                  <a:schemeClr val="lt2"/>
                </a:solidFill>
                <a:latin typeface="Montserrat"/>
                <a:ea typeface="Montserrat"/>
                <a:cs typeface="Montserrat"/>
                <a:sym typeface="Montserrat"/>
              </a:rPr>
              <a:t>Phương pháp thực hiện </a:t>
            </a:r>
            <a:endParaRPr/>
          </a:p>
        </p:txBody>
      </p:sp>
      <p:sp>
        <p:nvSpPr>
          <p:cNvPr id="1646" name="Google Shape;1646;p18"/>
          <p:cNvSpPr txBox="1"/>
          <p:nvPr/>
        </p:nvSpPr>
        <p:spPr>
          <a:xfrm>
            <a:off x="375921" y="624005"/>
            <a:ext cx="2271845"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Data Ingestion</a:t>
            </a:r>
            <a:endParaRPr/>
          </a:p>
        </p:txBody>
      </p:sp>
      <p:graphicFrame>
        <p:nvGraphicFramePr>
          <p:cNvPr id="1647" name="Google Shape;1647;p18"/>
          <p:cNvGraphicFramePr/>
          <p:nvPr/>
        </p:nvGraphicFramePr>
        <p:xfrm>
          <a:off x="2803161" y="1122348"/>
          <a:ext cx="3000000" cy="3000000"/>
        </p:xfrm>
        <a:graphic>
          <a:graphicData uri="http://schemas.openxmlformats.org/drawingml/2006/table">
            <a:tbl>
              <a:tblPr bandRow="1" firstRow="1">
                <a:noFill/>
                <a:tableStyleId>{E08EA544-1651-4F0A-9E64-B5679C4075A8}</a:tableStyleId>
              </a:tblPr>
              <a:tblGrid>
                <a:gridCol w="996850"/>
                <a:gridCol w="1491525"/>
                <a:gridCol w="3656425"/>
              </a:tblGrid>
              <a:tr h="370850">
                <a:tc>
                  <a:txBody>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121B46"/>
                          </a:solidFill>
                          <a:latin typeface="Montserrat"/>
                          <a:ea typeface="Montserrat"/>
                          <a:cs typeface="Montserrat"/>
                          <a:sym typeface="Montserrat"/>
                        </a:rPr>
                        <a:t>Topic (Kafka)</a:t>
                      </a:r>
                      <a:endParaRPr b="1" sz="1500" u="none" cap="none" strike="noStrike">
                        <a:solidFill>
                          <a:srgbClr val="121B46"/>
                        </a:solidFill>
                        <a:latin typeface="Montserrat"/>
                        <a:ea typeface="Montserrat"/>
                        <a:cs typeface="Montserrat"/>
                        <a:sym typeface="Montserrat"/>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121B46"/>
                          </a:solidFill>
                          <a:latin typeface="Montserrat"/>
                          <a:ea typeface="Montserrat"/>
                          <a:cs typeface="Montserrat"/>
                          <a:sym typeface="Montserrat"/>
                        </a:rPr>
                        <a:t>Nhãn dữ liệu cung cấp</a:t>
                      </a:r>
                      <a:endParaRPr b="1" sz="1500" u="none" cap="none" strike="noStrike">
                        <a:solidFill>
                          <a:srgbClr val="121B46"/>
                        </a:solidFill>
                        <a:latin typeface="Montserrat"/>
                        <a:ea typeface="Montserrat"/>
                        <a:cs typeface="Montserrat"/>
                        <a:sym typeface="Montserrat"/>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121B46"/>
                          </a:solidFill>
                          <a:latin typeface="Montserrat"/>
                          <a:ea typeface="Montserrat"/>
                          <a:cs typeface="Montserrat"/>
                          <a:sym typeface="Montserrat"/>
                        </a:rPr>
                        <a:t>Đặc trưng dữ liệu</a:t>
                      </a:r>
                      <a:endParaRPr b="1" sz="1500" u="none" cap="none" strike="noStrike">
                        <a:solidFill>
                          <a:srgbClr val="121B46"/>
                        </a:solidFill>
                        <a:latin typeface="Montserrat"/>
                        <a:ea typeface="Montserrat"/>
                        <a:cs typeface="Montserrat"/>
                        <a:sym typeface="Montserrat"/>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urier New"/>
                          <a:ea typeface="Courier New"/>
                          <a:cs typeface="Courier New"/>
                          <a:sym typeface="Courier New"/>
                        </a:rPr>
                        <a:t>kol.comments.raw</a:t>
                      </a:r>
                      <a:endParaRPr b="0" i="0" sz="1400" u="none" cap="none" strike="noStrike">
                        <a:solidFill>
                          <a:srgbClr val="000000"/>
                        </a:solidFill>
                        <a:latin typeface="Courier New"/>
                        <a:ea typeface="Courier New"/>
                        <a:cs typeface="Courier New"/>
                        <a:sym typeface="Courier New"/>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21B46"/>
                          </a:solidFill>
                          <a:latin typeface="Montserrat"/>
                          <a:ea typeface="Montserrat"/>
                          <a:cs typeface="Montserrat"/>
                          <a:sym typeface="Montserrat"/>
                        </a:rPr>
                        <a:t>Bình luận (comment) của video</a:t>
                      </a:r>
                      <a:endParaRPr sz="1500" u="none" cap="none" strike="noStrike">
                        <a:solidFill>
                          <a:srgbClr val="121B46"/>
                        </a:solidFill>
                        <a:latin typeface="Montserrat"/>
                        <a:ea typeface="Montserrat"/>
                        <a:cs typeface="Montserrat"/>
                        <a:sym typeface="Montserrat"/>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21B46"/>
                          </a:solidFill>
                          <a:latin typeface="Montserrat"/>
                          <a:ea typeface="Montserrat"/>
                          <a:cs typeface="Montserrat"/>
                          <a:sym typeface="Montserrat"/>
                        </a:rPr>
                        <a:t>platform, video_id, username, comment_id, comment_text, comment_likes, reply_count, comment_created_at, language</a:t>
                      </a:r>
                      <a:endParaRPr sz="1500" u="none" cap="none" strike="noStrike">
                        <a:solidFill>
                          <a:srgbClr val="121B46"/>
                        </a:solidFill>
                        <a:latin typeface="Montserrat"/>
                        <a:ea typeface="Montserrat"/>
                        <a:cs typeface="Montserrat"/>
                        <a:sym typeface="Montserrat"/>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urier New"/>
                          <a:ea typeface="Courier New"/>
                          <a:cs typeface="Courier New"/>
                          <a:sym typeface="Courier New"/>
                        </a:rPr>
                        <a:t>kol.products.raw</a:t>
                      </a:r>
                      <a:endParaRPr b="0" i="0" sz="1400" u="none" cap="none" strike="noStrike">
                        <a:solidFill>
                          <a:srgbClr val="000000"/>
                        </a:solidFill>
                        <a:latin typeface="Courier New"/>
                        <a:ea typeface="Courier New"/>
                        <a:cs typeface="Courier New"/>
                        <a:sym typeface="Courier New"/>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solidFill>
                            <a:srgbClr val="121B46"/>
                          </a:solidFill>
                          <a:latin typeface="Montserrat"/>
                          <a:ea typeface="Montserrat"/>
                          <a:cs typeface="Montserrat"/>
                          <a:sym typeface="Montserrat"/>
                        </a:rPr>
                        <a:t>Dữ liệu sản phẩm TikTok Shop gắn với video</a:t>
                      </a:r>
                      <a:endParaRPr sz="1500" u="none" cap="none" strike="noStrike">
                        <a:solidFill>
                          <a:srgbClr val="121B46"/>
                        </a:solidFill>
                        <a:latin typeface="Montserrat"/>
                        <a:ea typeface="Montserrat"/>
                        <a:cs typeface="Montserrat"/>
                        <a:sym typeface="Montserrat"/>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solidFill>
                            <a:srgbClr val="121B46"/>
                          </a:solidFill>
                          <a:latin typeface="Montserrat"/>
                          <a:ea typeface="Montserrat"/>
                          <a:cs typeface="Montserrat"/>
                          <a:sym typeface="Montserrat"/>
                        </a:rPr>
                        <a:t>platform, username, video_id, product_id, product_title, product_category, shop_name, est_clicks, est_ctr, est_conversion, est_orders, engagement_rate, gmv_est</a:t>
                      </a:r>
                      <a:endParaRPr sz="1500" u="none" cap="none" strike="noStrike">
                        <a:solidFill>
                          <a:srgbClr val="121B46"/>
                        </a:solidFill>
                        <a:latin typeface="Montserrat"/>
                        <a:ea typeface="Montserrat"/>
                        <a:cs typeface="Montserrat"/>
                        <a:sym typeface="Montserrat"/>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1648" name="Google Shape;1648;p18"/>
          <p:cNvPicPr preferRelativeResize="0"/>
          <p:nvPr/>
        </p:nvPicPr>
        <p:blipFill rotWithShape="1">
          <a:blip r:embed="rId3">
            <a:alphaModFix/>
          </a:blip>
          <a:srcRect b="57128" l="3856" r="77484" t="10403"/>
          <a:stretch/>
        </p:blipFill>
        <p:spPr>
          <a:xfrm>
            <a:off x="375921" y="1122348"/>
            <a:ext cx="2271845" cy="222363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2" name="Shape 1652"/>
        <p:cNvGrpSpPr/>
        <p:nvPr/>
      </p:nvGrpSpPr>
      <p:grpSpPr>
        <a:xfrm>
          <a:off x="0" y="0"/>
          <a:ext cx="0" cy="0"/>
          <a:chOff x="0" y="0"/>
          <a:chExt cx="0" cy="0"/>
        </a:xfrm>
      </p:grpSpPr>
      <p:sp>
        <p:nvSpPr>
          <p:cNvPr id="1653" name="Google Shape;1653;p19"/>
          <p:cNvSpPr txBox="1"/>
          <p:nvPr/>
        </p:nvSpPr>
        <p:spPr>
          <a:xfrm>
            <a:off x="1789460" y="84088"/>
            <a:ext cx="5565080" cy="755361"/>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200" u="none" cap="none" strike="noStrike">
                <a:solidFill>
                  <a:schemeClr val="lt2"/>
                </a:solidFill>
                <a:latin typeface="Montserrat"/>
                <a:ea typeface="Montserrat"/>
                <a:cs typeface="Montserrat"/>
                <a:sym typeface="Montserrat"/>
              </a:rPr>
              <a:t>Phương pháp thực hiện </a:t>
            </a:r>
            <a:endParaRPr/>
          </a:p>
        </p:txBody>
      </p:sp>
      <p:sp>
        <p:nvSpPr>
          <p:cNvPr id="1654" name="Google Shape;1654;p19"/>
          <p:cNvSpPr txBox="1"/>
          <p:nvPr/>
        </p:nvSpPr>
        <p:spPr>
          <a:xfrm>
            <a:off x="424056" y="616510"/>
            <a:ext cx="2191728"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Data Ingestion</a:t>
            </a:r>
            <a:endParaRPr/>
          </a:p>
        </p:txBody>
      </p:sp>
      <p:graphicFrame>
        <p:nvGraphicFramePr>
          <p:cNvPr id="1655" name="Google Shape;1655;p19"/>
          <p:cNvGraphicFramePr/>
          <p:nvPr/>
        </p:nvGraphicFramePr>
        <p:xfrm>
          <a:off x="644578" y="1122348"/>
          <a:ext cx="3000000" cy="3000000"/>
        </p:xfrm>
        <a:graphic>
          <a:graphicData uri="http://schemas.openxmlformats.org/drawingml/2006/table">
            <a:tbl>
              <a:tblPr bandRow="1" firstRow="1">
                <a:noFill/>
                <a:tableStyleId>{E08EA544-1651-4F0A-9E64-B5679C4075A8}</a:tableStyleId>
              </a:tblPr>
              <a:tblGrid>
                <a:gridCol w="1064300"/>
                <a:gridCol w="1124250"/>
                <a:gridCol w="1806325"/>
                <a:gridCol w="4129800"/>
              </a:tblGrid>
              <a:tr h="370850">
                <a:tc>
                  <a:txBody>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121B46"/>
                          </a:solidFill>
                          <a:latin typeface="Montserrat"/>
                          <a:ea typeface="Montserrat"/>
                          <a:cs typeface="Montserrat"/>
                          <a:sym typeface="Montserrat"/>
                        </a:rPr>
                        <a:t>Nguồn</a:t>
                      </a:r>
                      <a:endParaRPr b="1" sz="1500" u="none" cap="none" strike="noStrike">
                        <a:solidFill>
                          <a:srgbClr val="121B46"/>
                        </a:solidFill>
                        <a:latin typeface="Montserrat"/>
                        <a:ea typeface="Montserrat"/>
                        <a:cs typeface="Montserrat"/>
                        <a:sym typeface="Montserrat"/>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b="1" lang="en-US" sz="1500" u="none" cap="none" strike="noStrike">
                          <a:solidFill>
                            <a:srgbClr val="121B46"/>
                          </a:solidFill>
                          <a:latin typeface="Montserrat"/>
                          <a:ea typeface="Montserrat"/>
                          <a:cs typeface="Montserrat"/>
                          <a:sym typeface="Montserrat"/>
                        </a:rPr>
                        <a:t>Số lượng mẫu</a:t>
                      </a:r>
                      <a:endParaRPr b="1" sz="1500" u="none" cap="none" strike="noStrike">
                        <a:solidFill>
                          <a:srgbClr val="121B46"/>
                        </a:solidFill>
                        <a:latin typeface="Montserrat"/>
                        <a:ea typeface="Montserrat"/>
                        <a:cs typeface="Montserrat"/>
                        <a:sym typeface="Montserrat"/>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121B46"/>
                          </a:solidFill>
                          <a:latin typeface="Montserrat"/>
                          <a:ea typeface="Montserrat"/>
                          <a:cs typeface="Montserrat"/>
                          <a:sym typeface="Montserrat"/>
                        </a:rPr>
                        <a:t>Nhãn dữ liệu cung cấp</a:t>
                      </a:r>
                      <a:endParaRPr b="1" sz="1500" u="none" cap="none" strike="noStrike">
                        <a:solidFill>
                          <a:srgbClr val="121B46"/>
                        </a:solidFill>
                        <a:latin typeface="Montserrat"/>
                        <a:ea typeface="Montserrat"/>
                        <a:cs typeface="Montserrat"/>
                        <a:sym typeface="Montserrat"/>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121B46"/>
                          </a:solidFill>
                          <a:latin typeface="Montserrat"/>
                          <a:ea typeface="Montserrat"/>
                          <a:cs typeface="Montserrat"/>
                          <a:sym typeface="Montserrat"/>
                        </a:rPr>
                        <a:t>Đặc trưng dữ liệu</a:t>
                      </a:r>
                      <a:endParaRPr b="1" sz="1500" u="none" cap="none" strike="noStrike">
                        <a:solidFill>
                          <a:srgbClr val="121B46"/>
                        </a:solidFill>
                        <a:latin typeface="Montserrat"/>
                        <a:ea typeface="Montserrat"/>
                        <a:cs typeface="Montserrat"/>
                        <a:sym typeface="Montserrat"/>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9950">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21B46"/>
                          </a:solidFill>
                          <a:latin typeface="Montserrat"/>
                          <a:ea typeface="Montserrat"/>
                          <a:cs typeface="Montserrat"/>
                          <a:sym typeface="Montserrat"/>
                        </a:rPr>
                        <a:t>HuggingFace – </a:t>
                      </a:r>
                      <a:r>
                        <a:rPr b="0" i="1" lang="en-US" sz="1500" u="none" cap="none" strike="noStrike">
                          <a:solidFill>
                            <a:srgbClr val="121B46"/>
                          </a:solidFill>
                          <a:latin typeface="Montserrat"/>
                          <a:ea typeface="Montserrat"/>
                          <a:cs typeface="Montserrat"/>
                          <a:sym typeface="Montserrat"/>
                        </a:rPr>
                        <a:t>Twitter Human-Bots</a:t>
                      </a:r>
                      <a:endParaRPr i="1" sz="1500" u="none" cap="none" strike="noStrike">
                        <a:solidFill>
                          <a:srgbClr val="121B46"/>
                        </a:solidFill>
                        <a:latin typeface="Montserrat"/>
                        <a:ea typeface="Montserrat"/>
                        <a:cs typeface="Montserrat"/>
                        <a:sym typeface="Montserrat"/>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i="1" lang="en-US" sz="1500" u="none" cap="none" strike="noStrike">
                          <a:solidFill>
                            <a:srgbClr val="121B46"/>
                          </a:solidFill>
                          <a:latin typeface="Montserrat"/>
                          <a:ea typeface="Montserrat"/>
                          <a:cs typeface="Montserrat"/>
                          <a:sym typeface="Montserrat"/>
                        </a:rPr>
                        <a:t>Hơn 37.000</a:t>
                      </a:r>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21B46"/>
                          </a:solidFill>
                          <a:latin typeface="Montserrat"/>
                          <a:ea typeface="Montserrat"/>
                          <a:cs typeface="Montserrat"/>
                          <a:sym typeface="Montserrat"/>
                        </a:rPr>
                        <a:t>Thông tin tài khoản Twitter, phân loại </a:t>
                      </a:r>
                      <a:r>
                        <a:rPr b="1" i="0" lang="en-US" sz="1500" u="none" cap="none" strike="noStrike">
                          <a:solidFill>
                            <a:srgbClr val="121B46"/>
                          </a:solidFill>
                          <a:latin typeface="Montserrat"/>
                          <a:ea typeface="Montserrat"/>
                          <a:cs typeface="Montserrat"/>
                          <a:sym typeface="Montserrat"/>
                        </a:rPr>
                        <a:t>human / bot</a:t>
                      </a:r>
                      <a:r>
                        <a:rPr b="0" i="0" lang="en-US" sz="1500" u="none" cap="none" strike="noStrike">
                          <a:solidFill>
                            <a:srgbClr val="121B46"/>
                          </a:solidFill>
                          <a:latin typeface="Montserrat"/>
                          <a:ea typeface="Montserrat"/>
                          <a:cs typeface="Montserrat"/>
                          <a:sym typeface="Montserrat"/>
                        </a:rPr>
                        <a:t>, dùng để học hành vi tài khoản và đánh giá độ tin cậy</a:t>
                      </a:r>
                      <a:endParaRPr sz="1500" u="none" cap="none" strike="noStrike">
                        <a:solidFill>
                          <a:srgbClr val="121B46"/>
                        </a:solidFill>
                        <a:latin typeface="Montserrat"/>
                        <a:ea typeface="Montserrat"/>
                        <a:cs typeface="Montserrat"/>
                        <a:sym typeface="Montserrat"/>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21B46"/>
                          </a:solidFill>
                          <a:latin typeface="Montserrat"/>
                          <a:ea typeface="Montserrat"/>
                          <a:cs typeface="Montserrat"/>
                          <a:sym typeface="Montserrat"/>
                        </a:rPr>
                        <a:t>user_id, account_type (human/bot), followers_count, friends_count, statuses_count, favorites_count, listed_count, account_age_days, verified, avg_tweets_per_day, followers_following_ratio, posts_per_day, các đặc trưng hành vi</a:t>
                      </a:r>
                      <a:endParaRPr sz="1500" u="none" cap="none" strike="noStrike">
                        <a:solidFill>
                          <a:srgbClr val="121B46"/>
                        </a:solidFill>
                        <a:latin typeface="Montserrat"/>
                        <a:ea typeface="Montserrat"/>
                        <a:cs typeface="Montserrat"/>
                        <a:sym typeface="Montserrat"/>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9" name="Shape 1659"/>
        <p:cNvGrpSpPr/>
        <p:nvPr/>
      </p:nvGrpSpPr>
      <p:grpSpPr>
        <a:xfrm>
          <a:off x="0" y="0"/>
          <a:ext cx="0" cy="0"/>
          <a:chOff x="0" y="0"/>
          <a:chExt cx="0" cy="0"/>
        </a:xfrm>
      </p:grpSpPr>
      <p:sp>
        <p:nvSpPr>
          <p:cNvPr id="1660" name="Google Shape;1660;p20"/>
          <p:cNvSpPr txBox="1"/>
          <p:nvPr/>
        </p:nvSpPr>
        <p:spPr>
          <a:xfrm>
            <a:off x="1789460" y="84088"/>
            <a:ext cx="5565080" cy="755361"/>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200" u="none" cap="none" strike="noStrike">
                <a:solidFill>
                  <a:schemeClr val="lt2"/>
                </a:solidFill>
                <a:latin typeface="Montserrat"/>
                <a:ea typeface="Montserrat"/>
                <a:cs typeface="Montserrat"/>
                <a:sym typeface="Montserrat"/>
              </a:rPr>
              <a:t>Phương pháp thực hiện </a:t>
            </a:r>
            <a:endParaRPr/>
          </a:p>
        </p:txBody>
      </p:sp>
      <p:sp>
        <p:nvSpPr>
          <p:cNvPr id="1661" name="Google Shape;1661;p20"/>
          <p:cNvSpPr txBox="1"/>
          <p:nvPr/>
        </p:nvSpPr>
        <p:spPr>
          <a:xfrm>
            <a:off x="4789356" y="1336705"/>
            <a:ext cx="4024859" cy="984885"/>
          </a:xfrm>
          <a:prstGeom prst="rect">
            <a:avLst/>
          </a:prstGeom>
          <a:noFill/>
          <a:ln>
            <a:noFill/>
          </a:ln>
        </p:spPr>
        <p:txBody>
          <a:bodyPr anchorCtr="0" anchor="t" bIns="45700" lIns="91425" spcFirstLastPara="1" rIns="91425" wrap="square" tIns="45700">
            <a:spAutoFit/>
          </a:bodyPr>
          <a:lstStyle/>
          <a:p>
            <a:pPr indent="-223838" lvl="1" marL="396875"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121B46"/>
                </a:solidFill>
                <a:latin typeface="Montserrat"/>
                <a:ea typeface="Montserrat"/>
                <a:cs typeface="Montserrat"/>
                <a:sym typeface="Montserrat"/>
              </a:rPr>
              <a:t>Data Ingestion &amp; ETL</a:t>
            </a:r>
            <a:endParaRPr/>
          </a:p>
          <a:p>
            <a:pPr indent="-223838" lvl="1" marL="396875" marR="0" rtl="0" algn="l">
              <a:lnSpc>
                <a:spcPct val="100000"/>
              </a:lnSpc>
              <a:spcBef>
                <a:spcPts val="600"/>
              </a:spcBef>
              <a:spcAft>
                <a:spcPts val="0"/>
              </a:spcAft>
              <a:buClr>
                <a:srgbClr val="000000"/>
              </a:buClr>
              <a:buSzPts val="1600"/>
              <a:buFont typeface="Noto Sans Symbols"/>
              <a:buChar char="▪"/>
            </a:pPr>
            <a:r>
              <a:rPr b="0" i="0" lang="en-US" sz="1600" u="none" cap="none" strike="noStrike">
                <a:solidFill>
                  <a:srgbClr val="121B46"/>
                </a:solidFill>
                <a:latin typeface="Montserrat"/>
                <a:ea typeface="Montserrat"/>
                <a:cs typeface="Montserrat"/>
                <a:sym typeface="Montserrat"/>
              </a:rPr>
              <a:t>Feature Engineering</a:t>
            </a:r>
            <a:endParaRPr/>
          </a:p>
          <a:p>
            <a:pPr indent="-223838" lvl="1" marL="396875" marR="0" rtl="0" algn="l">
              <a:lnSpc>
                <a:spcPct val="100000"/>
              </a:lnSpc>
              <a:spcBef>
                <a:spcPts val="600"/>
              </a:spcBef>
              <a:spcAft>
                <a:spcPts val="0"/>
              </a:spcAft>
              <a:buClr>
                <a:srgbClr val="000000"/>
              </a:buClr>
              <a:buSzPts val="1600"/>
              <a:buFont typeface="Noto Sans Symbols"/>
              <a:buChar char="▪"/>
            </a:pPr>
            <a:r>
              <a:rPr b="0" i="0" lang="en-US" sz="1600" u="none" cap="none" strike="noStrike">
                <a:solidFill>
                  <a:srgbClr val="121B46"/>
                </a:solidFill>
                <a:latin typeface="Montserrat"/>
                <a:ea typeface="Montserrat"/>
                <a:cs typeface="Montserrat"/>
                <a:sym typeface="Montserrat"/>
              </a:rPr>
              <a:t>Model Training</a:t>
            </a:r>
            <a:endParaRPr/>
          </a:p>
        </p:txBody>
      </p:sp>
      <p:sp>
        <p:nvSpPr>
          <p:cNvPr id="1662" name="Google Shape;1662;p20"/>
          <p:cNvSpPr txBox="1"/>
          <p:nvPr/>
        </p:nvSpPr>
        <p:spPr>
          <a:xfrm>
            <a:off x="4572000" y="920332"/>
            <a:ext cx="320040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Cold path</a:t>
            </a:r>
            <a:endParaRPr/>
          </a:p>
        </p:txBody>
      </p:sp>
      <p:sp>
        <p:nvSpPr>
          <p:cNvPr id="1663" name="Google Shape;1663;p20"/>
          <p:cNvSpPr txBox="1"/>
          <p:nvPr/>
        </p:nvSpPr>
        <p:spPr>
          <a:xfrm>
            <a:off x="4789356" y="2648022"/>
            <a:ext cx="4024859" cy="98488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121B46"/>
                </a:solidFill>
                <a:latin typeface="Montserrat"/>
                <a:ea typeface="Montserrat"/>
                <a:cs typeface="Montserrat"/>
                <a:sym typeface="Montserrat"/>
              </a:rPr>
              <a:t>Event Ingestion</a:t>
            </a:r>
            <a:endParaRPr/>
          </a:p>
          <a:p>
            <a:pPr indent="-285750" lvl="0" marL="285750" marR="0" rtl="0" algn="l">
              <a:lnSpc>
                <a:spcPct val="100000"/>
              </a:lnSpc>
              <a:spcBef>
                <a:spcPts val="600"/>
              </a:spcBef>
              <a:spcAft>
                <a:spcPts val="0"/>
              </a:spcAft>
              <a:buClr>
                <a:srgbClr val="000000"/>
              </a:buClr>
              <a:buSzPts val="1600"/>
              <a:buFont typeface="Noto Sans Symbols"/>
              <a:buChar char="•"/>
            </a:pPr>
            <a:r>
              <a:rPr b="0" i="0" lang="en-US" sz="1600" u="none" cap="none" strike="noStrike">
                <a:solidFill>
                  <a:srgbClr val="121B46"/>
                </a:solidFill>
                <a:latin typeface="Montserrat"/>
                <a:ea typeface="Montserrat"/>
                <a:cs typeface="Montserrat"/>
                <a:sym typeface="Montserrat"/>
              </a:rPr>
              <a:t>Online Feature Engineering</a:t>
            </a:r>
            <a:endParaRPr/>
          </a:p>
          <a:p>
            <a:pPr indent="-285750" lvl="0" marL="285750" marR="0" rtl="0" algn="l">
              <a:lnSpc>
                <a:spcPct val="100000"/>
              </a:lnSpc>
              <a:spcBef>
                <a:spcPts val="600"/>
              </a:spcBef>
              <a:spcAft>
                <a:spcPts val="0"/>
              </a:spcAft>
              <a:buClr>
                <a:srgbClr val="000000"/>
              </a:buClr>
              <a:buSzPts val="1600"/>
              <a:buFont typeface="Noto Sans Symbols"/>
              <a:buChar char="•"/>
            </a:pPr>
            <a:r>
              <a:rPr b="0" i="0" lang="en-US" sz="1600" u="none" cap="none" strike="noStrike">
                <a:solidFill>
                  <a:srgbClr val="121B46"/>
                </a:solidFill>
                <a:latin typeface="Montserrat"/>
                <a:ea typeface="Montserrat"/>
                <a:cs typeface="Montserrat"/>
                <a:sym typeface="Montserrat"/>
              </a:rPr>
              <a:t>Model Serving</a:t>
            </a:r>
            <a:endParaRPr/>
          </a:p>
        </p:txBody>
      </p:sp>
      <p:sp>
        <p:nvSpPr>
          <p:cNvPr id="1664" name="Google Shape;1664;p20"/>
          <p:cNvSpPr txBox="1"/>
          <p:nvPr/>
        </p:nvSpPr>
        <p:spPr>
          <a:xfrm>
            <a:off x="4572000" y="2231649"/>
            <a:ext cx="320040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Hot path</a:t>
            </a:r>
            <a:endParaRPr/>
          </a:p>
        </p:txBody>
      </p:sp>
      <p:pic>
        <p:nvPicPr>
          <p:cNvPr id="1665" name="Google Shape;1665;p20"/>
          <p:cNvPicPr preferRelativeResize="0"/>
          <p:nvPr/>
        </p:nvPicPr>
        <p:blipFill rotWithShape="1">
          <a:blip r:embed="rId3">
            <a:alphaModFix/>
          </a:blip>
          <a:srcRect b="19159" l="24035" r="33156" t="12011"/>
          <a:stretch/>
        </p:blipFill>
        <p:spPr>
          <a:xfrm>
            <a:off x="637081" y="930099"/>
            <a:ext cx="3630223" cy="3283301"/>
          </a:xfrm>
          <a:prstGeom prst="rect">
            <a:avLst/>
          </a:prstGeom>
          <a:noFill/>
          <a:ln>
            <a:noFill/>
          </a:ln>
        </p:spPr>
      </p:pic>
      <p:sp>
        <p:nvSpPr>
          <p:cNvPr id="1666" name="Google Shape;1666;p20"/>
          <p:cNvSpPr txBox="1"/>
          <p:nvPr/>
        </p:nvSpPr>
        <p:spPr>
          <a:xfrm>
            <a:off x="4789356" y="3984586"/>
            <a:ext cx="4024859" cy="98488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121B46"/>
                </a:solidFill>
                <a:latin typeface="Montserrat"/>
                <a:ea typeface="Montserrat"/>
                <a:cs typeface="Montserrat"/>
                <a:sym typeface="Montserrat"/>
              </a:rPr>
              <a:t>Model Serving (FastAPI)</a:t>
            </a:r>
            <a:endParaRPr/>
          </a:p>
          <a:p>
            <a:pPr indent="-285750" lvl="0" marL="285750" marR="0" rtl="0" algn="l">
              <a:lnSpc>
                <a:spcPct val="100000"/>
              </a:lnSpc>
              <a:spcBef>
                <a:spcPts val="600"/>
              </a:spcBef>
              <a:spcAft>
                <a:spcPts val="0"/>
              </a:spcAft>
              <a:buClr>
                <a:srgbClr val="000000"/>
              </a:buClr>
              <a:buSzPts val="1600"/>
              <a:buFont typeface="Noto Sans Symbols"/>
              <a:buChar char="•"/>
            </a:pPr>
            <a:r>
              <a:rPr b="0" i="0" lang="en-US" sz="1600" u="none" cap="none" strike="noStrike">
                <a:solidFill>
                  <a:srgbClr val="121B46"/>
                </a:solidFill>
                <a:latin typeface="Montserrat"/>
                <a:ea typeface="Montserrat"/>
                <a:cs typeface="Montserrat"/>
                <a:sym typeface="Montserrat"/>
              </a:rPr>
              <a:t>Speed View (Redis)</a:t>
            </a:r>
            <a:endParaRPr/>
          </a:p>
          <a:p>
            <a:pPr indent="-285750" lvl="0" marL="285750" marR="0" rtl="0" algn="l">
              <a:lnSpc>
                <a:spcPct val="100000"/>
              </a:lnSpc>
              <a:spcBef>
                <a:spcPts val="600"/>
              </a:spcBef>
              <a:spcAft>
                <a:spcPts val="0"/>
              </a:spcAft>
              <a:buClr>
                <a:srgbClr val="000000"/>
              </a:buClr>
              <a:buSzPts val="1600"/>
              <a:buFont typeface="Noto Sans Symbols"/>
              <a:buChar char="•"/>
            </a:pPr>
            <a:r>
              <a:rPr b="0" i="0" lang="en-US" sz="1600" u="none" cap="none" strike="noStrike">
                <a:solidFill>
                  <a:srgbClr val="121B46"/>
                </a:solidFill>
                <a:latin typeface="Montserrat"/>
                <a:ea typeface="Montserrat"/>
                <a:cs typeface="Montserrat"/>
                <a:sym typeface="Montserrat"/>
              </a:rPr>
              <a:t>Dashboard (Streamlit)</a:t>
            </a:r>
            <a:endParaRPr/>
          </a:p>
        </p:txBody>
      </p:sp>
      <p:sp>
        <p:nvSpPr>
          <p:cNvPr id="1667" name="Google Shape;1667;p20"/>
          <p:cNvSpPr txBox="1"/>
          <p:nvPr/>
        </p:nvSpPr>
        <p:spPr>
          <a:xfrm>
            <a:off x="4572000" y="3568213"/>
            <a:ext cx="320040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Serving Layer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1" name="Shape 1671"/>
        <p:cNvGrpSpPr/>
        <p:nvPr/>
      </p:nvGrpSpPr>
      <p:grpSpPr>
        <a:xfrm>
          <a:off x="0" y="0"/>
          <a:ext cx="0" cy="0"/>
          <a:chOff x="0" y="0"/>
          <a:chExt cx="0" cy="0"/>
        </a:xfrm>
      </p:grpSpPr>
      <p:sp>
        <p:nvSpPr>
          <p:cNvPr id="1672" name="Google Shape;1672;p21"/>
          <p:cNvSpPr txBox="1"/>
          <p:nvPr/>
        </p:nvSpPr>
        <p:spPr>
          <a:xfrm>
            <a:off x="1789460" y="84088"/>
            <a:ext cx="5565080" cy="755361"/>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200" u="none" cap="none" strike="noStrike">
                <a:solidFill>
                  <a:schemeClr val="lt2"/>
                </a:solidFill>
                <a:latin typeface="Montserrat"/>
                <a:ea typeface="Montserrat"/>
                <a:cs typeface="Montserrat"/>
                <a:sym typeface="Montserrat"/>
              </a:rPr>
              <a:t>Phương pháp thực hiện </a:t>
            </a:r>
            <a:endParaRPr/>
          </a:p>
        </p:txBody>
      </p:sp>
      <p:sp>
        <p:nvSpPr>
          <p:cNvPr id="1673" name="Google Shape;1673;p21"/>
          <p:cNvSpPr txBox="1"/>
          <p:nvPr/>
        </p:nvSpPr>
        <p:spPr>
          <a:xfrm>
            <a:off x="5465779" y="1802109"/>
            <a:ext cx="3678219" cy="15542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Level-0: Base Models</a:t>
            </a:r>
            <a:endParaRPr/>
          </a:p>
          <a:p>
            <a:pPr indent="-223838" lvl="0" marL="396875" marR="0" rtl="0" algn="l">
              <a:lnSpc>
                <a:spcPct val="100000"/>
              </a:lnSpc>
              <a:spcBef>
                <a:spcPts val="60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XGBoost – Chuyên gia Hành vi</a:t>
            </a:r>
            <a:endParaRPr/>
          </a:p>
          <a:p>
            <a:pPr indent="-223838" lvl="0" marL="396875" marR="0" rtl="0" algn="l">
              <a:lnSpc>
                <a:spcPct val="100000"/>
              </a:lnSpc>
              <a:spcBef>
                <a:spcPts val="60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Isolation Forest – Chuyên gia Bất thường</a:t>
            </a:r>
            <a:endParaRPr b="0" i="0" sz="1600" u="none" cap="none" strike="noStrike">
              <a:solidFill>
                <a:srgbClr val="121B46"/>
              </a:solidFill>
              <a:latin typeface="Montserrat"/>
              <a:ea typeface="Montserrat"/>
              <a:cs typeface="Montserrat"/>
              <a:sym typeface="Montserrat"/>
            </a:endParaRPr>
          </a:p>
          <a:p>
            <a:pPr indent="-223838" lvl="0" marL="396875" marR="0" rtl="0" algn="l">
              <a:lnSpc>
                <a:spcPct val="100000"/>
              </a:lnSpc>
              <a:spcBef>
                <a:spcPts val="60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LightGBM</a:t>
            </a:r>
            <a:endParaRPr b="0" i="0" sz="1600" u="none" cap="none" strike="noStrike">
              <a:solidFill>
                <a:srgbClr val="121B46"/>
              </a:solidFill>
              <a:latin typeface="Montserrat"/>
              <a:ea typeface="Montserrat"/>
              <a:cs typeface="Montserrat"/>
              <a:sym typeface="Montserrat"/>
            </a:endParaRPr>
          </a:p>
        </p:txBody>
      </p:sp>
      <p:sp>
        <p:nvSpPr>
          <p:cNvPr id="1674" name="Google Shape;1674;p21"/>
          <p:cNvSpPr txBox="1"/>
          <p:nvPr/>
        </p:nvSpPr>
        <p:spPr>
          <a:xfrm>
            <a:off x="5366479" y="839449"/>
            <a:ext cx="320040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Mô hình Ensemble</a:t>
            </a:r>
            <a:endParaRPr/>
          </a:p>
        </p:txBody>
      </p:sp>
      <p:sp>
        <p:nvSpPr>
          <p:cNvPr id="1675" name="Google Shape;1675;p21"/>
          <p:cNvSpPr txBox="1"/>
          <p:nvPr/>
        </p:nvSpPr>
        <p:spPr>
          <a:xfrm>
            <a:off x="5366477" y="1270336"/>
            <a:ext cx="3777521"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121B46"/>
                </a:solidFill>
                <a:latin typeface="Montserrat"/>
                <a:ea typeface="Montserrat"/>
                <a:cs typeface="Montserrat"/>
                <a:sym typeface="Montserrat"/>
              </a:rPr>
              <a:t>Nhánh Trustworthiness – Stacking (Phân loại)</a:t>
            </a:r>
            <a:endParaRPr/>
          </a:p>
        </p:txBody>
      </p:sp>
      <p:sp>
        <p:nvSpPr>
          <p:cNvPr id="1676" name="Google Shape;1676;p21"/>
          <p:cNvSpPr txBox="1"/>
          <p:nvPr/>
        </p:nvSpPr>
        <p:spPr>
          <a:xfrm>
            <a:off x="5465778" y="3602602"/>
            <a:ext cx="3678219" cy="123110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Level-1: Meta Model</a:t>
            </a:r>
            <a:endParaRPr/>
          </a:p>
          <a:p>
            <a:pPr indent="-173038" lvl="0" marL="285750" marR="0" rtl="0" algn="l">
              <a:lnSpc>
                <a:spcPct val="100000"/>
              </a:lnSpc>
              <a:spcBef>
                <a:spcPts val="60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Mô hình: Logistic Regression</a:t>
            </a:r>
            <a:endParaRPr/>
          </a:p>
          <a:p>
            <a:pPr indent="-173038" lvl="0" marL="285750" marR="0" rtl="0" algn="l">
              <a:lnSpc>
                <a:spcPct val="100000"/>
              </a:lnSpc>
              <a:spcBef>
                <a:spcPts val="60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Calibration (Hiệu chỉnh): Platt Scaling/Isotonic Regression</a:t>
            </a:r>
            <a:endParaRPr/>
          </a:p>
        </p:txBody>
      </p:sp>
      <p:sp>
        <p:nvSpPr>
          <p:cNvPr id="1677" name="Google Shape;1677;p21"/>
          <p:cNvSpPr txBox="1"/>
          <p:nvPr/>
        </p:nvSpPr>
        <p:spPr>
          <a:xfrm>
            <a:off x="412228" y="3089642"/>
            <a:ext cx="4077326" cy="1154162"/>
          </a:xfrm>
          <a:prstGeom prst="rect">
            <a:avLst/>
          </a:prstGeom>
          <a:noFill/>
          <a:ln>
            <a:noFill/>
          </a:ln>
        </p:spPr>
        <p:txBody>
          <a:bodyPr anchorCtr="0" anchor="t" bIns="45700" lIns="91425" spcFirstLastPara="1" rIns="91425" wrap="square" tIns="45700">
            <a:spAutoFit/>
          </a:bodyPr>
          <a:lstStyle/>
          <a:p>
            <a:pPr indent="-223838" lvl="0" marL="396875"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LightGBM Binary Classifier – Hiệu quả thương mại và tương tác</a:t>
            </a:r>
            <a:endParaRPr b="0" i="0" sz="1600" u="none" cap="none" strike="noStrike">
              <a:solidFill>
                <a:srgbClr val="121B46"/>
              </a:solidFill>
              <a:latin typeface="Montserrat"/>
              <a:ea typeface="Montserrat"/>
              <a:cs typeface="Montserrat"/>
              <a:sym typeface="Montserrat"/>
            </a:endParaRPr>
          </a:p>
          <a:p>
            <a:pPr indent="-223838" lvl="0" marL="396875" marR="0" rtl="0" algn="l">
              <a:lnSpc>
                <a:spcPct val="100000"/>
              </a:lnSpc>
              <a:spcBef>
                <a:spcPts val="600"/>
              </a:spcBef>
              <a:spcAft>
                <a:spcPts val="0"/>
              </a:spcAft>
              <a:buClr>
                <a:srgbClr val="000000"/>
              </a:buClr>
              <a:buSzPts val="1600"/>
              <a:buFont typeface="Arial"/>
              <a:buChar char="•"/>
            </a:pPr>
            <a:r>
              <a:rPr b="0" i="1" lang="en-US" sz="1600" u="none" cap="none" strike="noStrike">
                <a:solidFill>
                  <a:srgbClr val="121B46"/>
                </a:solidFill>
                <a:latin typeface="Montserrat"/>
                <a:ea typeface="Montserrat"/>
                <a:cs typeface="Montserrat"/>
                <a:sym typeface="Montserrat"/>
              </a:rPr>
              <a:t>Rule-based fusion </a:t>
            </a:r>
            <a:r>
              <a:rPr b="0" i="0" lang="en-US" sz="1600" u="none" cap="none" strike="noStrike">
                <a:solidFill>
                  <a:srgbClr val="121B46"/>
                </a:solidFill>
                <a:latin typeface="Montserrat"/>
                <a:ea typeface="Montserrat"/>
                <a:cs typeface="Montserrat"/>
                <a:sym typeface="Montserrat"/>
              </a:rPr>
              <a:t>để ổn định score khi dữ liệu nhỏ</a:t>
            </a:r>
            <a:endParaRPr b="0" i="0" sz="1600" u="none" cap="none" strike="noStrike">
              <a:solidFill>
                <a:srgbClr val="121B46"/>
              </a:solidFill>
              <a:latin typeface="Montserrat"/>
              <a:ea typeface="Montserrat"/>
              <a:cs typeface="Montserrat"/>
              <a:sym typeface="Montserrat"/>
            </a:endParaRPr>
          </a:p>
        </p:txBody>
      </p:sp>
      <p:sp>
        <p:nvSpPr>
          <p:cNvPr id="1678" name="Google Shape;1678;p21"/>
          <p:cNvSpPr txBox="1"/>
          <p:nvPr/>
        </p:nvSpPr>
        <p:spPr>
          <a:xfrm>
            <a:off x="412228" y="2751738"/>
            <a:ext cx="415977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121B46"/>
                </a:solidFill>
                <a:latin typeface="Montserrat"/>
                <a:ea typeface="Montserrat"/>
                <a:cs typeface="Montserrat"/>
                <a:sym typeface="Montserrat"/>
              </a:rPr>
              <a:t>Nhánh Success (Phân loại)</a:t>
            </a:r>
            <a:endParaRPr/>
          </a:p>
        </p:txBody>
      </p:sp>
      <p:pic>
        <p:nvPicPr>
          <p:cNvPr id="1679" name="Google Shape;1679;p21"/>
          <p:cNvPicPr preferRelativeResize="0"/>
          <p:nvPr/>
        </p:nvPicPr>
        <p:blipFill rotWithShape="1">
          <a:blip r:embed="rId3">
            <a:alphaModFix/>
          </a:blip>
          <a:srcRect b="0" l="1088" r="0" t="0"/>
          <a:stretch/>
        </p:blipFill>
        <p:spPr>
          <a:xfrm>
            <a:off x="479685" y="771257"/>
            <a:ext cx="4605775" cy="180049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3" name="Shape 1683"/>
        <p:cNvGrpSpPr/>
        <p:nvPr/>
      </p:nvGrpSpPr>
      <p:grpSpPr>
        <a:xfrm>
          <a:off x="0" y="0"/>
          <a:ext cx="0" cy="0"/>
          <a:chOff x="0" y="0"/>
          <a:chExt cx="0" cy="0"/>
        </a:xfrm>
      </p:grpSpPr>
      <p:sp>
        <p:nvSpPr>
          <p:cNvPr id="1684" name="Google Shape;1684;p22"/>
          <p:cNvSpPr txBox="1"/>
          <p:nvPr/>
        </p:nvSpPr>
        <p:spPr>
          <a:xfrm>
            <a:off x="1789460" y="84088"/>
            <a:ext cx="5565080" cy="755361"/>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200" u="none" cap="none" strike="noStrike">
                <a:solidFill>
                  <a:schemeClr val="lt2"/>
                </a:solidFill>
                <a:latin typeface="Montserrat"/>
                <a:ea typeface="Montserrat"/>
                <a:cs typeface="Montserrat"/>
                <a:sym typeface="Montserrat"/>
              </a:rPr>
              <a:t>Phương pháp thực hiện </a:t>
            </a:r>
            <a:endParaRPr/>
          </a:p>
        </p:txBody>
      </p:sp>
      <p:pic>
        <p:nvPicPr>
          <p:cNvPr id="1685" name="Google Shape;1685;p22"/>
          <p:cNvPicPr preferRelativeResize="0"/>
          <p:nvPr/>
        </p:nvPicPr>
        <p:blipFill rotWithShape="1">
          <a:blip r:embed="rId3">
            <a:alphaModFix/>
          </a:blip>
          <a:srcRect b="2267" l="0" r="0" t="2267"/>
          <a:stretch/>
        </p:blipFill>
        <p:spPr>
          <a:xfrm>
            <a:off x="284812" y="867398"/>
            <a:ext cx="4976735" cy="1800493"/>
          </a:xfrm>
          <a:prstGeom prst="rect">
            <a:avLst/>
          </a:prstGeom>
          <a:noFill/>
          <a:ln>
            <a:noFill/>
          </a:ln>
        </p:spPr>
      </p:pic>
      <p:sp>
        <p:nvSpPr>
          <p:cNvPr id="1686" name="Google Shape;1686;p22"/>
          <p:cNvSpPr txBox="1"/>
          <p:nvPr/>
        </p:nvSpPr>
        <p:spPr>
          <a:xfrm>
            <a:off x="5366479" y="895347"/>
            <a:ext cx="349270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121B46"/>
                </a:solidFill>
                <a:latin typeface="Montserrat"/>
                <a:ea typeface="Montserrat"/>
                <a:cs typeface="Montserrat"/>
                <a:sym typeface="Montserrat"/>
              </a:rPr>
              <a:t>Cơ chế Gating (Điều tiết rủi ro)</a:t>
            </a:r>
            <a:endParaRPr/>
          </a:p>
        </p:txBody>
      </p:sp>
      <p:sp>
        <p:nvSpPr>
          <p:cNvPr id="1687" name="Google Shape;1687;p22"/>
          <p:cNvSpPr txBox="1"/>
          <p:nvPr/>
        </p:nvSpPr>
        <p:spPr>
          <a:xfrm>
            <a:off x="5360849" y="1233901"/>
            <a:ext cx="3678219" cy="175432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Nếu trust_score &lt; 70 → giảm trọng số (ví dụ nhân 0.5)</a:t>
            </a:r>
            <a:endParaRPr/>
          </a:p>
          <a:p>
            <a:pPr indent="-285750" lvl="0" marL="285750" marR="0" rtl="0" algn="l">
              <a:lnSpc>
                <a:spcPct val="100000"/>
              </a:lnSpc>
              <a:spcBef>
                <a:spcPts val="60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Nếu trust_score &lt; 50 → block KOL, không recommend</a:t>
            </a:r>
            <a:endParaRPr/>
          </a:p>
          <a:p>
            <a:pPr indent="0" lvl="0" marL="0" marR="0" rtl="0" algn="l">
              <a:lnSpc>
                <a:spcPct val="100000"/>
              </a:lnSpc>
              <a:spcBef>
                <a:spcPts val="600"/>
              </a:spcBef>
              <a:spcAft>
                <a:spcPts val="0"/>
              </a:spcAft>
              <a:buNone/>
            </a:pPr>
            <a:r>
              <a:rPr b="0" i="0" lang="en-US" sz="1800" u="none" cap="none" strike="noStrike">
                <a:solidFill>
                  <a:srgbClr val="121B46"/>
                </a:solidFill>
                <a:latin typeface="Montserrat"/>
                <a:ea typeface="Montserrat"/>
                <a:cs typeface="Montserrat"/>
                <a:sym typeface="Montserrat"/>
              </a:rPr>
              <a:t>🢡 </a:t>
            </a:r>
            <a:r>
              <a:rPr b="0" i="0" lang="en-US" sz="1600" u="none" cap="none" strike="noStrike">
                <a:solidFill>
                  <a:srgbClr val="121B46"/>
                </a:solidFill>
                <a:latin typeface="Montserrat"/>
                <a:ea typeface="Montserrat"/>
                <a:cs typeface="Montserrat"/>
                <a:sym typeface="Montserrat"/>
              </a:rPr>
              <a:t>Giúp tránh dự báo Success cao nhưng đến từ </a:t>
            </a:r>
            <a:r>
              <a:rPr b="1" i="0" lang="en-US" sz="1600" u="none" cap="none" strike="noStrike">
                <a:solidFill>
                  <a:srgbClr val="121B46"/>
                </a:solidFill>
                <a:latin typeface="Montserrat"/>
                <a:ea typeface="Montserrat"/>
                <a:cs typeface="Montserrat"/>
                <a:sym typeface="Montserrat"/>
              </a:rPr>
              <a:t>nguồn gian lận</a:t>
            </a:r>
            <a:endParaRPr b="1" i="0" sz="1600" u="none" cap="none" strike="noStrike">
              <a:solidFill>
                <a:srgbClr val="121B46"/>
              </a:solidFill>
              <a:latin typeface="Montserrat"/>
              <a:ea typeface="Montserrat"/>
              <a:cs typeface="Montserrat"/>
              <a:sym typeface="Montserrat"/>
            </a:endParaRPr>
          </a:p>
        </p:txBody>
      </p:sp>
      <p:sp>
        <p:nvSpPr>
          <p:cNvPr id="1688" name="Google Shape;1688;p22"/>
          <p:cNvSpPr txBox="1"/>
          <p:nvPr/>
        </p:nvSpPr>
        <p:spPr>
          <a:xfrm>
            <a:off x="10202671" y="1802109"/>
            <a:ext cx="3678219" cy="15542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Level-0: Base Models</a:t>
            </a:r>
            <a:endParaRPr/>
          </a:p>
          <a:p>
            <a:pPr indent="-223838" lvl="0" marL="396875" marR="0" rtl="0" algn="l">
              <a:lnSpc>
                <a:spcPct val="100000"/>
              </a:lnSpc>
              <a:spcBef>
                <a:spcPts val="60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XGBoost – Chuyên gia Hành vi</a:t>
            </a:r>
            <a:endParaRPr/>
          </a:p>
          <a:p>
            <a:pPr indent="-223838" lvl="0" marL="396875" marR="0" rtl="0" algn="l">
              <a:lnSpc>
                <a:spcPct val="100000"/>
              </a:lnSpc>
              <a:spcBef>
                <a:spcPts val="60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Isolation Forest – Chuyên gia Bất thường</a:t>
            </a:r>
            <a:endParaRPr b="0" i="0" sz="1600" u="none" cap="none" strike="noStrike">
              <a:solidFill>
                <a:srgbClr val="121B46"/>
              </a:solidFill>
              <a:latin typeface="Montserrat"/>
              <a:ea typeface="Montserrat"/>
              <a:cs typeface="Montserrat"/>
              <a:sym typeface="Montserrat"/>
            </a:endParaRPr>
          </a:p>
          <a:p>
            <a:pPr indent="-223838" lvl="0" marL="396875" marR="0" rtl="0" algn="l">
              <a:lnSpc>
                <a:spcPct val="100000"/>
              </a:lnSpc>
              <a:spcBef>
                <a:spcPts val="60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LightGBM</a:t>
            </a:r>
            <a:endParaRPr b="0" i="0" sz="1600" u="none" cap="none" strike="noStrike">
              <a:solidFill>
                <a:srgbClr val="121B46"/>
              </a:solidFill>
              <a:latin typeface="Montserrat"/>
              <a:ea typeface="Montserrat"/>
              <a:cs typeface="Montserrat"/>
              <a:sym typeface="Montserrat"/>
            </a:endParaRPr>
          </a:p>
        </p:txBody>
      </p:sp>
      <p:sp>
        <p:nvSpPr>
          <p:cNvPr id="1689" name="Google Shape;1689;p22"/>
          <p:cNvSpPr txBox="1"/>
          <p:nvPr/>
        </p:nvSpPr>
        <p:spPr>
          <a:xfrm>
            <a:off x="10103371" y="839449"/>
            <a:ext cx="320040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Mô hình Ensemble</a:t>
            </a:r>
            <a:endParaRPr/>
          </a:p>
        </p:txBody>
      </p:sp>
      <p:sp>
        <p:nvSpPr>
          <p:cNvPr id="1690" name="Google Shape;1690;p22"/>
          <p:cNvSpPr txBox="1"/>
          <p:nvPr/>
        </p:nvSpPr>
        <p:spPr>
          <a:xfrm>
            <a:off x="10103369" y="1270336"/>
            <a:ext cx="3777521"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121B46"/>
                </a:solidFill>
                <a:latin typeface="Montserrat"/>
                <a:ea typeface="Montserrat"/>
                <a:cs typeface="Montserrat"/>
                <a:sym typeface="Montserrat"/>
              </a:rPr>
              <a:t>Nhánh Trustworthiness – Stacking (Phân loại)</a:t>
            </a:r>
            <a:endParaRPr/>
          </a:p>
        </p:txBody>
      </p:sp>
      <p:sp>
        <p:nvSpPr>
          <p:cNvPr id="1691" name="Google Shape;1691;p22"/>
          <p:cNvSpPr txBox="1"/>
          <p:nvPr/>
        </p:nvSpPr>
        <p:spPr>
          <a:xfrm>
            <a:off x="10202670" y="3602602"/>
            <a:ext cx="3678219" cy="123110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Level-1: Meta Model</a:t>
            </a:r>
            <a:endParaRPr/>
          </a:p>
          <a:p>
            <a:pPr indent="-173038" lvl="0" marL="285750" marR="0" rtl="0" algn="l">
              <a:lnSpc>
                <a:spcPct val="100000"/>
              </a:lnSpc>
              <a:spcBef>
                <a:spcPts val="60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Mô hình: Logistic Regression</a:t>
            </a:r>
            <a:endParaRPr/>
          </a:p>
          <a:p>
            <a:pPr indent="-173038" lvl="0" marL="285750" marR="0" rtl="0" algn="l">
              <a:lnSpc>
                <a:spcPct val="100000"/>
              </a:lnSpc>
              <a:spcBef>
                <a:spcPts val="60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Calibration (Hiệu chỉnh): Platt Scaling/Isotonic Regression</a:t>
            </a:r>
            <a:endParaRPr/>
          </a:p>
        </p:txBody>
      </p:sp>
      <p:sp>
        <p:nvSpPr>
          <p:cNvPr id="1692" name="Google Shape;1692;p22"/>
          <p:cNvSpPr txBox="1"/>
          <p:nvPr/>
        </p:nvSpPr>
        <p:spPr>
          <a:xfrm>
            <a:off x="-4347149" y="3089642"/>
            <a:ext cx="4077326" cy="1154162"/>
          </a:xfrm>
          <a:prstGeom prst="rect">
            <a:avLst/>
          </a:prstGeom>
          <a:noFill/>
          <a:ln>
            <a:noFill/>
          </a:ln>
        </p:spPr>
        <p:txBody>
          <a:bodyPr anchorCtr="0" anchor="t" bIns="45700" lIns="91425" spcFirstLastPara="1" rIns="91425" wrap="square" tIns="45700">
            <a:spAutoFit/>
          </a:bodyPr>
          <a:lstStyle/>
          <a:p>
            <a:pPr indent="-223838" lvl="0" marL="396875"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LightGBM Binary Classifier – Hiệu quả thương mại và tương tác</a:t>
            </a:r>
            <a:endParaRPr b="0" i="0" sz="1600" u="none" cap="none" strike="noStrike">
              <a:solidFill>
                <a:srgbClr val="121B46"/>
              </a:solidFill>
              <a:latin typeface="Montserrat"/>
              <a:ea typeface="Montserrat"/>
              <a:cs typeface="Montserrat"/>
              <a:sym typeface="Montserrat"/>
            </a:endParaRPr>
          </a:p>
          <a:p>
            <a:pPr indent="-223838" lvl="0" marL="396875" marR="0" rtl="0" algn="l">
              <a:lnSpc>
                <a:spcPct val="100000"/>
              </a:lnSpc>
              <a:spcBef>
                <a:spcPts val="600"/>
              </a:spcBef>
              <a:spcAft>
                <a:spcPts val="0"/>
              </a:spcAft>
              <a:buClr>
                <a:srgbClr val="000000"/>
              </a:buClr>
              <a:buSzPts val="1600"/>
              <a:buFont typeface="Arial"/>
              <a:buChar char="•"/>
            </a:pPr>
            <a:r>
              <a:rPr b="0" i="1" lang="en-US" sz="1600" u="none" cap="none" strike="noStrike">
                <a:solidFill>
                  <a:srgbClr val="121B46"/>
                </a:solidFill>
                <a:latin typeface="Montserrat"/>
                <a:ea typeface="Montserrat"/>
                <a:cs typeface="Montserrat"/>
                <a:sym typeface="Montserrat"/>
              </a:rPr>
              <a:t>Rule-based fusion </a:t>
            </a:r>
            <a:r>
              <a:rPr b="0" i="0" lang="en-US" sz="1600" u="none" cap="none" strike="noStrike">
                <a:solidFill>
                  <a:srgbClr val="121B46"/>
                </a:solidFill>
                <a:latin typeface="Montserrat"/>
                <a:ea typeface="Montserrat"/>
                <a:cs typeface="Montserrat"/>
                <a:sym typeface="Montserrat"/>
              </a:rPr>
              <a:t>để ổn định score khi dữ liệu nhỏ</a:t>
            </a:r>
            <a:endParaRPr b="0" i="0" sz="1600" u="none" cap="none" strike="noStrike">
              <a:solidFill>
                <a:srgbClr val="121B46"/>
              </a:solidFill>
              <a:latin typeface="Montserrat"/>
              <a:ea typeface="Montserrat"/>
              <a:cs typeface="Montserrat"/>
              <a:sym typeface="Montserrat"/>
            </a:endParaRPr>
          </a:p>
        </p:txBody>
      </p:sp>
      <p:sp>
        <p:nvSpPr>
          <p:cNvPr id="1693" name="Google Shape;1693;p22"/>
          <p:cNvSpPr txBox="1"/>
          <p:nvPr/>
        </p:nvSpPr>
        <p:spPr>
          <a:xfrm>
            <a:off x="-4347149" y="2751738"/>
            <a:ext cx="415977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121B46"/>
                </a:solidFill>
                <a:latin typeface="Montserrat"/>
                <a:ea typeface="Montserrat"/>
                <a:cs typeface="Montserrat"/>
                <a:sym typeface="Montserrat"/>
              </a:rPr>
              <a:t>Nhánh Success (Phân loại)</a:t>
            </a:r>
            <a:endParaRPr/>
          </a:p>
        </p:txBody>
      </p:sp>
      <p:pic>
        <p:nvPicPr>
          <p:cNvPr id="1694" name="Google Shape;1694;p22"/>
          <p:cNvPicPr preferRelativeResize="0"/>
          <p:nvPr/>
        </p:nvPicPr>
        <p:blipFill rotWithShape="1">
          <a:blip r:embed="rId4">
            <a:alphaModFix/>
          </a:blip>
          <a:srcRect b="0" l="0" r="0" t="0"/>
          <a:stretch/>
        </p:blipFill>
        <p:spPr>
          <a:xfrm>
            <a:off x="284812" y="3155623"/>
            <a:ext cx="7384249" cy="511100"/>
          </a:xfrm>
          <a:prstGeom prst="rect">
            <a:avLst/>
          </a:prstGeom>
          <a:noFill/>
          <a:ln>
            <a:noFill/>
          </a:ln>
        </p:spPr>
      </p:pic>
      <p:sp>
        <p:nvSpPr>
          <p:cNvPr id="1695" name="Google Shape;1695;p22"/>
          <p:cNvSpPr txBox="1"/>
          <p:nvPr/>
        </p:nvSpPr>
        <p:spPr>
          <a:xfrm>
            <a:off x="284812" y="2856482"/>
            <a:ext cx="349834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Weighted Aggregation</a:t>
            </a:r>
            <a:endParaRPr/>
          </a:p>
        </p:txBody>
      </p:sp>
      <p:pic>
        <p:nvPicPr>
          <p:cNvPr descr="A math equations on a white background&#10;&#10;AI-generated content may be incorrect." id="1696" name="Google Shape;1696;p22"/>
          <p:cNvPicPr preferRelativeResize="0"/>
          <p:nvPr/>
        </p:nvPicPr>
        <p:blipFill rotWithShape="1">
          <a:blip r:embed="rId5">
            <a:alphaModFix/>
          </a:blip>
          <a:srcRect b="0" l="0" r="0" t="0"/>
          <a:stretch/>
        </p:blipFill>
        <p:spPr>
          <a:xfrm>
            <a:off x="884783" y="3602602"/>
            <a:ext cx="2495500" cy="112748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C5EF"/>
        </a:solidFill>
      </p:bgPr>
    </p:bg>
    <p:spTree>
      <p:nvGrpSpPr>
        <p:cNvPr id="1700" name="Shape 1700"/>
        <p:cNvGrpSpPr/>
        <p:nvPr/>
      </p:nvGrpSpPr>
      <p:grpSpPr>
        <a:xfrm>
          <a:off x="0" y="0"/>
          <a:ext cx="0" cy="0"/>
          <a:chOff x="0" y="0"/>
          <a:chExt cx="0" cy="0"/>
        </a:xfrm>
      </p:grpSpPr>
      <p:sp>
        <p:nvSpPr>
          <p:cNvPr id="1701" name="Google Shape;1701;p23"/>
          <p:cNvSpPr txBox="1"/>
          <p:nvPr/>
        </p:nvSpPr>
        <p:spPr>
          <a:xfrm>
            <a:off x="3522750" y="1061872"/>
            <a:ext cx="2098500" cy="1180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6300"/>
              <a:buFont typeface="Montserrat"/>
              <a:buNone/>
            </a:pPr>
            <a:r>
              <a:rPr b="1" i="0" lang="en-US" sz="9600" u="none" cap="none" strike="noStrike">
                <a:solidFill>
                  <a:schemeClr val="lt2"/>
                </a:solidFill>
                <a:latin typeface="Montserrat"/>
                <a:ea typeface="Montserrat"/>
                <a:cs typeface="Montserrat"/>
                <a:sym typeface="Montserrat"/>
              </a:rPr>
              <a:t>05</a:t>
            </a:r>
            <a:endParaRPr/>
          </a:p>
        </p:txBody>
      </p:sp>
      <p:sp>
        <p:nvSpPr>
          <p:cNvPr id="1702" name="Google Shape;1702;p23"/>
          <p:cNvSpPr txBox="1"/>
          <p:nvPr/>
        </p:nvSpPr>
        <p:spPr>
          <a:xfrm>
            <a:off x="2312233" y="2242672"/>
            <a:ext cx="4519534" cy="1161837"/>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400" u="none" cap="none" strike="noStrike">
                <a:solidFill>
                  <a:schemeClr val="lt2"/>
                </a:solidFill>
                <a:latin typeface="Montserrat"/>
                <a:ea typeface="Montserrat"/>
                <a:cs typeface="Montserrat"/>
                <a:sym typeface="Montserrat"/>
              </a:rPr>
              <a:t>Xây dựng &amp; </a:t>
            </a:r>
            <a:endParaRPr/>
          </a:p>
          <a:p>
            <a:pPr indent="0" lvl="0" marL="0" marR="0" rtl="0" algn="ctr">
              <a:lnSpc>
                <a:spcPct val="100000"/>
              </a:lnSpc>
              <a:spcBef>
                <a:spcPts val="0"/>
              </a:spcBef>
              <a:spcAft>
                <a:spcPts val="0"/>
              </a:spcAft>
              <a:buClr>
                <a:schemeClr val="lt2"/>
              </a:buClr>
              <a:buSzPts val="2800"/>
              <a:buFont typeface="Montserrat"/>
              <a:buNone/>
            </a:pPr>
            <a:r>
              <a:rPr b="1" i="0" lang="en-US" sz="3400" u="none" cap="none" strike="noStrike">
                <a:solidFill>
                  <a:schemeClr val="lt2"/>
                </a:solidFill>
                <a:latin typeface="Montserrat"/>
                <a:ea typeface="Montserrat"/>
                <a:cs typeface="Montserrat"/>
                <a:sym typeface="Montserrat"/>
              </a:rPr>
              <a:t>Lựa chọn mô hình</a:t>
            </a:r>
            <a:endParaRPr b="1" i="0" sz="3400" u="none" cap="none" strike="noStrike">
              <a:solidFill>
                <a:schemeClr val="lt2"/>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6" name="Shape 1706"/>
        <p:cNvGrpSpPr/>
        <p:nvPr/>
      </p:nvGrpSpPr>
      <p:grpSpPr>
        <a:xfrm>
          <a:off x="0" y="0"/>
          <a:ext cx="0" cy="0"/>
          <a:chOff x="0" y="0"/>
          <a:chExt cx="0" cy="0"/>
        </a:xfrm>
      </p:grpSpPr>
      <p:sp>
        <p:nvSpPr>
          <p:cNvPr id="1707" name="Google Shape;1707;p24"/>
          <p:cNvSpPr txBox="1"/>
          <p:nvPr/>
        </p:nvSpPr>
        <p:spPr>
          <a:xfrm>
            <a:off x="311700" y="243018"/>
            <a:ext cx="85206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2800" u="none" cap="none" strike="noStrike">
                <a:solidFill>
                  <a:schemeClr val="lt2"/>
                </a:solidFill>
                <a:latin typeface="Montserrat"/>
                <a:ea typeface="Montserrat"/>
                <a:cs typeface="Montserrat"/>
                <a:sym typeface="Montserrat"/>
              </a:rPr>
              <a:t>Xây dựng &amp; Lựa chọn mô hình</a:t>
            </a:r>
            <a:endParaRPr b="1" i="0" sz="2800" u="none" cap="none" strike="noStrike">
              <a:solidFill>
                <a:schemeClr val="lt2"/>
              </a:solidFill>
              <a:latin typeface="Montserrat"/>
              <a:ea typeface="Montserrat"/>
              <a:cs typeface="Montserrat"/>
              <a:sym typeface="Montserrat"/>
            </a:endParaRPr>
          </a:p>
        </p:txBody>
      </p:sp>
      <p:sp>
        <p:nvSpPr>
          <p:cNvPr id="1708" name="Google Shape;1708;p24"/>
          <p:cNvSpPr txBox="1"/>
          <p:nvPr/>
        </p:nvSpPr>
        <p:spPr>
          <a:xfrm>
            <a:off x="622091" y="815718"/>
            <a:ext cx="349834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Độ tin cậy (Trust Score)</a:t>
            </a:r>
            <a:endParaRPr/>
          </a:p>
        </p:txBody>
      </p:sp>
      <p:sp>
        <p:nvSpPr>
          <p:cNvPr id="1709" name="Google Shape;1709;p24"/>
          <p:cNvSpPr txBox="1"/>
          <p:nvPr/>
        </p:nvSpPr>
        <p:spPr>
          <a:xfrm>
            <a:off x="977176" y="1241531"/>
            <a:ext cx="278817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Feature Engineering</a:t>
            </a:r>
            <a:endParaRPr/>
          </a:p>
        </p:txBody>
      </p:sp>
      <p:sp>
        <p:nvSpPr>
          <p:cNvPr id="1710" name="Google Shape;1710;p24"/>
          <p:cNvSpPr txBox="1"/>
          <p:nvPr/>
        </p:nvSpPr>
        <p:spPr>
          <a:xfrm>
            <a:off x="970623" y="1610863"/>
            <a:ext cx="6299616" cy="29700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700" u="none" cap="none" strike="noStrike">
                <a:solidFill>
                  <a:srgbClr val="121B46"/>
                </a:solidFill>
                <a:latin typeface="Montserrat"/>
                <a:ea typeface="Montserrat"/>
                <a:cs typeface="Montserrat"/>
                <a:sym typeface="Montserrat"/>
              </a:rPr>
              <a:t>Mở rộng từ dữ liệu gốc lên </a:t>
            </a:r>
            <a:r>
              <a:rPr b="1" i="0" lang="en-US" sz="1700" u="none" cap="none" strike="noStrike">
                <a:solidFill>
                  <a:srgbClr val="121B46"/>
                </a:solidFill>
                <a:latin typeface="Montserrat"/>
                <a:ea typeface="Montserrat"/>
                <a:cs typeface="Montserrat"/>
                <a:sym typeface="Montserrat"/>
              </a:rPr>
              <a:t>29 đặc trưng kỹ thuật</a:t>
            </a:r>
            <a:r>
              <a:rPr b="0" i="0" lang="en-US" sz="1700" u="none" cap="none" strike="noStrike">
                <a:solidFill>
                  <a:srgbClr val="121B46"/>
                </a:solidFill>
                <a:latin typeface="Montserrat"/>
                <a:ea typeface="Montserrat"/>
                <a:cs typeface="Montserrat"/>
                <a:sym typeface="Montserrat"/>
              </a:rPr>
              <a:t>,</a:t>
            </a:r>
            <a:r>
              <a:rPr b="1" i="0" lang="en-US" sz="1700" u="none" cap="none" strike="noStrike">
                <a:solidFill>
                  <a:srgbClr val="121B46"/>
                </a:solidFill>
                <a:latin typeface="Montserrat"/>
                <a:ea typeface="Montserrat"/>
                <a:cs typeface="Montserrat"/>
                <a:sym typeface="Montserrat"/>
              </a:rPr>
              <a:t> </a:t>
            </a:r>
            <a:r>
              <a:rPr b="0" i="0" lang="en-US" sz="1700" u="none" cap="none" strike="noStrike">
                <a:solidFill>
                  <a:srgbClr val="121B46"/>
                </a:solidFill>
                <a:latin typeface="Montserrat"/>
                <a:ea typeface="Montserrat"/>
                <a:cs typeface="Montserrat"/>
                <a:sym typeface="Montserrat"/>
              </a:rPr>
              <a:t>chia làm 5 nhóm chiến lược:</a:t>
            </a:r>
            <a:endParaRPr/>
          </a:p>
          <a:p>
            <a:pPr indent="-285750" lvl="0" marL="285750" marR="0" rtl="0" algn="l">
              <a:lnSpc>
                <a:spcPct val="100000"/>
              </a:lnSpc>
              <a:spcBef>
                <a:spcPts val="60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Nhóm đặc trưng quy mô (Scale Features): Kỹ thuật Log Transformation</a:t>
            </a:r>
            <a:endParaRPr/>
          </a:p>
          <a:p>
            <a:pPr indent="-285750" lvl="0" marL="285750" marR="0" rtl="0" algn="l">
              <a:lnSpc>
                <a:spcPct val="100000"/>
              </a:lnSpc>
              <a:spcBef>
                <a:spcPts val="60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Nhóm đặc trưng tỷ lệ (Ratio Features) - Phát hiện bất thường</a:t>
            </a:r>
            <a:endParaRPr b="0" i="0" sz="1600" u="none" cap="none" strike="noStrike">
              <a:solidFill>
                <a:srgbClr val="121B46"/>
              </a:solidFill>
              <a:latin typeface="Montserrat"/>
              <a:ea typeface="Montserrat"/>
              <a:cs typeface="Montserrat"/>
              <a:sym typeface="Montserrat"/>
            </a:endParaRPr>
          </a:p>
          <a:p>
            <a:pPr indent="-285750" lvl="0" marL="285750" marR="0" rtl="0" algn="l">
              <a:lnSpc>
                <a:spcPct val="100000"/>
              </a:lnSpc>
              <a:spcBef>
                <a:spcPts val="60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Nhóm đặc trưng vận tốc (Velocity &amp; Growth Features)</a:t>
            </a:r>
            <a:endParaRPr/>
          </a:p>
          <a:p>
            <a:pPr indent="-285750" lvl="0" marL="285750" marR="0" rtl="0" algn="l">
              <a:lnSpc>
                <a:spcPct val="100000"/>
              </a:lnSpc>
              <a:spcBef>
                <a:spcPts val="60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Nhóm đặc trưng tương tác chéo (Interaction Features) </a:t>
            </a:r>
            <a:endParaRPr/>
          </a:p>
          <a:p>
            <a:pPr indent="-285750" lvl="0" marL="285750" marR="0" rtl="0" algn="l">
              <a:lnSpc>
                <a:spcPct val="100000"/>
              </a:lnSpc>
              <a:spcBef>
                <a:spcPts val="60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Nhóm đặc trưng định danh và Metadata (Identity Features)</a:t>
            </a:r>
            <a:endParaRPr b="0" i="0" sz="1600" u="none" cap="none" strike="noStrike">
              <a:solidFill>
                <a:srgbClr val="121B46"/>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4" name="Shape 1714"/>
        <p:cNvGrpSpPr/>
        <p:nvPr/>
      </p:nvGrpSpPr>
      <p:grpSpPr>
        <a:xfrm>
          <a:off x="0" y="0"/>
          <a:ext cx="0" cy="0"/>
          <a:chOff x="0" y="0"/>
          <a:chExt cx="0" cy="0"/>
        </a:xfrm>
      </p:grpSpPr>
      <p:sp>
        <p:nvSpPr>
          <p:cNvPr id="1715" name="Google Shape;1715;p25"/>
          <p:cNvSpPr txBox="1"/>
          <p:nvPr/>
        </p:nvSpPr>
        <p:spPr>
          <a:xfrm>
            <a:off x="311700" y="243018"/>
            <a:ext cx="85206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2800" u="none" cap="none" strike="noStrike">
                <a:solidFill>
                  <a:schemeClr val="lt2"/>
                </a:solidFill>
                <a:latin typeface="Montserrat"/>
                <a:ea typeface="Montserrat"/>
                <a:cs typeface="Montserrat"/>
                <a:sym typeface="Montserrat"/>
              </a:rPr>
              <a:t>Xây dựng &amp; Lựa chọn mô hình</a:t>
            </a:r>
            <a:endParaRPr b="1" i="0" sz="2800" u="none" cap="none" strike="noStrike">
              <a:solidFill>
                <a:schemeClr val="lt2"/>
              </a:solidFill>
              <a:latin typeface="Montserrat"/>
              <a:ea typeface="Montserrat"/>
              <a:cs typeface="Montserrat"/>
              <a:sym typeface="Montserrat"/>
            </a:endParaRPr>
          </a:p>
        </p:txBody>
      </p:sp>
      <p:sp>
        <p:nvSpPr>
          <p:cNvPr id="1716" name="Google Shape;1716;p25"/>
          <p:cNvSpPr txBox="1"/>
          <p:nvPr/>
        </p:nvSpPr>
        <p:spPr>
          <a:xfrm>
            <a:off x="622091" y="815718"/>
            <a:ext cx="349834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Độ tin cậy (Trust Score)</a:t>
            </a:r>
            <a:endParaRPr/>
          </a:p>
        </p:txBody>
      </p:sp>
      <p:sp>
        <p:nvSpPr>
          <p:cNvPr id="1717" name="Google Shape;1717;p25"/>
          <p:cNvSpPr txBox="1"/>
          <p:nvPr/>
        </p:nvSpPr>
        <p:spPr>
          <a:xfrm>
            <a:off x="977175" y="1241531"/>
            <a:ext cx="314325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Sàng lọc mô hình cơ sở</a:t>
            </a:r>
            <a:endParaRPr b="1" i="0" sz="1800" u="none" cap="none" strike="noStrike">
              <a:solidFill>
                <a:srgbClr val="121B46"/>
              </a:solidFill>
              <a:latin typeface="Montserrat"/>
              <a:ea typeface="Montserrat"/>
              <a:cs typeface="Montserrat"/>
              <a:sym typeface="Montserrat"/>
            </a:endParaRPr>
          </a:p>
        </p:txBody>
      </p:sp>
      <p:sp>
        <p:nvSpPr>
          <p:cNvPr id="1718" name="Google Shape;1718;p25"/>
          <p:cNvSpPr txBox="1"/>
          <p:nvPr/>
        </p:nvSpPr>
        <p:spPr>
          <a:xfrm>
            <a:off x="981399" y="1617778"/>
            <a:ext cx="6278061" cy="32778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Chạy thử 3 thuật toán với cấu hình mặc định để tạo mốc so sánh ban đầu:</a:t>
            </a:r>
            <a:endParaRPr/>
          </a:p>
          <a:p>
            <a:pPr indent="-225425" lvl="0" marL="285750" marR="0" rtl="0" algn="l">
              <a:lnSpc>
                <a:spcPct val="100000"/>
              </a:lnSpc>
              <a:spcBef>
                <a:spcPts val="600"/>
              </a:spcBef>
              <a:spcAft>
                <a:spcPts val="0"/>
              </a:spcAft>
              <a:buClr>
                <a:srgbClr val="000000"/>
              </a:buClr>
              <a:buSzPts val="1600"/>
              <a:buFont typeface="Arial"/>
              <a:buChar char="•"/>
            </a:pPr>
            <a:r>
              <a:rPr b="1" i="0" lang="en-US" sz="1600" u="none" cap="none" strike="noStrike">
                <a:solidFill>
                  <a:srgbClr val="121B46"/>
                </a:solidFill>
                <a:latin typeface="Montserrat"/>
                <a:ea typeface="Montserrat"/>
                <a:cs typeface="Montserrat"/>
                <a:sym typeface="Montserrat"/>
              </a:rPr>
              <a:t>Isolation Forest (Unsupervised):</a:t>
            </a:r>
            <a:r>
              <a:rPr b="0" i="0" lang="en-US" sz="1600" u="none" cap="none" strike="noStrike">
                <a:solidFill>
                  <a:srgbClr val="121B46"/>
                </a:solidFill>
                <a:latin typeface="Montserrat"/>
                <a:ea typeface="Montserrat"/>
                <a:cs typeface="Montserrat"/>
                <a:sym typeface="Montserrat"/>
              </a:rPr>
              <a:t> Phát hiện tốt các tài khoản “rác” chỉ số cực đoan, nhưng khó phân định gian lận tinh vi và </a:t>
            </a:r>
            <a:r>
              <a:rPr b="1" i="0" lang="en-US" sz="1600" u="none" cap="none" strike="noStrike">
                <a:solidFill>
                  <a:srgbClr val="121B46"/>
                </a:solidFill>
                <a:latin typeface="Montserrat"/>
                <a:ea typeface="Montserrat"/>
                <a:cs typeface="Montserrat"/>
                <a:sym typeface="Montserrat"/>
              </a:rPr>
              <a:t>False Positive cao</a:t>
            </a:r>
            <a:r>
              <a:rPr b="0" i="0" lang="en-US" sz="1600" u="none" cap="none" strike="noStrike">
                <a:solidFill>
                  <a:srgbClr val="121B46"/>
                </a:solidFill>
                <a:latin typeface="Montserrat"/>
                <a:ea typeface="Montserrat"/>
                <a:cs typeface="Montserrat"/>
                <a:sym typeface="Montserrat"/>
              </a:rPr>
              <a:t>, nên chỉ dùng như </a:t>
            </a:r>
            <a:r>
              <a:rPr b="1" i="0" lang="en-US" sz="1600" u="none" cap="none" strike="noStrike">
                <a:solidFill>
                  <a:srgbClr val="121B46"/>
                </a:solidFill>
                <a:latin typeface="Montserrat"/>
                <a:ea typeface="Montserrat"/>
                <a:cs typeface="Montserrat"/>
                <a:sym typeface="Montserrat"/>
              </a:rPr>
              <a:t>tham chiếu, </a:t>
            </a:r>
            <a:r>
              <a:rPr b="0" i="0" lang="en-US" sz="1600" u="none" cap="none" strike="noStrike">
                <a:solidFill>
                  <a:srgbClr val="121B46"/>
                </a:solidFill>
                <a:latin typeface="Montserrat"/>
                <a:ea typeface="Montserrat"/>
                <a:cs typeface="Montserrat"/>
                <a:sym typeface="Montserrat"/>
              </a:rPr>
              <a:t>không làm model chính</a:t>
            </a:r>
            <a:endParaRPr b="0" i="0" sz="1600" u="none" cap="none" strike="noStrike">
              <a:solidFill>
                <a:srgbClr val="121B46"/>
              </a:solidFill>
              <a:latin typeface="Montserrat"/>
              <a:ea typeface="Montserrat"/>
              <a:cs typeface="Montserrat"/>
              <a:sym typeface="Montserrat"/>
            </a:endParaRPr>
          </a:p>
          <a:p>
            <a:pPr indent="-225425" lvl="0" marL="285750" marR="0" rtl="0" algn="l">
              <a:lnSpc>
                <a:spcPct val="100000"/>
              </a:lnSpc>
              <a:spcBef>
                <a:spcPts val="600"/>
              </a:spcBef>
              <a:spcAft>
                <a:spcPts val="0"/>
              </a:spcAft>
              <a:buClr>
                <a:srgbClr val="000000"/>
              </a:buClr>
              <a:buSzPts val="1600"/>
              <a:buFont typeface="Arial"/>
              <a:buChar char="•"/>
            </a:pPr>
            <a:r>
              <a:rPr b="1" i="0" lang="en-US" sz="1600" u="none" cap="none" strike="noStrike">
                <a:solidFill>
                  <a:srgbClr val="121B46"/>
                </a:solidFill>
                <a:latin typeface="Montserrat"/>
                <a:ea typeface="Montserrat"/>
                <a:cs typeface="Montserrat"/>
                <a:sym typeface="Montserrat"/>
              </a:rPr>
              <a:t>XGBoost (Supervised):</a:t>
            </a:r>
            <a:r>
              <a:rPr b="0" i="0" lang="en-US" sz="1600" u="none" cap="none" strike="noStrike">
                <a:solidFill>
                  <a:srgbClr val="121B46"/>
                </a:solidFill>
                <a:latin typeface="Montserrat"/>
                <a:ea typeface="Montserrat"/>
                <a:cs typeface="Montserrat"/>
                <a:sym typeface="Montserrat"/>
              </a:rPr>
              <a:t> Dùng để phân loại→ </a:t>
            </a:r>
            <a:r>
              <a:rPr b="1" i="0" lang="en-US" sz="1600" u="none" cap="none" strike="noStrike">
                <a:solidFill>
                  <a:srgbClr val="121B46"/>
                </a:solidFill>
                <a:latin typeface="Montserrat"/>
                <a:ea typeface="Montserrat"/>
                <a:cs typeface="Montserrat"/>
                <a:sym typeface="Montserrat"/>
              </a:rPr>
              <a:t>ROC-AUC = 0.9403</a:t>
            </a:r>
            <a:r>
              <a:rPr b="0" i="0" lang="en-US" sz="1600" u="none" cap="none" strike="noStrike">
                <a:solidFill>
                  <a:srgbClr val="121B46"/>
                </a:solidFill>
                <a:latin typeface="Montserrat"/>
                <a:ea typeface="Montserrat"/>
                <a:cs typeface="Montserrat"/>
                <a:sym typeface="Montserrat"/>
              </a:rPr>
              <a:t>, ổn định và chống overfitting tốt trên dữ liệu nhiễu</a:t>
            </a:r>
            <a:endParaRPr b="0" i="0" sz="1600" u="none" cap="none" strike="noStrike">
              <a:solidFill>
                <a:srgbClr val="121B46"/>
              </a:solidFill>
              <a:latin typeface="Montserrat"/>
              <a:ea typeface="Montserrat"/>
              <a:cs typeface="Montserrat"/>
              <a:sym typeface="Montserrat"/>
            </a:endParaRPr>
          </a:p>
          <a:p>
            <a:pPr indent="-225425" lvl="0" marL="285750" marR="0" rtl="0" algn="l">
              <a:lnSpc>
                <a:spcPct val="100000"/>
              </a:lnSpc>
              <a:spcBef>
                <a:spcPts val="600"/>
              </a:spcBef>
              <a:spcAft>
                <a:spcPts val="0"/>
              </a:spcAft>
              <a:buClr>
                <a:srgbClr val="000000"/>
              </a:buClr>
              <a:buSzPts val="1600"/>
              <a:buFont typeface="Arial"/>
              <a:buChar char="•"/>
            </a:pPr>
            <a:r>
              <a:rPr b="1" i="0" lang="en-US" sz="1600" u="none" cap="none" strike="noStrike">
                <a:solidFill>
                  <a:srgbClr val="121B46"/>
                </a:solidFill>
                <a:latin typeface="Montserrat"/>
                <a:ea typeface="Montserrat"/>
                <a:cs typeface="Montserrat"/>
                <a:sym typeface="Montserrat"/>
              </a:rPr>
              <a:t>LightGBM (Supervised):</a:t>
            </a:r>
            <a:r>
              <a:rPr b="0" i="0" lang="en-US" sz="1600" u="none" cap="none" strike="noStrike">
                <a:solidFill>
                  <a:srgbClr val="121B46"/>
                </a:solidFill>
                <a:latin typeface="Montserrat"/>
                <a:ea typeface="Montserrat"/>
                <a:cs typeface="Montserrat"/>
                <a:sym typeface="Montserrat"/>
              </a:rPr>
              <a:t> </a:t>
            </a:r>
            <a:r>
              <a:rPr b="1" i="0" lang="en-US" sz="1600" u="none" cap="none" strike="noStrike">
                <a:solidFill>
                  <a:srgbClr val="121B46"/>
                </a:solidFill>
                <a:latin typeface="Montserrat"/>
                <a:ea typeface="Montserrat"/>
                <a:cs typeface="Montserrat"/>
                <a:sym typeface="Montserrat"/>
              </a:rPr>
              <a:t>ROC-AUC = 0.9406</a:t>
            </a:r>
            <a:r>
              <a:rPr b="0" i="0" lang="en-US" sz="1600" u="none" cap="none" strike="noStrike">
                <a:solidFill>
                  <a:srgbClr val="121B46"/>
                </a:solidFill>
                <a:latin typeface="Montserrat"/>
                <a:ea typeface="Montserrat"/>
                <a:cs typeface="Montserrat"/>
                <a:sym typeface="Montserrat"/>
              </a:rPr>
              <a:t> và </a:t>
            </a:r>
            <a:r>
              <a:rPr b="1" i="0" lang="en-US" sz="1600" u="none" cap="none" strike="noStrike">
                <a:solidFill>
                  <a:srgbClr val="121B46"/>
                </a:solidFill>
                <a:latin typeface="Montserrat"/>
                <a:ea typeface="Montserrat"/>
                <a:cs typeface="Montserrat"/>
                <a:sym typeface="Montserrat"/>
              </a:rPr>
              <a:t>tốc độ huấn luyện nhanh hơn ~7 lần</a:t>
            </a:r>
            <a:r>
              <a:rPr b="0" i="0" lang="en-US" sz="1600" u="none" cap="none" strike="noStrike">
                <a:solidFill>
                  <a:srgbClr val="121B46"/>
                </a:solidFill>
                <a:latin typeface="Montserrat"/>
                <a:ea typeface="Montserrat"/>
                <a:cs typeface="Montserrat"/>
                <a:sym typeface="Montserrat"/>
              </a:rPr>
              <a:t>, nên rất hợp hướng triển khai near real-time.</a:t>
            </a:r>
            <a:endParaRPr b="0" i="0" sz="1600" u="none" cap="none" strike="noStrike">
              <a:solidFill>
                <a:srgbClr val="121B46"/>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2" name="Shape 1722"/>
        <p:cNvGrpSpPr/>
        <p:nvPr/>
      </p:nvGrpSpPr>
      <p:grpSpPr>
        <a:xfrm>
          <a:off x="0" y="0"/>
          <a:ext cx="0" cy="0"/>
          <a:chOff x="0" y="0"/>
          <a:chExt cx="0" cy="0"/>
        </a:xfrm>
      </p:grpSpPr>
      <p:sp>
        <p:nvSpPr>
          <p:cNvPr id="1723" name="Google Shape;1723;p26"/>
          <p:cNvSpPr txBox="1"/>
          <p:nvPr/>
        </p:nvSpPr>
        <p:spPr>
          <a:xfrm>
            <a:off x="311700" y="243018"/>
            <a:ext cx="85206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2800" u="none" cap="none" strike="noStrike">
                <a:solidFill>
                  <a:schemeClr val="lt2"/>
                </a:solidFill>
                <a:latin typeface="Montserrat"/>
                <a:ea typeface="Montserrat"/>
                <a:cs typeface="Montserrat"/>
                <a:sym typeface="Montserrat"/>
              </a:rPr>
              <a:t>Xây dựng &amp; Lựa chọn mô hình</a:t>
            </a:r>
            <a:endParaRPr b="1" i="0" sz="2800" u="none" cap="none" strike="noStrike">
              <a:solidFill>
                <a:schemeClr val="lt2"/>
              </a:solidFill>
              <a:latin typeface="Montserrat"/>
              <a:ea typeface="Montserrat"/>
              <a:cs typeface="Montserrat"/>
              <a:sym typeface="Montserrat"/>
            </a:endParaRPr>
          </a:p>
        </p:txBody>
      </p:sp>
      <p:sp>
        <p:nvSpPr>
          <p:cNvPr id="1724" name="Google Shape;1724;p26"/>
          <p:cNvSpPr txBox="1"/>
          <p:nvPr/>
        </p:nvSpPr>
        <p:spPr>
          <a:xfrm>
            <a:off x="622091" y="815718"/>
            <a:ext cx="349834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Độ tin cậy (Trust Score)</a:t>
            </a:r>
            <a:endParaRPr/>
          </a:p>
        </p:txBody>
      </p:sp>
      <p:sp>
        <p:nvSpPr>
          <p:cNvPr id="1725" name="Google Shape;1725;p26"/>
          <p:cNvSpPr txBox="1"/>
          <p:nvPr/>
        </p:nvSpPr>
        <p:spPr>
          <a:xfrm>
            <a:off x="977175" y="1241531"/>
            <a:ext cx="429936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Kết hợp sơ khởi (Naïve Ensemble)</a:t>
            </a:r>
            <a:endParaRPr/>
          </a:p>
        </p:txBody>
      </p:sp>
      <p:sp>
        <p:nvSpPr>
          <p:cNvPr id="1726" name="Google Shape;1726;p26"/>
          <p:cNvSpPr txBox="1"/>
          <p:nvPr/>
        </p:nvSpPr>
        <p:spPr>
          <a:xfrm>
            <a:off x="981399" y="1617778"/>
            <a:ext cx="6461217" cy="147732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Thực hiện kỹ thuật Simple Averaging (Trung bình cộng) xác suất dự đoán của XGBoost Base và LightGBM Base</a:t>
            </a:r>
            <a:endParaRPr/>
          </a:p>
          <a:p>
            <a:pPr indent="-285750" lvl="0" marL="285750" marR="0" rtl="0" algn="l">
              <a:lnSpc>
                <a:spcPct val="100000"/>
              </a:lnSpc>
              <a:spcBef>
                <a:spcPts val="60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Kết quả: ROC-AUC đạt ngưỡng </a:t>
            </a:r>
            <a:r>
              <a:rPr b="1" i="0" lang="en-US" sz="1600" u="none" cap="none" strike="noStrike">
                <a:solidFill>
                  <a:srgbClr val="121B46"/>
                </a:solidFill>
                <a:latin typeface="Montserrat"/>
                <a:ea typeface="Montserrat"/>
                <a:cs typeface="Montserrat"/>
                <a:sym typeface="Montserrat"/>
              </a:rPr>
              <a:t>~0.9410 </a:t>
            </a:r>
            <a:endParaRPr b="0" i="0" sz="1600" u="none" cap="none" strike="noStrike">
              <a:solidFill>
                <a:srgbClr val="121B46"/>
              </a:solidFill>
              <a:latin typeface="Montserrat"/>
              <a:ea typeface="Montserrat"/>
              <a:cs typeface="Montserrat"/>
              <a:sym typeface="Montserrat"/>
            </a:endParaRPr>
          </a:p>
          <a:p>
            <a:pPr indent="0" lvl="0" marL="0" marR="0" rtl="0" algn="l">
              <a:lnSpc>
                <a:spcPct val="100000"/>
              </a:lnSpc>
              <a:spcBef>
                <a:spcPts val="600"/>
              </a:spcBef>
              <a:spcAft>
                <a:spcPts val="0"/>
              </a:spcAft>
              <a:buNone/>
            </a:pPr>
            <a:r>
              <a:rPr b="1" i="0" lang="en-US" sz="1600" u="none" cap="none" strike="noStrike">
                <a:solidFill>
                  <a:srgbClr val="121B46"/>
                </a:solidFill>
                <a:latin typeface="Montserrat"/>
                <a:ea typeface="Montserrat"/>
                <a:cs typeface="Montserrat"/>
                <a:sym typeface="Montserrat"/>
              </a:rPr>
              <a:t>🢡 </a:t>
            </a:r>
            <a:r>
              <a:rPr b="0" i="0" lang="en-US" sz="1600" u="none" cap="none" strike="noStrike">
                <a:solidFill>
                  <a:srgbClr val="121B46"/>
                </a:solidFill>
                <a:latin typeface="Montserrat"/>
                <a:ea typeface="Montserrat"/>
                <a:cs typeface="Montserrat"/>
                <a:sym typeface="Montserrat"/>
              </a:rPr>
              <a:t>Có sự cải thiện nhẹ so với mô hình đơn lẻ, chứng tỏ hai thuật toán này có thể bù trừ lỗi cho nhau</a:t>
            </a:r>
            <a:endParaRPr b="0" i="0" sz="1600" u="none" cap="none" strike="noStrike">
              <a:solidFill>
                <a:srgbClr val="121B46"/>
              </a:solidFill>
              <a:latin typeface="Montserrat"/>
              <a:ea typeface="Montserrat"/>
              <a:cs typeface="Montserrat"/>
              <a:sym typeface="Montserrat"/>
            </a:endParaRPr>
          </a:p>
        </p:txBody>
      </p:sp>
      <p:sp>
        <p:nvSpPr>
          <p:cNvPr id="1727" name="Google Shape;1727;p26"/>
          <p:cNvSpPr txBox="1"/>
          <p:nvPr/>
        </p:nvSpPr>
        <p:spPr>
          <a:xfrm>
            <a:off x="977175" y="3102021"/>
            <a:ext cx="480153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Tối ưu hóa siêu tham số với Optuna</a:t>
            </a:r>
            <a:endParaRPr b="1" i="0" sz="1800" u="none" cap="none" strike="noStrike">
              <a:solidFill>
                <a:srgbClr val="121B46"/>
              </a:solidFill>
              <a:latin typeface="Montserrat"/>
              <a:ea typeface="Montserrat"/>
              <a:cs typeface="Montserrat"/>
              <a:sym typeface="Montserrat"/>
            </a:endParaRPr>
          </a:p>
        </p:txBody>
      </p:sp>
      <p:sp>
        <p:nvSpPr>
          <p:cNvPr id="1728" name="Google Shape;1728;p26"/>
          <p:cNvSpPr txBox="1"/>
          <p:nvPr/>
        </p:nvSpPr>
        <p:spPr>
          <a:xfrm>
            <a:off x="981399" y="3478268"/>
            <a:ext cx="6461217" cy="147732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Tham số tinh chỉnh: learning_rate, max_depth, subsample, colsample_bytree</a:t>
            </a:r>
            <a:endParaRPr b="0" i="0" sz="1600" u="none" cap="none" strike="noStrike">
              <a:solidFill>
                <a:srgbClr val="121B46"/>
              </a:solidFill>
              <a:latin typeface="Montserrat"/>
              <a:ea typeface="Montserrat"/>
              <a:cs typeface="Montserrat"/>
              <a:sym typeface="Montserrat"/>
            </a:endParaRPr>
          </a:p>
          <a:p>
            <a:pPr indent="-285750" lvl="0" marL="285750" marR="0" rtl="0" algn="l">
              <a:lnSpc>
                <a:spcPct val="100000"/>
              </a:lnSpc>
              <a:spcBef>
                <a:spcPts val="600"/>
              </a:spcBef>
              <a:spcAft>
                <a:spcPts val="0"/>
              </a:spcAft>
              <a:buClr>
                <a:srgbClr val="000000"/>
              </a:buClr>
              <a:buSzPts val="1600"/>
              <a:buFont typeface="Arial"/>
              <a:buChar char="•"/>
            </a:pPr>
            <a:r>
              <a:rPr b="0" i="0" lang="en-US" sz="1600" u="none" cap="none" strike="noStrike">
                <a:solidFill>
                  <a:srgbClr val="121B46"/>
                </a:solidFill>
                <a:latin typeface="Montserrat"/>
                <a:ea typeface="Montserrat"/>
                <a:cs typeface="Montserrat"/>
                <a:sym typeface="Montserrat"/>
              </a:rPr>
              <a:t>Kết quả: Optuna tìm ra rằng việc giảm learning_rate và tăng n_estimators giúp mô hình học kỹ hơn</a:t>
            </a:r>
            <a:endParaRPr b="0" i="0" sz="1600" u="none" cap="none" strike="noStrike">
              <a:solidFill>
                <a:srgbClr val="121B46"/>
              </a:solidFill>
              <a:latin typeface="Montserrat"/>
              <a:ea typeface="Montserrat"/>
              <a:cs typeface="Montserrat"/>
              <a:sym typeface="Montserrat"/>
            </a:endParaRPr>
          </a:p>
          <a:p>
            <a:pPr indent="0" lvl="0" marL="0" marR="0" rtl="0" algn="l">
              <a:lnSpc>
                <a:spcPct val="100000"/>
              </a:lnSpc>
              <a:spcBef>
                <a:spcPts val="600"/>
              </a:spcBef>
              <a:spcAft>
                <a:spcPts val="0"/>
              </a:spcAft>
              <a:buNone/>
            </a:pPr>
            <a:r>
              <a:rPr b="1" i="0" lang="en-US" sz="1600" u="none" cap="none" strike="noStrike">
                <a:solidFill>
                  <a:srgbClr val="121B46"/>
                </a:solidFill>
                <a:latin typeface="Montserrat"/>
                <a:ea typeface="Montserrat"/>
                <a:cs typeface="Montserrat"/>
                <a:sym typeface="Montserrat"/>
              </a:rPr>
              <a:t>🢡 </a:t>
            </a:r>
            <a:r>
              <a:rPr b="0" i="1" lang="en-US" sz="1600" u="none" cap="none" strike="noStrike">
                <a:solidFill>
                  <a:srgbClr val="121B46"/>
                </a:solidFill>
                <a:latin typeface="Montserrat"/>
                <a:ea typeface="Montserrat"/>
                <a:cs typeface="Montserrat"/>
                <a:sym typeface="Montserrat"/>
              </a:rPr>
              <a:t>ROC-AUC tăng từ </a:t>
            </a:r>
            <a:r>
              <a:rPr b="1" i="1" lang="en-US" sz="1600" u="none" cap="none" strike="noStrike">
                <a:solidFill>
                  <a:srgbClr val="121B46"/>
                </a:solidFill>
                <a:latin typeface="Montserrat"/>
                <a:ea typeface="Montserrat"/>
                <a:cs typeface="Montserrat"/>
                <a:sym typeface="Montserrat"/>
              </a:rPr>
              <a:t>0.9403 </a:t>
            </a:r>
            <a:r>
              <a:rPr b="0" i="1" lang="en-US" sz="1600" u="none" cap="none" strike="noStrike">
                <a:solidFill>
                  <a:srgbClr val="121B46"/>
                </a:solidFill>
                <a:latin typeface="Montserrat"/>
                <a:ea typeface="Montserrat"/>
                <a:cs typeface="Montserrat"/>
                <a:sym typeface="Montserrat"/>
              </a:rPr>
              <a:t>lên</a:t>
            </a:r>
            <a:r>
              <a:rPr b="1" i="1" lang="en-US" sz="1600" u="none" cap="none" strike="noStrike">
                <a:solidFill>
                  <a:srgbClr val="121B46"/>
                </a:solidFill>
                <a:latin typeface="Montserrat"/>
                <a:ea typeface="Montserrat"/>
                <a:cs typeface="Montserrat"/>
                <a:sym typeface="Montserrat"/>
              </a:rPr>
              <a:t> 0.9418 (+0.15%)</a:t>
            </a:r>
            <a:endParaRPr b="1" i="1" sz="1600" u="none" cap="none" strike="noStrike">
              <a:solidFill>
                <a:srgbClr val="121B46"/>
              </a:solidFill>
              <a:latin typeface="Montserrat"/>
              <a:ea typeface="Montserrat"/>
              <a:cs typeface="Montserrat"/>
              <a:sym typeface="Montserrat"/>
            </a:endParaRPr>
          </a:p>
        </p:txBody>
      </p:sp>
      <p:sp>
        <p:nvSpPr>
          <p:cNvPr id="1729" name="Google Shape;1729;p26"/>
          <p:cNvSpPr txBox="1"/>
          <p:nvPr/>
        </p:nvSpPr>
        <p:spPr>
          <a:xfrm>
            <a:off x="981399" y="5820678"/>
            <a:ext cx="6461217" cy="204671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600"/>
              <a:buFont typeface="Arial"/>
              <a:buChar char="•"/>
            </a:pPr>
            <a:r>
              <a:rPr b="0" i="1" lang="en-US" sz="1600" u="none" cap="none" strike="noStrike">
                <a:solidFill>
                  <a:srgbClr val="121B46"/>
                </a:solidFill>
                <a:latin typeface="Montserrat"/>
                <a:ea typeface="Montserrat"/>
                <a:cs typeface="Montserrat"/>
                <a:sym typeface="Montserrat"/>
              </a:rPr>
              <a:t>Tối ưu LightGBM:</a:t>
            </a:r>
            <a:endParaRPr/>
          </a:p>
          <a:p>
            <a:pPr indent="-225425" lvl="4" marL="457200" marR="0" rtl="0" algn="l">
              <a:lnSpc>
                <a:spcPct val="100000"/>
              </a:lnSpc>
              <a:spcBef>
                <a:spcPts val="600"/>
              </a:spcBef>
              <a:spcAft>
                <a:spcPts val="0"/>
              </a:spcAft>
              <a:buClr>
                <a:srgbClr val="000000"/>
              </a:buClr>
              <a:buSzPts val="1600"/>
              <a:buFont typeface="Courier New"/>
              <a:buChar char="o"/>
            </a:pPr>
            <a:r>
              <a:rPr b="0" i="0" lang="en-US" sz="1600" u="none" cap="none" strike="noStrike">
                <a:solidFill>
                  <a:srgbClr val="121B46"/>
                </a:solidFill>
                <a:latin typeface="Montserrat"/>
                <a:ea typeface="Montserrat"/>
                <a:cs typeface="Montserrat"/>
                <a:sym typeface="Montserrat"/>
              </a:rPr>
              <a:t>Tham số tinh chỉnh: num_leaves, min_child_samples, feature_fraction</a:t>
            </a:r>
            <a:endParaRPr b="0" i="0" sz="1600" u="none" cap="none" strike="noStrike">
              <a:solidFill>
                <a:srgbClr val="121B46"/>
              </a:solidFill>
              <a:latin typeface="Montserrat"/>
              <a:ea typeface="Montserrat"/>
              <a:cs typeface="Montserrat"/>
              <a:sym typeface="Montserrat"/>
            </a:endParaRPr>
          </a:p>
          <a:p>
            <a:pPr indent="-225425" lvl="4" marL="457200" marR="0" rtl="0" algn="l">
              <a:lnSpc>
                <a:spcPct val="100000"/>
              </a:lnSpc>
              <a:spcBef>
                <a:spcPts val="600"/>
              </a:spcBef>
              <a:spcAft>
                <a:spcPts val="0"/>
              </a:spcAft>
              <a:buClr>
                <a:srgbClr val="000000"/>
              </a:buClr>
              <a:buSzPts val="1600"/>
              <a:buFont typeface="Courier New"/>
              <a:buChar char="o"/>
            </a:pPr>
            <a:r>
              <a:rPr b="0" i="0" lang="en-US" sz="1600" u="none" cap="none" strike="noStrike">
                <a:solidFill>
                  <a:srgbClr val="121B46"/>
                </a:solidFill>
                <a:latin typeface="Montserrat"/>
                <a:ea typeface="Montserrat"/>
                <a:cs typeface="Montserrat"/>
                <a:sym typeface="Montserrat"/>
              </a:rPr>
              <a:t>Kết quả: Optuna giảm learning_rate xuống 0.05 và tăng nhẹ num_leaves giúp mô hình học được chi tiết hành vi mà không bị học vẹt</a:t>
            </a:r>
            <a:endParaRPr b="0" i="0" sz="1600" u="none" cap="none" strike="noStrike">
              <a:solidFill>
                <a:srgbClr val="121B46"/>
              </a:solidFill>
              <a:latin typeface="Montserrat"/>
              <a:ea typeface="Montserrat"/>
              <a:cs typeface="Montserrat"/>
              <a:sym typeface="Montserrat"/>
            </a:endParaRPr>
          </a:p>
          <a:p>
            <a:pPr indent="0" lvl="4" marL="0" marR="0" rtl="0" algn="l">
              <a:lnSpc>
                <a:spcPct val="100000"/>
              </a:lnSpc>
              <a:spcBef>
                <a:spcPts val="600"/>
              </a:spcBef>
              <a:spcAft>
                <a:spcPts val="0"/>
              </a:spcAft>
              <a:buNone/>
            </a:pPr>
            <a:r>
              <a:rPr b="0" i="1" lang="en-US" sz="1600" u="none" cap="none" strike="noStrike">
                <a:solidFill>
                  <a:srgbClr val="121B46"/>
                </a:solidFill>
                <a:latin typeface="Montserrat"/>
                <a:ea typeface="Montserrat"/>
                <a:cs typeface="Montserrat"/>
                <a:sym typeface="Montserrat"/>
              </a:rPr>
              <a:t>🢡 ROC-AUC tăng từ </a:t>
            </a:r>
            <a:r>
              <a:rPr b="1" i="1" lang="en-US" sz="1600" u="none" cap="none" strike="noStrike">
                <a:solidFill>
                  <a:srgbClr val="121B46"/>
                </a:solidFill>
                <a:latin typeface="Montserrat"/>
                <a:ea typeface="Montserrat"/>
                <a:cs typeface="Montserrat"/>
                <a:sym typeface="Montserrat"/>
              </a:rPr>
              <a:t>0.9406 </a:t>
            </a:r>
            <a:r>
              <a:rPr b="0" i="1" lang="en-US" sz="1600" u="none" cap="none" strike="noStrike">
                <a:solidFill>
                  <a:srgbClr val="121B46"/>
                </a:solidFill>
                <a:latin typeface="Montserrat"/>
                <a:ea typeface="Montserrat"/>
                <a:cs typeface="Montserrat"/>
                <a:sym typeface="Montserrat"/>
              </a:rPr>
              <a:t>lên</a:t>
            </a:r>
            <a:r>
              <a:rPr b="1" i="1" lang="en-US" sz="1600" u="none" cap="none" strike="noStrike">
                <a:solidFill>
                  <a:srgbClr val="121B46"/>
                </a:solidFill>
                <a:latin typeface="Montserrat"/>
                <a:ea typeface="Montserrat"/>
                <a:cs typeface="Montserrat"/>
                <a:sym typeface="Montserrat"/>
              </a:rPr>
              <a:t> 0.9423 (+0.17%)</a:t>
            </a:r>
            <a:endParaRPr b="1" i="1" sz="1600" u="none" cap="none" strike="noStrike">
              <a:solidFill>
                <a:srgbClr val="121B46"/>
              </a:solidFill>
              <a:latin typeface="Montserrat"/>
              <a:ea typeface="Montserrat"/>
              <a:cs typeface="Montserrat"/>
              <a:sym typeface="Montserrat"/>
            </a:endParaRPr>
          </a:p>
        </p:txBody>
      </p:sp>
      <p:sp>
        <p:nvSpPr>
          <p:cNvPr id="1730" name="Google Shape;1730;p26"/>
          <p:cNvSpPr txBox="1"/>
          <p:nvPr/>
        </p:nvSpPr>
        <p:spPr>
          <a:xfrm>
            <a:off x="977175" y="8129720"/>
            <a:ext cx="480153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Advanced Ensemble</a:t>
            </a:r>
            <a:endParaRPr/>
          </a:p>
        </p:txBody>
      </p:sp>
      <p:sp>
        <p:nvSpPr>
          <p:cNvPr id="1731" name="Google Shape;1731;p26"/>
          <p:cNvSpPr txBox="1"/>
          <p:nvPr/>
        </p:nvSpPr>
        <p:spPr>
          <a:xfrm>
            <a:off x="981399" y="8499052"/>
            <a:ext cx="6461217" cy="9079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Thực hiện Stacking Ensemble trên các mô hình đã được tối ưu hóa (Tuned XGBoost + Tuned LightGBM)</a:t>
            </a:r>
            <a:endParaRPr b="0" i="0" sz="1600" u="none" cap="none" strike="noStrike">
              <a:solidFill>
                <a:srgbClr val="121B46"/>
              </a:solidFill>
              <a:latin typeface="Montserrat"/>
              <a:ea typeface="Montserrat"/>
              <a:cs typeface="Montserrat"/>
              <a:sym typeface="Montserrat"/>
            </a:endParaRPr>
          </a:p>
          <a:p>
            <a:pPr indent="0" lvl="0" marL="0" marR="0" rtl="0" algn="l">
              <a:lnSpc>
                <a:spcPct val="100000"/>
              </a:lnSpc>
              <a:spcBef>
                <a:spcPts val="600"/>
              </a:spcBef>
              <a:spcAft>
                <a:spcPts val="0"/>
              </a:spcAft>
              <a:buNone/>
            </a:pPr>
            <a:r>
              <a:rPr b="0" i="0" lang="en-US" sz="1600" u="none" cap="none" strike="noStrike">
                <a:solidFill>
                  <a:srgbClr val="121B46"/>
                </a:solidFill>
                <a:latin typeface="Montserrat"/>
                <a:ea typeface="Montserrat"/>
                <a:cs typeface="Montserrat"/>
                <a:sym typeface="Montserrat"/>
              </a:rPr>
              <a:t>🢡 Mô hình Stacking đạt </a:t>
            </a:r>
            <a:r>
              <a:rPr b="1" i="0" lang="en-US" sz="1600" u="none" cap="none" strike="noStrike">
                <a:solidFill>
                  <a:srgbClr val="121B46"/>
                </a:solidFill>
                <a:latin typeface="Montserrat"/>
                <a:ea typeface="Montserrat"/>
                <a:cs typeface="Montserrat"/>
                <a:sym typeface="Montserrat"/>
              </a:rPr>
              <a:t>ROC-AUC ~0.9430</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5" name="Shape 1735"/>
        <p:cNvGrpSpPr/>
        <p:nvPr/>
      </p:nvGrpSpPr>
      <p:grpSpPr>
        <a:xfrm>
          <a:off x="0" y="0"/>
          <a:ext cx="0" cy="0"/>
          <a:chOff x="0" y="0"/>
          <a:chExt cx="0" cy="0"/>
        </a:xfrm>
      </p:grpSpPr>
      <p:sp>
        <p:nvSpPr>
          <p:cNvPr id="1736" name="Google Shape;1736;p27"/>
          <p:cNvSpPr txBox="1"/>
          <p:nvPr/>
        </p:nvSpPr>
        <p:spPr>
          <a:xfrm>
            <a:off x="311700" y="243018"/>
            <a:ext cx="85206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2800" u="none" cap="none" strike="noStrike">
                <a:solidFill>
                  <a:schemeClr val="lt2"/>
                </a:solidFill>
                <a:latin typeface="Montserrat"/>
                <a:ea typeface="Montserrat"/>
                <a:cs typeface="Montserrat"/>
                <a:sym typeface="Montserrat"/>
              </a:rPr>
              <a:t>Xây dựng &amp; Lựa chọn mô hình</a:t>
            </a:r>
            <a:endParaRPr b="1" i="0" sz="2800" u="none" cap="none" strike="noStrike">
              <a:solidFill>
                <a:schemeClr val="lt2"/>
              </a:solidFill>
              <a:latin typeface="Montserrat"/>
              <a:ea typeface="Montserrat"/>
              <a:cs typeface="Montserrat"/>
              <a:sym typeface="Montserrat"/>
            </a:endParaRPr>
          </a:p>
        </p:txBody>
      </p:sp>
      <p:sp>
        <p:nvSpPr>
          <p:cNvPr id="1737" name="Google Shape;1737;p27"/>
          <p:cNvSpPr txBox="1"/>
          <p:nvPr/>
        </p:nvSpPr>
        <p:spPr>
          <a:xfrm>
            <a:off x="622091" y="815718"/>
            <a:ext cx="349834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Độ tin cậy (Trust Score)</a:t>
            </a:r>
            <a:endParaRPr/>
          </a:p>
        </p:txBody>
      </p:sp>
      <p:sp>
        <p:nvSpPr>
          <p:cNvPr id="1738" name="Google Shape;1738;p27"/>
          <p:cNvSpPr txBox="1"/>
          <p:nvPr/>
        </p:nvSpPr>
        <p:spPr>
          <a:xfrm>
            <a:off x="977175" y="1246605"/>
            <a:ext cx="480153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Tối ưu hóa siêu tham số với Optuna</a:t>
            </a:r>
            <a:endParaRPr b="1" i="0" sz="1800" u="none" cap="none" strike="noStrike">
              <a:solidFill>
                <a:srgbClr val="121B46"/>
              </a:solidFill>
              <a:latin typeface="Montserrat"/>
              <a:ea typeface="Montserrat"/>
              <a:cs typeface="Montserrat"/>
              <a:sym typeface="Montserrat"/>
            </a:endParaRPr>
          </a:p>
        </p:txBody>
      </p:sp>
      <p:sp>
        <p:nvSpPr>
          <p:cNvPr id="1739" name="Google Shape;1739;p27"/>
          <p:cNvSpPr txBox="1"/>
          <p:nvPr/>
        </p:nvSpPr>
        <p:spPr>
          <a:xfrm>
            <a:off x="981399" y="1615937"/>
            <a:ext cx="6461217" cy="204671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600"/>
              <a:buFont typeface="Arial"/>
              <a:buChar char="•"/>
            </a:pPr>
            <a:r>
              <a:rPr b="0" i="1" lang="en-US" sz="1600" u="none" cap="none" strike="noStrike">
                <a:solidFill>
                  <a:srgbClr val="121B46"/>
                </a:solidFill>
                <a:latin typeface="Montserrat"/>
                <a:ea typeface="Montserrat"/>
                <a:cs typeface="Montserrat"/>
                <a:sym typeface="Montserrat"/>
              </a:rPr>
              <a:t>Tối ưu LightGBM:</a:t>
            </a:r>
            <a:endParaRPr/>
          </a:p>
          <a:p>
            <a:pPr indent="-225425" lvl="4" marL="457200" marR="0" rtl="0" algn="l">
              <a:lnSpc>
                <a:spcPct val="100000"/>
              </a:lnSpc>
              <a:spcBef>
                <a:spcPts val="600"/>
              </a:spcBef>
              <a:spcAft>
                <a:spcPts val="0"/>
              </a:spcAft>
              <a:buClr>
                <a:srgbClr val="000000"/>
              </a:buClr>
              <a:buSzPts val="1600"/>
              <a:buFont typeface="Courier New"/>
              <a:buChar char="o"/>
            </a:pPr>
            <a:r>
              <a:rPr b="0" i="0" lang="en-US" sz="1600" u="none" cap="none" strike="noStrike">
                <a:solidFill>
                  <a:srgbClr val="121B46"/>
                </a:solidFill>
                <a:latin typeface="Montserrat"/>
                <a:ea typeface="Montserrat"/>
                <a:cs typeface="Montserrat"/>
                <a:sym typeface="Montserrat"/>
              </a:rPr>
              <a:t>Tham số tinh chỉnh: num_leaves, min_child_samples, feature_fraction</a:t>
            </a:r>
            <a:endParaRPr b="0" i="0" sz="1600" u="none" cap="none" strike="noStrike">
              <a:solidFill>
                <a:srgbClr val="121B46"/>
              </a:solidFill>
              <a:latin typeface="Montserrat"/>
              <a:ea typeface="Montserrat"/>
              <a:cs typeface="Montserrat"/>
              <a:sym typeface="Montserrat"/>
            </a:endParaRPr>
          </a:p>
          <a:p>
            <a:pPr indent="-225425" lvl="4" marL="457200" marR="0" rtl="0" algn="l">
              <a:lnSpc>
                <a:spcPct val="100000"/>
              </a:lnSpc>
              <a:spcBef>
                <a:spcPts val="600"/>
              </a:spcBef>
              <a:spcAft>
                <a:spcPts val="0"/>
              </a:spcAft>
              <a:buClr>
                <a:srgbClr val="000000"/>
              </a:buClr>
              <a:buSzPts val="1600"/>
              <a:buFont typeface="Courier New"/>
              <a:buChar char="o"/>
            </a:pPr>
            <a:r>
              <a:rPr b="0" i="0" lang="en-US" sz="1600" u="none" cap="none" strike="noStrike">
                <a:solidFill>
                  <a:srgbClr val="121B46"/>
                </a:solidFill>
                <a:latin typeface="Montserrat"/>
                <a:ea typeface="Montserrat"/>
                <a:cs typeface="Montserrat"/>
                <a:sym typeface="Montserrat"/>
              </a:rPr>
              <a:t>Kết quả: Optuna giảm learning_rate xuống 0.05 và tăng nhẹ num_leaves giúp mô hình học được chi tiết hành vi mà không bị học vẹt</a:t>
            </a:r>
            <a:endParaRPr b="0" i="0" sz="1600" u="none" cap="none" strike="noStrike">
              <a:solidFill>
                <a:srgbClr val="121B46"/>
              </a:solidFill>
              <a:latin typeface="Montserrat"/>
              <a:ea typeface="Montserrat"/>
              <a:cs typeface="Montserrat"/>
              <a:sym typeface="Montserrat"/>
            </a:endParaRPr>
          </a:p>
          <a:p>
            <a:pPr indent="0" lvl="4" marL="0" marR="0" rtl="0" algn="l">
              <a:lnSpc>
                <a:spcPct val="100000"/>
              </a:lnSpc>
              <a:spcBef>
                <a:spcPts val="600"/>
              </a:spcBef>
              <a:spcAft>
                <a:spcPts val="0"/>
              </a:spcAft>
              <a:buNone/>
            </a:pPr>
            <a:r>
              <a:rPr b="0" i="1" lang="en-US" sz="1600" u="none" cap="none" strike="noStrike">
                <a:solidFill>
                  <a:srgbClr val="121B46"/>
                </a:solidFill>
                <a:latin typeface="Montserrat"/>
                <a:ea typeface="Montserrat"/>
                <a:cs typeface="Montserrat"/>
                <a:sym typeface="Montserrat"/>
              </a:rPr>
              <a:t>🢡 ROC-AUC tăng từ </a:t>
            </a:r>
            <a:r>
              <a:rPr b="1" i="1" lang="en-US" sz="1600" u="none" cap="none" strike="noStrike">
                <a:solidFill>
                  <a:srgbClr val="121B46"/>
                </a:solidFill>
                <a:latin typeface="Montserrat"/>
                <a:ea typeface="Montserrat"/>
                <a:cs typeface="Montserrat"/>
                <a:sym typeface="Montserrat"/>
              </a:rPr>
              <a:t>0.9406 </a:t>
            </a:r>
            <a:r>
              <a:rPr b="0" i="1" lang="en-US" sz="1600" u="none" cap="none" strike="noStrike">
                <a:solidFill>
                  <a:srgbClr val="121B46"/>
                </a:solidFill>
                <a:latin typeface="Montserrat"/>
                <a:ea typeface="Montserrat"/>
                <a:cs typeface="Montserrat"/>
                <a:sym typeface="Montserrat"/>
              </a:rPr>
              <a:t>lên</a:t>
            </a:r>
            <a:r>
              <a:rPr b="1" i="1" lang="en-US" sz="1600" u="none" cap="none" strike="noStrike">
                <a:solidFill>
                  <a:srgbClr val="121B46"/>
                </a:solidFill>
                <a:latin typeface="Montserrat"/>
                <a:ea typeface="Montserrat"/>
                <a:cs typeface="Montserrat"/>
                <a:sym typeface="Montserrat"/>
              </a:rPr>
              <a:t> 0.9423 (+0.17%)</a:t>
            </a:r>
            <a:endParaRPr b="1" i="1" sz="1600" u="none" cap="none" strike="noStrike">
              <a:solidFill>
                <a:srgbClr val="121B46"/>
              </a:solidFill>
              <a:latin typeface="Montserrat"/>
              <a:ea typeface="Montserrat"/>
              <a:cs typeface="Montserrat"/>
              <a:sym typeface="Montserrat"/>
            </a:endParaRPr>
          </a:p>
        </p:txBody>
      </p:sp>
      <p:sp>
        <p:nvSpPr>
          <p:cNvPr id="1740" name="Google Shape;1740;p27"/>
          <p:cNvSpPr txBox="1"/>
          <p:nvPr/>
        </p:nvSpPr>
        <p:spPr>
          <a:xfrm>
            <a:off x="977175" y="3662651"/>
            <a:ext cx="480153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Advanced Ensemble</a:t>
            </a:r>
            <a:endParaRPr/>
          </a:p>
        </p:txBody>
      </p:sp>
      <p:sp>
        <p:nvSpPr>
          <p:cNvPr id="1741" name="Google Shape;1741;p27"/>
          <p:cNvSpPr txBox="1"/>
          <p:nvPr/>
        </p:nvSpPr>
        <p:spPr>
          <a:xfrm>
            <a:off x="981399" y="4031983"/>
            <a:ext cx="6461217" cy="9079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Thực hiện Stacking Ensemble trên các mô hình đã được tối ưu hóa (Tuned XGBoost + Tuned LightGBM)</a:t>
            </a:r>
            <a:endParaRPr b="0" i="0" sz="1600" u="none" cap="none" strike="noStrike">
              <a:solidFill>
                <a:srgbClr val="121B46"/>
              </a:solidFill>
              <a:latin typeface="Montserrat"/>
              <a:ea typeface="Montserrat"/>
              <a:cs typeface="Montserrat"/>
              <a:sym typeface="Montserrat"/>
            </a:endParaRPr>
          </a:p>
          <a:p>
            <a:pPr indent="0" lvl="0" marL="0" marR="0" rtl="0" algn="l">
              <a:lnSpc>
                <a:spcPct val="100000"/>
              </a:lnSpc>
              <a:spcBef>
                <a:spcPts val="600"/>
              </a:spcBef>
              <a:spcAft>
                <a:spcPts val="0"/>
              </a:spcAft>
              <a:buNone/>
            </a:pPr>
            <a:r>
              <a:rPr b="0" i="0" lang="en-US" sz="1600" u="none" cap="none" strike="noStrike">
                <a:solidFill>
                  <a:srgbClr val="121B46"/>
                </a:solidFill>
                <a:latin typeface="Montserrat"/>
                <a:ea typeface="Montserrat"/>
                <a:cs typeface="Montserrat"/>
                <a:sym typeface="Montserrat"/>
              </a:rPr>
              <a:t>🢡 Mô hình Stacking đạt </a:t>
            </a:r>
            <a:r>
              <a:rPr b="1" i="0" lang="en-US" sz="1600" u="none" cap="none" strike="noStrike">
                <a:solidFill>
                  <a:srgbClr val="121B46"/>
                </a:solidFill>
                <a:latin typeface="Montserrat"/>
                <a:ea typeface="Montserrat"/>
                <a:cs typeface="Montserrat"/>
                <a:sym typeface="Montserrat"/>
              </a:rPr>
              <a:t>ROC-AUC ~0.9430</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5" name="Shape 1745"/>
        <p:cNvGrpSpPr/>
        <p:nvPr/>
      </p:nvGrpSpPr>
      <p:grpSpPr>
        <a:xfrm>
          <a:off x="0" y="0"/>
          <a:ext cx="0" cy="0"/>
          <a:chOff x="0" y="0"/>
          <a:chExt cx="0" cy="0"/>
        </a:xfrm>
      </p:grpSpPr>
      <p:sp>
        <p:nvSpPr>
          <p:cNvPr id="1746" name="Google Shape;1746;p28"/>
          <p:cNvSpPr txBox="1"/>
          <p:nvPr/>
        </p:nvSpPr>
        <p:spPr>
          <a:xfrm>
            <a:off x="311700" y="243018"/>
            <a:ext cx="85206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2800" u="none" cap="none" strike="noStrike">
                <a:solidFill>
                  <a:schemeClr val="lt2"/>
                </a:solidFill>
                <a:latin typeface="Montserrat"/>
                <a:ea typeface="Montserrat"/>
                <a:cs typeface="Montserrat"/>
                <a:sym typeface="Montserrat"/>
              </a:rPr>
              <a:t>Xây dựng &amp; Lựa chọn mô hình</a:t>
            </a:r>
            <a:endParaRPr b="1" i="0" sz="2800" u="none" cap="none" strike="noStrike">
              <a:solidFill>
                <a:schemeClr val="lt2"/>
              </a:solidFill>
              <a:latin typeface="Montserrat"/>
              <a:ea typeface="Montserrat"/>
              <a:cs typeface="Montserrat"/>
              <a:sym typeface="Montserrat"/>
            </a:endParaRPr>
          </a:p>
        </p:txBody>
      </p:sp>
      <p:sp>
        <p:nvSpPr>
          <p:cNvPr id="1747" name="Google Shape;1747;p28"/>
          <p:cNvSpPr txBox="1"/>
          <p:nvPr/>
        </p:nvSpPr>
        <p:spPr>
          <a:xfrm>
            <a:off x="622091" y="815718"/>
            <a:ext cx="349834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Độ tin cậy (Trust Score)</a:t>
            </a:r>
            <a:endParaRPr/>
          </a:p>
        </p:txBody>
      </p:sp>
      <p:sp>
        <p:nvSpPr>
          <p:cNvPr id="1748" name="Google Shape;1748;p28"/>
          <p:cNvSpPr txBox="1"/>
          <p:nvPr/>
        </p:nvSpPr>
        <p:spPr>
          <a:xfrm>
            <a:off x="977175" y="1246605"/>
            <a:ext cx="480153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21B46"/>
                </a:solidFill>
                <a:latin typeface="Montserrat"/>
                <a:ea typeface="Montserrat"/>
                <a:cs typeface="Montserrat"/>
                <a:sym typeface="Montserrat"/>
              </a:rPr>
              <a:t>Đánh giá và lựa chọn</a:t>
            </a:r>
            <a:endParaRPr b="1" i="0" sz="1800" u="none" cap="none" strike="noStrike">
              <a:solidFill>
                <a:srgbClr val="121B46"/>
              </a:solidFill>
              <a:latin typeface="Montserrat"/>
              <a:ea typeface="Montserrat"/>
              <a:cs typeface="Montserrat"/>
              <a:sym typeface="Montserrat"/>
            </a:endParaRPr>
          </a:p>
        </p:txBody>
      </p:sp>
      <p:sp>
        <p:nvSpPr>
          <p:cNvPr id="1749" name="Google Shape;1749;p28"/>
          <p:cNvSpPr txBox="1"/>
          <p:nvPr/>
        </p:nvSpPr>
        <p:spPr>
          <a:xfrm>
            <a:off x="981399" y="1615937"/>
            <a:ext cx="6461217" cy="295465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600"/>
              <a:buFont typeface="Arial"/>
              <a:buChar char="•"/>
            </a:pPr>
            <a:r>
              <a:rPr b="1" i="0" lang="en-US" sz="1600" u="none" cap="none" strike="noStrike">
                <a:solidFill>
                  <a:srgbClr val="121B46"/>
                </a:solidFill>
                <a:latin typeface="Montserrat"/>
                <a:ea typeface="Montserrat"/>
                <a:cs typeface="Montserrat"/>
                <a:sym typeface="Montserrat"/>
              </a:rPr>
              <a:t>Ensemble Stacking</a:t>
            </a:r>
            <a:r>
              <a:rPr b="0" i="0" lang="en-US" sz="1600" u="none" cap="none" strike="noStrike">
                <a:solidFill>
                  <a:srgbClr val="121B46"/>
                </a:solidFill>
                <a:latin typeface="Montserrat"/>
                <a:ea typeface="Montserrat"/>
                <a:cs typeface="Montserrat"/>
                <a:sym typeface="Montserrat"/>
              </a:rPr>
              <a:t> đạt độ chính xác cao nhất (</a:t>
            </a:r>
            <a:r>
              <a:rPr b="1" i="0" lang="en-US" sz="1600" u="none" cap="none" strike="noStrike">
                <a:solidFill>
                  <a:srgbClr val="121B46"/>
                </a:solidFill>
                <a:latin typeface="Montserrat"/>
                <a:ea typeface="Montserrat"/>
                <a:cs typeface="Montserrat"/>
                <a:sym typeface="Montserrat"/>
              </a:rPr>
              <a:t>ROC–AUC ≈ 0.9430</a:t>
            </a:r>
            <a:r>
              <a:rPr b="0" i="0" lang="en-US" sz="1600" u="none" cap="none" strike="noStrike">
                <a:solidFill>
                  <a:srgbClr val="121B46"/>
                </a:solidFill>
                <a:latin typeface="Montserrat"/>
                <a:ea typeface="Montserrat"/>
                <a:cs typeface="Montserrat"/>
                <a:sym typeface="Montserrat"/>
              </a:rPr>
              <a:t>), tuy nhiên làm tăng đáng kể inference latency và kéo theo độ phức tạp cao trong bảo trì và triển khai</a:t>
            </a:r>
            <a:endParaRPr b="0" i="0" sz="1600" u="none" cap="none" strike="noStrike">
              <a:solidFill>
                <a:srgbClr val="121B46"/>
              </a:solidFill>
              <a:latin typeface="Montserrat"/>
              <a:ea typeface="Montserrat"/>
              <a:cs typeface="Montserrat"/>
              <a:sym typeface="Montserrat"/>
            </a:endParaRPr>
          </a:p>
          <a:p>
            <a:pPr indent="-285750" lvl="0" marL="285750" marR="0" rtl="0" algn="l">
              <a:lnSpc>
                <a:spcPct val="100000"/>
              </a:lnSpc>
              <a:spcBef>
                <a:spcPts val="600"/>
              </a:spcBef>
              <a:spcAft>
                <a:spcPts val="0"/>
              </a:spcAft>
              <a:buClr>
                <a:srgbClr val="000000"/>
              </a:buClr>
              <a:buSzPts val="1600"/>
              <a:buFont typeface="Arial"/>
              <a:buChar char="•"/>
            </a:pPr>
            <a:r>
              <a:rPr b="1" i="0" lang="en-US" sz="1600" u="none" cap="none" strike="noStrike">
                <a:solidFill>
                  <a:srgbClr val="121B46"/>
                </a:solidFill>
                <a:latin typeface="Montserrat"/>
                <a:ea typeface="Montserrat"/>
                <a:cs typeface="Montserrat"/>
                <a:sym typeface="Montserrat"/>
              </a:rPr>
              <a:t>LightGBM tối ưu bằng Optuna </a:t>
            </a:r>
            <a:r>
              <a:rPr b="0" i="0" lang="en-US" sz="1600" u="none" cap="none" strike="noStrike">
                <a:solidFill>
                  <a:srgbClr val="121B46"/>
                </a:solidFill>
                <a:latin typeface="Montserrat"/>
                <a:ea typeface="Montserrat"/>
                <a:cs typeface="Montserrat"/>
                <a:sym typeface="Montserrat"/>
              </a:rPr>
              <a:t>đạt độ chính xác tiệm cận (</a:t>
            </a:r>
            <a:r>
              <a:rPr b="1" i="0" lang="en-US" sz="1600" u="none" cap="none" strike="noStrike">
                <a:solidFill>
                  <a:srgbClr val="121B46"/>
                </a:solidFill>
                <a:latin typeface="Montserrat"/>
                <a:ea typeface="Montserrat"/>
                <a:cs typeface="Montserrat"/>
                <a:sym typeface="Montserrat"/>
              </a:rPr>
              <a:t>ROC–AUC = 0.9423</a:t>
            </a:r>
            <a:r>
              <a:rPr b="0" i="0" lang="en-US" sz="1600" u="none" cap="none" strike="noStrike">
                <a:solidFill>
                  <a:srgbClr val="121B46"/>
                </a:solidFill>
                <a:latin typeface="Montserrat"/>
                <a:ea typeface="Montserrat"/>
                <a:cs typeface="Montserrat"/>
                <a:sym typeface="Montserrat"/>
              </a:rPr>
              <a:t>) nhưng có ưu thế rõ rệt về </a:t>
            </a:r>
            <a:r>
              <a:rPr b="1" i="0" lang="en-US" sz="1600" u="none" cap="none" strike="noStrike">
                <a:solidFill>
                  <a:srgbClr val="121B46"/>
                </a:solidFill>
                <a:latin typeface="Montserrat"/>
                <a:ea typeface="Montserrat"/>
                <a:cs typeface="Montserrat"/>
                <a:sym typeface="Montserrat"/>
              </a:rPr>
              <a:t>tốc độ suy luận (&lt; 5ms)</a:t>
            </a:r>
            <a:r>
              <a:rPr b="0" i="0" lang="en-US" sz="1600" u="none" cap="none" strike="noStrike">
                <a:solidFill>
                  <a:srgbClr val="121B46"/>
                </a:solidFill>
                <a:latin typeface="Montserrat"/>
                <a:ea typeface="Montserrat"/>
                <a:cs typeface="Montserrat"/>
                <a:sym typeface="Montserrat"/>
              </a:rPr>
              <a:t>, kích thước mô hình gọn nhẹ, thuận lợi cho đóng gói và mở rộng trên Docker với hệ thống xử lý gần thời gian thực</a:t>
            </a:r>
            <a:endParaRPr b="0" i="0" sz="1600" u="none" cap="none" strike="noStrike">
              <a:solidFill>
                <a:srgbClr val="121B46"/>
              </a:solidFill>
              <a:latin typeface="Montserrat"/>
              <a:ea typeface="Montserrat"/>
              <a:cs typeface="Montserrat"/>
              <a:sym typeface="Montserrat"/>
            </a:endParaRPr>
          </a:p>
          <a:p>
            <a:pPr indent="0" lvl="0" marL="0" marR="0" rtl="0" algn="l">
              <a:lnSpc>
                <a:spcPct val="100000"/>
              </a:lnSpc>
              <a:spcBef>
                <a:spcPts val="600"/>
              </a:spcBef>
              <a:spcAft>
                <a:spcPts val="0"/>
              </a:spcAft>
              <a:buNone/>
            </a:pPr>
            <a:r>
              <a:rPr b="0" i="0" lang="en-US" sz="1600" u="none" cap="none" strike="noStrike">
                <a:solidFill>
                  <a:srgbClr val="121B46"/>
                </a:solidFill>
                <a:latin typeface="Montserrat"/>
                <a:ea typeface="Montserrat"/>
                <a:cs typeface="Montserrat"/>
                <a:sym typeface="Montserrat"/>
              </a:rPr>
              <a:t>🢡 </a:t>
            </a:r>
            <a:r>
              <a:rPr b="1" i="0" lang="en-US" sz="1600" u="none" cap="none" strike="noStrike">
                <a:solidFill>
                  <a:srgbClr val="121B46"/>
                </a:solidFill>
                <a:latin typeface="Montserrat"/>
                <a:ea typeface="Montserrat"/>
                <a:cs typeface="Montserrat"/>
                <a:sym typeface="Montserrat"/>
              </a:rPr>
              <a:t>LightGBM + Optuna </a:t>
            </a:r>
            <a:r>
              <a:rPr b="0" i="0" lang="en-US" sz="1600" u="none" cap="none" strike="noStrike">
                <a:solidFill>
                  <a:srgbClr val="121B46"/>
                </a:solidFill>
                <a:latin typeface="Montserrat"/>
                <a:ea typeface="Montserrat"/>
                <a:cs typeface="Montserrat"/>
                <a:sym typeface="Montserrat"/>
              </a:rPr>
              <a:t>làm </a:t>
            </a:r>
            <a:r>
              <a:rPr b="1" i="0" lang="en-US" sz="1600" u="none" cap="none" strike="noStrike">
                <a:solidFill>
                  <a:srgbClr val="121B46"/>
                </a:solidFill>
                <a:latin typeface="Montserrat"/>
                <a:ea typeface="Montserrat"/>
                <a:cs typeface="Montserrat"/>
                <a:sym typeface="Montserrat"/>
              </a:rPr>
              <a:t>mô hình chính thức </a:t>
            </a:r>
            <a:r>
              <a:rPr b="0" i="0" lang="en-US" sz="1600" u="none" cap="none" strike="noStrike">
                <a:solidFill>
                  <a:srgbClr val="121B46"/>
                </a:solidFill>
                <a:latin typeface="Montserrat"/>
                <a:ea typeface="Montserrat"/>
                <a:cs typeface="Montserrat"/>
                <a:sym typeface="Montserrat"/>
              </a:rPr>
              <a:t>nhằm đảm bảo ràng buộc về thời gian phản hồi và khả năng mở rộng của hệ thống Big Data</a:t>
            </a:r>
            <a:endParaRPr b="0" i="0" sz="1600" u="none" cap="none" strike="noStrike">
              <a:solidFill>
                <a:srgbClr val="121B46"/>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3" name="Shape 1753"/>
        <p:cNvGrpSpPr/>
        <p:nvPr/>
      </p:nvGrpSpPr>
      <p:grpSpPr>
        <a:xfrm>
          <a:off x="0" y="0"/>
          <a:ext cx="0" cy="0"/>
          <a:chOff x="0" y="0"/>
          <a:chExt cx="0" cy="0"/>
        </a:xfrm>
      </p:grpSpPr>
      <p:sp>
        <p:nvSpPr>
          <p:cNvPr id="1754" name="Google Shape;1754;p29"/>
          <p:cNvSpPr txBox="1"/>
          <p:nvPr/>
        </p:nvSpPr>
        <p:spPr>
          <a:xfrm>
            <a:off x="311700" y="243018"/>
            <a:ext cx="85206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2800" u="none" cap="none" strike="noStrike">
                <a:solidFill>
                  <a:schemeClr val="lt2"/>
                </a:solidFill>
                <a:latin typeface="Montserrat"/>
                <a:ea typeface="Montserrat"/>
                <a:cs typeface="Montserrat"/>
                <a:sym typeface="Montserrat"/>
              </a:rPr>
              <a:t>Xây dựng &amp; Lựa chọn mô hình</a:t>
            </a:r>
            <a:endParaRPr b="1" i="0" sz="2800" u="none" cap="none" strike="noStrike">
              <a:solidFill>
                <a:schemeClr val="lt2"/>
              </a:solidFill>
              <a:latin typeface="Montserrat"/>
              <a:ea typeface="Montserrat"/>
              <a:cs typeface="Montserrat"/>
              <a:sym typeface="Montserrat"/>
            </a:endParaRPr>
          </a:p>
        </p:txBody>
      </p:sp>
      <p:sp>
        <p:nvSpPr>
          <p:cNvPr id="1755" name="Google Shape;1755;p29"/>
          <p:cNvSpPr txBox="1"/>
          <p:nvPr/>
        </p:nvSpPr>
        <p:spPr>
          <a:xfrm>
            <a:off x="622091" y="815718"/>
            <a:ext cx="349834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Độ tin cậy (Trust Score)</a:t>
            </a:r>
            <a:endParaRPr/>
          </a:p>
        </p:txBody>
      </p:sp>
      <p:pic>
        <p:nvPicPr>
          <p:cNvPr descr="A close-up of a graph&#10;&#10;AI-generated content may be incorrect." id="1756" name="Google Shape;1756;p29"/>
          <p:cNvPicPr preferRelativeResize="0"/>
          <p:nvPr/>
        </p:nvPicPr>
        <p:blipFill rotWithShape="1">
          <a:blip r:embed="rId3">
            <a:alphaModFix/>
          </a:blip>
          <a:srcRect b="43388" l="0" r="0" t="10929"/>
          <a:stretch/>
        </p:blipFill>
        <p:spPr>
          <a:xfrm>
            <a:off x="2674702" y="1201075"/>
            <a:ext cx="5742275" cy="2152637"/>
          </a:xfrm>
          <a:prstGeom prst="rect">
            <a:avLst/>
          </a:prstGeom>
          <a:noFill/>
          <a:ln>
            <a:noFill/>
          </a:ln>
        </p:spPr>
      </p:pic>
      <p:pic>
        <p:nvPicPr>
          <p:cNvPr descr="A close-up of a graph&#10;&#10;AI-generated content may be incorrect." id="1757" name="Google Shape;1757;p29"/>
          <p:cNvPicPr preferRelativeResize="0"/>
          <p:nvPr/>
        </p:nvPicPr>
        <p:blipFill rotWithShape="1">
          <a:blip r:embed="rId3">
            <a:alphaModFix/>
          </a:blip>
          <a:srcRect b="2359" l="135" r="14968" t="57384"/>
          <a:stretch/>
        </p:blipFill>
        <p:spPr>
          <a:xfrm>
            <a:off x="389222" y="3052101"/>
            <a:ext cx="4804349" cy="186946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1" name="Shape 1761"/>
        <p:cNvGrpSpPr/>
        <p:nvPr/>
      </p:nvGrpSpPr>
      <p:grpSpPr>
        <a:xfrm>
          <a:off x="0" y="0"/>
          <a:ext cx="0" cy="0"/>
          <a:chOff x="0" y="0"/>
          <a:chExt cx="0" cy="0"/>
        </a:xfrm>
      </p:grpSpPr>
      <p:sp>
        <p:nvSpPr>
          <p:cNvPr id="1762" name="Google Shape;1762;p30"/>
          <p:cNvSpPr txBox="1"/>
          <p:nvPr/>
        </p:nvSpPr>
        <p:spPr>
          <a:xfrm>
            <a:off x="311700" y="243018"/>
            <a:ext cx="85206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2800" u="none" cap="none" strike="noStrike">
                <a:solidFill>
                  <a:schemeClr val="lt2"/>
                </a:solidFill>
                <a:latin typeface="Montserrat"/>
                <a:ea typeface="Montserrat"/>
                <a:cs typeface="Montserrat"/>
                <a:sym typeface="Montserrat"/>
              </a:rPr>
              <a:t>Xây dựng &amp; Lựa chọn mô hình</a:t>
            </a:r>
            <a:endParaRPr b="1" i="0" sz="2800" u="none" cap="none" strike="noStrike">
              <a:solidFill>
                <a:schemeClr val="lt2"/>
              </a:solidFill>
              <a:latin typeface="Montserrat"/>
              <a:ea typeface="Montserrat"/>
              <a:cs typeface="Montserrat"/>
              <a:sym typeface="Montserrat"/>
            </a:endParaRPr>
          </a:p>
        </p:txBody>
      </p:sp>
      <p:pic>
        <p:nvPicPr>
          <p:cNvPr descr="A graph with blue and white bars&#10;&#10;AI-generated content may be incorrect." id="1763" name="Google Shape;1763;p30"/>
          <p:cNvPicPr preferRelativeResize="0"/>
          <p:nvPr/>
        </p:nvPicPr>
        <p:blipFill rotWithShape="1">
          <a:blip r:embed="rId3">
            <a:alphaModFix/>
          </a:blip>
          <a:srcRect b="0" l="0" r="0" t="0"/>
          <a:stretch/>
        </p:blipFill>
        <p:spPr>
          <a:xfrm>
            <a:off x="1715155" y="1118089"/>
            <a:ext cx="5713691" cy="3782393"/>
          </a:xfrm>
          <a:prstGeom prst="rect">
            <a:avLst/>
          </a:prstGeom>
          <a:noFill/>
          <a:ln>
            <a:noFill/>
          </a:ln>
        </p:spPr>
      </p:pic>
      <p:sp>
        <p:nvSpPr>
          <p:cNvPr id="1764" name="Google Shape;1764;p30"/>
          <p:cNvSpPr txBox="1"/>
          <p:nvPr/>
        </p:nvSpPr>
        <p:spPr>
          <a:xfrm>
            <a:off x="622091" y="815718"/>
            <a:ext cx="349834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Độ tin cậy (Trust Score)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8" name="Shape 1768"/>
        <p:cNvGrpSpPr/>
        <p:nvPr/>
      </p:nvGrpSpPr>
      <p:grpSpPr>
        <a:xfrm>
          <a:off x="0" y="0"/>
          <a:ext cx="0" cy="0"/>
          <a:chOff x="0" y="0"/>
          <a:chExt cx="0" cy="0"/>
        </a:xfrm>
      </p:grpSpPr>
      <p:sp>
        <p:nvSpPr>
          <p:cNvPr id="1769" name="Google Shape;1769;p31"/>
          <p:cNvSpPr txBox="1"/>
          <p:nvPr/>
        </p:nvSpPr>
        <p:spPr>
          <a:xfrm>
            <a:off x="311700" y="243018"/>
            <a:ext cx="85206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2800" u="none" cap="none" strike="noStrike">
                <a:solidFill>
                  <a:schemeClr val="lt2"/>
                </a:solidFill>
                <a:latin typeface="Montserrat"/>
                <a:ea typeface="Montserrat"/>
                <a:cs typeface="Montserrat"/>
                <a:sym typeface="Montserrat"/>
              </a:rPr>
              <a:t>Xây dựng &amp; Lựa chọn mô hình</a:t>
            </a:r>
            <a:endParaRPr b="1" i="0" sz="2800" u="none" cap="none" strike="noStrike">
              <a:solidFill>
                <a:schemeClr val="lt2"/>
              </a:solidFill>
              <a:latin typeface="Montserrat"/>
              <a:ea typeface="Montserrat"/>
              <a:cs typeface="Montserrat"/>
              <a:sym typeface="Montserrat"/>
            </a:endParaRPr>
          </a:p>
        </p:txBody>
      </p:sp>
      <p:sp>
        <p:nvSpPr>
          <p:cNvPr id="1770" name="Google Shape;1770;p31"/>
          <p:cNvSpPr txBox="1"/>
          <p:nvPr/>
        </p:nvSpPr>
        <p:spPr>
          <a:xfrm>
            <a:off x="622090" y="815718"/>
            <a:ext cx="4482061"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Độ thành công (Success Score)</a:t>
            </a:r>
            <a:endParaRPr/>
          </a:p>
        </p:txBody>
      </p:sp>
      <p:sp>
        <p:nvSpPr>
          <p:cNvPr id="1771" name="Google Shape;1771;p31"/>
          <p:cNvSpPr txBox="1"/>
          <p:nvPr/>
        </p:nvSpPr>
        <p:spPr>
          <a:xfrm>
            <a:off x="876468" y="1320963"/>
            <a:ext cx="7075814" cy="35702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21B46"/>
                </a:solidFill>
                <a:latin typeface="Montserrat"/>
                <a:ea typeface="Montserrat"/>
                <a:cs typeface="Montserrat"/>
                <a:sym typeface="Montserrat"/>
              </a:rPr>
              <a:t>Thử LightGBM Binary Classifier dự đoán nhãn “High Potential”</a:t>
            </a:r>
            <a:endParaRPr/>
          </a:p>
          <a:p>
            <a:pPr indent="-285750" lvl="0" marL="285750" marR="0" rtl="0" algn="l">
              <a:lnSpc>
                <a:spcPct val="100000"/>
              </a:lnSpc>
              <a:spcBef>
                <a:spcPts val="600"/>
              </a:spcBef>
              <a:spcAft>
                <a:spcPts val="0"/>
              </a:spcAft>
              <a:buClr>
                <a:srgbClr val="000000"/>
              </a:buClr>
              <a:buSzPts val="1600"/>
              <a:buFont typeface="Arial"/>
              <a:buChar char="•"/>
            </a:pPr>
            <a:r>
              <a:rPr b="1" i="0" lang="en-US" sz="1600" u="none" cap="none" strike="noStrike">
                <a:solidFill>
                  <a:srgbClr val="121B46"/>
                </a:solidFill>
                <a:latin typeface="Montserrat"/>
                <a:ea typeface="Montserrat"/>
                <a:cs typeface="Montserrat"/>
                <a:sym typeface="Montserrat"/>
              </a:rPr>
              <a:t>Tập dữ liệu: </a:t>
            </a:r>
            <a:r>
              <a:rPr b="0" i="0" lang="en-US" sz="1600" u="none" cap="none" strike="noStrike">
                <a:solidFill>
                  <a:srgbClr val="121B46"/>
                </a:solidFill>
                <a:latin typeface="Montserrat"/>
                <a:ea typeface="Montserrat"/>
                <a:cs typeface="Montserrat"/>
                <a:sym typeface="Montserrat"/>
              </a:rPr>
              <a:t>345 sản phẩm TikTok Shop; gồm giá, sold count, category</a:t>
            </a:r>
            <a:endParaRPr/>
          </a:p>
          <a:p>
            <a:pPr indent="-285750" lvl="0" marL="285750" marR="0" rtl="0" algn="l">
              <a:lnSpc>
                <a:spcPct val="100000"/>
              </a:lnSpc>
              <a:spcBef>
                <a:spcPts val="600"/>
              </a:spcBef>
              <a:spcAft>
                <a:spcPts val="0"/>
              </a:spcAft>
              <a:buClr>
                <a:srgbClr val="000000"/>
              </a:buClr>
              <a:buSzPts val="1600"/>
              <a:buFont typeface="Arial"/>
              <a:buChar char="•"/>
            </a:pPr>
            <a:r>
              <a:rPr b="1" i="0" lang="en-US" sz="1600" u="none" cap="none" strike="noStrike">
                <a:solidFill>
                  <a:srgbClr val="121B46"/>
                </a:solidFill>
                <a:latin typeface="Montserrat"/>
                <a:ea typeface="Montserrat"/>
                <a:cs typeface="Montserrat"/>
                <a:sym typeface="Montserrat"/>
              </a:rPr>
              <a:t>Kết quả kém: </a:t>
            </a:r>
            <a:r>
              <a:rPr b="0" i="0" lang="en-US" sz="1600" u="none" cap="none" strike="noStrike">
                <a:solidFill>
                  <a:srgbClr val="121B46"/>
                </a:solidFill>
                <a:latin typeface="Montserrat"/>
                <a:ea typeface="Montserrat"/>
                <a:cs typeface="Montserrat"/>
                <a:sym typeface="Montserrat"/>
              </a:rPr>
              <a:t>F1-Score 0.33; AUC 0.59, gần như đoán ngẫu nhiên</a:t>
            </a:r>
            <a:endParaRPr b="0" i="0" sz="1600" u="none" cap="none" strike="noStrike">
              <a:solidFill>
                <a:srgbClr val="121B46"/>
              </a:solidFill>
              <a:latin typeface="Montserrat"/>
              <a:ea typeface="Montserrat"/>
              <a:cs typeface="Montserrat"/>
              <a:sym typeface="Montserrat"/>
            </a:endParaRPr>
          </a:p>
          <a:p>
            <a:pPr indent="-285750" lvl="0" marL="285750" marR="0" rtl="0" algn="l">
              <a:lnSpc>
                <a:spcPct val="100000"/>
              </a:lnSpc>
              <a:spcBef>
                <a:spcPts val="600"/>
              </a:spcBef>
              <a:spcAft>
                <a:spcPts val="0"/>
              </a:spcAft>
              <a:buClr>
                <a:srgbClr val="000000"/>
              </a:buClr>
              <a:buSzPts val="1600"/>
              <a:buFont typeface="Arial"/>
              <a:buChar char="•"/>
            </a:pPr>
            <a:r>
              <a:rPr b="1" i="0" lang="en-US" sz="1600" u="none" cap="none" strike="noStrike">
                <a:solidFill>
                  <a:srgbClr val="121B46"/>
                </a:solidFill>
                <a:latin typeface="Montserrat"/>
                <a:ea typeface="Montserrat"/>
                <a:cs typeface="Montserrat"/>
                <a:sym typeface="Montserrat"/>
              </a:rPr>
              <a:t>Nguyên nhân:</a:t>
            </a:r>
            <a:r>
              <a:rPr b="0" i="0" lang="en-US" sz="1600" u="none" cap="none" strike="noStrike">
                <a:solidFill>
                  <a:srgbClr val="121B46"/>
                </a:solidFill>
                <a:latin typeface="Montserrat"/>
                <a:ea typeface="Montserrat"/>
                <a:cs typeface="Montserrat"/>
                <a:sym typeface="Montserrat"/>
              </a:rPr>
              <a:t> dữ liệu ít gây underfitting; thiếu tín hiệu cảm xúc quyết định mua</a:t>
            </a:r>
            <a:endParaRPr b="0" i="0" sz="1600" u="none" cap="none" strike="noStrike">
              <a:solidFill>
                <a:srgbClr val="121B46"/>
              </a:solidFill>
              <a:latin typeface="Montserrat"/>
              <a:ea typeface="Montserrat"/>
              <a:cs typeface="Montserrat"/>
              <a:sym typeface="Montserrat"/>
            </a:endParaRPr>
          </a:p>
          <a:p>
            <a:pPr indent="-285750" lvl="0" marL="285750" marR="0" rtl="0" algn="l">
              <a:lnSpc>
                <a:spcPct val="100000"/>
              </a:lnSpc>
              <a:spcBef>
                <a:spcPts val="600"/>
              </a:spcBef>
              <a:spcAft>
                <a:spcPts val="0"/>
              </a:spcAft>
              <a:buClr>
                <a:srgbClr val="000000"/>
              </a:buClr>
              <a:buSzPts val="1600"/>
              <a:buFont typeface="Noto Sans Symbols"/>
              <a:buChar char="🢡"/>
            </a:pPr>
            <a:r>
              <a:rPr b="0" i="0" lang="en-US" sz="1600" u="none" cap="none" strike="noStrike">
                <a:solidFill>
                  <a:srgbClr val="121B46"/>
                </a:solidFill>
                <a:latin typeface="Montserrat"/>
                <a:ea typeface="Montserrat"/>
                <a:cs typeface="Montserrat"/>
                <a:sym typeface="Montserrat"/>
              </a:rPr>
              <a:t>Chuyển sang “Knowledge-driven” nhằm ước lượng Conversion Intent thay cho Sales:</a:t>
            </a:r>
            <a:endParaRPr/>
          </a:p>
          <a:p>
            <a:pPr indent="-225425" lvl="0" marL="517525" marR="0" rtl="0" algn="l">
              <a:lnSpc>
                <a:spcPct val="100000"/>
              </a:lnSpc>
              <a:spcBef>
                <a:spcPts val="600"/>
              </a:spcBef>
              <a:spcAft>
                <a:spcPts val="0"/>
              </a:spcAft>
              <a:buClr>
                <a:srgbClr val="000000"/>
              </a:buClr>
              <a:buSzPts val="1600"/>
              <a:buFont typeface="Courier New"/>
              <a:buChar char="o"/>
            </a:pPr>
            <a:r>
              <a:rPr b="0" i="0" lang="en-US" sz="1600" u="none" cap="none" strike="noStrike">
                <a:solidFill>
                  <a:srgbClr val="121B46"/>
                </a:solidFill>
                <a:latin typeface="Montserrat"/>
                <a:ea typeface="Montserrat"/>
                <a:cs typeface="Montserrat"/>
                <a:sym typeface="Montserrat"/>
              </a:rPr>
              <a:t>Proxy metrics: </a:t>
            </a:r>
            <a:endParaRPr/>
          </a:p>
          <a:p>
            <a:pPr indent="0" lvl="0" marL="292100" marR="0" rtl="0" algn="l">
              <a:lnSpc>
                <a:spcPct val="100000"/>
              </a:lnSpc>
              <a:spcBef>
                <a:spcPts val="600"/>
              </a:spcBef>
              <a:spcAft>
                <a:spcPts val="0"/>
              </a:spcAft>
              <a:buNone/>
            </a:pPr>
            <a:r>
              <a:rPr b="0" i="1" lang="en-US" sz="1500" u="none" cap="none" strike="noStrike">
                <a:solidFill>
                  <a:srgbClr val="121B46"/>
                </a:solidFill>
                <a:latin typeface="Courier New"/>
                <a:ea typeface="Courier New"/>
                <a:cs typeface="Courier New"/>
                <a:sym typeface="Courier New"/>
              </a:rPr>
              <a:t>Score = w1·ClickRate + w2·EngagementRate + w3·Consistency</a:t>
            </a:r>
            <a:endParaRPr/>
          </a:p>
          <a:p>
            <a:pPr indent="-233363" lvl="0" marL="517525" marR="0" rtl="0" algn="l">
              <a:lnSpc>
                <a:spcPct val="100000"/>
              </a:lnSpc>
              <a:spcBef>
                <a:spcPts val="600"/>
              </a:spcBef>
              <a:spcAft>
                <a:spcPts val="0"/>
              </a:spcAft>
              <a:buClr>
                <a:srgbClr val="000000"/>
              </a:buClr>
              <a:buSzPts val="1600"/>
              <a:buFont typeface="Courier New"/>
              <a:buChar char="o"/>
            </a:pPr>
            <a:r>
              <a:rPr b="0" i="0" lang="en-US" sz="1600" u="none" cap="none" strike="noStrike">
                <a:solidFill>
                  <a:srgbClr val="121B46"/>
                </a:solidFill>
                <a:latin typeface="Montserrat"/>
                <a:ea typeface="Montserrat"/>
                <a:cs typeface="Montserrat"/>
                <a:sym typeface="Montserrat"/>
              </a:rPr>
              <a:t>Gating Trust-First: Trust Score &lt; 50 ⇒ Success Score bị phạt, giảm về 0</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5" name="Shape 1775"/>
        <p:cNvGrpSpPr/>
        <p:nvPr/>
      </p:nvGrpSpPr>
      <p:grpSpPr>
        <a:xfrm>
          <a:off x="0" y="0"/>
          <a:ext cx="0" cy="0"/>
          <a:chOff x="0" y="0"/>
          <a:chExt cx="0" cy="0"/>
        </a:xfrm>
      </p:grpSpPr>
      <p:sp>
        <p:nvSpPr>
          <p:cNvPr id="1776" name="Google Shape;1776;p32"/>
          <p:cNvSpPr txBox="1"/>
          <p:nvPr/>
        </p:nvSpPr>
        <p:spPr>
          <a:xfrm>
            <a:off x="311700" y="243018"/>
            <a:ext cx="85206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2800" u="none" cap="none" strike="noStrike">
                <a:solidFill>
                  <a:schemeClr val="lt2"/>
                </a:solidFill>
                <a:latin typeface="Montserrat"/>
                <a:ea typeface="Montserrat"/>
                <a:cs typeface="Montserrat"/>
                <a:sym typeface="Montserrat"/>
              </a:rPr>
              <a:t>Xây dựng &amp; Lựa chọn mô hình</a:t>
            </a:r>
            <a:endParaRPr b="1" i="0" sz="2800" u="none" cap="none" strike="noStrike">
              <a:solidFill>
                <a:schemeClr val="lt2"/>
              </a:solidFill>
              <a:latin typeface="Montserrat"/>
              <a:ea typeface="Montserrat"/>
              <a:cs typeface="Montserrat"/>
              <a:sym typeface="Montserrat"/>
            </a:endParaRPr>
          </a:p>
        </p:txBody>
      </p:sp>
      <p:sp>
        <p:nvSpPr>
          <p:cNvPr id="1777" name="Google Shape;1777;p32"/>
          <p:cNvSpPr txBox="1"/>
          <p:nvPr/>
        </p:nvSpPr>
        <p:spPr>
          <a:xfrm>
            <a:off x="622090" y="815718"/>
            <a:ext cx="4482061"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Độ thành công (Success Score)</a:t>
            </a:r>
            <a:endParaRPr/>
          </a:p>
        </p:txBody>
      </p:sp>
      <p:pic>
        <p:nvPicPr>
          <p:cNvPr descr="A graph showing the results of a successful performance&#10;&#10;AI-generated content may be incorrect." id="1778" name="Google Shape;1778;p32"/>
          <p:cNvPicPr preferRelativeResize="0"/>
          <p:nvPr/>
        </p:nvPicPr>
        <p:blipFill rotWithShape="1">
          <a:blip r:embed="rId3">
            <a:alphaModFix/>
          </a:blip>
          <a:srcRect b="0" l="0" r="0" t="0"/>
          <a:stretch/>
        </p:blipFill>
        <p:spPr>
          <a:xfrm>
            <a:off x="1593992" y="1316260"/>
            <a:ext cx="5956017" cy="353172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2" name="Shape 1782"/>
        <p:cNvGrpSpPr/>
        <p:nvPr/>
      </p:nvGrpSpPr>
      <p:grpSpPr>
        <a:xfrm>
          <a:off x="0" y="0"/>
          <a:ext cx="0" cy="0"/>
          <a:chOff x="0" y="0"/>
          <a:chExt cx="0" cy="0"/>
        </a:xfrm>
      </p:grpSpPr>
      <p:sp>
        <p:nvSpPr>
          <p:cNvPr id="1783" name="Google Shape;1783;p33"/>
          <p:cNvSpPr txBox="1"/>
          <p:nvPr/>
        </p:nvSpPr>
        <p:spPr>
          <a:xfrm>
            <a:off x="311700" y="243018"/>
            <a:ext cx="85206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2800" u="none" cap="none" strike="noStrike">
                <a:solidFill>
                  <a:schemeClr val="lt2"/>
                </a:solidFill>
                <a:latin typeface="Montserrat"/>
                <a:ea typeface="Montserrat"/>
                <a:cs typeface="Montserrat"/>
                <a:sym typeface="Montserrat"/>
              </a:rPr>
              <a:t>Xây dựng &amp; Lựa chọn mô hình</a:t>
            </a:r>
            <a:endParaRPr b="1" i="0" sz="2800" u="none" cap="none" strike="noStrike">
              <a:solidFill>
                <a:schemeClr val="lt2"/>
              </a:solidFill>
              <a:latin typeface="Montserrat"/>
              <a:ea typeface="Montserrat"/>
              <a:cs typeface="Montserrat"/>
              <a:sym typeface="Montserrat"/>
            </a:endParaRPr>
          </a:p>
        </p:txBody>
      </p:sp>
      <p:sp>
        <p:nvSpPr>
          <p:cNvPr id="1784" name="Google Shape;1784;p33"/>
          <p:cNvSpPr txBox="1"/>
          <p:nvPr/>
        </p:nvSpPr>
        <p:spPr>
          <a:xfrm>
            <a:off x="622090" y="815718"/>
            <a:ext cx="4482061"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Độ thành công (Success Score)</a:t>
            </a:r>
            <a:endParaRPr/>
          </a:p>
        </p:txBody>
      </p:sp>
      <p:pic>
        <p:nvPicPr>
          <p:cNvPr descr="A graph with green bars&#10;&#10;AI-generated content may be incorrect." id="1785" name="Google Shape;1785;p33"/>
          <p:cNvPicPr preferRelativeResize="0"/>
          <p:nvPr/>
        </p:nvPicPr>
        <p:blipFill rotWithShape="1">
          <a:blip r:embed="rId3">
            <a:alphaModFix/>
          </a:blip>
          <a:srcRect b="0" l="0" r="0" t="0"/>
          <a:stretch/>
        </p:blipFill>
        <p:spPr>
          <a:xfrm>
            <a:off x="2017207" y="1240274"/>
            <a:ext cx="4728367" cy="376671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9" name="Shape 1789"/>
        <p:cNvGrpSpPr/>
        <p:nvPr/>
      </p:nvGrpSpPr>
      <p:grpSpPr>
        <a:xfrm>
          <a:off x="0" y="0"/>
          <a:ext cx="0" cy="0"/>
          <a:chOff x="0" y="0"/>
          <a:chExt cx="0" cy="0"/>
        </a:xfrm>
      </p:grpSpPr>
      <p:sp>
        <p:nvSpPr>
          <p:cNvPr id="1790" name="Google Shape;1790;p34"/>
          <p:cNvSpPr txBox="1"/>
          <p:nvPr/>
        </p:nvSpPr>
        <p:spPr>
          <a:xfrm>
            <a:off x="311700" y="243018"/>
            <a:ext cx="85206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2800" u="none" cap="none" strike="noStrike">
                <a:solidFill>
                  <a:schemeClr val="lt2"/>
                </a:solidFill>
                <a:latin typeface="Montserrat"/>
                <a:ea typeface="Montserrat"/>
                <a:cs typeface="Montserrat"/>
                <a:sym typeface="Montserrat"/>
              </a:rPr>
              <a:t>Xây dựng &amp; Lựa chọn mô hình</a:t>
            </a:r>
            <a:endParaRPr b="1" i="0" sz="2800" u="none" cap="none" strike="noStrike">
              <a:solidFill>
                <a:schemeClr val="lt2"/>
              </a:solidFill>
              <a:latin typeface="Montserrat"/>
              <a:ea typeface="Montserrat"/>
              <a:cs typeface="Montserrat"/>
              <a:sym typeface="Montserrat"/>
            </a:endParaRPr>
          </a:p>
        </p:txBody>
      </p:sp>
      <p:sp>
        <p:nvSpPr>
          <p:cNvPr id="1791" name="Google Shape;1791;p34"/>
          <p:cNvSpPr txBox="1"/>
          <p:nvPr/>
        </p:nvSpPr>
        <p:spPr>
          <a:xfrm>
            <a:off x="622090" y="815718"/>
            <a:ext cx="4482061"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Độ hot (Trending Score)</a:t>
            </a:r>
            <a:endParaRPr/>
          </a:p>
        </p:txBody>
      </p:sp>
      <p:sp>
        <p:nvSpPr>
          <p:cNvPr id="1792" name="Google Shape;1792;p34"/>
          <p:cNvSpPr txBox="1"/>
          <p:nvPr/>
        </p:nvSpPr>
        <p:spPr>
          <a:xfrm>
            <a:off x="876468" y="1320963"/>
            <a:ext cx="7075814" cy="253915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600"/>
              <a:buFont typeface="Arial"/>
              <a:buChar char="•"/>
            </a:pPr>
            <a:r>
              <a:rPr b="1" i="0" lang="en-US" sz="1600" u="none" cap="none" strike="noStrike">
                <a:solidFill>
                  <a:srgbClr val="121B46"/>
                </a:solidFill>
                <a:latin typeface="Montserrat"/>
                <a:ea typeface="Montserrat"/>
                <a:cs typeface="Montserrat"/>
                <a:sym typeface="Montserrat"/>
              </a:rPr>
              <a:t>Mục tiêu: </a:t>
            </a:r>
            <a:r>
              <a:rPr b="0" i="0" lang="en-US" sz="1600" u="none" cap="none" strike="noStrike">
                <a:solidFill>
                  <a:srgbClr val="121B46"/>
                </a:solidFill>
                <a:latin typeface="Montserrat"/>
                <a:ea typeface="Montserrat"/>
                <a:cs typeface="Montserrat"/>
                <a:sym typeface="Montserrat"/>
              </a:rPr>
              <a:t>Đánh giá mức độ tăng trưởng tương tác ngắn hạn của KOL theo thời gian gần thực</a:t>
            </a:r>
            <a:endParaRPr b="0" i="0" sz="1600" u="none" cap="none" strike="noStrike">
              <a:solidFill>
                <a:srgbClr val="121B46"/>
              </a:solidFill>
              <a:latin typeface="Montserrat"/>
              <a:ea typeface="Montserrat"/>
              <a:cs typeface="Montserrat"/>
              <a:sym typeface="Montserrat"/>
            </a:endParaRPr>
          </a:p>
          <a:p>
            <a:pPr indent="-285750" lvl="0" marL="285750" marR="0" rtl="0" algn="l">
              <a:lnSpc>
                <a:spcPct val="100000"/>
              </a:lnSpc>
              <a:spcBef>
                <a:spcPts val="600"/>
              </a:spcBef>
              <a:spcAft>
                <a:spcPts val="0"/>
              </a:spcAft>
              <a:buClr>
                <a:srgbClr val="000000"/>
              </a:buClr>
              <a:buSzPts val="1600"/>
              <a:buFont typeface="Arial"/>
              <a:buChar char="•"/>
            </a:pPr>
            <a:r>
              <a:rPr b="1" i="0" lang="en-US" sz="1600" u="none" cap="none" strike="noStrike">
                <a:solidFill>
                  <a:srgbClr val="121B46"/>
                </a:solidFill>
                <a:latin typeface="Montserrat"/>
                <a:ea typeface="Montserrat"/>
                <a:cs typeface="Montserrat"/>
                <a:sym typeface="Montserrat"/>
              </a:rPr>
              <a:t>Phương pháp: </a:t>
            </a:r>
            <a:r>
              <a:rPr b="0" i="0" lang="en-US" sz="1600" u="none" cap="none" strike="noStrike">
                <a:solidFill>
                  <a:srgbClr val="121B46"/>
                </a:solidFill>
                <a:latin typeface="Montserrat"/>
                <a:ea typeface="Montserrat"/>
                <a:cs typeface="Montserrat"/>
                <a:sym typeface="Montserrat"/>
              </a:rPr>
              <a:t>Tính toán đạo hàm của tương tác theo thời gian (Engagement / t)</a:t>
            </a:r>
            <a:endParaRPr b="0" i="0" sz="1600" u="none" cap="none" strike="noStrike">
              <a:solidFill>
                <a:srgbClr val="121B46"/>
              </a:solidFill>
              <a:latin typeface="Montserrat"/>
              <a:ea typeface="Montserrat"/>
              <a:cs typeface="Montserrat"/>
              <a:sym typeface="Montserrat"/>
            </a:endParaRPr>
          </a:p>
          <a:p>
            <a:pPr indent="-285750" lvl="0" marL="285750" marR="0" rtl="0" algn="l">
              <a:lnSpc>
                <a:spcPct val="100000"/>
              </a:lnSpc>
              <a:spcBef>
                <a:spcPts val="600"/>
              </a:spcBef>
              <a:spcAft>
                <a:spcPts val="0"/>
              </a:spcAft>
              <a:buClr>
                <a:srgbClr val="000000"/>
              </a:buClr>
              <a:buSzPts val="1600"/>
              <a:buFont typeface="Arial"/>
              <a:buChar char="•"/>
            </a:pPr>
            <a:r>
              <a:rPr b="1" i="0" lang="en-US" sz="1600" u="none" cap="none" strike="noStrike">
                <a:solidFill>
                  <a:srgbClr val="121B46"/>
                </a:solidFill>
                <a:latin typeface="Montserrat"/>
                <a:ea typeface="Montserrat"/>
                <a:cs typeface="Montserrat"/>
                <a:sym typeface="Montserrat"/>
              </a:rPr>
              <a:t>Triển khai: </a:t>
            </a:r>
            <a:r>
              <a:rPr b="0" i="0" lang="en-US" sz="1600" u="none" cap="none" strike="noStrike">
                <a:solidFill>
                  <a:srgbClr val="121B46"/>
                </a:solidFill>
                <a:latin typeface="Montserrat"/>
                <a:ea typeface="Montserrat"/>
                <a:cs typeface="Montserrat"/>
                <a:sym typeface="Montserrat"/>
              </a:rPr>
              <a:t>Sử dụng kỹ thuật Sliding Window (Cửa sổ trượt). Dữ liệu được gom nhóm trong cửa sổ 1 giờ và cập nhật (slide) mỗi 5 phút</a:t>
            </a:r>
            <a:endParaRPr b="0" i="0" sz="1600" u="none" cap="none" strike="noStrike">
              <a:solidFill>
                <a:srgbClr val="121B46"/>
              </a:solidFill>
              <a:latin typeface="Montserrat"/>
              <a:ea typeface="Montserrat"/>
              <a:cs typeface="Montserrat"/>
              <a:sym typeface="Montserrat"/>
            </a:endParaRPr>
          </a:p>
          <a:p>
            <a:pPr indent="-285750" lvl="0" marL="285750" marR="0" rtl="0" algn="l">
              <a:lnSpc>
                <a:spcPct val="100000"/>
              </a:lnSpc>
              <a:spcBef>
                <a:spcPts val="600"/>
              </a:spcBef>
              <a:spcAft>
                <a:spcPts val="0"/>
              </a:spcAft>
              <a:buClr>
                <a:srgbClr val="000000"/>
              </a:buClr>
              <a:buSzPts val="1600"/>
              <a:buFont typeface="Arial"/>
              <a:buChar char="•"/>
            </a:pPr>
            <a:r>
              <a:rPr b="1" i="0" lang="en-US" sz="1600" u="none" cap="none" strike="noStrike">
                <a:solidFill>
                  <a:srgbClr val="121B46"/>
                </a:solidFill>
                <a:latin typeface="Montserrat"/>
                <a:ea typeface="Montserrat"/>
                <a:cs typeface="Montserrat"/>
                <a:sym typeface="Montserrat"/>
              </a:rPr>
              <a:t>Đặc điểm: </a:t>
            </a:r>
            <a:r>
              <a:rPr b="0" i="0" lang="en-US" sz="1600" u="none" cap="none" strike="noStrike">
                <a:solidFill>
                  <a:srgbClr val="121B46"/>
                </a:solidFill>
                <a:latin typeface="Montserrat"/>
                <a:ea typeface="Montserrat"/>
                <a:cs typeface="Montserrat"/>
                <a:sym typeface="Montserrat"/>
              </a:rPr>
              <a:t>Cách tiếp cận ưu tiên </a:t>
            </a:r>
            <a:r>
              <a:rPr b="1" i="0" lang="en-US" sz="1600" u="none" cap="none" strike="noStrike">
                <a:solidFill>
                  <a:srgbClr val="121B46"/>
                </a:solidFill>
                <a:latin typeface="Montserrat"/>
                <a:ea typeface="Montserrat"/>
                <a:cs typeface="Montserrat"/>
                <a:sym typeface="Montserrat"/>
              </a:rPr>
              <a:t>độ trễ thấp và tính ổn định</a:t>
            </a:r>
            <a:r>
              <a:rPr b="0" i="0" lang="en-US" sz="1600" u="none" cap="none" strike="noStrike">
                <a:solidFill>
                  <a:srgbClr val="121B46"/>
                </a:solidFill>
                <a:latin typeface="Montserrat"/>
                <a:ea typeface="Montserrat"/>
                <a:cs typeface="Montserrat"/>
                <a:sym typeface="Montserrat"/>
              </a:rPr>
              <a:t>, phù hợp cho theo dõi xu hướng realtime</a:t>
            </a:r>
            <a:endParaRPr b="0" i="0" sz="1600" u="none" cap="none" strike="noStrike">
              <a:solidFill>
                <a:srgbClr val="121B46"/>
              </a:solidFill>
              <a:latin typeface="Montserrat"/>
              <a:ea typeface="Montserrat"/>
              <a:cs typeface="Montserrat"/>
              <a:sym typeface="Montserrat"/>
            </a:endParaRPr>
          </a:p>
        </p:txBody>
      </p:sp>
      <p:sp>
        <p:nvSpPr>
          <p:cNvPr id="1793" name="Google Shape;1793;p34"/>
          <p:cNvSpPr txBox="1"/>
          <p:nvPr/>
        </p:nvSpPr>
        <p:spPr>
          <a:xfrm>
            <a:off x="1073670" y="3934478"/>
            <a:ext cx="7167924" cy="510717"/>
          </a:xfrm>
          <a:prstGeom prst="rect">
            <a:avLst/>
          </a:prstGeom>
          <a:blipFill rotWithShape="1">
            <a:blip r:embed="rId3">
              <a:alphaModFix/>
            </a:blip>
            <a:stretch>
              <a:fillRect b="0" l="0" r="0" t="0"/>
            </a:stretch>
          </a:blip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2DDCA"/>
        </a:solidFill>
      </p:bgPr>
    </p:bg>
    <p:spTree>
      <p:nvGrpSpPr>
        <p:cNvPr id="1797" name="Shape 1797"/>
        <p:cNvGrpSpPr/>
        <p:nvPr/>
      </p:nvGrpSpPr>
      <p:grpSpPr>
        <a:xfrm>
          <a:off x="0" y="0"/>
          <a:ext cx="0" cy="0"/>
          <a:chOff x="0" y="0"/>
          <a:chExt cx="0" cy="0"/>
        </a:xfrm>
      </p:grpSpPr>
      <p:sp>
        <p:nvSpPr>
          <p:cNvPr id="1798" name="Google Shape;1798;p35"/>
          <p:cNvSpPr txBox="1"/>
          <p:nvPr/>
        </p:nvSpPr>
        <p:spPr>
          <a:xfrm>
            <a:off x="3522750" y="1061872"/>
            <a:ext cx="2098500" cy="1180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6300"/>
              <a:buFont typeface="Montserrat"/>
              <a:buNone/>
            </a:pPr>
            <a:r>
              <a:rPr b="1" i="0" lang="en-US" sz="9600" u="none" cap="none" strike="noStrike">
                <a:solidFill>
                  <a:schemeClr val="lt2"/>
                </a:solidFill>
                <a:latin typeface="Montserrat"/>
                <a:ea typeface="Montserrat"/>
                <a:cs typeface="Montserrat"/>
                <a:sym typeface="Montserrat"/>
              </a:rPr>
              <a:t>06</a:t>
            </a:r>
            <a:endParaRPr/>
          </a:p>
        </p:txBody>
      </p:sp>
      <p:sp>
        <p:nvSpPr>
          <p:cNvPr id="1799" name="Google Shape;1799;p35"/>
          <p:cNvSpPr txBox="1"/>
          <p:nvPr/>
        </p:nvSpPr>
        <p:spPr>
          <a:xfrm>
            <a:off x="2992411" y="2175216"/>
            <a:ext cx="3159177" cy="1161837"/>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400" u="none" cap="none" strike="noStrike">
                <a:solidFill>
                  <a:schemeClr val="lt2"/>
                </a:solidFill>
                <a:latin typeface="Montserrat"/>
                <a:ea typeface="Montserrat"/>
                <a:cs typeface="Montserrat"/>
                <a:sym typeface="Montserrat"/>
              </a:rPr>
              <a:t>Kết quả </a:t>
            </a:r>
            <a:endParaRPr/>
          </a:p>
          <a:p>
            <a:pPr indent="0" lvl="0" marL="0" marR="0" rtl="0" algn="ctr">
              <a:lnSpc>
                <a:spcPct val="100000"/>
              </a:lnSpc>
              <a:spcBef>
                <a:spcPts val="0"/>
              </a:spcBef>
              <a:spcAft>
                <a:spcPts val="0"/>
              </a:spcAft>
              <a:buClr>
                <a:schemeClr val="lt2"/>
              </a:buClr>
              <a:buSzPts val="2800"/>
              <a:buFont typeface="Montserrat"/>
              <a:buNone/>
            </a:pPr>
            <a:r>
              <a:rPr b="1" i="0" lang="en-US" sz="3400" u="none" cap="none" strike="noStrike">
                <a:solidFill>
                  <a:schemeClr val="lt2"/>
                </a:solidFill>
                <a:latin typeface="Montserrat"/>
                <a:ea typeface="Montserrat"/>
                <a:cs typeface="Montserrat"/>
                <a:sym typeface="Montserrat"/>
              </a:rPr>
              <a:t>thực nghiệm</a:t>
            </a:r>
            <a:endParaRPr b="1" i="0" sz="3400" u="none" cap="none" strike="noStrike">
              <a:solidFill>
                <a:schemeClr val="lt2"/>
              </a:solidFill>
              <a:latin typeface="Montserrat"/>
              <a:ea typeface="Montserrat"/>
              <a:cs typeface="Montserrat"/>
              <a:sym typeface="Montserra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3" name="Shape 1803"/>
        <p:cNvGrpSpPr/>
        <p:nvPr/>
      </p:nvGrpSpPr>
      <p:grpSpPr>
        <a:xfrm>
          <a:off x="0" y="0"/>
          <a:ext cx="0" cy="0"/>
          <a:chOff x="0" y="0"/>
          <a:chExt cx="0" cy="0"/>
        </a:xfrm>
      </p:grpSpPr>
      <p:sp>
        <p:nvSpPr>
          <p:cNvPr id="1804" name="Google Shape;1804;p36"/>
          <p:cNvSpPr txBox="1"/>
          <p:nvPr/>
        </p:nvSpPr>
        <p:spPr>
          <a:xfrm>
            <a:off x="1885950" y="151545"/>
            <a:ext cx="4432404" cy="612954"/>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2800" u="none" cap="none" strike="noStrike">
                <a:solidFill>
                  <a:schemeClr val="lt2"/>
                </a:solidFill>
                <a:latin typeface="Montserrat"/>
                <a:ea typeface="Montserrat"/>
                <a:cs typeface="Montserrat"/>
                <a:sym typeface="Montserrat"/>
              </a:rPr>
              <a:t>Kết quả thực nghiệm</a:t>
            </a:r>
            <a:endParaRPr b="1" i="0" sz="2800" u="none" cap="none" strike="noStrike">
              <a:solidFill>
                <a:schemeClr val="lt2"/>
              </a:solidFill>
              <a:latin typeface="Montserrat"/>
              <a:ea typeface="Montserrat"/>
              <a:cs typeface="Montserrat"/>
              <a:sym typeface="Montserrat"/>
            </a:endParaRPr>
          </a:p>
        </p:txBody>
      </p:sp>
      <p:pic>
        <p:nvPicPr>
          <p:cNvPr id="1805" name="Google Shape;1805;p36"/>
          <p:cNvPicPr preferRelativeResize="0"/>
          <p:nvPr/>
        </p:nvPicPr>
        <p:blipFill rotWithShape="1">
          <a:blip r:embed="rId3">
            <a:alphaModFix/>
          </a:blip>
          <a:srcRect b="0" l="0" r="0" t="0"/>
          <a:stretch/>
        </p:blipFill>
        <p:spPr>
          <a:xfrm>
            <a:off x="869429" y="877257"/>
            <a:ext cx="7705785" cy="404271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9" name="Shape 1809"/>
        <p:cNvGrpSpPr/>
        <p:nvPr/>
      </p:nvGrpSpPr>
      <p:grpSpPr>
        <a:xfrm>
          <a:off x="0" y="0"/>
          <a:ext cx="0" cy="0"/>
          <a:chOff x="0" y="0"/>
          <a:chExt cx="0" cy="0"/>
        </a:xfrm>
      </p:grpSpPr>
      <p:sp>
        <p:nvSpPr>
          <p:cNvPr id="1810" name="Google Shape;1810;p37"/>
          <p:cNvSpPr txBox="1"/>
          <p:nvPr/>
        </p:nvSpPr>
        <p:spPr>
          <a:xfrm>
            <a:off x="1885950" y="151545"/>
            <a:ext cx="4432404" cy="612954"/>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2800" u="none" cap="none" strike="noStrike">
                <a:solidFill>
                  <a:schemeClr val="lt2"/>
                </a:solidFill>
                <a:latin typeface="Montserrat"/>
                <a:ea typeface="Montserrat"/>
                <a:cs typeface="Montserrat"/>
                <a:sym typeface="Montserrat"/>
              </a:rPr>
              <a:t>Kết quả thực nghiệm</a:t>
            </a:r>
            <a:endParaRPr b="1" i="0" sz="2800" u="none" cap="none" strike="noStrike">
              <a:solidFill>
                <a:schemeClr val="lt2"/>
              </a:solidFill>
              <a:latin typeface="Montserrat"/>
              <a:ea typeface="Montserrat"/>
              <a:cs typeface="Montserrat"/>
              <a:sym typeface="Montserrat"/>
            </a:endParaRPr>
          </a:p>
        </p:txBody>
      </p:sp>
      <p:pic>
        <p:nvPicPr>
          <p:cNvPr id="1811" name="Google Shape;1811;p37"/>
          <p:cNvPicPr preferRelativeResize="0"/>
          <p:nvPr/>
        </p:nvPicPr>
        <p:blipFill rotWithShape="1">
          <a:blip r:embed="rId3">
            <a:alphaModFix/>
          </a:blip>
          <a:srcRect b="0" l="0" r="0" t="0"/>
          <a:stretch/>
        </p:blipFill>
        <p:spPr>
          <a:xfrm>
            <a:off x="869429" y="924982"/>
            <a:ext cx="7705785" cy="394726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5" name="Shape 1815"/>
        <p:cNvGrpSpPr/>
        <p:nvPr/>
      </p:nvGrpSpPr>
      <p:grpSpPr>
        <a:xfrm>
          <a:off x="0" y="0"/>
          <a:ext cx="0" cy="0"/>
          <a:chOff x="0" y="0"/>
          <a:chExt cx="0" cy="0"/>
        </a:xfrm>
      </p:grpSpPr>
      <p:sp>
        <p:nvSpPr>
          <p:cNvPr id="1816" name="Google Shape;1816;p38"/>
          <p:cNvSpPr txBox="1"/>
          <p:nvPr/>
        </p:nvSpPr>
        <p:spPr>
          <a:xfrm>
            <a:off x="1618938" y="151545"/>
            <a:ext cx="6663128" cy="612954"/>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2800" u="none" cap="none" strike="noStrike">
                <a:solidFill>
                  <a:schemeClr val="lt2"/>
                </a:solidFill>
                <a:latin typeface="Montserrat"/>
                <a:ea typeface="Montserrat"/>
                <a:cs typeface="Montserrat"/>
                <a:sym typeface="Montserrat"/>
              </a:rPr>
              <a:t>Kết quả thực nghiệm</a:t>
            </a:r>
            <a:endParaRPr b="1" i="0" sz="2800" u="none" cap="none" strike="noStrike">
              <a:solidFill>
                <a:schemeClr val="lt2"/>
              </a:solidFill>
              <a:latin typeface="Montserrat"/>
              <a:ea typeface="Montserrat"/>
              <a:cs typeface="Montserrat"/>
              <a:sym typeface="Montserrat"/>
            </a:endParaRPr>
          </a:p>
        </p:txBody>
      </p:sp>
      <p:pic>
        <p:nvPicPr>
          <p:cNvPr id="1817" name="Google Shape;1817;p38"/>
          <p:cNvPicPr preferRelativeResize="0"/>
          <p:nvPr/>
        </p:nvPicPr>
        <p:blipFill rotWithShape="1">
          <a:blip r:embed="rId3">
            <a:alphaModFix/>
          </a:blip>
          <a:srcRect b="0" l="0" r="0" t="0"/>
          <a:stretch/>
        </p:blipFill>
        <p:spPr>
          <a:xfrm>
            <a:off x="565878" y="936884"/>
            <a:ext cx="8207116" cy="382823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BBCC"/>
        </a:solidFill>
      </p:bgPr>
    </p:bg>
    <p:spTree>
      <p:nvGrpSpPr>
        <p:cNvPr id="1821" name="Shape 1821"/>
        <p:cNvGrpSpPr/>
        <p:nvPr/>
      </p:nvGrpSpPr>
      <p:grpSpPr>
        <a:xfrm>
          <a:off x="0" y="0"/>
          <a:ext cx="0" cy="0"/>
          <a:chOff x="0" y="0"/>
          <a:chExt cx="0" cy="0"/>
        </a:xfrm>
      </p:grpSpPr>
      <p:sp>
        <p:nvSpPr>
          <p:cNvPr id="1822" name="Google Shape;1822;p39"/>
          <p:cNvSpPr txBox="1"/>
          <p:nvPr/>
        </p:nvSpPr>
        <p:spPr>
          <a:xfrm>
            <a:off x="3522750" y="1390950"/>
            <a:ext cx="2098500" cy="1180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6300"/>
              <a:buFont typeface="Montserrat"/>
              <a:buNone/>
            </a:pPr>
            <a:r>
              <a:rPr b="1" i="0" lang="en-US" sz="9600" u="none" cap="none" strike="noStrike">
                <a:solidFill>
                  <a:schemeClr val="lt2"/>
                </a:solidFill>
                <a:latin typeface="Montserrat"/>
                <a:ea typeface="Montserrat"/>
                <a:cs typeface="Montserrat"/>
                <a:sym typeface="Montserrat"/>
              </a:rPr>
              <a:t>07</a:t>
            </a:r>
            <a:endParaRPr/>
          </a:p>
        </p:txBody>
      </p:sp>
      <p:sp>
        <p:nvSpPr>
          <p:cNvPr id="1823" name="Google Shape;1823;p39"/>
          <p:cNvSpPr txBox="1"/>
          <p:nvPr/>
        </p:nvSpPr>
        <p:spPr>
          <a:xfrm>
            <a:off x="3257581" y="2504294"/>
            <a:ext cx="2628839" cy="725613"/>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400" u="none" cap="none" strike="noStrike">
                <a:solidFill>
                  <a:schemeClr val="lt2"/>
                </a:solidFill>
                <a:latin typeface="Montserrat"/>
                <a:ea typeface="Montserrat"/>
                <a:cs typeface="Montserrat"/>
                <a:sym typeface="Montserrat"/>
              </a:rPr>
              <a:t>Kết luận</a:t>
            </a:r>
            <a:endParaRPr b="1" i="0" sz="3400" u="none" cap="none" strike="noStrike">
              <a:solidFill>
                <a:schemeClr val="lt2"/>
              </a:solidFill>
              <a:latin typeface="Montserrat"/>
              <a:ea typeface="Montserrat"/>
              <a:cs typeface="Montserrat"/>
              <a:sym typeface="Montserra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sp>
        <p:nvSpPr>
          <p:cNvPr id="1828" name="Google Shape;1828;p40"/>
          <p:cNvSpPr txBox="1"/>
          <p:nvPr/>
        </p:nvSpPr>
        <p:spPr>
          <a:xfrm>
            <a:off x="187377" y="97436"/>
            <a:ext cx="6093503" cy="562131"/>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200" u="none" cap="none" strike="noStrike">
                <a:solidFill>
                  <a:schemeClr val="lt2"/>
                </a:solidFill>
                <a:latin typeface="Montserrat"/>
                <a:ea typeface="Montserrat"/>
                <a:cs typeface="Montserrat"/>
                <a:sym typeface="Montserrat"/>
              </a:rPr>
              <a:t>Kết luận</a:t>
            </a:r>
            <a:endParaRPr b="1" i="0" sz="3200" u="none" cap="none" strike="noStrike">
              <a:solidFill>
                <a:schemeClr val="lt2"/>
              </a:solidFill>
              <a:latin typeface="Montserrat"/>
              <a:ea typeface="Montserrat"/>
              <a:cs typeface="Montserrat"/>
              <a:sym typeface="Montserrat"/>
            </a:endParaRPr>
          </a:p>
        </p:txBody>
      </p:sp>
      <p:sp>
        <p:nvSpPr>
          <p:cNvPr id="1829" name="Google Shape;1829;p40"/>
          <p:cNvSpPr txBox="1"/>
          <p:nvPr/>
        </p:nvSpPr>
        <p:spPr>
          <a:xfrm>
            <a:off x="627713" y="866400"/>
            <a:ext cx="6425158" cy="317009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121B46"/>
                </a:solidFill>
                <a:latin typeface="Montserrat"/>
                <a:ea typeface="Montserrat"/>
                <a:cs typeface="Montserrat"/>
                <a:sym typeface="Montserrat"/>
              </a:rPr>
              <a:t>Thiết kế &amp; vận hành </a:t>
            </a:r>
            <a:r>
              <a:rPr b="1" i="0" lang="en-US" sz="1800" u="none" cap="none" strike="noStrike">
                <a:solidFill>
                  <a:srgbClr val="121B46"/>
                </a:solidFill>
                <a:latin typeface="Montserrat"/>
                <a:ea typeface="Montserrat"/>
                <a:cs typeface="Montserrat"/>
                <a:sym typeface="Montserrat"/>
              </a:rPr>
              <a:t>Hybrid Lambda</a:t>
            </a:r>
            <a:r>
              <a:rPr b="0" i="0" lang="en-US" sz="1800" u="none" cap="none" strike="noStrike">
                <a:solidFill>
                  <a:srgbClr val="121B46"/>
                </a:solidFill>
                <a:latin typeface="Montserrat"/>
                <a:ea typeface="Montserrat"/>
                <a:cs typeface="Montserrat"/>
                <a:sym typeface="Montserrat"/>
              </a:rPr>
              <a:t> xử lý đa nguồn (TikTok/YouTube) theo 2 tốc độ: trending nhanh &amp; trust chuyên sâu.</a:t>
            </a:r>
            <a:endParaRPr/>
          </a:p>
          <a:p>
            <a:pPr indent="-285750" lvl="0" marL="285750" marR="0" rtl="0" algn="l">
              <a:lnSpc>
                <a:spcPct val="100000"/>
              </a:lnSpc>
              <a:spcBef>
                <a:spcPts val="600"/>
              </a:spcBef>
              <a:spcAft>
                <a:spcPts val="0"/>
              </a:spcAft>
              <a:buClr>
                <a:srgbClr val="000000"/>
              </a:buClr>
              <a:buSzPts val="1800"/>
              <a:buFont typeface="Arial"/>
              <a:buChar char="•"/>
            </a:pPr>
            <a:r>
              <a:rPr b="0" i="0" lang="en-US" sz="1800" u="none" cap="none" strike="noStrike">
                <a:solidFill>
                  <a:srgbClr val="121B46"/>
                </a:solidFill>
                <a:latin typeface="Montserrat"/>
                <a:ea typeface="Montserrat"/>
                <a:cs typeface="Montserrat"/>
                <a:sym typeface="Montserrat"/>
              </a:rPr>
              <a:t>Hiện thực </a:t>
            </a:r>
            <a:r>
              <a:rPr b="1" i="0" lang="en-US" sz="1800" u="none" cap="none" strike="noStrike">
                <a:solidFill>
                  <a:srgbClr val="121B46"/>
                </a:solidFill>
                <a:latin typeface="Montserrat"/>
                <a:ea typeface="Montserrat"/>
                <a:cs typeface="Montserrat"/>
                <a:sym typeface="Montserrat"/>
              </a:rPr>
              <a:t>Local-first parallel scraping </a:t>
            </a:r>
            <a:r>
              <a:rPr b="0" i="0" lang="en-US" sz="1800" u="none" cap="none" strike="noStrike">
                <a:solidFill>
                  <a:srgbClr val="121B46"/>
                </a:solidFill>
                <a:latin typeface="Montserrat"/>
                <a:ea typeface="Montserrat"/>
                <a:cs typeface="Montserrat"/>
                <a:sym typeface="Montserrat"/>
              </a:rPr>
              <a:t>vượt anti-scraping TikTok</a:t>
            </a:r>
            <a:endParaRPr b="0" i="0" sz="1800" u="none" cap="none" strike="noStrike">
              <a:solidFill>
                <a:srgbClr val="121B46"/>
              </a:solidFill>
              <a:latin typeface="Montserrat"/>
              <a:ea typeface="Montserrat"/>
              <a:cs typeface="Montserrat"/>
              <a:sym typeface="Montserrat"/>
            </a:endParaRPr>
          </a:p>
          <a:p>
            <a:pPr indent="-285750" lvl="0" marL="285750" marR="0" rtl="0" algn="l">
              <a:lnSpc>
                <a:spcPct val="100000"/>
              </a:lnSpc>
              <a:spcBef>
                <a:spcPts val="600"/>
              </a:spcBef>
              <a:spcAft>
                <a:spcPts val="0"/>
              </a:spcAft>
              <a:buClr>
                <a:srgbClr val="000000"/>
              </a:buClr>
              <a:buSzPts val="1800"/>
              <a:buFont typeface="Arial"/>
              <a:buChar char="•"/>
            </a:pPr>
            <a:r>
              <a:rPr b="1" i="0" lang="en-US" sz="1800" u="none" cap="none" strike="noStrike">
                <a:solidFill>
                  <a:srgbClr val="121B46"/>
                </a:solidFill>
                <a:latin typeface="Montserrat"/>
                <a:ea typeface="Montserrat"/>
                <a:cs typeface="Montserrat"/>
                <a:sym typeface="Montserrat"/>
              </a:rPr>
              <a:t>Trust Score: </a:t>
            </a:r>
            <a:r>
              <a:rPr b="0" i="0" lang="en-US" sz="1800" u="none" cap="none" strike="noStrike">
                <a:solidFill>
                  <a:srgbClr val="121B46"/>
                </a:solidFill>
                <a:latin typeface="Montserrat"/>
                <a:ea typeface="Montserrat"/>
                <a:cs typeface="Montserrat"/>
                <a:sym typeface="Montserrat"/>
              </a:rPr>
              <a:t>LightGBM tối ưu Optuna (AUC cao)</a:t>
            </a:r>
            <a:endParaRPr b="0" i="0" sz="1800" u="none" cap="none" strike="noStrike">
              <a:solidFill>
                <a:srgbClr val="121B46"/>
              </a:solidFill>
              <a:latin typeface="Montserrat"/>
              <a:ea typeface="Montserrat"/>
              <a:cs typeface="Montserrat"/>
              <a:sym typeface="Montserrat"/>
            </a:endParaRPr>
          </a:p>
          <a:p>
            <a:pPr indent="-285750" lvl="0" marL="285750" marR="0" rtl="0" algn="l">
              <a:lnSpc>
                <a:spcPct val="100000"/>
              </a:lnSpc>
              <a:spcBef>
                <a:spcPts val="600"/>
              </a:spcBef>
              <a:spcAft>
                <a:spcPts val="0"/>
              </a:spcAft>
              <a:buClr>
                <a:srgbClr val="000000"/>
              </a:buClr>
              <a:buSzPts val="1800"/>
              <a:buFont typeface="Arial"/>
              <a:buChar char="•"/>
            </a:pPr>
            <a:r>
              <a:rPr b="1" i="0" lang="en-US" sz="1800" u="none" cap="none" strike="noStrike">
                <a:solidFill>
                  <a:srgbClr val="121B46"/>
                </a:solidFill>
                <a:latin typeface="Montserrat"/>
                <a:ea typeface="Montserrat"/>
                <a:cs typeface="Montserrat"/>
                <a:sym typeface="Montserrat"/>
              </a:rPr>
              <a:t>Success Score: </a:t>
            </a:r>
            <a:r>
              <a:rPr b="0" i="0" lang="en-US" sz="1800" u="none" cap="none" strike="noStrike">
                <a:solidFill>
                  <a:srgbClr val="121B46"/>
                </a:solidFill>
                <a:latin typeface="Montserrat"/>
                <a:ea typeface="Montserrat"/>
                <a:cs typeface="Montserrat"/>
                <a:sym typeface="Montserrat"/>
              </a:rPr>
              <a:t>Hybrid rule-based (do thiếu conversion data thật)</a:t>
            </a:r>
            <a:endParaRPr/>
          </a:p>
          <a:p>
            <a:pPr indent="-285750" lvl="0" marL="285750" marR="0" rtl="0" algn="l">
              <a:lnSpc>
                <a:spcPct val="100000"/>
              </a:lnSpc>
              <a:spcBef>
                <a:spcPts val="600"/>
              </a:spcBef>
              <a:spcAft>
                <a:spcPts val="0"/>
              </a:spcAft>
              <a:buClr>
                <a:srgbClr val="000000"/>
              </a:buClr>
              <a:buSzPts val="1800"/>
              <a:buFont typeface="Arial"/>
              <a:buChar char="•"/>
            </a:pPr>
            <a:r>
              <a:rPr b="0" i="0" lang="en-US" sz="1800" u="none" cap="none" strike="noStrike">
                <a:solidFill>
                  <a:srgbClr val="121B46"/>
                </a:solidFill>
                <a:latin typeface="Montserrat"/>
                <a:ea typeface="Montserrat"/>
                <a:cs typeface="Montserrat"/>
                <a:sym typeface="Montserrat"/>
              </a:rPr>
              <a:t>Hệ thống </a:t>
            </a:r>
            <a:r>
              <a:rPr b="1" i="0" lang="en-US" sz="1800" u="none" cap="none" strike="noStrike">
                <a:solidFill>
                  <a:srgbClr val="121B46"/>
                </a:solidFill>
                <a:latin typeface="Montserrat"/>
                <a:ea typeface="Montserrat"/>
                <a:cs typeface="Montserrat"/>
                <a:sym typeface="Montserrat"/>
              </a:rPr>
              <a:t>End-to-End</a:t>
            </a:r>
            <a:r>
              <a:rPr b="0" i="0" lang="en-US" sz="1800" u="none" cap="none" strike="noStrike">
                <a:solidFill>
                  <a:srgbClr val="121B46"/>
                </a:solidFill>
                <a:latin typeface="Montserrat"/>
                <a:ea typeface="Montserrat"/>
                <a:cs typeface="Montserrat"/>
                <a:sym typeface="Montserrat"/>
              </a:rPr>
              <a:t>: thu thập → lakehouse → Spark → dashboard</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3" name="Shape 1833"/>
        <p:cNvGrpSpPr/>
        <p:nvPr/>
      </p:nvGrpSpPr>
      <p:grpSpPr>
        <a:xfrm>
          <a:off x="0" y="0"/>
          <a:ext cx="0" cy="0"/>
          <a:chOff x="0" y="0"/>
          <a:chExt cx="0" cy="0"/>
        </a:xfrm>
      </p:grpSpPr>
      <p:sp>
        <p:nvSpPr>
          <p:cNvPr id="1834" name="Google Shape;1834;p41"/>
          <p:cNvSpPr txBox="1"/>
          <p:nvPr/>
        </p:nvSpPr>
        <p:spPr>
          <a:xfrm>
            <a:off x="187377" y="97436"/>
            <a:ext cx="6093503" cy="562131"/>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2"/>
              </a:buClr>
              <a:buSzPts val="2800"/>
              <a:buFont typeface="Montserrat"/>
              <a:buNone/>
            </a:pPr>
            <a:r>
              <a:rPr b="1" i="0" lang="en-US" sz="3200" u="none" cap="none" strike="noStrike">
                <a:solidFill>
                  <a:schemeClr val="lt2"/>
                </a:solidFill>
                <a:latin typeface="Montserrat"/>
                <a:ea typeface="Montserrat"/>
                <a:cs typeface="Montserrat"/>
                <a:sym typeface="Montserrat"/>
              </a:rPr>
              <a:t>Kết luận</a:t>
            </a:r>
            <a:endParaRPr b="1" i="0" sz="3200" u="none" cap="none" strike="noStrike">
              <a:solidFill>
                <a:schemeClr val="lt2"/>
              </a:solidFill>
              <a:latin typeface="Montserrat"/>
              <a:ea typeface="Montserrat"/>
              <a:cs typeface="Montserrat"/>
              <a:sym typeface="Montserrat"/>
            </a:endParaRPr>
          </a:p>
        </p:txBody>
      </p:sp>
      <p:sp>
        <p:nvSpPr>
          <p:cNvPr id="1835" name="Google Shape;1835;p41"/>
          <p:cNvSpPr txBox="1"/>
          <p:nvPr/>
        </p:nvSpPr>
        <p:spPr>
          <a:xfrm>
            <a:off x="627713" y="1178124"/>
            <a:ext cx="6425158" cy="172354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600"/>
              <a:buFont typeface="Arial"/>
              <a:buChar char="•"/>
            </a:pPr>
            <a:r>
              <a:rPr b="1" i="0" lang="en-US" sz="1600" u="none" cap="none" strike="noStrike">
                <a:solidFill>
                  <a:srgbClr val="121B46"/>
                </a:solidFill>
                <a:latin typeface="Montserrat"/>
                <a:ea typeface="Montserrat"/>
                <a:cs typeface="Montserrat"/>
                <a:sym typeface="Montserrat"/>
              </a:rPr>
              <a:t>Dữ liệu: </a:t>
            </a:r>
            <a:r>
              <a:rPr b="0" i="0" lang="en-US" sz="1600" u="none" cap="none" strike="noStrike">
                <a:solidFill>
                  <a:srgbClr val="121B46"/>
                </a:solidFill>
                <a:latin typeface="Montserrat"/>
                <a:ea typeface="Montserrat"/>
                <a:cs typeface="Montserrat"/>
                <a:sym typeface="Montserrat"/>
              </a:rPr>
              <a:t>chưa có Actual Sales realtime từ TikTok Shop → Success Score vẫn là ước lượng</a:t>
            </a:r>
            <a:endParaRPr b="0" i="0" sz="1600" u="none" cap="none" strike="noStrike">
              <a:solidFill>
                <a:srgbClr val="121B46"/>
              </a:solidFill>
              <a:latin typeface="Montserrat"/>
              <a:ea typeface="Montserrat"/>
              <a:cs typeface="Montserrat"/>
              <a:sym typeface="Montserrat"/>
            </a:endParaRPr>
          </a:p>
          <a:p>
            <a:pPr indent="-285750" lvl="0" marL="285750" marR="0" rtl="0" algn="l">
              <a:lnSpc>
                <a:spcPct val="100000"/>
              </a:lnSpc>
              <a:spcBef>
                <a:spcPts val="600"/>
              </a:spcBef>
              <a:spcAft>
                <a:spcPts val="0"/>
              </a:spcAft>
              <a:buClr>
                <a:srgbClr val="000000"/>
              </a:buClr>
              <a:buSzPts val="1600"/>
              <a:buFont typeface="Arial"/>
              <a:buChar char="•"/>
            </a:pPr>
            <a:r>
              <a:rPr b="1" i="0" lang="en-US" sz="1600" u="none" cap="none" strike="noStrike">
                <a:solidFill>
                  <a:srgbClr val="121B46"/>
                </a:solidFill>
                <a:latin typeface="Montserrat"/>
                <a:ea typeface="Montserrat"/>
                <a:cs typeface="Montserrat"/>
                <a:sym typeface="Montserrat"/>
              </a:rPr>
              <a:t>Hạ tầng: </a:t>
            </a:r>
            <a:r>
              <a:rPr b="0" i="0" lang="en-US" sz="1600" u="none" cap="none" strike="noStrike">
                <a:solidFill>
                  <a:srgbClr val="121B46"/>
                </a:solidFill>
                <a:latin typeface="Montserrat"/>
                <a:ea typeface="Montserrat"/>
                <a:cs typeface="Montserrat"/>
                <a:sym typeface="Montserrat"/>
              </a:rPr>
              <a:t>chạy local cluster → hạn chế scale ngang khi dữ liệu tăng mạnh</a:t>
            </a:r>
            <a:endParaRPr b="0" i="0" sz="1600" u="none" cap="none" strike="noStrike">
              <a:solidFill>
                <a:srgbClr val="121B46"/>
              </a:solidFill>
              <a:latin typeface="Montserrat"/>
              <a:ea typeface="Montserrat"/>
              <a:cs typeface="Montserrat"/>
              <a:sym typeface="Montserrat"/>
            </a:endParaRPr>
          </a:p>
          <a:p>
            <a:pPr indent="-285750" lvl="0" marL="285750" marR="0" rtl="0" algn="l">
              <a:lnSpc>
                <a:spcPct val="100000"/>
              </a:lnSpc>
              <a:spcBef>
                <a:spcPts val="600"/>
              </a:spcBef>
              <a:spcAft>
                <a:spcPts val="0"/>
              </a:spcAft>
              <a:buClr>
                <a:srgbClr val="000000"/>
              </a:buClr>
              <a:buSzPts val="1600"/>
              <a:buFont typeface="Arial"/>
              <a:buChar char="•"/>
            </a:pPr>
            <a:r>
              <a:rPr b="1" i="0" lang="en-US" sz="1600" u="none" cap="none" strike="noStrike">
                <a:solidFill>
                  <a:srgbClr val="121B46"/>
                </a:solidFill>
                <a:latin typeface="Montserrat"/>
                <a:ea typeface="Montserrat"/>
                <a:cs typeface="Montserrat"/>
                <a:sym typeface="Montserrat"/>
              </a:rPr>
              <a:t>Nội dung: </a:t>
            </a:r>
            <a:r>
              <a:rPr b="0" i="0" lang="en-US" sz="1600" u="none" cap="none" strike="noStrike">
                <a:solidFill>
                  <a:srgbClr val="121B46"/>
                </a:solidFill>
                <a:latin typeface="Montserrat"/>
                <a:ea typeface="Montserrat"/>
                <a:cs typeface="Montserrat"/>
                <a:sym typeface="Montserrat"/>
              </a:rPr>
              <a:t>mới tập trung metadata; chưa khai thác sâu </a:t>
            </a:r>
            <a:r>
              <a:rPr b="0" i="1" lang="en-US" sz="1600" u="none" cap="none" strike="noStrike">
                <a:solidFill>
                  <a:srgbClr val="121B46"/>
                </a:solidFill>
                <a:latin typeface="Montserrat"/>
                <a:ea typeface="Montserrat"/>
                <a:cs typeface="Montserrat"/>
                <a:sym typeface="Montserrat"/>
              </a:rPr>
              <a:t>video/audio/cảm xúc</a:t>
            </a:r>
            <a:endParaRPr b="0" i="1" sz="1600" u="none" cap="none" strike="noStrike">
              <a:solidFill>
                <a:srgbClr val="121B46"/>
              </a:solidFill>
              <a:latin typeface="Montserrat"/>
              <a:ea typeface="Montserrat"/>
              <a:cs typeface="Montserrat"/>
              <a:sym typeface="Montserrat"/>
            </a:endParaRPr>
          </a:p>
        </p:txBody>
      </p:sp>
      <p:sp>
        <p:nvSpPr>
          <p:cNvPr id="1836" name="Google Shape;1836;p41"/>
          <p:cNvSpPr txBox="1"/>
          <p:nvPr/>
        </p:nvSpPr>
        <p:spPr>
          <a:xfrm>
            <a:off x="622090" y="747237"/>
            <a:ext cx="4482061"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Hạn chế</a:t>
            </a:r>
            <a:endParaRPr b="0" i="0" sz="2200" u="none" cap="none" strike="noStrike">
              <a:solidFill>
                <a:srgbClr val="121B46"/>
              </a:solidFill>
              <a:latin typeface="Quicksand SemiBold"/>
              <a:ea typeface="Quicksand SemiBold"/>
              <a:cs typeface="Quicksand SemiBold"/>
              <a:sym typeface="Quicksand SemiBold"/>
            </a:endParaRPr>
          </a:p>
        </p:txBody>
      </p:sp>
      <p:sp>
        <p:nvSpPr>
          <p:cNvPr id="1837" name="Google Shape;1837;p41"/>
          <p:cNvSpPr txBox="1"/>
          <p:nvPr/>
        </p:nvSpPr>
        <p:spPr>
          <a:xfrm>
            <a:off x="622090" y="3427725"/>
            <a:ext cx="6597546" cy="140038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600"/>
              <a:buFont typeface="Arial"/>
              <a:buChar char="•"/>
            </a:pPr>
            <a:r>
              <a:rPr b="1" i="0" lang="en-US" sz="1600" u="none" cap="none" strike="noStrike">
                <a:solidFill>
                  <a:srgbClr val="121B46"/>
                </a:solidFill>
                <a:latin typeface="Montserrat"/>
                <a:ea typeface="Montserrat"/>
                <a:cs typeface="Montserrat"/>
                <a:sym typeface="Montserrat"/>
              </a:rPr>
              <a:t>NLP tiếng Việt: </a:t>
            </a:r>
            <a:r>
              <a:rPr b="0" i="0" lang="en-US" sz="1600" u="none" cap="none" strike="noStrike">
                <a:solidFill>
                  <a:srgbClr val="121B46"/>
                </a:solidFill>
                <a:latin typeface="Montserrat"/>
                <a:ea typeface="Montserrat"/>
                <a:cs typeface="Montserrat"/>
                <a:sym typeface="Montserrat"/>
              </a:rPr>
              <a:t>dùng </a:t>
            </a:r>
            <a:r>
              <a:rPr b="0" i="1" lang="en-US" sz="1600" u="none" cap="none" strike="noStrike">
                <a:solidFill>
                  <a:srgbClr val="121B46"/>
                </a:solidFill>
                <a:latin typeface="Montserrat"/>
                <a:ea typeface="Montserrat"/>
                <a:cs typeface="Montserrat"/>
                <a:sym typeface="Montserrat"/>
              </a:rPr>
              <a:t>PhoBERT sentiment </a:t>
            </a:r>
            <a:r>
              <a:rPr b="0" i="0" lang="en-US" sz="1600" u="none" cap="none" strike="noStrike">
                <a:solidFill>
                  <a:srgbClr val="121B46"/>
                </a:solidFill>
                <a:latin typeface="Montserrat"/>
                <a:ea typeface="Montserrat"/>
                <a:cs typeface="Montserrat"/>
                <a:sym typeface="Montserrat"/>
              </a:rPr>
              <a:t>để nhận diện tương tác tiêu cực (scandal/antifan) → tinh chỉnh Trust Score</a:t>
            </a:r>
            <a:endParaRPr b="0" i="0" sz="1600" u="none" cap="none" strike="noStrike">
              <a:solidFill>
                <a:srgbClr val="121B46"/>
              </a:solidFill>
              <a:latin typeface="Montserrat"/>
              <a:ea typeface="Montserrat"/>
              <a:cs typeface="Montserrat"/>
              <a:sym typeface="Montserrat"/>
            </a:endParaRPr>
          </a:p>
          <a:p>
            <a:pPr indent="-285750" lvl="0" marL="285750" marR="0" rtl="0" algn="l">
              <a:lnSpc>
                <a:spcPct val="100000"/>
              </a:lnSpc>
              <a:spcBef>
                <a:spcPts val="600"/>
              </a:spcBef>
              <a:spcAft>
                <a:spcPts val="0"/>
              </a:spcAft>
              <a:buClr>
                <a:srgbClr val="000000"/>
              </a:buClr>
              <a:buSzPts val="1600"/>
              <a:buFont typeface="Arial"/>
              <a:buChar char="•"/>
            </a:pPr>
            <a:r>
              <a:rPr b="1" i="0" lang="en-US" sz="1600" u="none" cap="none" strike="noStrike">
                <a:solidFill>
                  <a:srgbClr val="121B46"/>
                </a:solidFill>
                <a:latin typeface="Montserrat"/>
                <a:ea typeface="Montserrat"/>
                <a:cs typeface="Montserrat"/>
                <a:sym typeface="Montserrat"/>
              </a:rPr>
              <a:t>Bổ sung conversion data: </a:t>
            </a:r>
            <a:r>
              <a:rPr b="0" i="0" lang="en-US" sz="1600" u="none" cap="none" strike="noStrike">
                <a:solidFill>
                  <a:srgbClr val="121B46"/>
                </a:solidFill>
                <a:latin typeface="Montserrat"/>
                <a:ea typeface="Montserrat"/>
                <a:cs typeface="Montserrat"/>
                <a:sym typeface="Montserrat"/>
              </a:rPr>
              <a:t>tích hợp Shopee Affiliate/Ecomobi qua API đối tác → thay rule-based bằng Regression dự đoán doanh số</a:t>
            </a:r>
            <a:endParaRPr b="0" i="0" sz="1600" u="none" cap="none" strike="noStrike">
              <a:solidFill>
                <a:srgbClr val="121B46"/>
              </a:solidFill>
              <a:latin typeface="Montserrat"/>
              <a:ea typeface="Montserrat"/>
              <a:cs typeface="Montserrat"/>
              <a:sym typeface="Montserrat"/>
            </a:endParaRPr>
          </a:p>
        </p:txBody>
      </p:sp>
      <p:sp>
        <p:nvSpPr>
          <p:cNvPr id="1838" name="Google Shape;1838;p41"/>
          <p:cNvSpPr txBox="1"/>
          <p:nvPr/>
        </p:nvSpPr>
        <p:spPr>
          <a:xfrm>
            <a:off x="622090" y="2989343"/>
            <a:ext cx="4482061"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200" u="none" cap="none" strike="noStrike">
                <a:solidFill>
                  <a:srgbClr val="121B46"/>
                </a:solidFill>
                <a:latin typeface="Quicksand SemiBold"/>
                <a:ea typeface="Quicksand SemiBold"/>
                <a:cs typeface="Quicksand SemiBold"/>
                <a:sym typeface="Quicksand SemiBold"/>
              </a:rPr>
              <a:t>Hướng phát triển</a:t>
            </a:r>
            <a:endParaRPr b="0" i="0" sz="2200" u="none" cap="none" strike="noStrike">
              <a:solidFill>
                <a:srgbClr val="121B46"/>
              </a:solidFill>
              <a:latin typeface="Quicksand SemiBold"/>
              <a:ea typeface="Quicksand SemiBold"/>
              <a:cs typeface="Quicksand SemiBold"/>
              <a:sym typeface="Quicksand SemiBo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2" name="Shape 1842"/>
        <p:cNvGrpSpPr/>
        <p:nvPr/>
      </p:nvGrpSpPr>
      <p:grpSpPr>
        <a:xfrm>
          <a:off x="0" y="0"/>
          <a:ext cx="0" cy="0"/>
          <a:chOff x="0" y="0"/>
          <a:chExt cx="0" cy="0"/>
        </a:xfrm>
      </p:grpSpPr>
      <p:pic>
        <p:nvPicPr>
          <p:cNvPr id="1843" name="Google Shape;1843;p42"/>
          <p:cNvPicPr preferRelativeResize="0"/>
          <p:nvPr/>
        </p:nvPicPr>
        <p:blipFill rotWithShape="1">
          <a:blip r:embed="rId3">
            <a:alphaModFix/>
          </a:blip>
          <a:srcRect b="0" l="14358" r="7940" t="0"/>
          <a:stretch/>
        </p:blipFill>
        <p:spPr>
          <a:xfrm>
            <a:off x="4646900" y="657000"/>
            <a:ext cx="3885600" cy="3829500"/>
          </a:xfrm>
          <a:prstGeom prst="ellipse">
            <a:avLst/>
          </a:prstGeom>
          <a:noFill/>
          <a:ln>
            <a:noFill/>
          </a:ln>
        </p:spPr>
      </p:pic>
      <p:sp>
        <p:nvSpPr>
          <p:cNvPr id="1844" name="Google Shape;1844;p42"/>
          <p:cNvSpPr txBox="1"/>
          <p:nvPr/>
        </p:nvSpPr>
        <p:spPr>
          <a:xfrm>
            <a:off x="413385" y="981415"/>
            <a:ext cx="3142615" cy="11079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6600" u="none" cap="none" strike="noStrike">
                <a:solidFill>
                  <a:schemeClr val="accent5"/>
                </a:solidFill>
                <a:latin typeface="Pacifico"/>
                <a:ea typeface="Pacifico"/>
                <a:cs typeface="Pacifico"/>
                <a:sym typeface="Pacifico"/>
              </a:rPr>
              <a:t>Thanks</a:t>
            </a:r>
            <a:endParaRPr/>
          </a:p>
        </p:txBody>
      </p:sp>
      <p:sp>
        <p:nvSpPr>
          <p:cNvPr id="1845" name="Google Shape;1845;p42"/>
          <p:cNvSpPr txBox="1"/>
          <p:nvPr/>
        </p:nvSpPr>
        <p:spPr>
          <a:xfrm>
            <a:off x="413385" y="2226772"/>
            <a:ext cx="5222518" cy="11079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800" u="none" cap="none" strike="noStrike">
                <a:solidFill>
                  <a:schemeClr val="accent5"/>
                </a:solidFill>
                <a:latin typeface="Pacifico"/>
                <a:ea typeface="Pacifico"/>
                <a:cs typeface="Pacifico"/>
                <a:sym typeface="Pacifico"/>
              </a:rPr>
              <a:t>for</a:t>
            </a:r>
            <a:r>
              <a:rPr b="0" i="0" lang="en-US" sz="6600" u="none" cap="none" strike="noStrike">
                <a:solidFill>
                  <a:schemeClr val="accent5"/>
                </a:solidFill>
                <a:latin typeface="Pacifico"/>
                <a:ea typeface="Pacifico"/>
                <a:cs typeface="Pacifico"/>
                <a:sym typeface="Pacifico"/>
              </a:rPr>
              <a:t> Listening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Influencer Marketing Strategy by Slidesgo">
  <a:themeElements>
    <a:clrScheme name="Simple Light">
      <a:dk1>
        <a:srgbClr val="000000"/>
      </a:dk1>
      <a:lt1>
        <a:srgbClr val="FFFFFF"/>
      </a:lt1>
      <a:dk2>
        <a:srgbClr val="595959"/>
      </a:dk2>
      <a:lt2>
        <a:srgbClr val="182255"/>
      </a:lt2>
      <a:accent1>
        <a:srgbClr val="F0A9BF"/>
      </a:accent1>
      <a:accent2>
        <a:srgbClr val="FDB32C"/>
      </a:accent2>
      <a:accent3>
        <a:srgbClr val="5EA4C9"/>
      </a:accent3>
      <a:accent4>
        <a:srgbClr val="35C4A6"/>
      </a:accent4>
      <a:accent5>
        <a:srgbClr val="182255"/>
      </a:accent5>
      <a:accent6>
        <a:srgbClr val="182255"/>
      </a:accent6>
      <a:hlink>
        <a:srgbClr val="18225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SelinaPhan</dc:creator>
</cp:coreProperties>
</file>